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entation.xml" ContentType="application/vnd.openxmlformats-officedocument.presentationml.presentation.main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  <a:srgbClr val="66FFFF"/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17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7T04:24:40.974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0,'1209'0,"-1194"0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7T04:25:19.090"/>
    </inkml:context>
    <inkml:brush xml:id="br0">
      <inkml:brushProperty name="width" value="0.3" units="cm"/>
      <inkml:brushProperty name="height" value="0.6" units="cm"/>
      <inkml:brushProperty name="color" value="#92D05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0,'1209'0,"-1194"0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7T04:25:36.080"/>
    </inkml:context>
    <inkml:brush xml:id="br0">
      <inkml:brushProperty name="width" value="0.3" units="cm"/>
      <inkml:brushProperty name="height" value="0.6" units="cm"/>
      <inkml:brushProperty name="color" value="#61CBF4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0,'1080'0,"-1066"0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7T04:25:51.429"/>
    </inkml:context>
    <inkml:brush xml:id="br0">
      <inkml:brushProperty name="width" value="0.3" units="cm"/>
      <inkml:brushProperty name="height" value="0.6" units="cm"/>
      <inkml:brushProperty name="color" value="#E59EDD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0,'5004'0,"-4942"0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7T05:05:21.524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0,'3233'0,"-3193"0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7T05:05:31.803"/>
    </inkml:context>
    <inkml:brush xml:id="br0">
      <inkml:brushProperty name="width" value="0.3" units="cm"/>
      <inkml:brushProperty name="height" value="0.6" units="cm"/>
      <inkml:brushProperty name="color" value="#FFC0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0,'1032'0,"-1019"0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7T05:05:53.338"/>
    </inkml:context>
    <inkml:brush xml:id="br0">
      <inkml:brushProperty name="width" value="0.3" units="cm"/>
      <inkml:brushProperty name="height" value="0.6" units="cm"/>
      <inkml:brushProperty name="color" value="#61CBF4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0,'1056'0,"-1043"0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7T05:06:29.110"/>
    </inkml:context>
    <inkml:brush xml:id="br0">
      <inkml:brushProperty name="width" value="0.3" units="cm"/>
      <inkml:brushProperty name="height" value="0.6" units="cm"/>
      <inkml:brushProperty name="color" value="#92D05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0,'1056'0,"-1043"0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7T05:09:40.910"/>
    </inkml:context>
    <inkml:brush xml:id="br0">
      <inkml:brushProperty name="width" value="0.3" units="cm"/>
      <inkml:brushProperty name="height" value="0.6" units="cm"/>
      <inkml:brushProperty name="color" value="#E59EDD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0,'4653'0,"-4595"0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7T05:47:10.159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0,'1834'0,"-1811"0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7T05:47:24.719"/>
    </inkml:context>
    <inkml:brush xml:id="br0">
      <inkml:brushProperty name="width" value="0.3" units="cm"/>
      <inkml:brushProperty name="height" value="0.6" units="cm"/>
      <inkml:brushProperty name="color" value="#66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0,'1834'0,"-1811"0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7T05:47:38.101"/>
    </inkml:context>
    <inkml:brush xml:id="br0">
      <inkml:brushProperty name="width" value="0.3" units="cm"/>
      <inkml:brushProperty name="height" value="0.6" units="cm"/>
      <inkml:brushProperty name="color" value="#FFC0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0,'1834'0,"-1811"0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7T05:47:45.706"/>
    </inkml:context>
    <inkml:brush xml:id="br0">
      <inkml:brushProperty name="width" value="0.3" units="cm"/>
      <inkml:brushProperty name="height" value="0.6" units="cm"/>
      <inkml:brushProperty name="color" value="#96DCF8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0,'1834'0,"-1811"0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7T05:47:56.545"/>
    </inkml:context>
    <inkml:brush xml:id="br0">
      <inkml:brushProperty name="width" value="0.3" units="cm"/>
      <inkml:brushProperty name="height" value="0.6" units="cm"/>
      <inkml:brushProperty name="color" value="#FF7C8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0,'2079'0,"-2053"0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7T05:55:00.343"/>
    </inkml:context>
    <inkml:brush xml:id="br0">
      <inkml:brushProperty name="width" value="0.3" units="cm"/>
      <inkml:brushProperty name="height" value="0.6" units="cm"/>
      <inkml:brushProperty name="color" value="#E59EDD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0,'3085'0,"-3047"0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7T06:05:42.335"/>
    </inkml:context>
    <inkml:brush xml:id="br0">
      <inkml:brushProperty name="width" value="0.3" units="cm"/>
      <inkml:brushProperty name="height" value="0.6" units="cm"/>
      <inkml:brushProperty name="color" value="#96DCF8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0,'2343'0,"-2313"0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7T06:05:52.625"/>
    </inkml:context>
    <inkml:brush xml:id="br0">
      <inkml:brushProperty name="width" value="0.3" units="cm"/>
      <inkml:brushProperty name="height" value="0.6" units="cm"/>
      <inkml:brushProperty name="color" value="#F6C6AD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0,'1504'0,"-1485"0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7T06:06:07.213"/>
    </inkml:context>
    <inkml:brush xml:id="br0">
      <inkml:brushProperty name="width" value="0.3" units="cm"/>
      <inkml:brushProperty name="height" value="0.6" units="cm"/>
      <inkml:brushProperty name="color" value="#FF7C8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0,'1765'0,"-1743"0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7T06:06:26.794"/>
    </inkml:context>
    <inkml:brush xml:id="br0">
      <inkml:brushProperty name="width" value="0.3" units="cm"/>
      <inkml:brushProperty name="height" value="0.6" units="cm"/>
      <inkml:brushProperty name="color" value="#B4E5A2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0,'1412'0,"-1394"0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7T06:06:34.351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0,'1834'0,"-1811"0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7T06:34:36.084"/>
    </inkml:context>
    <inkml:brush xml:id="br0">
      <inkml:brushProperty name="width" value="0.3" units="cm"/>
      <inkml:brushProperty name="height" value="0.6" units="cm"/>
      <inkml:brushProperty name="color" value="#92D05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0,'2315'0,"-2286"0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7T06:34:53.666"/>
    </inkml:context>
    <inkml:brush xml:id="br0">
      <inkml:brushProperty name="width" value="0.3" units="cm"/>
      <inkml:brushProperty name="height" value="0.6" units="cm"/>
      <inkml:brushProperty name="color" value="#E59EDD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0,'1804'0,"-1782"0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7T06:35:45.535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0,'2046'0,"-2020"0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7T06:35:54.895"/>
    </inkml:context>
    <inkml:brush xml:id="br0">
      <inkml:brushProperty name="width" value="0.3" units="cm"/>
      <inkml:brushProperty name="height" value="0.6" units="cm"/>
      <inkml:brushProperty name="color" value="#FFC0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0,'2046'0,"-2020"0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7T06:36:17.385"/>
    </inkml:context>
    <inkml:brush xml:id="br0">
      <inkml:brushProperty name="width" value="0.3" units="cm"/>
      <inkml:brushProperty name="height" value="0.6" units="cm"/>
      <inkml:brushProperty name="color" value="#00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0,'3595'0,"-3549"0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7T06:49:34.271"/>
    </inkml:context>
    <inkml:brush xml:id="br0">
      <inkml:brushProperty name="width" value="0.3" units="cm"/>
      <inkml:brushProperty name="height" value="0.6" units="cm"/>
      <inkml:brushProperty name="color" value="#66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0,'5015'0,"-4951"0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7T06:49:56.136"/>
    </inkml:context>
    <inkml:brush xml:id="br0">
      <inkml:brushProperty name="width" value="0.3" units="cm"/>
      <inkml:brushProperty name="height" value="0.6" units="cm"/>
      <inkml:brushProperty name="color" value="#61CBF4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0,'771'0,"-761"0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7T07:33:16.294"/>
    </inkml:context>
    <inkml:brush xml:id="br0">
      <inkml:brushProperty name="width" value="0.3" units="cm"/>
      <inkml:brushProperty name="height" value="0.6" units="cm"/>
      <inkml:brushProperty name="color" value="#96DCF8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0,'1073'0,"-1060"0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7T07:33:31.840"/>
    </inkml:context>
    <inkml:brush xml:id="br0">
      <inkml:brushProperty name="width" value="0.3" units="cm"/>
      <inkml:brushProperty name="height" value="0.6" units="cm"/>
      <inkml:brushProperty name="color" value="#F6C6AD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0,'3475'0,"-3431"0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7T07:34:01.286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0,'2394'0,"-2364"0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7T07:38:54"/>
    </inkml:context>
    <inkml:brush xml:id="br0">
      <inkml:brushProperty name="width" value="0.3" units="cm"/>
      <inkml:brushProperty name="height" value="0.6" units="cm"/>
      <inkml:brushProperty name="color" value="#FF7C8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0,'3157'0,"-3118"0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7T07:55:49.572"/>
    </inkml:context>
    <inkml:brush xml:id="br0">
      <inkml:brushProperty name="width" value="0.3" units="cm"/>
      <inkml:brushProperty name="height" value="0.6" units="cm"/>
      <inkml:brushProperty name="color" value="#92D05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0,'4711'0,"-4652"0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7T08:14:17.668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0,'1597'0,"-1577"0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7T08:14:27.154"/>
    </inkml:context>
    <inkml:brush xml:id="br0">
      <inkml:brushProperty name="width" value="0.3" units="cm"/>
      <inkml:brushProperty name="height" value="0.6" units="cm"/>
      <inkml:brushProperty name="color" value="#96DCF8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0,'2296'0,"-2268"0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7T08:14:39.089"/>
    </inkml:context>
    <inkml:brush xml:id="br0">
      <inkml:brushProperty name="width" value="0.3" units="cm"/>
      <inkml:brushProperty name="height" value="0.6" units="cm"/>
      <inkml:brushProperty name="color" value="#F6C6AD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0,'1845'0,"-1822"0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7T08:15:44.246"/>
    </inkml:context>
    <inkml:brush xml:id="br0">
      <inkml:brushProperty name="width" value="0.3" units="cm"/>
      <inkml:brushProperty name="height" value="0.6" units="cm"/>
      <inkml:brushProperty name="color" value="#FF7C8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0,'1788'0,"-1766"0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7T08:33:44.930"/>
    </inkml:context>
    <inkml:brush xml:id="br0">
      <inkml:brushProperty name="width" value="0.3" units="cm"/>
      <inkml:brushProperty name="height" value="0.6" units="cm"/>
      <inkml:brushProperty name="color" value="#66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0,'1764'0,"-1742"0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7T08:34:09.751"/>
    </inkml:context>
    <inkml:brush xml:id="br0">
      <inkml:brushProperty name="width" value="0.3" units="cm"/>
      <inkml:brushProperty name="height" value="0.6" units="cm"/>
      <inkml:brushProperty name="color" value="#00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0,'2521'0,"-2489"0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7T08:34:29.067"/>
    </inkml:context>
    <inkml:brush xml:id="br0">
      <inkml:brushProperty name="width" value="0.3" units="cm"/>
      <inkml:brushProperty name="height" value="0.6" units="cm"/>
      <inkml:brushProperty name="color" value="#61CBF4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0,'1990'0,"-1965"0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7T08:34:41.803"/>
    </inkml:context>
    <inkml:brush xml:id="br0">
      <inkml:brushProperty name="width" value="0.3" units="cm"/>
      <inkml:brushProperty name="height" value="0.6" units="cm"/>
      <inkml:brushProperty name="color" value="#92D05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0,'1990'0,"-1965"0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7T08:35:21.182"/>
    </inkml:context>
    <inkml:brush xml:id="br0">
      <inkml:brushProperty name="width" value="0.3" units="cm"/>
      <inkml:brushProperty name="height" value="0.6" units="cm"/>
      <inkml:brushProperty name="color" value="#FF7C8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0,'2167'0,"-2140"0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9885F1-140C-428E-8F8C-D8E5655F461A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B52FC0-73A9-4A7D-B6C6-96DB0C5304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4203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B52FC0-73A9-4A7D-B6C6-96DB0C53045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0891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507E4-FA48-95BF-EAB6-1BC525D96A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6A9677-7970-68F8-F1BA-433D2C6912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BC3937-4DEC-B55D-46E1-B5E537844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F3222-DA61-4DFC-B05C-EBCBD90CC9D5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7C575B-8DCB-E6C2-7BD2-2613B1381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1CC9B-EB54-4307-3513-0AF37CED1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0F6C1-6FBB-4FCE-9E95-515F9150C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172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E493E-2E6D-07DB-5B7E-72E4F0AE0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B12C50-4CB3-CD93-7C91-8A1D7A9BD4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86DA0-E2B0-18D0-2B60-380611B9E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F3222-DA61-4DFC-B05C-EBCBD90CC9D5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46503A-B84C-CB5C-AB50-A45DAD74F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A2DB85-8245-45D5-B47D-A36F182C9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0F6C1-6FBB-4FCE-9E95-515F9150C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7097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1604E-7BB2-A217-32CC-79BF17DF7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B26249-0AC5-B2D8-D430-7D342E50C0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254BA9-B254-A5E6-4863-237BCA97D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F3222-DA61-4DFC-B05C-EBCBD90CC9D5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F96830-B026-5429-B617-5C78FB9AD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C401C2-FF4B-6C72-CAC2-46458DE65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0F6C1-6FBB-4FCE-9E95-515F9150C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3289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62316-130B-1350-3AF9-76369E506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10878E-12A8-1256-EE69-38CA82017B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22BF03-3658-E9A1-1915-82C83C7A8E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C7CAC5-11BC-9359-73CE-2E3E0BF4B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F3222-DA61-4DFC-B05C-EBCBD90CC9D5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6DBD4D-79CA-BB30-4BB1-F325F4301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C89302-5AD7-10BE-FF10-30BB6A4CA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0F6C1-6FBB-4FCE-9E95-515F9150C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362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0CC6B-F2F2-1485-F75A-1CAE7D4E4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C42E3A-C15C-8C14-97F4-4DAB05D16C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A98E47-E326-EB8C-660D-C230C4CB36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036068-CAD7-6B1B-627D-E31FDCB90F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64674B-DCB5-4906-8F1E-027F7BE97E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BC95B4-0BED-77FD-B0F3-3072B4EA0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F3222-DA61-4DFC-B05C-EBCBD90CC9D5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322E51-BF9F-155F-74E3-8BBADD70A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B42A4C-5841-505F-E549-63C5B0CB3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0F6C1-6FBB-4FCE-9E95-515F9150C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065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18D00-DF8F-D393-EB79-43A106EB3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3B58EB-DA08-F895-8A85-8A6893CF4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F3222-DA61-4DFC-B05C-EBCBD90CC9D5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156D9E-074D-9622-9FE8-B9E4D0DC0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726A31-8579-BB42-905F-257398B03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0F6C1-6FBB-4FCE-9E95-515F9150C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5640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9C1D2E-801A-0057-786C-C8125BB28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F3222-DA61-4DFC-B05C-EBCBD90CC9D5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66ED58-3D00-62D9-F087-666318FB7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CE3888-2671-AD17-C3E0-79171F667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0F6C1-6FBB-4FCE-9E95-515F9150C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1713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05778-025A-FDD1-469B-7C4191EBE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D1A6D8-5678-B5B1-B12B-4811015D7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6D0BAD-E055-7D5C-3FC8-7BAE936224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183F5C-8BC6-8439-EAE3-505E3D049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F3222-DA61-4DFC-B05C-EBCBD90CC9D5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B8A9DD-EB70-5B08-4837-FDB6B3AAA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CC7821-0EA3-2302-B943-C85A398A9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0F6C1-6FBB-4FCE-9E95-515F9150C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341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1346A-2362-AC25-023B-848A11E6C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89E2FD-1CF0-45B0-68DF-A22703CBA8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84C167-BDCF-D771-A2A6-DF68EF3999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AD44EA-0080-EE65-3EE7-E5A0AC672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F3222-DA61-4DFC-B05C-EBCBD90CC9D5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3309DD-C342-2A5A-4A8B-F9A86C1F0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68B1E9-F1A1-94C4-9187-4D20543C6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0F6C1-6FBB-4FCE-9E95-515F9150C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649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E825C-1C35-D8F0-DB9E-5F571A12D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EF84B0-E049-6F30-FD41-C474DB231E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42CC6B-6C68-2B78-95D5-D54060FC7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F3222-DA61-4DFC-B05C-EBCBD90CC9D5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27F0FB-5394-74DE-E09D-46E25A3DB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4D1BF3-4313-5C0E-3D2C-FBCBC6728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0F6C1-6FBB-4FCE-9E95-515F9150C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2005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E00B7F-DCF6-8BF0-F4C1-DE58493ED3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CFF4F9-08DE-20BC-5402-BA66E6AD69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A6EDD8-2E31-22B9-234E-41C24552A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F3222-DA61-4DFC-B05C-EBCBD90CC9D5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9A8111-3ADC-8680-F38B-5B23EA2B5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52BF93-D06A-E5AE-6170-AD58724D8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0F6C1-6FBB-4FCE-9E95-515F9150C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9634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92516A-87AB-1860-3AB0-6281F1176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706B54-BACB-E2A6-C413-235912B8F0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F0C9BD-6EA0-42C9-7236-BF59AEF37A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EF3222-DA61-4DFC-B05C-EBCBD90CC9D5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CED95E-30A3-EDC7-22A9-9A38AE5F08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8CBFF2-5369-3AE2-3779-E2AA65B426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F0F6C1-6FBB-4FCE-9E95-515F9150C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975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8" Type="http://schemas.openxmlformats.org/officeDocument/2006/relationships/image" Target="../media/image9.png"/><Relationship Id="rId26" Type="http://schemas.openxmlformats.org/officeDocument/2006/relationships/image" Target="../media/image17.png"/><Relationship Id="rId3" Type="http://schemas.openxmlformats.org/officeDocument/2006/relationships/customXml" Target="../ink/ink1.xml"/><Relationship Id="rId21" Type="http://schemas.openxmlformats.org/officeDocument/2006/relationships/image" Target="../media/image12.png"/><Relationship Id="rId7" Type="http://schemas.openxmlformats.org/officeDocument/2006/relationships/customXml" Target="../ink/ink3.xml"/><Relationship Id="rId12" Type="http://schemas.openxmlformats.org/officeDocument/2006/relationships/image" Target="../media/image7.png"/><Relationship Id="rId17" Type="http://schemas.openxmlformats.org/officeDocument/2006/relationships/image" Target="../media/image68.png"/><Relationship Id="rId25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8.png"/><Relationship Id="rId20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6.png"/><Relationship Id="rId24" Type="http://schemas.openxmlformats.org/officeDocument/2006/relationships/image" Target="../media/image15.png"/><Relationship Id="rId5" Type="http://schemas.openxmlformats.org/officeDocument/2006/relationships/customXml" Target="../ink/ink2.xml"/><Relationship Id="rId15" Type="http://schemas.openxmlformats.org/officeDocument/2006/relationships/image" Target="../media/image66.png"/><Relationship Id="rId23" Type="http://schemas.openxmlformats.org/officeDocument/2006/relationships/image" Target="../media/image14.png"/><Relationship Id="rId10" Type="http://schemas.openxmlformats.org/officeDocument/2006/relationships/image" Target="../media/image5.png"/><Relationship Id="rId19" Type="http://schemas.openxmlformats.org/officeDocument/2006/relationships/image" Target="../media/image10.png"/><Relationship Id="rId4" Type="http://schemas.openxmlformats.org/officeDocument/2006/relationships/image" Target="../media/image2.png"/><Relationship Id="rId9" Type="http://schemas.openxmlformats.org/officeDocument/2006/relationships/customXml" Target="../ink/ink4.xml"/><Relationship Id="rId22" Type="http://schemas.openxmlformats.org/officeDocument/2006/relationships/image" Target="../media/image13.png"/><Relationship Id="rId27" Type="http://schemas.openxmlformats.org/officeDocument/2006/relationships/image" Target="../media/image18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5.png"/><Relationship Id="rId18" Type="http://schemas.openxmlformats.org/officeDocument/2006/relationships/image" Target="../media/image29.png"/><Relationship Id="rId26" Type="http://schemas.openxmlformats.org/officeDocument/2006/relationships/image" Target="../media/image36.png"/><Relationship Id="rId3" Type="http://schemas.openxmlformats.org/officeDocument/2006/relationships/image" Target="../media/image19.png"/><Relationship Id="rId21" Type="http://schemas.openxmlformats.org/officeDocument/2006/relationships/image" Target="../media/image31.png"/><Relationship Id="rId34" Type="http://schemas.openxmlformats.org/officeDocument/2006/relationships/image" Target="../media/image44.png"/><Relationship Id="rId7" Type="http://schemas.openxmlformats.org/officeDocument/2006/relationships/image" Target="../media/image21.png"/><Relationship Id="rId12" Type="http://schemas.openxmlformats.org/officeDocument/2006/relationships/image" Target="../media/image24.png"/><Relationship Id="rId17" Type="http://schemas.openxmlformats.org/officeDocument/2006/relationships/image" Target="../media/image28.png"/><Relationship Id="rId25" Type="http://schemas.openxmlformats.org/officeDocument/2006/relationships/image" Target="../media/image35.png"/><Relationship Id="rId33" Type="http://schemas.openxmlformats.org/officeDocument/2006/relationships/image" Target="../media/image43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27.png"/><Relationship Id="rId20" Type="http://schemas.openxmlformats.org/officeDocument/2006/relationships/image" Target="../media/image30.png"/><Relationship Id="rId29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6.xml"/><Relationship Id="rId11" Type="http://schemas.openxmlformats.org/officeDocument/2006/relationships/image" Target="../media/image23.png"/><Relationship Id="rId24" Type="http://schemas.openxmlformats.org/officeDocument/2006/relationships/image" Target="../media/image34.png"/><Relationship Id="rId32" Type="http://schemas.openxmlformats.org/officeDocument/2006/relationships/image" Target="../media/image42.png"/><Relationship Id="rId5" Type="http://schemas.openxmlformats.org/officeDocument/2006/relationships/image" Target="../media/image20.png"/><Relationship Id="rId15" Type="http://schemas.openxmlformats.org/officeDocument/2006/relationships/customXml" Target="../ink/ink9.xml"/><Relationship Id="rId23" Type="http://schemas.openxmlformats.org/officeDocument/2006/relationships/image" Target="../media/image33.png"/><Relationship Id="rId28" Type="http://schemas.openxmlformats.org/officeDocument/2006/relationships/image" Target="../media/image38.png"/><Relationship Id="rId10" Type="http://schemas.openxmlformats.org/officeDocument/2006/relationships/customXml" Target="../ink/ink8.xml"/><Relationship Id="rId19" Type="http://schemas.openxmlformats.org/officeDocument/2006/relationships/image" Target="../media/image68.png"/><Relationship Id="rId31" Type="http://schemas.openxmlformats.org/officeDocument/2006/relationships/image" Target="../media/image41.png"/><Relationship Id="rId4" Type="http://schemas.openxmlformats.org/officeDocument/2006/relationships/customXml" Target="../ink/ink5.xml"/><Relationship Id="rId9" Type="http://schemas.openxmlformats.org/officeDocument/2006/relationships/image" Target="../media/image22.png"/><Relationship Id="rId14" Type="http://schemas.openxmlformats.org/officeDocument/2006/relationships/image" Target="../media/image26.png"/><Relationship Id="rId22" Type="http://schemas.openxmlformats.org/officeDocument/2006/relationships/image" Target="../media/image32.png"/><Relationship Id="rId27" Type="http://schemas.openxmlformats.org/officeDocument/2006/relationships/image" Target="../media/image37.png"/><Relationship Id="rId30" Type="http://schemas.openxmlformats.org/officeDocument/2006/relationships/image" Target="../media/image40.png"/><Relationship Id="rId35" Type="http://schemas.openxmlformats.org/officeDocument/2006/relationships/image" Target="../media/image45.png"/><Relationship Id="rId8" Type="http://schemas.openxmlformats.org/officeDocument/2006/relationships/customXml" Target="../ink/ink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image" Target="../media/image52.png"/><Relationship Id="rId18" Type="http://schemas.openxmlformats.org/officeDocument/2006/relationships/image" Target="../media/image57.png"/><Relationship Id="rId3" Type="http://schemas.openxmlformats.org/officeDocument/2006/relationships/customXml" Target="../ink/ink10.xml"/><Relationship Id="rId21" Type="http://schemas.openxmlformats.org/officeDocument/2006/relationships/image" Target="../media/image60.png"/><Relationship Id="rId7" Type="http://schemas.openxmlformats.org/officeDocument/2006/relationships/customXml" Target="../ink/ink12.xml"/><Relationship Id="rId12" Type="http://schemas.openxmlformats.org/officeDocument/2006/relationships/image" Target="../media/image51.png"/><Relationship Id="rId17" Type="http://schemas.openxmlformats.org/officeDocument/2006/relationships/image" Target="../media/image56.png"/><Relationship Id="rId25" Type="http://schemas.openxmlformats.org/officeDocument/2006/relationships/image" Target="../media/image63.png"/><Relationship Id="rId2" Type="http://schemas.openxmlformats.org/officeDocument/2006/relationships/image" Target="../media/image46.png"/><Relationship Id="rId16" Type="http://schemas.openxmlformats.org/officeDocument/2006/relationships/image" Target="../media/image55.png"/><Relationship Id="rId20" Type="http://schemas.openxmlformats.org/officeDocument/2006/relationships/image" Target="../media/image5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png"/><Relationship Id="rId11" Type="http://schemas.openxmlformats.org/officeDocument/2006/relationships/customXml" Target="../ink/ink14.xml"/><Relationship Id="rId24" Type="http://schemas.openxmlformats.org/officeDocument/2006/relationships/customXml" Target="../ink/ink15.xml"/><Relationship Id="rId5" Type="http://schemas.openxmlformats.org/officeDocument/2006/relationships/customXml" Target="../ink/ink11.xml"/><Relationship Id="rId15" Type="http://schemas.openxmlformats.org/officeDocument/2006/relationships/image" Target="../media/image54.png"/><Relationship Id="rId23" Type="http://schemas.openxmlformats.org/officeDocument/2006/relationships/image" Target="../media/image62.png"/><Relationship Id="rId10" Type="http://schemas.openxmlformats.org/officeDocument/2006/relationships/image" Target="../media/image50.png"/><Relationship Id="rId19" Type="http://schemas.openxmlformats.org/officeDocument/2006/relationships/image" Target="../media/image58.png"/><Relationship Id="rId4" Type="http://schemas.openxmlformats.org/officeDocument/2006/relationships/image" Target="../media/image47.png"/><Relationship Id="rId9" Type="http://schemas.openxmlformats.org/officeDocument/2006/relationships/customXml" Target="../ink/ink13.xml"/><Relationship Id="rId14" Type="http://schemas.openxmlformats.org/officeDocument/2006/relationships/image" Target="../media/image53.png"/><Relationship Id="rId22" Type="http://schemas.openxmlformats.org/officeDocument/2006/relationships/image" Target="../media/image6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26" Type="http://schemas.openxmlformats.org/officeDocument/2006/relationships/image" Target="../media/image75.png"/><Relationship Id="rId3" Type="http://schemas.openxmlformats.org/officeDocument/2006/relationships/customXml" Target="../ink/ink16.xml"/><Relationship Id="rId21" Type="http://schemas.openxmlformats.org/officeDocument/2006/relationships/image" Target="../media/image5400.png"/><Relationship Id="rId7" Type="http://schemas.openxmlformats.org/officeDocument/2006/relationships/customXml" Target="../ink/ink18.xml"/><Relationship Id="rId12" Type="http://schemas.openxmlformats.org/officeDocument/2006/relationships/image" Target="../media/image47.png"/><Relationship Id="rId25" Type="http://schemas.openxmlformats.org/officeDocument/2006/relationships/image" Target="../media/image74.png"/><Relationship Id="rId2" Type="http://schemas.openxmlformats.org/officeDocument/2006/relationships/image" Target="../media/image64.png"/><Relationship Id="rId29" Type="http://schemas.openxmlformats.org/officeDocument/2006/relationships/image" Target="../media/image7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7.png"/><Relationship Id="rId11" Type="http://schemas.openxmlformats.org/officeDocument/2006/relationships/customXml" Target="../ink/ink20.xml"/><Relationship Id="rId24" Type="http://schemas.openxmlformats.org/officeDocument/2006/relationships/image" Target="../media/image73.png"/><Relationship Id="rId5" Type="http://schemas.openxmlformats.org/officeDocument/2006/relationships/customXml" Target="../ink/ink17.xml"/><Relationship Id="rId23" Type="http://schemas.openxmlformats.org/officeDocument/2006/relationships/image" Target="../media/image72.png"/><Relationship Id="rId28" Type="http://schemas.openxmlformats.org/officeDocument/2006/relationships/image" Target="../media/image77.png"/><Relationship Id="rId10" Type="http://schemas.openxmlformats.org/officeDocument/2006/relationships/image" Target="../media/image70.png"/><Relationship Id="rId31" Type="http://schemas.openxmlformats.org/officeDocument/2006/relationships/image" Target="../media/image80.png"/><Relationship Id="rId4" Type="http://schemas.openxmlformats.org/officeDocument/2006/relationships/image" Target="../media/image65.png"/><Relationship Id="rId9" Type="http://schemas.openxmlformats.org/officeDocument/2006/relationships/customXml" Target="../ink/ink19.xml"/><Relationship Id="rId22" Type="http://schemas.openxmlformats.org/officeDocument/2006/relationships/image" Target="../media/image71.png"/><Relationship Id="rId27" Type="http://schemas.openxmlformats.org/officeDocument/2006/relationships/image" Target="../media/image76.png"/><Relationship Id="rId30" Type="http://schemas.openxmlformats.org/officeDocument/2006/relationships/image" Target="../media/image79.pn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7.png"/><Relationship Id="rId18" Type="http://schemas.openxmlformats.org/officeDocument/2006/relationships/image" Target="../media/image91.png"/><Relationship Id="rId26" Type="http://schemas.openxmlformats.org/officeDocument/2006/relationships/image" Target="../media/image98.png"/><Relationship Id="rId21" Type="http://schemas.openxmlformats.org/officeDocument/2006/relationships/image" Target="../media/image93.png"/><Relationship Id="rId34" Type="http://schemas.openxmlformats.org/officeDocument/2006/relationships/image" Target="../media/image106.png"/><Relationship Id="rId7" Type="http://schemas.openxmlformats.org/officeDocument/2006/relationships/customXml" Target="../ink/ink23.xml"/><Relationship Id="rId12" Type="http://schemas.openxmlformats.org/officeDocument/2006/relationships/image" Target="../media/image86.png"/><Relationship Id="rId17" Type="http://schemas.openxmlformats.org/officeDocument/2006/relationships/customXml" Target="../ink/ink26.xml"/><Relationship Id="rId25" Type="http://schemas.openxmlformats.org/officeDocument/2006/relationships/image" Target="../media/image97.png"/><Relationship Id="rId33" Type="http://schemas.openxmlformats.org/officeDocument/2006/relationships/image" Target="../media/image105.png"/><Relationship Id="rId2" Type="http://schemas.openxmlformats.org/officeDocument/2006/relationships/image" Target="../media/image81.png"/><Relationship Id="rId16" Type="http://schemas.openxmlformats.org/officeDocument/2006/relationships/image" Target="../media/image90.png"/><Relationship Id="rId20" Type="http://schemas.openxmlformats.org/officeDocument/2006/relationships/image" Target="../media/image92.png"/><Relationship Id="rId29" Type="http://schemas.openxmlformats.org/officeDocument/2006/relationships/image" Target="../media/image10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3.png"/><Relationship Id="rId11" Type="http://schemas.openxmlformats.org/officeDocument/2006/relationships/customXml" Target="../ink/ink25.xml"/><Relationship Id="rId24" Type="http://schemas.openxmlformats.org/officeDocument/2006/relationships/image" Target="../media/image96.png"/><Relationship Id="rId32" Type="http://schemas.openxmlformats.org/officeDocument/2006/relationships/image" Target="../media/image104.png"/><Relationship Id="rId37" Type="http://schemas.openxmlformats.org/officeDocument/2006/relationships/image" Target="../media/image109.png"/><Relationship Id="rId5" Type="http://schemas.openxmlformats.org/officeDocument/2006/relationships/customXml" Target="../ink/ink22.xml"/><Relationship Id="rId15" Type="http://schemas.openxmlformats.org/officeDocument/2006/relationships/image" Target="../media/image89.png"/><Relationship Id="rId23" Type="http://schemas.openxmlformats.org/officeDocument/2006/relationships/image" Target="../media/image95.png"/><Relationship Id="rId28" Type="http://schemas.openxmlformats.org/officeDocument/2006/relationships/image" Target="../media/image100.png"/><Relationship Id="rId36" Type="http://schemas.openxmlformats.org/officeDocument/2006/relationships/image" Target="../media/image108.png"/><Relationship Id="rId10" Type="http://schemas.openxmlformats.org/officeDocument/2006/relationships/image" Target="../media/image85.png"/><Relationship Id="rId19" Type="http://schemas.openxmlformats.org/officeDocument/2006/relationships/customXml" Target="../ink/ink27.xml"/><Relationship Id="rId31" Type="http://schemas.openxmlformats.org/officeDocument/2006/relationships/image" Target="../media/image103.png"/><Relationship Id="rId4" Type="http://schemas.openxmlformats.org/officeDocument/2006/relationships/image" Target="../media/image82.png"/><Relationship Id="rId9" Type="http://schemas.openxmlformats.org/officeDocument/2006/relationships/customXml" Target="../ink/ink24.xml"/><Relationship Id="rId14" Type="http://schemas.openxmlformats.org/officeDocument/2006/relationships/image" Target="../media/image88.png"/><Relationship Id="rId22" Type="http://schemas.openxmlformats.org/officeDocument/2006/relationships/image" Target="../media/image94.png"/><Relationship Id="rId27" Type="http://schemas.openxmlformats.org/officeDocument/2006/relationships/image" Target="../media/image99.png"/><Relationship Id="rId30" Type="http://schemas.openxmlformats.org/officeDocument/2006/relationships/image" Target="../media/image102.png"/><Relationship Id="rId35" Type="http://schemas.openxmlformats.org/officeDocument/2006/relationships/image" Target="../media/image107.png"/><Relationship Id="rId8" Type="http://schemas.openxmlformats.org/officeDocument/2006/relationships/image" Target="../media/image84.png"/><Relationship Id="rId3" Type="http://schemas.openxmlformats.org/officeDocument/2006/relationships/customXml" Target="../ink/ink2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png"/><Relationship Id="rId13" Type="http://schemas.openxmlformats.org/officeDocument/2006/relationships/image" Target="../media/image117.png"/><Relationship Id="rId26" Type="http://schemas.openxmlformats.org/officeDocument/2006/relationships/image" Target="../media/image121.png"/><Relationship Id="rId3" Type="http://schemas.openxmlformats.org/officeDocument/2006/relationships/customXml" Target="../ink/ink28.xml"/><Relationship Id="rId21" Type="http://schemas.openxmlformats.org/officeDocument/2006/relationships/image" Target="../media/image5400.png"/><Relationship Id="rId7" Type="http://schemas.openxmlformats.org/officeDocument/2006/relationships/customXml" Target="../ink/ink30.xml"/><Relationship Id="rId12" Type="http://schemas.openxmlformats.org/officeDocument/2006/relationships/image" Target="../media/image116.png"/><Relationship Id="rId25" Type="http://schemas.openxmlformats.org/officeDocument/2006/relationships/customXml" Target="../ink/ink32.xml"/><Relationship Id="rId2" Type="http://schemas.openxmlformats.org/officeDocument/2006/relationships/image" Target="../media/image110.png"/><Relationship Id="rId29" Type="http://schemas.openxmlformats.org/officeDocument/2006/relationships/image" Target="../media/image1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2.png"/><Relationship Id="rId11" Type="http://schemas.openxmlformats.org/officeDocument/2006/relationships/image" Target="../media/image115.png"/><Relationship Id="rId24" Type="http://schemas.openxmlformats.org/officeDocument/2006/relationships/image" Target="../media/image120.png"/><Relationship Id="rId5" Type="http://schemas.openxmlformats.org/officeDocument/2006/relationships/customXml" Target="../ink/ink29.xml"/><Relationship Id="rId23" Type="http://schemas.openxmlformats.org/officeDocument/2006/relationships/image" Target="../media/image119.png"/><Relationship Id="rId28" Type="http://schemas.openxmlformats.org/officeDocument/2006/relationships/image" Target="../media/image123.png"/><Relationship Id="rId10" Type="http://schemas.openxmlformats.org/officeDocument/2006/relationships/image" Target="../media/image114.png"/><Relationship Id="rId4" Type="http://schemas.openxmlformats.org/officeDocument/2006/relationships/image" Target="../media/image111.png"/><Relationship Id="rId9" Type="http://schemas.openxmlformats.org/officeDocument/2006/relationships/customXml" Target="../ink/ink31.xml"/><Relationship Id="rId22" Type="http://schemas.openxmlformats.org/officeDocument/2006/relationships/image" Target="../media/image118.png"/><Relationship Id="rId27" Type="http://schemas.openxmlformats.org/officeDocument/2006/relationships/image" Target="../media/image12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8.png"/><Relationship Id="rId13" Type="http://schemas.openxmlformats.org/officeDocument/2006/relationships/image" Target="../media/image132.png"/><Relationship Id="rId3" Type="http://schemas.openxmlformats.org/officeDocument/2006/relationships/customXml" Target="../ink/ink33.xml"/><Relationship Id="rId21" Type="http://schemas.openxmlformats.org/officeDocument/2006/relationships/image" Target="../media/image587.png"/><Relationship Id="rId7" Type="http://schemas.openxmlformats.org/officeDocument/2006/relationships/customXml" Target="../ink/ink35.xml"/><Relationship Id="rId12" Type="http://schemas.openxmlformats.org/officeDocument/2006/relationships/image" Target="../media/image131.png"/><Relationship Id="rId17" Type="http://schemas.openxmlformats.org/officeDocument/2006/relationships/image" Target="../media/image136.png"/><Relationship Id="rId2" Type="http://schemas.openxmlformats.org/officeDocument/2006/relationships/image" Target="../media/image125.png"/><Relationship Id="rId16" Type="http://schemas.openxmlformats.org/officeDocument/2006/relationships/image" Target="../media/image1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7.png"/><Relationship Id="rId11" Type="http://schemas.openxmlformats.org/officeDocument/2006/relationships/image" Target="../media/image130.png"/><Relationship Id="rId5" Type="http://schemas.openxmlformats.org/officeDocument/2006/relationships/customXml" Target="../ink/ink34.xml"/><Relationship Id="rId15" Type="http://schemas.openxmlformats.org/officeDocument/2006/relationships/image" Target="../media/image134.png"/><Relationship Id="rId10" Type="http://schemas.openxmlformats.org/officeDocument/2006/relationships/image" Target="../media/image129.png"/><Relationship Id="rId4" Type="http://schemas.openxmlformats.org/officeDocument/2006/relationships/image" Target="../media/image126.png"/><Relationship Id="rId9" Type="http://schemas.openxmlformats.org/officeDocument/2006/relationships/customXml" Target="../ink/ink36.xml"/><Relationship Id="rId14" Type="http://schemas.openxmlformats.org/officeDocument/2006/relationships/image" Target="../media/image133.png"/><Relationship Id="rId22" Type="http://schemas.openxmlformats.org/officeDocument/2006/relationships/image" Target="../media/image137.png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4.png"/><Relationship Id="rId18" Type="http://schemas.openxmlformats.org/officeDocument/2006/relationships/image" Target="../media/image149.png"/><Relationship Id="rId26" Type="http://schemas.openxmlformats.org/officeDocument/2006/relationships/image" Target="../media/image157.png"/><Relationship Id="rId3" Type="http://schemas.openxmlformats.org/officeDocument/2006/relationships/customXml" Target="../ink/ink37.xml"/><Relationship Id="rId21" Type="http://schemas.openxmlformats.org/officeDocument/2006/relationships/image" Target="../media/image152.png"/><Relationship Id="rId34" Type="http://schemas.openxmlformats.org/officeDocument/2006/relationships/image" Target="../media/image165.png"/><Relationship Id="rId7" Type="http://schemas.openxmlformats.org/officeDocument/2006/relationships/customXml" Target="../ink/ink39.xml"/><Relationship Id="rId12" Type="http://schemas.openxmlformats.org/officeDocument/2006/relationships/image" Target="../media/image143.png"/><Relationship Id="rId17" Type="http://schemas.openxmlformats.org/officeDocument/2006/relationships/image" Target="../media/image148.png"/><Relationship Id="rId25" Type="http://schemas.openxmlformats.org/officeDocument/2006/relationships/image" Target="../media/image156.png"/><Relationship Id="rId33" Type="http://schemas.openxmlformats.org/officeDocument/2006/relationships/image" Target="../media/image164.png"/><Relationship Id="rId2" Type="http://schemas.openxmlformats.org/officeDocument/2006/relationships/image" Target="../media/image138.png"/><Relationship Id="rId16" Type="http://schemas.openxmlformats.org/officeDocument/2006/relationships/image" Target="../media/image147.png"/><Relationship Id="rId20" Type="http://schemas.openxmlformats.org/officeDocument/2006/relationships/image" Target="../media/image151.png"/><Relationship Id="rId29" Type="http://schemas.openxmlformats.org/officeDocument/2006/relationships/image" Target="../media/image16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0.png"/><Relationship Id="rId11" Type="http://schemas.openxmlformats.org/officeDocument/2006/relationships/customXml" Target="../ink/ink41.xml"/><Relationship Id="rId24" Type="http://schemas.openxmlformats.org/officeDocument/2006/relationships/image" Target="../media/image155.png"/><Relationship Id="rId32" Type="http://schemas.openxmlformats.org/officeDocument/2006/relationships/image" Target="../media/image163.png"/><Relationship Id="rId5" Type="http://schemas.openxmlformats.org/officeDocument/2006/relationships/customXml" Target="../ink/ink38.xml"/><Relationship Id="rId15" Type="http://schemas.openxmlformats.org/officeDocument/2006/relationships/image" Target="../media/image146.png"/><Relationship Id="rId23" Type="http://schemas.openxmlformats.org/officeDocument/2006/relationships/image" Target="../media/image154.png"/><Relationship Id="rId28" Type="http://schemas.openxmlformats.org/officeDocument/2006/relationships/image" Target="../media/image159.png"/><Relationship Id="rId10" Type="http://schemas.openxmlformats.org/officeDocument/2006/relationships/image" Target="../media/image142.png"/><Relationship Id="rId19" Type="http://schemas.openxmlformats.org/officeDocument/2006/relationships/image" Target="../media/image150.png"/><Relationship Id="rId31" Type="http://schemas.openxmlformats.org/officeDocument/2006/relationships/image" Target="../media/image162.png"/><Relationship Id="rId4" Type="http://schemas.openxmlformats.org/officeDocument/2006/relationships/image" Target="../media/image139.png"/><Relationship Id="rId9" Type="http://schemas.openxmlformats.org/officeDocument/2006/relationships/customXml" Target="../ink/ink40.xml"/><Relationship Id="rId14" Type="http://schemas.openxmlformats.org/officeDocument/2006/relationships/image" Target="../media/image145.png"/><Relationship Id="rId22" Type="http://schemas.openxmlformats.org/officeDocument/2006/relationships/image" Target="../media/image153.png"/><Relationship Id="rId27" Type="http://schemas.openxmlformats.org/officeDocument/2006/relationships/image" Target="../media/image158.png"/><Relationship Id="rId30" Type="http://schemas.openxmlformats.org/officeDocument/2006/relationships/image" Target="../media/image161.png"/><Relationship Id="rId8" Type="http://schemas.openxmlformats.org/officeDocument/2006/relationships/image" Target="../media/image1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849436D-3E48-E349-2EBC-394FAE96A9B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b="53812"/>
          <a:stretch>
            <a:fillRect/>
          </a:stretch>
        </p:blipFill>
        <p:spPr>
          <a:xfrm>
            <a:off x="185619" y="189167"/>
            <a:ext cx="10440048" cy="11532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FD16007-6C0C-AC33-8335-A8E29F6442E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t="46707" r="69066"/>
          <a:stretch>
            <a:fillRect/>
          </a:stretch>
        </p:blipFill>
        <p:spPr>
          <a:xfrm>
            <a:off x="185619" y="1342417"/>
            <a:ext cx="3229583" cy="133065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2" name="筆跡 8">
                <a:extLst>
                  <a:ext uri="{FF2B5EF4-FFF2-40B4-BE49-F238E27FC236}">
                    <a16:creationId xmlns:a16="http://schemas.microsoft.com/office/drawing/2014/main" id="{E50FA018-7BCF-9635-113B-1A69127E3B4B}"/>
                  </a:ext>
                </a:extLst>
              </p14:cNvPr>
              <p14:cNvContentPartPr/>
              <p14:nvPr/>
            </p14:nvContentPartPr>
            <p14:xfrm>
              <a:off x="4315839" y="383271"/>
              <a:ext cx="440987" cy="45719"/>
            </p14:xfrm>
          </p:contentPart>
        </mc:Choice>
        <mc:Fallback>
          <p:pic>
            <p:nvPicPr>
              <p:cNvPr id="12" name="筆跡 8">
                <a:extLst>
                  <a:ext uri="{FF2B5EF4-FFF2-40B4-BE49-F238E27FC236}">
                    <a16:creationId xmlns:a16="http://schemas.microsoft.com/office/drawing/2014/main" id="{E50FA018-7BCF-9635-113B-1A69127E3B4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61841" y="-13332429"/>
                <a:ext cx="548624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3" name="筆跡 8">
                <a:extLst>
                  <a:ext uri="{FF2B5EF4-FFF2-40B4-BE49-F238E27FC236}">
                    <a16:creationId xmlns:a16="http://schemas.microsoft.com/office/drawing/2014/main" id="{C63436C2-E7F9-D26F-D445-7CB979FC0258}"/>
                  </a:ext>
                </a:extLst>
              </p14:cNvPr>
              <p14:cNvContentPartPr/>
              <p14:nvPr/>
            </p14:nvContentPartPr>
            <p14:xfrm>
              <a:off x="7837251" y="406130"/>
              <a:ext cx="440987" cy="45719"/>
            </p14:xfrm>
          </p:contentPart>
        </mc:Choice>
        <mc:Fallback>
          <p:pic>
            <p:nvPicPr>
              <p:cNvPr id="13" name="筆跡 8">
                <a:extLst>
                  <a:ext uri="{FF2B5EF4-FFF2-40B4-BE49-F238E27FC236}">
                    <a16:creationId xmlns:a16="http://schemas.microsoft.com/office/drawing/2014/main" id="{C63436C2-E7F9-D26F-D445-7CB979FC025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783253" y="-13309570"/>
                <a:ext cx="548624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4" name="筆跡 8">
                <a:extLst>
                  <a:ext uri="{FF2B5EF4-FFF2-40B4-BE49-F238E27FC236}">
                    <a16:creationId xmlns:a16="http://schemas.microsoft.com/office/drawing/2014/main" id="{EA9A7095-C07C-266E-14C2-17AB3800CFE1}"/>
                  </a:ext>
                </a:extLst>
              </p14:cNvPr>
              <p14:cNvContentPartPr/>
              <p14:nvPr/>
            </p14:nvContentPartPr>
            <p14:xfrm>
              <a:off x="2097741" y="765792"/>
              <a:ext cx="394066" cy="45719"/>
            </p14:xfrm>
          </p:contentPart>
        </mc:Choice>
        <mc:Fallback>
          <p:pic>
            <p:nvPicPr>
              <p:cNvPr id="14" name="筆跡 8">
                <a:extLst>
                  <a:ext uri="{FF2B5EF4-FFF2-40B4-BE49-F238E27FC236}">
                    <a16:creationId xmlns:a16="http://schemas.microsoft.com/office/drawing/2014/main" id="{EA9A7095-C07C-266E-14C2-17AB3800CFE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043759" y="-12949908"/>
                <a:ext cx="501669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5" name="筆跡 8">
                <a:extLst>
                  <a:ext uri="{FF2B5EF4-FFF2-40B4-BE49-F238E27FC236}">
                    <a16:creationId xmlns:a16="http://schemas.microsoft.com/office/drawing/2014/main" id="{634E9327-0A40-3B54-FA8E-91C5868779D7}"/>
                  </a:ext>
                </a:extLst>
              </p14:cNvPr>
              <p14:cNvContentPartPr/>
              <p14:nvPr/>
            </p14:nvContentPartPr>
            <p14:xfrm>
              <a:off x="6863750" y="746077"/>
              <a:ext cx="1825647" cy="45719"/>
            </p14:xfrm>
          </p:contentPart>
        </mc:Choice>
        <mc:Fallback>
          <p:pic>
            <p:nvPicPr>
              <p:cNvPr id="15" name="筆跡 8">
                <a:extLst>
                  <a:ext uri="{FF2B5EF4-FFF2-40B4-BE49-F238E27FC236}">
                    <a16:creationId xmlns:a16="http://schemas.microsoft.com/office/drawing/2014/main" id="{634E9327-0A40-3B54-FA8E-91C5868779D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809705" y="-12969623"/>
                <a:ext cx="1933377" cy="2743140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文字方塊 5">
            <a:extLst>
              <a:ext uri="{FF2B5EF4-FFF2-40B4-BE49-F238E27FC236}">
                <a16:creationId xmlns:a16="http://schemas.microsoft.com/office/drawing/2014/main" id="{A6055432-7359-C04B-7CC4-BCEDD44F8E6E}"/>
              </a:ext>
            </a:extLst>
          </p:cNvPr>
          <p:cNvSpPr txBox="1"/>
          <p:nvPr/>
        </p:nvSpPr>
        <p:spPr>
          <a:xfrm>
            <a:off x="4233946" y="1198965"/>
            <a:ext cx="32295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Calligraphy" panose="03010101010101010101" pitchFamily="66" charset="0"/>
              </a:rPr>
              <a:t>Weight after recovery</a:t>
            </a:r>
            <a:endParaRPr lang="en-HK" sz="2000" b="1" dirty="0">
              <a:ln>
                <a:solidFill>
                  <a:schemeClr val="tx1"/>
                </a:solidFill>
              </a:ln>
              <a:solidFill>
                <a:srgbClr val="FF00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字方塊 55">
                <a:extLst>
                  <a:ext uri="{FF2B5EF4-FFF2-40B4-BE49-F238E27FC236}">
                    <a16:creationId xmlns:a16="http://schemas.microsoft.com/office/drawing/2014/main" id="{CA556FE9-6F0C-F564-C822-73E3B58E2E15}"/>
                  </a:ext>
                </a:extLst>
              </p:cNvPr>
              <p:cNvSpPr txBox="1"/>
              <p:nvPr/>
            </p:nvSpPr>
            <p:spPr>
              <a:xfrm>
                <a:off x="3976660" y="169846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7" name="文字方塊 55">
                <a:extLst>
                  <a:ext uri="{FF2B5EF4-FFF2-40B4-BE49-F238E27FC236}">
                    <a16:creationId xmlns:a16="http://schemas.microsoft.com/office/drawing/2014/main" id="{CA556FE9-6F0C-F564-C822-73E3B58E2E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6660" y="1698466"/>
                <a:ext cx="295688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文字方塊 56">
            <a:extLst>
              <a:ext uri="{FF2B5EF4-FFF2-40B4-BE49-F238E27FC236}">
                <a16:creationId xmlns:a16="http://schemas.microsoft.com/office/drawing/2014/main" id="{AF97FF28-6D49-DE8D-FF5B-95B25AEC792D}"/>
              </a:ext>
            </a:extLst>
          </p:cNvPr>
          <p:cNvSpPr txBox="1"/>
          <p:nvPr/>
        </p:nvSpPr>
        <p:spPr>
          <a:xfrm>
            <a:off x="4282906" y="1712282"/>
            <a:ext cx="5669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80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文字方塊 57">
                <a:extLst>
                  <a:ext uri="{FF2B5EF4-FFF2-40B4-BE49-F238E27FC236}">
                    <a16:creationId xmlns:a16="http://schemas.microsoft.com/office/drawing/2014/main" id="{3D801996-D44F-38B8-F4F1-06B053B7474D}"/>
                  </a:ext>
                </a:extLst>
              </p:cNvPr>
              <p:cNvSpPr txBox="1"/>
              <p:nvPr/>
            </p:nvSpPr>
            <p:spPr>
              <a:xfrm>
                <a:off x="4722709" y="168130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9" name="文字方塊 57">
                <a:extLst>
                  <a:ext uri="{FF2B5EF4-FFF2-40B4-BE49-F238E27FC236}">
                    <a16:creationId xmlns:a16="http://schemas.microsoft.com/office/drawing/2014/main" id="{3D801996-D44F-38B8-F4F1-06B053B747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2709" y="1681302"/>
                <a:ext cx="295688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群組 58">
            <a:extLst>
              <a:ext uri="{FF2B5EF4-FFF2-40B4-BE49-F238E27FC236}">
                <a16:creationId xmlns:a16="http://schemas.microsoft.com/office/drawing/2014/main" id="{A2172BC9-9B5C-B6E3-6638-66914040A07D}"/>
              </a:ext>
            </a:extLst>
          </p:cNvPr>
          <p:cNvGrpSpPr/>
          <p:nvPr/>
        </p:nvGrpSpPr>
        <p:grpSpPr>
          <a:xfrm>
            <a:off x="4962222" y="1694047"/>
            <a:ext cx="1317177" cy="409011"/>
            <a:chOff x="1498603" y="1408278"/>
            <a:chExt cx="1317177" cy="409011"/>
          </a:xfrm>
        </p:grpSpPr>
        <p:sp>
          <p:nvSpPr>
            <p:cNvPr id="21" name="文字方塊 59">
              <a:extLst>
                <a:ext uri="{FF2B5EF4-FFF2-40B4-BE49-F238E27FC236}">
                  <a16:creationId xmlns:a16="http://schemas.microsoft.com/office/drawing/2014/main" id="{7009B16D-BBB8-803F-226A-B0440C77E702}"/>
                </a:ext>
              </a:extLst>
            </p:cNvPr>
            <p:cNvSpPr txBox="1"/>
            <p:nvPr/>
          </p:nvSpPr>
          <p:spPr>
            <a:xfrm>
              <a:off x="1498603" y="1417179"/>
              <a:ext cx="4571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22" name="文字方塊 60">
              <a:extLst>
                <a:ext uri="{FF2B5EF4-FFF2-40B4-BE49-F238E27FC236}">
                  <a16:creationId xmlns:a16="http://schemas.microsoft.com/office/drawing/2014/main" id="{2C816CC3-01CA-B249-6388-BC85F6096827}"/>
                </a:ext>
              </a:extLst>
            </p:cNvPr>
            <p:cNvSpPr txBox="1"/>
            <p:nvPr/>
          </p:nvSpPr>
          <p:spPr>
            <a:xfrm>
              <a:off x="2008474" y="1417179"/>
              <a:ext cx="80730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92D050"/>
                  </a:solidFill>
                  <a:latin typeface="Lucida Handwriting" panose="03010101010101010101" pitchFamily="66" charset="0"/>
                </a:rPr>
                <a:t>10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%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字方塊 61">
                  <a:extLst>
                    <a:ext uri="{FF2B5EF4-FFF2-40B4-BE49-F238E27FC236}">
                      <a16:creationId xmlns:a16="http://schemas.microsoft.com/office/drawing/2014/main" id="{04BBC6A5-8253-6580-0AE2-C66D79A9135F}"/>
                    </a:ext>
                  </a:extLst>
                </p:cNvPr>
                <p:cNvSpPr txBox="1"/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7" name="文字方塊 61">
                  <a:extLst>
                    <a:ext uri="{FF2B5EF4-FFF2-40B4-BE49-F238E27FC236}">
                      <a16:creationId xmlns:a16="http://schemas.microsoft.com/office/drawing/2014/main" id="{72F8EE79-A5BC-73BB-DE0B-A5F3839C0C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文字方塊 64">
                <a:extLst>
                  <a:ext uri="{FF2B5EF4-FFF2-40B4-BE49-F238E27FC236}">
                    <a16:creationId xmlns:a16="http://schemas.microsoft.com/office/drawing/2014/main" id="{1B0C9E57-1A49-37DF-EC31-EF3215D15C43}"/>
                  </a:ext>
                </a:extLst>
              </p:cNvPr>
              <p:cNvSpPr txBox="1"/>
              <p:nvPr/>
            </p:nvSpPr>
            <p:spPr>
              <a:xfrm>
                <a:off x="6187729" y="169404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4" name="文字方塊 64">
                <a:extLst>
                  <a:ext uri="{FF2B5EF4-FFF2-40B4-BE49-F238E27FC236}">
                    <a16:creationId xmlns:a16="http://schemas.microsoft.com/office/drawing/2014/main" id="{1B0C9E57-1A49-37DF-EC31-EF3215D15C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7729" y="1694047"/>
                <a:ext cx="295688" cy="4001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群組 65">
            <a:extLst>
              <a:ext uri="{FF2B5EF4-FFF2-40B4-BE49-F238E27FC236}">
                <a16:creationId xmlns:a16="http://schemas.microsoft.com/office/drawing/2014/main" id="{C29AFF52-F5A5-9438-9A1C-A4B16E14C803}"/>
              </a:ext>
            </a:extLst>
          </p:cNvPr>
          <p:cNvGrpSpPr/>
          <p:nvPr/>
        </p:nvGrpSpPr>
        <p:grpSpPr>
          <a:xfrm>
            <a:off x="6427242" y="1705366"/>
            <a:ext cx="1322745" cy="409011"/>
            <a:chOff x="1498603" y="1408278"/>
            <a:chExt cx="1322745" cy="409011"/>
          </a:xfrm>
        </p:grpSpPr>
        <p:sp>
          <p:nvSpPr>
            <p:cNvPr id="26" name="文字方塊 66">
              <a:extLst>
                <a:ext uri="{FF2B5EF4-FFF2-40B4-BE49-F238E27FC236}">
                  <a16:creationId xmlns:a16="http://schemas.microsoft.com/office/drawing/2014/main" id="{D0478A04-5DAD-9D5D-FA5E-14CA0261E6F6}"/>
                </a:ext>
              </a:extLst>
            </p:cNvPr>
            <p:cNvSpPr txBox="1"/>
            <p:nvPr/>
          </p:nvSpPr>
          <p:spPr>
            <a:xfrm>
              <a:off x="1498603" y="1417179"/>
              <a:ext cx="4571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27" name="文字方塊 67">
              <a:extLst>
                <a:ext uri="{FF2B5EF4-FFF2-40B4-BE49-F238E27FC236}">
                  <a16:creationId xmlns:a16="http://schemas.microsoft.com/office/drawing/2014/main" id="{D8E93D41-8078-FF34-10FD-D07D45DA03D4}"/>
                </a:ext>
              </a:extLst>
            </p:cNvPr>
            <p:cNvSpPr txBox="1"/>
            <p:nvPr/>
          </p:nvSpPr>
          <p:spPr>
            <a:xfrm>
              <a:off x="2008473" y="1417179"/>
              <a:ext cx="81287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Handwriting" panose="03010101010101010101" pitchFamily="66" charset="0"/>
                </a:rPr>
                <a:t>10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%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文字方塊 68">
                  <a:extLst>
                    <a:ext uri="{FF2B5EF4-FFF2-40B4-BE49-F238E27FC236}">
                      <a16:creationId xmlns:a16="http://schemas.microsoft.com/office/drawing/2014/main" id="{B0DC2533-DC3B-6EDA-827E-8ED949FBE42A}"/>
                    </a:ext>
                  </a:extLst>
                </p:cNvPr>
                <p:cNvSpPr txBox="1"/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24" name="文字方塊 68">
                  <a:extLst>
                    <a:ext uri="{FF2B5EF4-FFF2-40B4-BE49-F238E27FC236}">
                      <a16:creationId xmlns:a16="http://schemas.microsoft.com/office/drawing/2014/main" id="{FE730AEC-8293-5417-BC3C-167F05C102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C501E5B8-48E5-D494-8699-2C685E85332E}"/>
              </a:ext>
            </a:extLst>
          </p:cNvPr>
          <p:cNvSpPr txBox="1"/>
          <p:nvPr/>
        </p:nvSpPr>
        <p:spPr>
          <a:xfrm>
            <a:off x="7649048" y="1743060"/>
            <a:ext cx="7627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18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kg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文字方塊 55">
                <a:extLst>
                  <a:ext uri="{FF2B5EF4-FFF2-40B4-BE49-F238E27FC236}">
                    <a16:creationId xmlns:a16="http://schemas.microsoft.com/office/drawing/2014/main" id="{153D14D2-382F-1213-87E4-10DE9B75A98E}"/>
                  </a:ext>
                </a:extLst>
              </p:cNvPr>
              <p:cNvSpPr txBox="1"/>
              <p:nvPr/>
            </p:nvSpPr>
            <p:spPr>
              <a:xfrm>
                <a:off x="3970819" y="237273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0" name="文字方塊 55">
                <a:extLst>
                  <a:ext uri="{FF2B5EF4-FFF2-40B4-BE49-F238E27FC236}">
                    <a16:creationId xmlns:a16="http://schemas.microsoft.com/office/drawing/2014/main" id="{153D14D2-382F-1213-87E4-10DE9B75A9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0819" y="2372737"/>
                <a:ext cx="295688" cy="4001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文字方塊 56">
            <a:extLst>
              <a:ext uri="{FF2B5EF4-FFF2-40B4-BE49-F238E27FC236}">
                <a16:creationId xmlns:a16="http://schemas.microsoft.com/office/drawing/2014/main" id="{7884569C-7020-2EC5-5F5E-D6FE40BBA437}"/>
              </a:ext>
            </a:extLst>
          </p:cNvPr>
          <p:cNvSpPr txBox="1"/>
          <p:nvPr/>
        </p:nvSpPr>
        <p:spPr>
          <a:xfrm>
            <a:off x="4274865" y="2391917"/>
            <a:ext cx="5669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80</a:t>
            </a:r>
            <a:endParaRPr lang="en-HK" altLang="zh-HK" sz="2000" b="1" dirty="0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文字方塊 57">
                <a:extLst>
                  <a:ext uri="{FF2B5EF4-FFF2-40B4-BE49-F238E27FC236}">
                    <a16:creationId xmlns:a16="http://schemas.microsoft.com/office/drawing/2014/main" id="{09EBAEEE-7094-D59F-342B-0FBBAF648501}"/>
                  </a:ext>
                </a:extLst>
              </p:cNvPr>
              <p:cNvSpPr txBox="1"/>
              <p:nvPr/>
            </p:nvSpPr>
            <p:spPr>
              <a:xfrm>
                <a:off x="4714668" y="236093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2" name="文字方塊 57">
                <a:extLst>
                  <a:ext uri="{FF2B5EF4-FFF2-40B4-BE49-F238E27FC236}">
                    <a16:creationId xmlns:a16="http://schemas.microsoft.com/office/drawing/2014/main" id="{09EBAEEE-7094-D59F-342B-0FBBAF6485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4668" y="2360937"/>
                <a:ext cx="295688" cy="40011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文字方塊 56">
            <a:extLst>
              <a:ext uri="{FF2B5EF4-FFF2-40B4-BE49-F238E27FC236}">
                <a16:creationId xmlns:a16="http://schemas.microsoft.com/office/drawing/2014/main" id="{BF901196-DC0E-7850-0929-F367061635BB}"/>
              </a:ext>
            </a:extLst>
          </p:cNvPr>
          <p:cNvSpPr txBox="1"/>
          <p:nvPr/>
        </p:nvSpPr>
        <p:spPr>
          <a:xfrm>
            <a:off x="4942969" y="2395481"/>
            <a:ext cx="6230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0.9</a:t>
            </a:r>
            <a:endParaRPr lang="en-HK" altLang="zh-HK" sz="2000" b="1" dirty="0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文字方塊 57">
                <a:extLst>
                  <a:ext uri="{FF2B5EF4-FFF2-40B4-BE49-F238E27FC236}">
                    <a16:creationId xmlns:a16="http://schemas.microsoft.com/office/drawing/2014/main" id="{D4628F09-E02D-4B46-AA94-B235B7CABAA3}"/>
                  </a:ext>
                </a:extLst>
              </p:cNvPr>
              <p:cNvSpPr txBox="1"/>
              <p:nvPr/>
            </p:nvSpPr>
            <p:spPr>
              <a:xfrm>
                <a:off x="5430540" y="236450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4" name="文字方塊 57">
                <a:extLst>
                  <a:ext uri="{FF2B5EF4-FFF2-40B4-BE49-F238E27FC236}">
                    <a16:creationId xmlns:a16="http://schemas.microsoft.com/office/drawing/2014/main" id="{D4628F09-E02D-4B46-AA94-B235B7CABA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0540" y="2364501"/>
                <a:ext cx="295688" cy="40011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文字方塊 56">
            <a:extLst>
              <a:ext uri="{FF2B5EF4-FFF2-40B4-BE49-F238E27FC236}">
                <a16:creationId xmlns:a16="http://schemas.microsoft.com/office/drawing/2014/main" id="{CE48B36B-2660-8044-25B7-48638034055D}"/>
              </a:ext>
            </a:extLst>
          </p:cNvPr>
          <p:cNvSpPr txBox="1"/>
          <p:nvPr/>
        </p:nvSpPr>
        <p:spPr>
          <a:xfrm>
            <a:off x="5656395" y="2391125"/>
            <a:ext cx="6230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1.1</a:t>
            </a:r>
            <a:endParaRPr lang="en-HK" altLang="zh-HK" sz="2000" b="1" dirty="0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BB0849F-DBFC-D128-FD4C-36D38158A7AA}"/>
              </a:ext>
            </a:extLst>
          </p:cNvPr>
          <p:cNvSpPr txBox="1"/>
          <p:nvPr/>
        </p:nvSpPr>
        <p:spPr>
          <a:xfrm>
            <a:off x="6169928" y="2410870"/>
            <a:ext cx="5653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18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kg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文字方塊 55">
                <a:extLst>
                  <a:ext uri="{FF2B5EF4-FFF2-40B4-BE49-F238E27FC236}">
                    <a16:creationId xmlns:a16="http://schemas.microsoft.com/office/drawing/2014/main" id="{326B818F-61F3-F8A0-D65A-963685E8FF4F}"/>
                  </a:ext>
                </a:extLst>
              </p:cNvPr>
              <p:cNvSpPr txBox="1"/>
              <p:nvPr/>
            </p:nvSpPr>
            <p:spPr>
              <a:xfrm>
                <a:off x="3967142" y="304391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7" name="文字方塊 55">
                <a:extLst>
                  <a:ext uri="{FF2B5EF4-FFF2-40B4-BE49-F238E27FC236}">
                    <a16:creationId xmlns:a16="http://schemas.microsoft.com/office/drawing/2014/main" id="{326B818F-61F3-F8A0-D65A-963685E8FF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7142" y="3043918"/>
                <a:ext cx="295688" cy="40011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文字方塊 56">
            <a:extLst>
              <a:ext uri="{FF2B5EF4-FFF2-40B4-BE49-F238E27FC236}">
                <a16:creationId xmlns:a16="http://schemas.microsoft.com/office/drawing/2014/main" id="{4FA8088C-5B61-5BEB-3459-DDC352615ABA}"/>
              </a:ext>
            </a:extLst>
          </p:cNvPr>
          <p:cNvSpPr txBox="1"/>
          <p:nvPr/>
        </p:nvSpPr>
        <p:spPr>
          <a:xfrm>
            <a:off x="4282906" y="3071008"/>
            <a:ext cx="8175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Handwriting" panose="03010101010101010101" pitchFamily="66" charset="0"/>
              </a:rPr>
              <a:t>79.2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0000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8A1C794-011C-31E1-C5BD-8C13BB759C09}"/>
              </a:ext>
            </a:extLst>
          </p:cNvPr>
          <p:cNvSpPr txBox="1"/>
          <p:nvPr/>
        </p:nvSpPr>
        <p:spPr>
          <a:xfrm>
            <a:off x="4991032" y="3090753"/>
            <a:ext cx="5653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1800" b="1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Calligraphy" panose="03010101010101010101" pitchFamily="66" charset="0"/>
              </a:rPr>
              <a:t>kg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1" name="文字方塊 5">
            <a:extLst>
              <a:ext uri="{FF2B5EF4-FFF2-40B4-BE49-F238E27FC236}">
                <a16:creationId xmlns:a16="http://schemas.microsoft.com/office/drawing/2014/main" id="{F77F00EB-EB11-BE84-7766-0F53949C9210}"/>
              </a:ext>
            </a:extLst>
          </p:cNvPr>
          <p:cNvSpPr txBox="1"/>
          <p:nvPr/>
        </p:nvSpPr>
        <p:spPr>
          <a:xfrm>
            <a:off x="4233946" y="3877744"/>
            <a:ext cx="29569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Change in its weight</a:t>
            </a:r>
            <a:endParaRPr lang="en-HK" sz="2000" b="1" dirty="0">
              <a:ln>
                <a:solidFill>
                  <a:schemeClr val="tx1"/>
                </a:solidFill>
              </a:ln>
              <a:solidFill>
                <a:schemeClr val="accent5">
                  <a:lumMod val="60000"/>
                  <a:lumOff val="40000"/>
                </a:schemeClr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2" name="文字方塊 55">
                <a:extLst>
                  <a:ext uri="{FF2B5EF4-FFF2-40B4-BE49-F238E27FC236}">
                    <a16:creationId xmlns:a16="http://schemas.microsoft.com/office/drawing/2014/main" id="{A8657D83-2665-2814-40C9-836C2F2B8FFA}"/>
                  </a:ext>
                </a:extLst>
              </p:cNvPr>
              <p:cNvSpPr txBox="1"/>
              <p:nvPr/>
            </p:nvSpPr>
            <p:spPr>
              <a:xfrm>
                <a:off x="3938258" y="437724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2" name="文字方塊 55">
                <a:extLst>
                  <a:ext uri="{FF2B5EF4-FFF2-40B4-BE49-F238E27FC236}">
                    <a16:creationId xmlns:a16="http://schemas.microsoft.com/office/drawing/2014/main" id="{A8657D83-2665-2814-40C9-836C2F2B8F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8258" y="4377245"/>
                <a:ext cx="295688" cy="40011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文字方塊 10">
            <a:extLst>
              <a:ext uri="{FF2B5EF4-FFF2-40B4-BE49-F238E27FC236}">
                <a16:creationId xmlns:a16="http://schemas.microsoft.com/office/drawing/2014/main" id="{C9B51071-9AED-56B6-ACB0-B142F271999F}"/>
              </a:ext>
            </a:extLst>
          </p:cNvPr>
          <p:cNvSpPr txBox="1"/>
          <p:nvPr/>
        </p:nvSpPr>
        <p:spPr>
          <a:xfrm>
            <a:off x="4253332" y="4395001"/>
            <a:ext cx="10193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</a:t>
            </a:r>
            <a:r>
              <a:rPr lang="en-HK" sz="2000" b="1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Handwriting" panose="03010101010101010101" pitchFamily="66" charset="0"/>
              </a:rPr>
              <a:t>79.2</a:t>
            </a:r>
            <a:endParaRPr lang="en-US" sz="20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文字方塊 57">
                <a:extLst>
                  <a:ext uri="{FF2B5EF4-FFF2-40B4-BE49-F238E27FC236}">
                    <a16:creationId xmlns:a16="http://schemas.microsoft.com/office/drawing/2014/main" id="{C3BAB546-CF32-2775-E704-AB1512E573EA}"/>
                  </a:ext>
                </a:extLst>
              </p:cNvPr>
              <p:cNvSpPr txBox="1"/>
              <p:nvPr/>
            </p:nvSpPr>
            <p:spPr>
              <a:xfrm>
                <a:off x="5069600" y="437412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4" name="文字方塊 57">
                <a:extLst>
                  <a:ext uri="{FF2B5EF4-FFF2-40B4-BE49-F238E27FC236}">
                    <a16:creationId xmlns:a16="http://schemas.microsoft.com/office/drawing/2014/main" id="{C3BAB546-CF32-2775-E704-AB1512E573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9600" y="4374120"/>
                <a:ext cx="295688" cy="40011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文字方塊 10">
                <a:extLst>
                  <a:ext uri="{FF2B5EF4-FFF2-40B4-BE49-F238E27FC236}">
                    <a16:creationId xmlns:a16="http://schemas.microsoft.com/office/drawing/2014/main" id="{A0325BA0-14D5-FA97-81C8-B6F2317B9377}"/>
                  </a:ext>
                </a:extLst>
              </p:cNvPr>
              <p:cNvSpPr txBox="1"/>
              <p:nvPr/>
            </p:nvSpPr>
            <p:spPr>
              <a:xfrm>
                <a:off x="5291978" y="4395001"/>
                <a:ext cx="634977" cy="407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Lucida Handwriting" panose="03010101010101010101" pitchFamily="66" charset="0"/>
                        </a:rPr>
                        <m:t>80</m:t>
                      </m:r>
                      <m:r>
                        <m:rPr>
                          <m:nor/>
                        </m:rPr>
                        <a:rPr lang="en-US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)</m:t>
                      </m:r>
                    </m:oMath>
                  </m:oMathPara>
                </a14:m>
                <a:endParaRPr lang="en-US" sz="2000" dirty="0">
                  <a:solidFill>
                    <a:srgbClr val="FFC000"/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45" name="文字方塊 10">
                <a:extLst>
                  <a:ext uri="{FF2B5EF4-FFF2-40B4-BE49-F238E27FC236}">
                    <a16:creationId xmlns:a16="http://schemas.microsoft.com/office/drawing/2014/main" id="{A0325BA0-14D5-FA97-81C8-B6F2317B93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1978" y="4395001"/>
                <a:ext cx="634977" cy="407099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TextBox 45">
            <a:extLst>
              <a:ext uri="{FF2B5EF4-FFF2-40B4-BE49-F238E27FC236}">
                <a16:creationId xmlns:a16="http://schemas.microsoft.com/office/drawing/2014/main" id="{C4820BC6-D7BF-D420-9331-3A5EB1C9A74E}"/>
              </a:ext>
            </a:extLst>
          </p:cNvPr>
          <p:cNvSpPr txBox="1"/>
          <p:nvPr/>
        </p:nvSpPr>
        <p:spPr>
          <a:xfrm>
            <a:off x="5799629" y="4410390"/>
            <a:ext cx="5653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18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kg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7" name="文字方塊 55">
                <a:extLst>
                  <a:ext uri="{FF2B5EF4-FFF2-40B4-BE49-F238E27FC236}">
                    <a16:creationId xmlns:a16="http://schemas.microsoft.com/office/drawing/2014/main" id="{49F28146-A4F6-F4E2-732E-B430FDF0BD3F}"/>
                  </a:ext>
                </a:extLst>
              </p:cNvPr>
              <p:cNvSpPr txBox="1"/>
              <p:nvPr/>
            </p:nvSpPr>
            <p:spPr>
              <a:xfrm>
                <a:off x="3948064" y="498264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7" name="文字方塊 55">
                <a:extLst>
                  <a:ext uri="{FF2B5EF4-FFF2-40B4-BE49-F238E27FC236}">
                    <a16:creationId xmlns:a16="http://schemas.microsoft.com/office/drawing/2014/main" id="{49F28146-A4F6-F4E2-732E-B430FDF0BD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8064" y="4982641"/>
                <a:ext cx="295688" cy="40011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文字方塊 10">
                <a:extLst>
                  <a:ext uri="{FF2B5EF4-FFF2-40B4-BE49-F238E27FC236}">
                    <a16:creationId xmlns:a16="http://schemas.microsoft.com/office/drawing/2014/main" id="{F1D1FE0F-6235-4F76-B076-5C912B699774}"/>
                  </a:ext>
                </a:extLst>
              </p:cNvPr>
              <p:cNvSpPr txBox="1"/>
              <p:nvPr/>
            </p:nvSpPr>
            <p:spPr>
              <a:xfrm>
                <a:off x="4298083" y="4972753"/>
                <a:ext cx="72252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US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Lucida Handwriting" panose="03010101010101010101" pitchFamily="66" charset="0"/>
                        </a:rPr>
                        <m:t>0</m:t>
                      </m:r>
                      <m:r>
                        <m:rPr>
                          <m:nor/>
                        </m:rPr>
                        <a:rPr lang="en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Lucida Handwriting" panose="03010101010101010101" pitchFamily="66" charset="0"/>
                        </a:rPr>
                        <m:t>.</m:t>
                      </m:r>
                      <m:r>
                        <m:rPr>
                          <m:nor/>
                        </m:rPr>
                        <a:rPr lang="en-US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Lucida Handwriting" panose="03010101010101010101" pitchFamily="66" charset="0"/>
                        </a:rPr>
                        <m:t>8</m:t>
                      </m:r>
                    </m:oMath>
                  </m:oMathPara>
                </a14:m>
                <a:endParaRPr lang="en-US" sz="2000" dirty="0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48" name="文字方塊 10">
                <a:extLst>
                  <a:ext uri="{FF2B5EF4-FFF2-40B4-BE49-F238E27FC236}">
                    <a16:creationId xmlns:a16="http://schemas.microsoft.com/office/drawing/2014/main" id="{F1D1FE0F-6235-4F76-B076-5C912B6997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8083" y="4972753"/>
                <a:ext cx="722523" cy="40011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TextBox 48">
            <a:extLst>
              <a:ext uri="{FF2B5EF4-FFF2-40B4-BE49-F238E27FC236}">
                <a16:creationId xmlns:a16="http://schemas.microsoft.com/office/drawing/2014/main" id="{35D9E2FE-634B-14CA-7101-78FC9A18A3B1}"/>
              </a:ext>
            </a:extLst>
          </p:cNvPr>
          <p:cNvSpPr txBox="1"/>
          <p:nvPr/>
        </p:nvSpPr>
        <p:spPr>
          <a:xfrm>
            <a:off x="4983388" y="5013419"/>
            <a:ext cx="5653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1800" b="1" dirty="0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kg</a:t>
            </a:r>
            <a:endParaRPr lang="en-US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50" name="群組 96">
            <a:extLst>
              <a:ext uri="{FF2B5EF4-FFF2-40B4-BE49-F238E27FC236}">
                <a16:creationId xmlns:a16="http://schemas.microsoft.com/office/drawing/2014/main" id="{39DB5C1D-74D5-3E40-8056-70F3DC9059C0}"/>
              </a:ext>
            </a:extLst>
          </p:cNvPr>
          <p:cNvGrpSpPr/>
          <p:nvPr/>
        </p:nvGrpSpPr>
        <p:grpSpPr>
          <a:xfrm>
            <a:off x="3961626" y="5591171"/>
            <a:ext cx="6673819" cy="461665"/>
            <a:chOff x="420004" y="4149080"/>
            <a:chExt cx="6673819" cy="46166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1" name="文字方塊 97">
                  <a:extLst>
                    <a:ext uri="{FF2B5EF4-FFF2-40B4-BE49-F238E27FC236}">
                      <a16:creationId xmlns:a16="http://schemas.microsoft.com/office/drawing/2014/main" id="{9A91B196-2BA0-9EC1-25C6-B6791F5DC2E0}"/>
                    </a:ext>
                  </a:extLst>
                </p:cNvPr>
                <p:cNvSpPr txBox="1"/>
                <p:nvPr/>
              </p:nvSpPr>
              <p:spPr>
                <a:xfrm>
                  <a:off x="420004" y="4149080"/>
                  <a:ext cx="295688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∴</m:t>
                        </m:r>
                      </m:oMath>
                    </m:oMathPara>
                  </a14:m>
                  <a:endParaRPr lang="en-HK" sz="24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51" name="文字方塊 97">
                  <a:extLst>
                    <a:ext uri="{FF2B5EF4-FFF2-40B4-BE49-F238E27FC236}">
                      <a16:creationId xmlns:a16="http://schemas.microsoft.com/office/drawing/2014/main" id="{9A91B196-2BA0-9EC1-25C6-B6791F5DC2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0004" y="4149080"/>
                  <a:ext cx="295688" cy="461665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2" name="文字方塊 98">
              <a:extLst>
                <a:ext uri="{FF2B5EF4-FFF2-40B4-BE49-F238E27FC236}">
                  <a16:creationId xmlns:a16="http://schemas.microsoft.com/office/drawing/2014/main" id="{AEA7B29F-2852-405D-E267-9081EA6F436F}"/>
                </a:ext>
              </a:extLst>
            </p:cNvPr>
            <p:cNvSpPr txBox="1"/>
            <p:nvPr/>
          </p:nvSpPr>
          <p:spPr>
            <a:xfrm>
              <a:off x="744386" y="4159077"/>
              <a:ext cx="634943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There was a </a:t>
              </a:r>
              <a:r>
                <a:rPr lang="en-US" sz="2000" b="1" dirty="0">
                  <a:ln>
                    <a:solidFill>
                      <a:schemeClr val="tx1"/>
                    </a:solidFill>
                  </a:ln>
                  <a:solidFill>
                    <a:schemeClr val="accent5">
                      <a:lumMod val="60000"/>
                      <a:lumOff val="40000"/>
                    </a:schemeClr>
                  </a:solidFill>
                  <a:latin typeface="Lucida Calligraphy" panose="03010101010101010101" pitchFamily="66" charset="0"/>
                </a:rPr>
                <a:t>decrease of </a:t>
              </a:r>
              <a:r>
                <a:rPr lang="en-US" sz="2000" b="1" dirty="0">
                  <a:ln>
                    <a:solidFill>
                      <a:schemeClr val="tx1"/>
                    </a:solidFill>
                  </a:ln>
                  <a:solidFill>
                    <a:schemeClr val="accent5">
                      <a:lumMod val="60000"/>
                      <a:lumOff val="40000"/>
                    </a:schemeClr>
                  </a:solidFill>
                  <a:latin typeface="Lucida Handwriting" panose="03010101010101010101" pitchFamily="66" charset="0"/>
                </a:rPr>
                <a:t>0.8</a:t>
              </a:r>
              <a:r>
                <a:rPr lang="en-US" sz="2000" b="1" dirty="0">
                  <a:ln>
                    <a:solidFill>
                      <a:schemeClr val="tx1"/>
                    </a:solidFill>
                  </a:ln>
                  <a:solidFill>
                    <a:schemeClr val="accent5">
                      <a:lumMod val="60000"/>
                      <a:lumOff val="40000"/>
                    </a:schemeClr>
                  </a:solidFill>
                  <a:latin typeface="Lucida Calligraphy" panose="03010101010101010101" pitchFamily="66" charset="0"/>
                </a:rPr>
                <a:t> kg </a:t>
              </a:r>
              <a:r>
                <a:rPr lang="en-US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in its weight.</a:t>
              </a:r>
              <a:endParaRPr lang="zh-TW" altLang="en-US" sz="2000" b="1" dirty="0">
                <a:latin typeface="Lucida Handwriting" panose="03010101010101010101" pitchFamily="66" charset="0"/>
              </a:endParaRP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88FC873E-E7F3-E60E-1B0B-725A6DA1B212}"/>
              </a:ext>
            </a:extLst>
          </p:cNvPr>
          <p:cNvGrpSpPr/>
          <p:nvPr/>
        </p:nvGrpSpPr>
        <p:grpSpPr>
          <a:xfrm>
            <a:off x="10916544" y="5579023"/>
            <a:ext cx="450031" cy="422255"/>
            <a:chOff x="10210582" y="1733059"/>
            <a:chExt cx="450031" cy="422255"/>
          </a:xfrm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96688130-D36F-A26F-1DAE-6B693D157769}"/>
                </a:ext>
              </a:extLst>
            </p:cNvPr>
            <p:cNvSpPr/>
            <p:nvPr/>
          </p:nvSpPr>
          <p:spPr>
            <a:xfrm>
              <a:off x="10223770" y="1733059"/>
              <a:ext cx="436843" cy="40011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8FD412EE-2687-7381-498E-37F415B6860E}"/>
                </a:ext>
              </a:extLst>
            </p:cNvPr>
            <p:cNvSpPr txBox="1"/>
            <p:nvPr/>
          </p:nvSpPr>
          <p:spPr>
            <a:xfrm>
              <a:off x="10210582" y="1755204"/>
              <a:ext cx="341456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C</a:t>
              </a:r>
              <a:endParaRPr lang="en-US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931971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  <p:bldP spid="19" grpId="0"/>
      <p:bldP spid="24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52">
            <a:extLst>
              <a:ext uri="{FF2B5EF4-FFF2-40B4-BE49-F238E27FC236}">
                <a16:creationId xmlns:a16="http://schemas.microsoft.com/office/drawing/2014/main" id="{DA0FA99D-6A69-39B7-FCCE-DD174FC70B7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rcRect b="52762"/>
          <a:stretch>
            <a:fillRect/>
          </a:stretch>
        </p:blipFill>
        <p:spPr>
          <a:xfrm>
            <a:off x="142430" y="185613"/>
            <a:ext cx="10310754" cy="114116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0624FEC-BB1C-578B-B8F0-A2CA8460F15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rcRect t="47097" r="80775"/>
          <a:stretch>
            <a:fillRect/>
          </a:stretch>
        </p:blipFill>
        <p:spPr>
          <a:xfrm>
            <a:off x="142430" y="1326777"/>
            <a:ext cx="1982205" cy="127799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7" name="筆跡 8">
                <a:extLst>
                  <a:ext uri="{FF2B5EF4-FFF2-40B4-BE49-F238E27FC236}">
                    <a16:creationId xmlns:a16="http://schemas.microsoft.com/office/drawing/2014/main" id="{E024121E-681A-01BC-224B-A9E1012ED8A5}"/>
                  </a:ext>
                </a:extLst>
              </p14:cNvPr>
              <p14:cNvContentPartPr/>
              <p14:nvPr/>
            </p14:nvContentPartPr>
            <p14:xfrm>
              <a:off x="3464192" y="428095"/>
              <a:ext cx="1179526" cy="45719"/>
            </p14:xfrm>
          </p:contentPart>
        </mc:Choice>
        <mc:Fallback>
          <p:pic>
            <p:nvPicPr>
              <p:cNvPr id="7" name="筆跡 8">
                <a:extLst>
                  <a:ext uri="{FF2B5EF4-FFF2-40B4-BE49-F238E27FC236}">
                    <a16:creationId xmlns:a16="http://schemas.microsoft.com/office/drawing/2014/main" id="{E024121E-681A-01BC-224B-A9E1012ED8A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410151" y="-13287605"/>
                <a:ext cx="1287247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8" name="筆跡 8">
                <a:extLst>
                  <a:ext uri="{FF2B5EF4-FFF2-40B4-BE49-F238E27FC236}">
                    <a16:creationId xmlns:a16="http://schemas.microsoft.com/office/drawing/2014/main" id="{2F39E784-DBB7-12FE-C230-0F06DA60BE67}"/>
                  </a:ext>
                </a:extLst>
              </p14:cNvPr>
              <p14:cNvContentPartPr/>
              <p14:nvPr/>
            </p14:nvContentPartPr>
            <p14:xfrm>
              <a:off x="6096000" y="405235"/>
              <a:ext cx="376518" cy="45719"/>
            </p14:xfrm>
          </p:contentPart>
        </mc:Choice>
        <mc:Fallback>
          <p:pic>
            <p:nvPicPr>
              <p:cNvPr id="8" name="筆跡 8">
                <a:extLst>
                  <a:ext uri="{FF2B5EF4-FFF2-40B4-BE49-F238E27FC236}">
                    <a16:creationId xmlns:a16="http://schemas.microsoft.com/office/drawing/2014/main" id="{2F39E784-DBB7-12FE-C230-0F06DA60BE6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042006" y="-13310465"/>
                <a:ext cx="484146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9" name="筆跡 8">
                <a:extLst>
                  <a:ext uri="{FF2B5EF4-FFF2-40B4-BE49-F238E27FC236}">
                    <a16:creationId xmlns:a16="http://schemas.microsoft.com/office/drawing/2014/main" id="{39D6092A-FCD5-2623-2D0E-942B8FDE0528}"/>
                  </a:ext>
                </a:extLst>
              </p14:cNvPr>
              <p14:cNvContentPartPr/>
              <p14:nvPr/>
            </p14:nvContentPartPr>
            <p14:xfrm>
              <a:off x="3783190" y="756195"/>
              <a:ext cx="385398" cy="45719"/>
            </p14:xfrm>
          </p:contentPart>
        </mc:Choice>
        <mc:Fallback>
          <p:pic>
            <p:nvPicPr>
              <p:cNvPr id="9" name="筆跡 8">
                <a:extLst>
                  <a:ext uri="{FF2B5EF4-FFF2-40B4-BE49-F238E27FC236}">
                    <a16:creationId xmlns:a16="http://schemas.microsoft.com/office/drawing/2014/main" id="{39D6092A-FCD5-2623-2D0E-942B8FDE052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729162" y="-12959505"/>
                <a:ext cx="493093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0" name="筆跡 8">
                <a:extLst>
                  <a:ext uri="{FF2B5EF4-FFF2-40B4-BE49-F238E27FC236}">
                    <a16:creationId xmlns:a16="http://schemas.microsoft.com/office/drawing/2014/main" id="{C7348D0A-1413-4E92-49A7-B98B9BD0AB3F}"/>
                  </a:ext>
                </a:extLst>
              </p14:cNvPr>
              <p14:cNvContentPartPr/>
              <p14:nvPr/>
            </p14:nvContentPartPr>
            <p14:xfrm>
              <a:off x="8959640" y="766087"/>
              <a:ext cx="385398" cy="45719"/>
            </p14:xfrm>
          </p:contentPart>
        </mc:Choice>
        <mc:Fallback>
          <p:pic>
            <p:nvPicPr>
              <p:cNvPr id="10" name="筆跡 8">
                <a:extLst>
                  <a:ext uri="{FF2B5EF4-FFF2-40B4-BE49-F238E27FC236}">
                    <a16:creationId xmlns:a16="http://schemas.microsoft.com/office/drawing/2014/main" id="{C7348D0A-1413-4E92-49A7-B98B9BD0AB3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905612" y="-12949613"/>
                <a:ext cx="493093" cy="27431400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文字方塊 5">
            <a:extLst>
              <a:ext uri="{FF2B5EF4-FFF2-40B4-BE49-F238E27FC236}">
                <a16:creationId xmlns:a16="http://schemas.microsoft.com/office/drawing/2014/main" id="{3DDC1496-F830-CDF7-614B-AB48EEEA6151}"/>
              </a:ext>
            </a:extLst>
          </p:cNvPr>
          <p:cNvSpPr txBox="1"/>
          <p:nvPr/>
        </p:nvSpPr>
        <p:spPr>
          <a:xfrm>
            <a:off x="622615" y="2645898"/>
            <a:ext cx="47254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Last Christmas, </a:t>
            </a:r>
            <a:r>
              <a:rPr lang="en-HK" sz="2000" b="1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Calligraphy" panose="03010101010101010101" pitchFamily="66" charset="0"/>
              </a:rPr>
              <a:t>money to charity</a:t>
            </a:r>
            <a:endParaRPr lang="en-HK" sz="2000" b="1" dirty="0">
              <a:ln>
                <a:solidFill>
                  <a:schemeClr val="tx1"/>
                </a:solidFill>
              </a:ln>
              <a:solidFill>
                <a:srgbClr val="FF00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字方塊 55">
                <a:extLst>
                  <a:ext uri="{FF2B5EF4-FFF2-40B4-BE49-F238E27FC236}">
                    <a16:creationId xmlns:a16="http://schemas.microsoft.com/office/drawing/2014/main" id="{F746E650-A27B-D267-94E0-41A63A714610}"/>
                  </a:ext>
                </a:extLst>
              </p:cNvPr>
              <p:cNvSpPr txBox="1"/>
              <p:nvPr/>
            </p:nvSpPr>
            <p:spPr>
              <a:xfrm>
                <a:off x="5342788" y="264518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3" name="文字方塊 55">
                <a:extLst>
                  <a:ext uri="{FF2B5EF4-FFF2-40B4-BE49-F238E27FC236}">
                    <a16:creationId xmlns:a16="http://schemas.microsoft.com/office/drawing/2014/main" id="{F746E650-A27B-D267-94E0-41A63A7146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2788" y="2645182"/>
                <a:ext cx="295688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文字方塊 56">
            <a:extLst>
              <a:ext uri="{FF2B5EF4-FFF2-40B4-BE49-F238E27FC236}">
                <a16:creationId xmlns:a16="http://schemas.microsoft.com/office/drawing/2014/main" id="{B5CACABB-80B2-B27D-3C2D-03E2FF62F9A9}"/>
              </a:ext>
            </a:extLst>
          </p:cNvPr>
          <p:cNvSpPr txBox="1"/>
          <p:nvPr/>
        </p:nvSpPr>
        <p:spPr>
          <a:xfrm>
            <a:off x="5646834" y="2664362"/>
            <a:ext cx="7318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Handwriting" panose="03010101010101010101" pitchFamily="66" charset="0"/>
              </a:rPr>
              <a:t>$90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C00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字方塊 57">
                <a:extLst>
                  <a:ext uri="{FF2B5EF4-FFF2-40B4-BE49-F238E27FC236}">
                    <a16:creationId xmlns:a16="http://schemas.microsoft.com/office/drawing/2014/main" id="{D3C70CE8-12BE-0E63-07D2-68A719E19228}"/>
                  </a:ext>
                </a:extLst>
              </p:cNvPr>
              <p:cNvSpPr txBox="1"/>
              <p:nvPr/>
            </p:nvSpPr>
            <p:spPr>
              <a:xfrm>
                <a:off x="6265930" y="263338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5" name="文字方塊 57">
                <a:extLst>
                  <a:ext uri="{FF2B5EF4-FFF2-40B4-BE49-F238E27FC236}">
                    <a16:creationId xmlns:a16="http://schemas.microsoft.com/office/drawing/2014/main" id="{D3C70CE8-12BE-0E63-07D2-68A719E192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5930" y="2633382"/>
                <a:ext cx="295688" cy="4001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文字方塊 56">
            <a:extLst>
              <a:ext uri="{FF2B5EF4-FFF2-40B4-BE49-F238E27FC236}">
                <a16:creationId xmlns:a16="http://schemas.microsoft.com/office/drawing/2014/main" id="{805B4CF0-3216-9692-7298-7A78EE1F50DC}"/>
              </a:ext>
            </a:extLst>
          </p:cNvPr>
          <p:cNvSpPr txBox="1"/>
          <p:nvPr/>
        </p:nvSpPr>
        <p:spPr>
          <a:xfrm>
            <a:off x="6516792" y="2667926"/>
            <a:ext cx="5556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40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字方塊 55">
                <a:extLst>
                  <a:ext uri="{FF2B5EF4-FFF2-40B4-BE49-F238E27FC236}">
                    <a16:creationId xmlns:a16="http://schemas.microsoft.com/office/drawing/2014/main" id="{55631A30-DAC1-1426-183A-97354ACA8A10}"/>
                  </a:ext>
                </a:extLst>
              </p:cNvPr>
              <p:cNvSpPr txBox="1"/>
              <p:nvPr/>
            </p:nvSpPr>
            <p:spPr>
              <a:xfrm>
                <a:off x="5339111" y="311016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7" name="文字方塊 55">
                <a:extLst>
                  <a:ext uri="{FF2B5EF4-FFF2-40B4-BE49-F238E27FC236}">
                    <a16:creationId xmlns:a16="http://schemas.microsoft.com/office/drawing/2014/main" id="{55631A30-DAC1-1426-183A-97354ACA8A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9111" y="3110168"/>
                <a:ext cx="295688" cy="4001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文字方塊 56">
            <a:extLst>
              <a:ext uri="{FF2B5EF4-FFF2-40B4-BE49-F238E27FC236}">
                <a16:creationId xmlns:a16="http://schemas.microsoft.com/office/drawing/2014/main" id="{69700720-9F88-F12D-60C0-024640946225}"/>
              </a:ext>
            </a:extLst>
          </p:cNvPr>
          <p:cNvSpPr txBox="1"/>
          <p:nvPr/>
        </p:nvSpPr>
        <p:spPr>
          <a:xfrm>
            <a:off x="5654875" y="3137258"/>
            <a:ext cx="10468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Handwriting" panose="03010101010101010101" pitchFamily="66" charset="0"/>
              </a:rPr>
              <a:t>$3600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000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20" name="筆跡 8">
                <a:extLst>
                  <a:ext uri="{FF2B5EF4-FFF2-40B4-BE49-F238E27FC236}">
                    <a16:creationId xmlns:a16="http://schemas.microsoft.com/office/drawing/2014/main" id="{3C5DC011-B668-C7E4-0CB0-185AC4BBC909}"/>
                  </a:ext>
                </a:extLst>
              </p14:cNvPr>
              <p14:cNvContentPartPr/>
              <p14:nvPr/>
            </p14:nvContentPartPr>
            <p14:xfrm>
              <a:off x="731893" y="1092282"/>
              <a:ext cx="1697544" cy="45719"/>
            </p14:xfrm>
          </p:contentPart>
        </mc:Choice>
        <mc:Fallback>
          <p:pic>
            <p:nvPicPr>
              <p:cNvPr id="20" name="筆跡 8">
                <a:extLst>
                  <a:ext uri="{FF2B5EF4-FFF2-40B4-BE49-F238E27FC236}">
                    <a16:creationId xmlns:a16="http://schemas.microsoft.com/office/drawing/2014/main" id="{3C5DC011-B668-C7E4-0CB0-185AC4BBC909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77854" y="-12623418"/>
                <a:ext cx="1805262" cy="27431400"/>
              </a:xfrm>
              <a:prstGeom prst="rect">
                <a:avLst/>
              </a:prstGeom>
            </p:spPr>
          </p:pic>
        </mc:Fallback>
      </mc:AlternateContent>
      <p:sp>
        <p:nvSpPr>
          <p:cNvPr id="21" name="文字方塊 5">
            <a:extLst>
              <a:ext uri="{FF2B5EF4-FFF2-40B4-BE49-F238E27FC236}">
                <a16:creationId xmlns:a16="http://schemas.microsoft.com/office/drawing/2014/main" id="{C77EBA98-A8BA-39DC-9F0C-170C85E3E6A4}"/>
              </a:ext>
            </a:extLst>
          </p:cNvPr>
          <p:cNvSpPr txBox="1"/>
          <p:nvPr/>
        </p:nvSpPr>
        <p:spPr>
          <a:xfrm>
            <a:off x="613650" y="3652770"/>
            <a:ext cx="22572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This Christmas, </a:t>
            </a:r>
            <a:endParaRPr lang="en-HK" sz="2000" b="1" dirty="0">
              <a:ln>
                <a:solidFill>
                  <a:schemeClr val="tx1"/>
                </a:solidFill>
              </a:ln>
              <a:solidFill>
                <a:schemeClr val="accent2">
                  <a:lumMod val="40000"/>
                  <a:lumOff val="60000"/>
                </a:schemeClr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文字方塊 55">
                <a:extLst>
                  <a:ext uri="{FF2B5EF4-FFF2-40B4-BE49-F238E27FC236}">
                    <a16:creationId xmlns:a16="http://schemas.microsoft.com/office/drawing/2014/main" id="{766DC4A6-BD94-2ACE-711D-CBFE7E08BB82}"/>
                  </a:ext>
                </a:extLst>
              </p:cNvPr>
              <p:cNvSpPr txBox="1"/>
              <p:nvPr/>
            </p:nvSpPr>
            <p:spPr>
              <a:xfrm>
                <a:off x="3751777" y="402774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2" name="文字方塊 55">
                <a:extLst>
                  <a:ext uri="{FF2B5EF4-FFF2-40B4-BE49-F238E27FC236}">
                    <a16:creationId xmlns:a16="http://schemas.microsoft.com/office/drawing/2014/main" id="{766DC4A6-BD94-2ACE-711D-CBFE7E08BB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1777" y="4027740"/>
                <a:ext cx="295688" cy="4001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文字方塊 56">
            <a:extLst>
              <a:ext uri="{FF2B5EF4-FFF2-40B4-BE49-F238E27FC236}">
                <a16:creationId xmlns:a16="http://schemas.microsoft.com/office/drawing/2014/main" id="{B83B0835-9C86-77E8-A2DD-771C2DBE52BC}"/>
              </a:ext>
            </a:extLst>
          </p:cNvPr>
          <p:cNvSpPr txBox="1"/>
          <p:nvPr/>
        </p:nvSpPr>
        <p:spPr>
          <a:xfrm>
            <a:off x="4055823" y="4046920"/>
            <a:ext cx="7318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Handwriting" panose="03010101010101010101" pitchFamily="66" charset="0"/>
              </a:rPr>
              <a:t>$90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C00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文字方塊 57">
                <a:extLst>
                  <a:ext uri="{FF2B5EF4-FFF2-40B4-BE49-F238E27FC236}">
                    <a16:creationId xmlns:a16="http://schemas.microsoft.com/office/drawing/2014/main" id="{52E1F617-5CD3-11EF-79F0-723E734D8364}"/>
                  </a:ext>
                </a:extLst>
              </p:cNvPr>
              <p:cNvSpPr txBox="1"/>
              <p:nvPr/>
            </p:nvSpPr>
            <p:spPr>
              <a:xfrm>
                <a:off x="4674919" y="401594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4" name="文字方塊 57">
                <a:extLst>
                  <a:ext uri="{FF2B5EF4-FFF2-40B4-BE49-F238E27FC236}">
                    <a16:creationId xmlns:a16="http://schemas.microsoft.com/office/drawing/2014/main" id="{52E1F617-5CD3-11EF-79F0-723E734D83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4919" y="4015940"/>
                <a:ext cx="295688" cy="4001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群組 65">
            <a:extLst>
              <a:ext uri="{FF2B5EF4-FFF2-40B4-BE49-F238E27FC236}">
                <a16:creationId xmlns:a16="http://schemas.microsoft.com/office/drawing/2014/main" id="{1CBD58A7-E8F2-5C28-3965-13C8B71BF90D}"/>
              </a:ext>
            </a:extLst>
          </p:cNvPr>
          <p:cNvGrpSpPr/>
          <p:nvPr/>
        </p:nvGrpSpPr>
        <p:grpSpPr>
          <a:xfrm>
            <a:off x="4943185" y="4029054"/>
            <a:ext cx="1322745" cy="409011"/>
            <a:chOff x="1498603" y="1408278"/>
            <a:chExt cx="1322745" cy="409011"/>
          </a:xfrm>
        </p:grpSpPr>
        <p:sp>
          <p:nvSpPr>
            <p:cNvPr id="26" name="文字方塊 66">
              <a:extLst>
                <a:ext uri="{FF2B5EF4-FFF2-40B4-BE49-F238E27FC236}">
                  <a16:creationId xmlns:a16="http://schemas.microsoft.com/office/drawing/2014/main" id="{8AA91CF5-8507-6760-DCBB-1CF9521BBDF2}"/>
                </a:ext>
              </a:extLst>
            </p:cNvPr>
            <p:cNvSpPr txBox="1"/>
            <p:nvPr/>
          </p:nvSpPr>
          <p:spPr>
            <a:xfrm>
              <a:off x="1498603" y="1417179"/>
              <a:ext cx="4571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27" name="文字方塊 67">
              <a:extLst>
                <a:ext uri="{FF2B5EF4-FFF2-40B4-BE49-F238E27FC236}">
                  <a16:creationId xmlns:a16="http://schemas.microsoft.com/office/drawing/2014/main" id="{D9DAF2C3-0CA2-6F62-59D8-67AE1603F288}"/>
                </a:ext>
              </a:extLst>
            </p:cNvPr>
            <p:cNvSpPr txBox="1"/>
            <p:nvPr/>
          </p:nvSpPr>
          <p:spPr>
            <a:xfrm>
              <a:off x="2008473" y="1417179"/>
              <a:ext cx="81287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Handwriting" panose="03010101010101010101" pitchFamily="66" charset="0"/>
                </a:rPr>
                <a:t>30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%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文字方塊 68">
                  <a:extLst>
                    <a:ext uri="{FF2B5EF4-FFF2-40B4-BE49-F238E27FC236}">
                      <a16:creationId xmlns:a16="http://schemas.microsoft.com/office/drawing/2014/main" id="{D22DE8D9-B189-45D9-A54D-0B7FED238FDF}"/>
                    </a:ext>
                  </a:extLst>
                </p:cNvPr>
                <p:cNvSpPr txBox="1"/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24" name="文字方塊 68">
                  <a:extLst>
                    <a:ext uri="{FF2B5EF4-FFF2-40B4-BE49-F238E27FC236}">
                      <a16:creationId xmlns:a16="http://schemas.microsoft.com/office/drawing/2014/main" id="{FE730AEC-8293-5417-BC3C-167F05C102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文字方塊 55">
                <a:extLst>
                  <a:ext uri="{FF2B5EF4-FFF2-40B4-BE49-F238E27FC236}">
                    <a16:creationId xmlns:a16="http://schemas.microsoft.com/office/drawing/2014/main" id="{EB7D6A1D-DBFC-3AB0-F6D2-267C42F7C8B9}"/>
                  </a:ext>
                </a:extLst>
              </p:cNvPr>
              <p:cNvSpPr txBox="1"/>
              <p:nvPr/>
            </p:nvSpPr>
            <p:spPr>
              <a:xfrm>
                <a:off x="3751777" y="445546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9" name="文字方塊 55">
                <a:extLst>
                  <a:ext uri="{FF2B5EF4-FFF2-40B4-BE49-F238E27FC236}">
                    <a16:creationId xmlns:a16="http://schemas.microsoft.com/office/drawing/2014/main" id="{EB7D6A1D-DBFC-3AB0-F6D2-267C42F7C8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1777" y="4455461"/>
                <a:ext cx="295688" cy="40011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文字方塊 56">
            <a:extLst>
              <a:ext uri="{FF2B5EF4-FFF2-40B4-BE49-F238E27FC236}">
                <a16:creationId xmlns:a16="http://schemas.microsoft.com/office/drawing/2014/main" id="{08DE13CD-DF5B-3E98-1209-5AB6845B7992}"/>
              </a:ext>
            </a:extLst>
          </p:cNvPr>
          <p:cNvSpPr txBox="1"/>
          <p:nvPr/>
        </p:nvSpPr>
        <p:spPr>
          <a:xfrm>
            <a:off x="4055823" y="4474641"/>
            <a:ext cx="8873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Handwriting" panose="03010101010101010101" pitchFamily="66" charset="0"/>
              </a:rPr>
              <a:t>$117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66FFFF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0328BF3-BAE7-A5F7-4902-59876BD54324}"/>
              </a:ext>
            </a:extLst>
          </p:cNvPr>
          <p:cNvSpPr txBox="1"/>
          <p:nvPr/>
        </p:nvSpPr>
        <p:spPr>
          <a:xfrm>
            <a:off x="578852" y="4044251"/>
            <a:ext cx="32990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Calligraphy" panose="03010101010101010101" pitchFamily="66" charset="0"/>
              </a:rPr>
              <a:t>Price of each postcard</a:t>
            </a:r>
            <a:endParaRPr lang="en-US" sz="2000" dirty="0">
              <a:solidFill>
                <a:srgbClr val="66FFFF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文字方塊 55">
                <a:extLst>
                  <a:ext uri="{FF2B5EF4-FFF2-40B4-BE49-F238E27FC236}">
                    <a16:creationId xmlns:a16="http://schemas.microsoft.com/office/drawing/2014/main" id="{8228095A-AF84-E681-3605-8424989EF4BC}"/>
                  </a:ext>
                </a:extLst>
              </p:cNvPr>
              <p:cNvSpPr txBox="1"/>
              <p:nvPr/>
            </p:nvSpPr>
            <p:spPr>
              <a:xfrm>
                <a:off x="4262764" y="493028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3" name="文字方塊 55">
                <a:extLst>
                  <a:ext uri="{FF2B5EF4-FFF2-40B4-BE49-F238E27FC236}">
                    <a16:creationId xmlns:a16="http://schemas.microsoft.com/office/drawing/2014/main" id="{8228095A-AF84-E681-3605-8424989EF4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2764" y="4930280"/>
                <a:ext cx="295688" cy="40011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文字方塊 56">
            <a:extLst>
              <a:ext uri="{FF2B5EF4-FFF2-40B4-BE49-F238E27FC236}">
                <a16:creationId xmlns:a16="http://schemas.microsoft.com/office/drawing/2014/main" id="{C7ECFD6B-2E9D-1E4E-C48D-D785BB0D0B49}"/>
              </a:ext>
            </a:extLst>
          </p:cNvPr>
          <p:cNvSpPr txBox="1"/>
          <p:nvPr/>
        </p:nvSpPr>
        <p:spPr>
          <a:xfrm>
            <a:off x="4566811" y="4949460"/>
            <a:ext cx="5543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40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文字方塊 57">
                <a:extLst>
                  <a:ext uri="{FF2B5EF4-FFF2-40B4-BE49-F238E27FC236}">
                    <a16:creationId xmlns:a16="http://schemas.microsoft.com/office/drawing/2014/main" id="{E0A1C78B-9F91-F509-42A0-21E88BEE51E7}"/>
                  </a:ext>
                </a:extLst>
              </p:cNvPr>
              <p:cNvSpPr txBox="1"/>
              <p:nvPr/>
            </p:nvSpPr>
            <p:spPr>
              <a:xfrm>
                <a:off x="5025649" y="493733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5" name="文字方塊 57">
                <a:extLst>
                  <a:ext uri="{FF2B5EF4-FFF2-40B4-BE49-F238E27FC236}">
                    <a16:creationId xmlns:a16="http://schemas.microsoft.com/office/drawing/2014/main" id="{E0A1C78B-9F91-F509-42A0-21E88BEE51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5649" y="4937334"/>
                <a:ext cx="295688" cy="40011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6" name="群組 65">
            <a:extLst>
              <a:ext uri="{FF2B5EF4-FFF2-40B4-BE49-F238E27FC236}">
                <a16:creationId xmlns:a16="http://schemas.microsoft.com/office/drawing/2014/main" id="{E03BB410-831F-1A41-1A4C-D33A18DE9A39}"/>
              </a:ext>
            </a:extLst>
          </p:cNvPr>
          <p:cNvGrpSpPr/>
          <p:nvPr/>
        </p:nvGrpSpPr>
        <p:grpSpPr>
          <a:xfrm>
            <a:off x="5293915" y="4950448"/>
            <a:ext cx="1322745" cy="409011"/>
            <a:chOff x="1498603" y="1408278"/>
            <a:chExt cx="1322745" cy="409011"/>
          </a:xfrm>
        </p:grpSpPr>
        <p:sp>
          <p:nvSpPr>
            <p:cNvPr id="37" name="文字方塊 66">
              <a:extLst>
                <a:ext uri="{FF2B5EF4-FFF2-40B4-BE49-F238E27FC236}">
                  <a16:creationId xmlns:a16="http://schemas.microsoft.com/office/drawing/2014/main" id="{6CBC01B6-ECD3-5921-A98D-65D5243E8179}"/>
                </a:ext>
              </a:extLst>
            </p:cNvPr>
            <p:cNvSpPr txBox="1"/>
            <p:nvPr/>
          </p:nvSpPr>
          <p:spPr>
            <a:xfrm>
              <a:off x="1498603" y="1417179"/>
              <a:ext cx="4571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38" name="文字方塊 67">
              <a:extLst>
                <a:ext uri="{FF2B5EF4-FFF2-40B4-BE49-F238E27FC236}">
                  <a16:creationId xmlns:a16="http://schemas.microsoft.com/office/drawing/2014/main" id="{A1ACC696-D09A-ABE8-7244-36B2F0F00636}"/>
                </a:ext>
              </a:extLst>
            </p:cNvPr>
            <p:cNvSpPr txBox="1"/>
            <p:nvPr/>
          </p:nvSpPr>
          <p:spPr>
            <a:xfrm>
              <a:off x="2008473" y="1417179"/>
              <a:ext cx="81287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92D050"/>
                  </a:solidFill>
                  <a:latin typeface="Lucida Handwriting" panose="03010101010101010101" pitchFamily="66" charset="0"/>
                </a:rPr>
                <a:t>15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%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9" name="文字方塊 68">
                  <a:extLst>
                    <a:ext uri="{FF2B5EF4-FFF2-40B4-BE49-F238E27FC236}">
                      <a16:creationId xmlns:a16="http://schemas.microsoft.com/office/drawing/2014/main" id="{18A0AC18-5B4C-A1BE-C2C2-86E9D5E2D22D}"/>
                    </a:ext>
                  </a:extLst>
                </p:cNvPr>
                <p:cNvSpPr txBox="1"/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39" name="文字方塊 68">
                  <a:extLst>
                    <a:ext uri="{FF2B5EF4-FFF2-40B4-BE49-F238E27FC236}">
                      <a16:creationId xmlns:a16="http://schemas.microsoft.com/office/drawing/2014/main" id="{18A0AC18-5B4C-A1BE-C2C2-86E9D5E2D2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文字方塊 55">
                <a:extLst>
                  <a:ext uri="{FF2B5EF4-FFF2-40B4-BE49-F238E27FC236}">
                    <a16:creationId xmlns:a16="http://schemas.microsoft.com/office/drawing/2014/main" id="{9610DFD4-D37E-97B7-7816-9117A93A01C3}"/>
                  </a:ext>
                </a:extLst>
              </p:cNvPr>
              <p:cNvSpPr txBox="1"/>
              <p:nvPr/>
            </p:nvSpPr>
            <p:spPr>
              <a:xfrm>
                <a:off x="4262764" y="535239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0" name="文字方塊 55">
                <a:extLst>
                  <a:ext uri="{FF2B5EF4-FFF2-40B4-BE49-F238E27FC236}">
                    <a16:creationId xmlns:a16="http://schemas.microsoft.com/office/drawing/2014/main" id="{9610DFD4-D37E-97B7-7816-9117A93A01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2764" y="5352391"/>
                <a:ext cx="295688" cy="40011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文字方塊 56">
            <a:extLst>
              <a:ext uri="{FF2B5EF4-FFF2-40B4-BE49-F238E27FC236}">
                <a16:creationId xmlns:a16="http://schemas.microsoft.com/office/drawing/2014/main" id="{F87E02E4-E03E-0948-789F-92558D0CE64D}"/>
              </a:ext>
            </a:extLst>
          </p:cNvPr>
          <p:cNvSpPr txBox="1"/>
          <p:nvPr/>
        </p:nvSpPr>
        <p:spPr>
          <a:xfrm>
            <a:off x="4566810" y="5371571"/>
            <a:ext cx="5543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34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00FF00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E9B87CB-02E8-1FDE-44F5-FB328FB4F613}"/>
              </a:ext>
            </a:extLst>
          </p:cNvPr>
          <p:cNvSpPr txBox="1"/>
          <p:nvPr/>
        </p:nvSpPr>
        <p:spPr>
          <a:xfrm>
            <a:off x="578852" y="4947237"/>
            <a:ext cx="36466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Number of postcards sold</a:t>
            </a:r>
            <a:endParaRPr lang="en-US" sz="2000" dirty="0">
              <a:solidFill>
                <a:srgbClr val="00FF00"/>
              </a:solidFill>
            </a:endParaRPr>
          </a:p>
        </p:txBody>
      </p:sp>
      <p:sp>
        <p:nvSpPr>
          <p:cNvPr id="43" name="文字方塊 5">
            <a:extLst>
              <a:ext uri="{FF2B5EF4-FFF2-40B4-BE49-F238E27FC236}">
                <a16:creationId xmlns:a16="http://schemas.microsoft.com/office/drawing/2014/main" id="{C042272F-9742-216F-C3B9-45338709BD02}"/>
              </a:ext>
            </a:extLst>
          </p:cNvPr>
          <p:cNvSpPr txBox="1"/>
          <p:nvPr/>
        </p:nvSpPr>
        <p:spPr>
          <a:xfrm>
            <a:off x="560021" y="5791230"/>
            <a:ext cx="26152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Lucida Calligraphy" panose="03010101010101010101" pitchFamily="66" charset="0"/>
              </a:rPr>
              <a:t>Money to charity</a:t>
            </a:r>
            <a:endParaRPr lang="en-HK" sz="2000" b="1" dirty="0">
              <a:ln>
                <a:solidFill>
                  <a:schemeClr val="tx1"/>
                </a:solidFill>
              </a:ln>
              <a:solidFill>
                <a:schemeClr val="accent2">
                  <a:lumMod val="40000"/>
                  <a:lumOff val="60000"/>
                </a:schemeClr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文字方塊 55">
                <a:extLst>
                  <a:ext uri="{FF2B5EF4-FFF2-40B4-BE49-F238E27FC236}">
                    <a16:creationId xmlns:a16="http://schemas.microsoft.com/office/drawing/2014/main" id="{6E63E991-9E2B-105B-5CE3-A9755046F74C}"/>
                  </a:ext>
                </a:extLst>
              </p:cNvPr>
              <p:cNvSpPr txBox="1"/>
              <p:nvPr/>
            </p:nvSpPr>
            <p:spPr>
              <a:xfrm>
                <a:off x="3085875" y="578020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4" name="文字方塊 55">
                <a:extLst>
                  <a:ext uri="{FF2B5EF4-FFF2-40B4-BE49-F238E27FC236}">
                    <a16:creationId xmlns:a16="http://schemas.microsoft.com/office/drawing/2014/main" id="{6E63E991-9E2B-105B-5CE3-A9755046F7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5875" y="5780201"/>
                <a:ext cx="295688" cy="40011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文字方塊 56">
            <a:extLst>
              <a:ext uri="{FF2B5EF4-FFF2-40B4-BE49-F238E27FC236}">
                <a16:creationId xmlns:a16="http://schemas.microsoft.com/office/drawing/2014/main" id="{E730021A-E83B-4CF5-14EC-0EF7B0671BEC}"/>
              </a:ext>
            </a:extLst>
          </p:cNvPr>
          <p:cNvSpPr txBox="1"/>
          <p:nvPr/>
        </p:nvSpPr>
        <p:spPr>
          <a:xfrm>
            <a:off x="3389921" y="5799381"/>
            <a:ext cx="10468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Handwriting" panose="03010101010101010101" pitchFamily="66" charset="0"/>
              </a:rPr>
              <a:t>$117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66FFFF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6" name="文字方塊 57">
                <a:extLst>
                  <a:ext uri="{FF2B5EF4-FFF2-40B4-BE49-F238E27FC236}">
                    <a16:creationId xmlns:a16="http://schemas.microsoft.com/office/drawing/2014/main" id="{0B257847-75D2-839B-DBEF-185E2DBB241E}"/>
                  </a:ext>
                </a:extLst>
              </p:cNvPr>
              <p:cNvSpPr txBox="1"/>
              <p:nvPr/>
            </p:nvSpPr>
            <p:spPr>
              <a:xfrm>
                <a:off x="4202977" y="576840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6" name="文字方塊 57">
                <a:extLst>
                  <a:ext uri="{FF2B5EF4-FFF2-40B4-BE49-F238E27FC236}">
                    <a16:creationId xmlns:a16="http://schemas.microsoft.com/office/drawing/2014/main" id="{0B257847-75D2-839B-DBEF-185E2DBB24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2977" y="5768401"/>
                <a:ext cx="295688" cy="40011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文字方塊 56">
            <a:extLst>
              <a:ext uri="{FF2B5EF4-FFF2-40B4-BE49-F238E27FC236}">
                <a16:creationId xmlns:a16="http://schemas.microsoft.com/office/drawing/2014/main" id="{0DA66C81-6FE2-70DA-DC86-5ACDB7F364A8}"/>
              </a:ext>
            </a:extLst>
          </p:cNvPr>
          <p:cNvSpPr txBox="1"/>
          <p:nvPr/>
        </p:nvSpPr>
        <p:spPr>
          <a:xfrm>
            <a:off x="4453839" y="5802945"/>
            <a:ext cx="5556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34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00FF0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8" name="文字方塊 55">
                <a:extLst>
                  <a:ext uri="{FF2B5EF4-FFF2-40B4-BE49-F238E27FC236}">
                    <a16:creationId xmlns:a16="http://schemas.microsoft.com/office/drawing/2014/main" id="{9728C3CD-8357-022A-2EF6-E2639C649117}"/>
                  </a:ext>
                </a:extLst>
              </p:cNvPr>
              <p:cNvSpPr txBox="1"/>
              <p:nvPr/>
            </p:nvSpPr>
            <p:spPr>
              <a:xfrm>
                <a:off x="3082198" y="624518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8" name="文字方塊 55">
                <a:extLst>
                  <a:ext uri="{FF2B5EF4-FFF2-40B4-BE49-F238E27FC236}">
                    <a16:creationId xmlns:a16="http://schemas.microsoft.com/office/drawing/2014/main" id="{9728C3CD-8357-022A-2EF6-E2639C6491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2198" y="6245187"/>
                <a:ext cx="295688" cy="400110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文字方塊 56">
            <a:extLst>
              <a:ext uri="{FF2B5EF4-FFF2-40B4-BE49-F238E27FC236}">
                <a16:creationId xmlns:a16="http://schemas.microsoft.com/office/drawing/2014/main" id="{538A6A07-107D-6C9E-2A7F-F2A203A4A689}"/>
              </a:ext>
            </a:extLst>
          </p:cNvPr>
          <p:cNvSpPr txBox="1"/>
          <p:nvPr/>
        </p:nvSpPr>
        <p:spPr>
          <a:xfrm>
            <a:off x="3397962" y="6272277"/>
            <a:ext cx="10468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Lucida Handwriting" panose="03010101010101010101" pitchFamily="66" charset="0"/>
              </a:rPr>
              <a:t>$3978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chemeClr val="accent2">
                  <a:lumMod val="40000"/>
                  <a:lumOff val="60000"/>
                </a:schemeClr>
              </a:solidFill>
              <a:latin typeface="Lucida Calligraphy" panose="03010101010101010101" pitchFamily="66" charset="0"/>
            </a:endParaRPr>
          </a:p>
        </p:txBody>
      </p:sp>
      <p:grpSp>
        <p:nvGrpSpPr>
          <p:cNvPr id="50" name="群組 96">
            <a:extLst>
              <a:ext uri="{FF2B5EF4-FFF2-40B4-BE49-F238E27FC236}">
                <a16:creationId xmlns:a16="http://schemas.microsoft.com/office/drawing/2014/main" id="{A04A687A-DBC5-00E6-625E-E82289E6BD89}"/>
              </a:ext>
            </a:extLst>
          </p:cNvPr>
          <p:cNvGrpSpPr/>
          <p:nvPr/>
        </p:nvGrpSpPr>
        <p:grpSpPr>
          <a:xfrm>
            <a:off x="7821368" y="3976400"/>
            <a:ext cx="3132363" cy="461665"/>
            <a:chOff x="420004" y="4149080"/>
            <a:chExt cx="3132363" cy="46166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1" name="文字方塊 97">
                  <a:extLst>
                    <a:ext uri="{FF2B5EF4-FFF2-40B4-BE49-F238E27FC236}">
                      <a16:creationId xmlns:a16="http://schemas.microsoft.com/office/drawing/2014/main" id="{140283C5-249C-58E7-698F-AD29EF990A37}"/>
                    </a:ext>
                  </a:extLst>
                </p:cNvPr>
                <p:cNvSpPr txBox="1"/>
                <p:nvPr/>
              </p:nvSpPr>
              <p:spPr>
                <a:xfrm>
                  <a:off x="420004" y="4149080"/>
                  <a:ext cx="295688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∴</m:t>
                        </m:r>
                      </m:oMath>
                    </m:oMathPara>
                  </a14:m>
                  <a:endParaRPr lang="en-HK" sz="24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51" name="文字方塊 97">
                  <a:extLst>
                    <a:ext uri="{FF2B5EF4-FFF2-40B4-BE49-F238E27FC236}">
                      <a16:creationId xmlns:a16="http://schemas.microsoft.com/office/drawing/2014/main" id="{140283C5-249C-58E7-698F-AD29EF990A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0004" y="4149080"/>
                  <a:ext cx="295688" cy="461665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2" name="文字方塊 98">
              <a:extLst>
                <a:ext uri="{FF2B5EF4-FFF2-40B4-BE49-F238E27FC236}">
                  <a16:creationId xmlns:a16="http://schemas.microsoft.com/office/drawing/2014/main" id="{3110AD45-059A-241A-E38C-C6D58DC43480}"/>
                </a:ext>
              </a:extLst>
            </p:cNvPr>
            <p:cNvSpPr txBox="1"/>
            <p:nvPr/>
          </p:nvSpPr>
          <p:spPr>
            <a:xfrm>
              <a:off x="744387" y="4177549"/>
              <a:ext cx="28079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000" b="1" dirty="0">
                  <a:ln>
                    <a:solidFill>
                      <a:schemeClr val="tx1"/>
                    </a:solidFill>
                  </a:ln>
                  <a:solidFill>
                    <a:schemeClr val="accent5">
                      <a:lumMod val="60000"/>
                      <a:lumOff val="40000"/>
                    </a:schemeClr>
                  </a:solidFill>
                  <a:latin typeface="Lucida Calligraphy" panose="03010101010101010101" pitchFamily="66" charset="0"/>
                </a:rPr>
                <a:t>Percentage change</a:t>
              </a:r>
              <a:endParaRPr lang="zh-TW" altLang="en-US" sz="2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4" name="文字方塊 55">
                <a:extLst>
                  <a:ext uri="{FF2B5EF4-FFF2-40B4-BE49-F238E27FC236}">
                    <a16:creationId xmlns:a16="http://schemas.microsoft.com/office/drawing/2014/main" id="{6D19BEF8-A7B5-4CB9-1F6C-C2044AE3B9CE}"/>
                  </a:ext>
                </a:extLst>
              </p:cNvPr>
              <p:cNvSpPr txBox="1"/>
              <p:nvPr/>
            </p:nvSpPr>
            <p:spPr>
              <a:xfrm>
                <a:off x="7758305" y="458694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4" name="文字方塊 55">
                <a:extLst>
                  <a:ext uri="{FF2B5EF4-FFF2-40B4-BE49-F238E27FC236}">
                    <a16:creationId xmlns:a16="http://schemas.microsoft.com/office/drawing/2014/main" id="{6D19BEF8-A7B5-4CB9-1F6C-C2044AE3B9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8305" y="4586947"/>
                <a:ext cx="295688" cy="400110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TextBox 65">
            <a:extLst>
              <a:ext uri="{FF2B5EF4-FFF2-40B4-BE49-F238E27FC236}">
                <a16:creationId xmlns:a16="http://schemas.microsoft.com/office/drawing/2014/main" id="{50DE850E-B313-1558-6DED-B834A73174BA}"/>
              </a:ext>
            </a:extLst>
          </p:cNvPr>
          <p:cNvSpPr txBox="1"/>
          <p:nvPr/>
        </p:nvSpPr>
        <p:spPr>
          <a:xfrm>
            <a:off x="8141276" y="4617427"/>
            <a:ext cx="3797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$</a:t>
            </a:r>
            <a:endParaRPr lang="en-US" sz="2000" dirty="0"/>
          </a:p>
        </p:txBody>
      </p:sp>
      <p:sp>
        <p:nvSpPr>
          <p:cNvPr id="67" name="文字方塊 56">
            <a:extLst>
              <a:ext uri="{FF2B5EF4-FFF2-40B4-BE49-F238E27FC236}">
                <a16:creationId xmlns:a16="http://schemas.microsoft.com/office/drawing/2014/main" id="{8BDE8ECF-AD84-1321-9159-F7DC061DC3AD}"/>
              </a:ext>
            </a:extLst>
          </p:cNvPr>
          <p:cNvSpPr txBox="1"/>
          <p:nvPr/>
        </p:nvSpPr>
        <p:spPr>
          <a:xfrm>
            <a:off x="8435356" y="4439317"/>
            <a:ext cx="9927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Lucida Handwriting" panose="03010101010101010101" pitchFamily="66" charset="0"/>
              </a:rPr>
              <a:t>3978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chemeClr val="accent2">
                  <a:lumMod val="40000"/>
                  <a:lumOff val="60000"/>
                </a:schemeClr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8" name="文字方塊 57">
                <a:extLst>
                  <a:ext uri="{FF2B5EF4-FFF2-40B4-BE49-F238E27FC236}">
                    <a16:creationId xmlns:a16="http://schemas.microsoft.com/office/drawing/2014/main" id="{55B94042-5400-1D5A-A3AA-C437D3B0EF6E}"/>
                  </a:ext>
                </a:extLst>
              </p:cNvPr>
              <p:cNvSpPr txBox="1"/>
              <p:nvPr/>
            </p:nvSpPr>
            <p:spPr>
              <a:xfrm>
                <a:off x="9240866" y="441239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68" name="文字方塊 57">
                <a:extLst>
                  <a:ext uri="{FF2B5EF4-FFF2-40B4-BE49-F238E27FC236}">
                    <a16:creationId xmlns:a16="http://schemas.microsoft.com/office/drawing/2014/main" id="{55B94042-5400-1D5A-A3AA-C437D3B0EF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0866" y="4412394"/>
                <a:ext cx="295688" cy="400110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文字方塊 56">
            <a:extLst>
              <a:ext uri="{FF2B5EF4-FFF2-40B4-BE49-F238E27FC236}">
                <a16:creationId xmlns:a16="http://schemas.microsoft.com/office/drawing/2014/main" id="{9ABEB735-5ABC-F31C-17ED-A0041C3C2A47}"/>
              </a:ext>
            </a:extLst>
          </p:cNvPr>
          <p:cNvSpPr txBox="1"/>
          <p:nvPr/>
        </p:nvSpPr>
        <p:spPr>
          <a:xfrm>
            <a:off x="9471639" y="4443959"/>
            <a:ext cx="8704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Handwriting" panose="03010101010101010101" pitchFamily="66" charset="0"/>
              </a:rPr>
              <a:t>3600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0000"/>
              </a:solidFill>
              <a:latin typeface="Lucida Calligraphy" panose="03010101010101010101" pitchFamily="66" charset="0"/>
            </a:endParaRP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AF242953-AFBE-A163-682C-4DB13BC8409C}"/>
              </a:ext>
            </a:extLst>
          </p:cNvPr>
          <p:cNvCxnSpPr/>
          <p:nvPr/>
        </p:nvCxnSpPr>
        <p:spPr>
          <a:xfrm>
            <a:off x="8520840" y="4810032"/>
            <a:ext cx="181446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文字方塊 56">
            <a:extLst>
              <a:ext uri="{FF2B5EF4-FFF2-40B4-BE49-F238E27FC236}">
                <a16:creationId xmlns:a16="http://schemas.microsoft.com/office/drawing/2014/main" id="{612C8B30-97DD-D71D-49AD-D5239D121513}"/>
              </a:ext>
            </a:extLst>
          </p:cNvPr>
          <p:cNvSpPr txBox="1"/>
          <p:nvPr/>
        </p:nvSpPr>
        <p:spPr>
          <a:xfrm>
            <a:off x="8953497" y="4836955"/>
            <a:ext cx="8704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Handwriting" panose="03010101010101010101" pitchFamily="66" charset="0"/>
              </a:rPr>
              <a:t>3600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000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3" name="文字方塊 57">
                <a:extLst>
                  <a:ext uri="{FF2B5EF4-FFF2-40B4-BE49-F238E27FC236}">
                    <a16:creationId xmlns:a16="http://schemas.microsoft.com/office/drawing/2014/main" id="{49A90FA6-90D7-44A3-AC7A-BBEBD86D38CF}"/>
                  </a:ext>
                </a:extLst>
              </p:cNvPr>
              <p:cNvSpPr txBox="1"/>
              <p:nvPr/>
            </p:nvSpPr>
            <p:spPr>
              <a:xfrm>
                <a:off x="10399189" y="460228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73" name="文字方塊 57">
                <a:extLst>
                  <a:ext uri="{FF2B5EF4-FFF2-40B4-BE49-F238E27FC236}">
                    <a16:creationId xmlns:a16="http://schemas.microsoft.com/office/drawing/2014/main" id="{49A90FA6-90D7-44A3-AC7A-BBEBD86D38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99189" y="4602289"/>
                <a:ext cx="295688" cy="400110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文字方塊 60">
            <a:extLst>
              <a:ext uri="{FF2B5EF4-FFF2-40B4-BE49-F238E27FC236}">
                <a16:creationId xmlns:a16="http://schemas.microsoft.com/office/drawing/2014/main" id="{539EBBAF-A60E-F4DF-589A-D8430AF96C1E}"/>
              </a:ext>
            </a:extLst>
          </p:cNvPr>
          <p:cNvSpPr txBox="1"/>
          <p:nvPr/>
        </p:nvSpPr>
        <p:spPr>
          <a:xfrm>
            <a:off x="10643738" y="4636900"/>
            <a:ext cx="958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100</a:t>
            </a:r>
            <a:r>
              <a:rPr lang="en-HK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%</a:t>
            </a:r>
            <a:endParaRPr lang="en-HK" sz="20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5" name="文字方塊 55">
                <a:extLst>
                  <a:ext uri="{FF2B5EF4-FFF2-40B4-BE49-F238E27FC236}">
                    <a16:creationId xmlns:a16="http://schemas.microsoft.com/office/drawing/2014/main" id="{BDCA88F3-BCDF-00A1-5252-0CD6A5BA18C1}"/>
                  </a:ext>
                </a:extLst>
              </p:cNvPr>
              <p:cNvSpPr txBox="1"/>
              <p:nvPr/>
            </p:nvSpPr>
            <p:spPr>
              <a:xfrm>
                <a:off x="7765686" y="536006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75" name="文字方塊 55">
                <a:extLst>
                  <a:ext uri="{FF2B5EF4-FFF2-40B4-BE49-F238E27FC236}">
                    <a16:creationId xmlns:a16="http://schemas.microsoft.com/office/drawing/2014/main" id="{BDCA88F3-BCDF-00A1-5252-0CD6A5BA18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5686" y="5360067"/>
                <a:ext cx="295688" cy="400110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TextBox 75">
            <a:extLst>
              <a:ext uri="{FF2B5EF4-FFF2-40B4-BE49-F238E27FC236}">
                <a16:creationId xmlns:a16="http://schemas.microsoft.com/office/drawing/2014/main" id="{9C2707C3-8205-5BE9-CA9A-576B97D8ABB4}"/>
              </a:ext>
            </a:extLst>
          </p:cNvPr>
          <p:cNvSpPr txBox="1"/>
          <p:nvPr/>
        </p:nvSpPr>
        <p:spPr>
          <a:xfrm>
            <a:off x="8130588" y="5379219"/>
            <a:ext cx="3797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$</a:t>
            </a:r>
            <a:endParaRPr lang="en-US" sz="2000" dirty="0"/>
          </a:p>
        </p:txBody>
      </p:sp>
      <p:grpSp>
        <p:nvGrpSpPr>
          <p:cNvPr id="77" name="群組 74">
            <a:extLst>
              <a:ext uri="{FF2B5EF4-FFF2-40B4-BE49-F238E27FC236}">
                <a16:creationId xmlns:a16="http://schemas.microsoft.com/office/drawing/2014/main" id="{612D02FC-872B-6756-4BA2-A5479D724F17}"/>
              </a:ext>
            </a:extLst>
          </p:cNvPr>
          <p:cNvGrpSpPr/>
          <p:nvPr/>
        </p:nvGrpSpPr>
        <p:grpSpPr>
          <a:xfrm>
            <a:off x="8440123" y="5205500"/>
            <a:ext cx="877163" cy="782035"/>
            <a:chOff x="2819373" y="4671588"/>
            <a:chExt cx="877163" cy="782035"/>
          </a:xfrm>
        </p:grpSpPr>
        <p:sp>
          <p:nvSpPr>
            <p:cNvPr id="78" name="文字方塊 75">
              <a:extLst>
                <a:ext uri="{FF2B5EF4-FFF2-40B4-BE49-F238E27FC236}">
                  <a16:creationId xmlns:a16="http://schemas.microsoft.com/office/drawing/2014/main" id="{19259100-9CFD-02DD-E0B2-0D30DFBC9473}"/>
                </a:ext>
              </a:extLst>
            </p:cNvPr>
            <p:cNvSpPr txBox="1"/>
            <p:nvPr/>
          </p:nvSpPr>
          <p:spPr>
            <a:xfrm>
              <a:off x="2896107" y="4671588"/>
              <a:ext cx="70403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378</a:t>
              </a:r>
              <a:endPara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79" name="群組 76">
              <a:extLst>
                <a:ext uri="{FF2B5EF4-FFF2-40B4-BE49-F238E27FC236}">
                  <a16:creationId xmlns:a16="http://schemas.microsoft.com/office/drawing/2014/main" id="{7379958E-02FD-0DF0-AA79-D46390E9396D}"/>
                </a:ext>
              </a:extLst>
            </p:cNvPr>
            <p:cNvGrpSpPr/>
            <p:nvPr/>
          </p:nvGrpSpPr>
          <p:grpSpPr>
            <a:xfrm>
              <a:off x="2819373" y="5036045"/>
              <a:ext cx="877163" cy="417578"/>
              <a:chOff x="2819373" y="5036045"/>
              <a:chExt cx="877163" cy="417578"/>
            </a:xfrm>
          </p:grpSpPr>
          <p:cxnSp>
            <p:nvCxnSpPr>
              <p:cNvPr id="80" name="直線接點 77">
                <a:extLst>
                  <a:ext uri="{FF2B5EF4-FFF2-40B4-BE49-F238E27FC236}">
                    <a16:creationId xmlns:a16="http://schemas.microsoft.com/office/drawing/2014/main" id="{843788C2-F11A-17D8-8D44-7CAE21D9BF22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896107" y="5036045"/>
                <a:ext cx="780973" cy="0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81" name="文字方塊 78">
                <a:extLst>
                  <a:ext uri="{FF2B5EF4-FFF2-40B4-BE49-F238E27FC236}">
                    <a16:creationId xmlns:a16="http://schemas.microsoft.com/office/drawing/2014/main" id="{0BBC8392-D0F9-D7C0-FF81-EDCD4D8CF626}"/>
                  </a:ext>
                </a:extLst>
              </p:cNvPr>
              <p:cNvSpPr txBox="1"/>
              <p:nvPr/>
            </p:nvSpPr>
            <p:spPr>
              <a:xfrm>
                <a:off x="2819373" y="5053513"/>
                <a:ext cx="87716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3600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83" name="文字方塊 57">
                <a:extLst>
                  <a:ext uri="{FF2B5EF4-FFF2-40B4-BE49-F238E27FC236}">
                    <a16:creationId xmlns:a16="http://schemas.microsoft.com/office/drawing/2014/main" id="{37925D88-648C-6249-E9B1-72BE6AC7774F}"/>
                  </a:ext>
                </a:extLst>
              </p:cNvPr>
              <p:cNvSpPr txBox="1"/>
              <p:nvPr/>
            </p:nvSpPr>
            <p:spPr>
              <a:xfrm>
                <a:off x="9340922" y="535639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83" name="文字方塊 57">
                <a:extLst>
                  <a:ext uri="{FF2B5EF4-FFF2-40B4-BE49-F238E27FC236}">
                    <a16:creationId xmlns:a16="http://schemas.microsoft.com/office/drawing/2014/main" id="{37925D88-648C-6249-E9B1-72BE6AC777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40922" y="5356390"/>
                <a:ext cx="295688" cy="400110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4" name="文字方塊 60">
            <a:extLst>
              <a:ext uri="{FF2B5EF4-FFF2-40B4-BE49-F238E27FC236}">
                <a16:creationId xmlns:a16="http://schemas.microsoft.com/office/drawing/2014/main" id="{07628DE4-A222-C1AC-A27B-3AFE274C37B6}"/>
              </a:ext>
            </a:extLst>
          </p:cNvPr>
          <p:cNvSpPr txBox="1"/>
          <p:nvPr/>
        </p:nvSpPr>
        <p:spPr>
          <a:xfrm>
            <a:off x="9585471" y="5391001"/>
            <a:ext cx="958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100</a:t>
            </a:r>
            <a:r>
              <a:rPr lang="en-HK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%</a:t>
            </a:r>
            <a:endParaRPr lang="en-HK" sz="20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5" name="文字方塊 83">
                <a:extLst>
                  <a:ext uri="{FF2B5EF4-FFF2-40B4-BE49-F238E27FC236}">
                    <a16:creationId xmlns:a16="http://schemas.microsoft.com/office/drawing/2014/main" id="{B59A9F5C-E41E-808F-CB3A-42F1F7B91FB4}"/>
                  </a:ext>
                </a:extLst>
              </p:cNvPr>
              <p:cNvSpPr txBox="1"/>
              <p:nvPr/>
            </p:nvSpPr>
            <p:spPr>
              <a:xfrm>
                <a:off x="7765686" y="606334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85" name="文字方塊 83">
                <a:extLst>
                  <a:ext uri="{FF2B5EF4-FFF2-40B4-BE49-F238E27FC236}">
                    <a16:creationId xmlns:a16="http://schemas.microsoft.com/office/drawing/2014/main" id="{B59A9F5C-E41E-808F-CB3A-42F1F7B91F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5686" y="6063344"/>
                <a:ext cx="295688" cy="400110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6" name="文字方塊 60">
                <a:extLst>
                  <a:ext uri="{FF2B5EF4-FFF2-40B4-BE49-F238E27FC236}">
                    <a16:creationId xmlns:a16="http://schemas.microsoft.com/office/drawing/2014/main" id="{760D60A3-8E61-5928-072E-B97E786233E8}"/>
                  </a:ext>
                </a:extLst>
              </p:cNvPr>
              <p:cNvSpPr txBox="1"/>
              <p:nvPr/>
            </p:nvSpPr>
            <p:spPr>
              <a:xfrm>
                <a:off x="8134071" y="6063344"/>
                <a:ext cx="146148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accent5">
                        <a:lumMod val="60000"/>
                        <a:lumOff val="40000"/>
                      </a:schemeClr>
                    </a:solidFill>
                    <a:latin typeface="Lucida Handwriting" panose="03010101010101010101" pitchFamily="66" charset="0"/>
                  </a:rPr>
                  <a:t>10.5</a:t>
                </a:r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accent5">
                        <a:lumMod val="60000"/>
                        <a:lumOff val="40000"/>
                      </a:schemeClr>
                    </a:solidFill>
                    <a:latin typeface="Lucida Calligraphy" panose="03010101010101010101" pitchFamily="66" charset="0"/>
                  </a:rPr>
                  <a:t>%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accent5">
                      <a:lumMod val="60000"/>
                      <a:lumOff val="40000"/>
                    </a:schemeClr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86" name="文字方塊 60">
                <a:extLst>
                  <a:ext uri="{FF2B5EF4-FFF2-40B4-BE49-F238E27FC236}">
                    <a16:creationId xmlns:a16="http://schemas.microsoft.com/office/drawing/2014/main" id="{760D60A3-8E61-5928-072E-B97E786233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4071" y="6063344"/>
                <a:ext cx="1461489" cy="400110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7" name="Group 86">
            <a:extLst>
              <a:ext uri="{FF2B5EF4-FFF2-40B4-BE49-F238E27FC236}">
                <a16:creationId xmlns:a16="http://schemas.microsoft.com/office/drawing/2014/main" id="{6BF61A16-119F-D744-32C0-02BE2CD4918C}"/>
              </a:ext>
            </a:extLst>
          </p:cNvPr>
          <p:cNvGrpSpPr/>
          <p:nvPr/>
        </p:nvGrpSpPr>
        <p:grpSpPr>
          <a:xfrm>
            <a:off x="10817604" y="6041199"/>
            <a:ext cx="450031" cy="422255"/>
            <a:chOff x="10210582" y="1733059"/>
            <a:chExt cx="450031" cy="422255"/>
          </a:xfrm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27664330-27D8-34A1-D3F8-A29F0965E3BB}"/>
                </a:ext>
              </a:extLst>
            </p:cNvPr>
            <p:cNvSpPr/>
            <p:nvPr/>
          </p:nvSpPr>
          <p:spPr>
            <a:xfrm>
              <a:off x="10223770" y="1733059"/>
              <a:ext cx="436843" cy="40011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5CA2F081-35E8-6F91-BBBC-CFB0237BF776}"/>
                </a:ext>
              </a:extLst>
            </p:cNvPr>
            <p:cNvSpPr txBox="1"/>
            <p:nvPr/>
          </p:nvSpPr>
          <p:spPr>
            <a:xfrm>
              <a:off x="10210582" y="1755204"/>
              <a:ext cx="341456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D</a:t>
              </a:r>
              <a:endParaRPr lang="en-US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2763434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3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indefinite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8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3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6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1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>
                      <p:stCondLst>
                        <p:cond delay="indefinite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6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/>
      <p:bldP spid="15" grpId="0"/>
      <p:bldP spid="16" grpId="0"/>
      <p:bldP spid="17" grpId="0"/>
      <p:bldP spid="18" grpId="0"/>
      <p:bldP spid="21" grpId="0"/>
      <p:bldP spid="22" grpId="0"/>
      <p:bldP spid="23" grpId="0"/>
      <p:bldP spid="24" grpId="0"/>
      <p:bldP spid="29" grpId="0"/>
      <p:bldP spid="30" grpId="0"/>
      <p:bldP spid="32" grpId="0"/>
      <p:bldP spid="33" grpId="0"/>
      <p:bldP spid="34" grpId="0"/>
      <p:bldP spid="35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4" grpId="0"/>
      <p:bldP spid="66" grpId="0"/>
      <p:bldP spid="67" grpId="0"/>
      <p:bldP spid="68" grpId="0"/>
      <p:bldP spid="69" grpId="0"/>
      <p:bldP spid="72" grpId="0"/>
      <p:bldP spid="73" grpId="0"/>
      <p:bldP spid="74" grpId="0"/>
      <p:bldP spid="75" grpId="0"/>
      <p:bldP spid="76" grpId="0"/>
      <p:bldP spid="83" grpId="0"/>
      <p:bldP spid="84" grpId="0"/>
      <p:bldP spid="85" grpId="0"/>
      <p:bldP spid="8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Picture 89">
            <a:extLst>
              <a:ext uri="{FF2B5EF4-FFF2-40B4-BE49-F238E27FC236}">
                <a16:creationId xmlns:a16="http://schemas.microsoft.com/office/drawing/2014/main" id="{18B6E0B6-D535-1025-F918-3A46F91608E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b="65586"/>
          <a:stretch>
            <a:fillRect/>
          </a:stretch>
        </p:blipFill>
        <p:spPr>
          <a:xfrm>
            <a:off x="210455" y="204328"/>
            <a:ext cx="10257409" cy="73956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8BA8F1B-8CA1-353A-67CE-D280395688F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t="34643" r="80310"/>
          <a:stretch>
            <a:fillRect/>
          </a:stretch>
        </p:blipFill>
        <p:spPr>
          <a:xfrm>
            <a:off x="219420" y="943897"/>
            <a:ext cx="2019733" cy="140454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筆跡 59">
                <a:extLst>
                  <a:ext uri="{FF2B5EF4-FFF2-40B4-BE49-F238E27FC236}">
                    <a16:creationId xmlns:a16="http://schemas.microsoft.com/office/drawing/2014/main" id="{BB89C3B7-2FAA-D1E0-C0B4-DB8048B1D6D9}"/>
                  </a:ext>
                </a:extLst>
              </p14:cNvPr>
              <p14:cNvContentPartPr/>
              <p14:nvPr/>
            </p14:nvContentPartPr>
            <p14:xfrm>
              <a:off x="2082145" y="383566"/>
              <a:ext cx="669073" cy="45719"/>
            </p14:xfrm>
          </p:contentPart>
        </mc:Choice>
        <mc:Fallback>
          <p:pic>
            <p:nvPicPr>
              <p:cNvPr id="7" name="筆跡 59">
                <a:extLst>
                  <a:ext uri="{FF2B5EF4-FFF2-40B4-BE49-F238E27FC236}">
                    <a16:creationId xmlns:a16="http://schemas.microsoft.com/office/drawing/2014/main" id="{BB89C3B7-2FAA-D1E0-C0B4-DB8048B1D6D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28129" y="-13332134"/>
                <a:ext cx="776744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8" name="筆跡 59">
                <a:extLst>
                  <a:ext uri="{FF2B5EF4-FFF2-40B4-BE49-F238E27FC236}">
                    <a16:creationId xmlns:a16="http://schemas.microsoft.com/office/drawing/2014/main" id="{AED8668D-67CD-FE4F-1ED0-2D106E04C9A0}"/>
                  </a:ext>
                </a:extLst>
              </p14:cNvPr>
              <p14:cNvContentPartPr/>
              <p14:nvPr/>
            </p14:nvContentPartPr>
            <p14:xfrm>
              <a:off x="6700003" y="412648"/>
              <a:ext cx="669073" cy="45719"/>
            </p14:xfrm>
          </p:contentPart>
        </mc:Choice>
        <mc:Fallback>
          <p:pic>
            <p:nvPicPr>
              <p:cNvPr id="8" name="筆跡 59">
                <a:extLst>
                  <a:ext uri="{FF2B5EF4-FFF2-40B4-BE49-F238E27FC236}">
                    <a16:creationId xmlns:a16="http://schemas.microsoft.com/office/drawing/2014/main" id="{AED8668D-67CD-FE4F-1ED0-2D106E04C9A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645987" y="-13303052"/>
                <a:ext cx="776744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9" name="筆跡 59">
                <a:extLst>
                  <a:ext uri="{FF2B5EF4-FFF2-40B4-BE49-F238E27FC236}">
                    <a16:creationId xmlns:a16="http://schemas.microsoft.com/office/drawing/2014/main" id="{40DC1B03-058E-BF8D-EC50-FC2140D02AAA}"/>
                  </a:ext>
                </a:extLst>
              </p14:cNvPr>
              <p14:cNvContentPartPr/>
              <p14:nvPr/>
            </p14:nvContentPartPr>
            <p14:xfrm>
              <a:off x="8022276" y="393177"/>
              <a:ext cx="669073" cy="45719"/>
            </p14:xfrm>
          </p:contentPart>
        </mc:Choice>
        <mc:Fallback>
          <p:pic>
            <p:nvPicPr>
              <p:cNvPr id="9" name="筆跡 59">
                <a:extLst>
                  <a:ext uri="{FF2B5EF4-FFF2-40B4-BE49-F238E27FC236}">
                    <a16:creationId xmlns:a16="http://schemas.microsoft.com/office/drawing/2014/main" id="{40DC1B03-058E-BF8D-EC50-FC2140D02AA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968260" y="-13322523"/>
                <a:ext cx="776744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0" name="筆跡 59">
                <a:extLst>
                  <a:ext uri="{FF2B5EF4-FFF2-40B4-BE49-F238E27FC236}">
                    <a16:creationId xmlns:a16="http://schemas.microsoft.com/office/drawing/2014/main" id="{50E1567A-B40F-A3EE-E173-17A6DFC22F5C}"/>
                  </a:ext>
                </a:extLst>
              </p14:cNvPr>
              <p14:cNvContentPartPr/>
              <p14:nvPr/>
            </p14:nvContentPartPr>
            <p14:xfrm>
              <a:off x="2886979" y="740294"/>
              <a:ext cx="669073" cy="45719"/>
            </p14:xfrm>
          </p:contentPart>
        </mc:Choice>
        <mc:Fallback>
          <p:pic>
            <p:nvPicPr>
              <p:cNvPr id="10" name="筆跡 59">
                <a:extLst>
                  <a:ext uri="{FF2B5EF4-FFF2-40B4-BE49-F238E27FC236}">
                    <a16:creationId xmlns:a16="http://schemas.microsoft.com/office/drawing/2014/main" id="{50E1567A-B40F-A3EE-E173-17A6DFC22F5C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832963" y="-12975406"/>
                <a:ext cx="776744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1" name="筆跡 59">
                <a:extLst>
                  <a:ext uri="{FF2B5EF4-FFF2-40B4-BE49-F238E27FC236}">
                    <a16:creationId xmlns:a16="http://schemas.microsoft.com/office/drawing/2014/main" id="{D5269ED5-867A-138B-AC05-F930EF917B4C}"/>
                  </a:ext>
                </a:extLst>
              </p14:cNvPr>
              <p14:cNvContentPartPr/>
              <p14:nvPr/>
            </p14:nvContentPartPr>
            <p14:xfrm>
              <a:off x="7705398" y="749258"/>
              <a:ext cx="758442" cy="45719"/>
            </p14:xfrm>
          </p:contentPart>
        </mc:Choice>
        <mc:Fallback>
          <p:pic>
            <p:nvPicPr>
              <p:cNvPr id="11" name="筆跡 59">
                <a:extLst>
                  <a:ext uri="{FF2B5EF4-FFF2-40B4-BE49-F238E27FC236}">
                    <a16:creationId xmlns:a16="http://schemas.microsoft.com/office/drawing/2014/main" id="{D5269ED5-867A-138B-AC05-F930EF917B4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651378" y="-12966442"/>
                <a:ext cx="866122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字方塊 80">
                <a:extLst>
                  <a:ext uri="{FF2B5EF4-FFF2-40B4-BE49-F238E27FC236}">
                    <a16:creationId xmlns:a16="http://schemas.microsoft.com/office/drawing/2014/main" id="{3049A96D-6B96-1A08-C82B-1EE7849B6040}"/>
                  </a:ext>
                </a:extLst>
              </p:cNvPr>
              <p:cNvSpPr txBox="1"/>
              <p:nvPr/>
            </p:nvSpPr>
            <p:spPr>
              <a:xfrm>
                <a:off x="2307780" y="176636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2" name="文字方塊 80">
                <a:extLst>
                  <a:ext uri="{FF2B5EF4-FFF2-40B4-BE49-F238E27FC236}">
                    <a16:creationId xmlns:a16="http://schemas.microsoft.com/office/drawing/2014/main" id="{3049A96D-6B96-1A08-C82B-1EE7849B60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7780" y="1766367"/>
                <a:ext cx="295688" cy="4001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字方塊 43">
            <a:extLst>
              <a:ext uri="{FF2B5EF4-FFF2-40B4-BE49-F238E27FC236}">
                <a16:creationId xmlns:a16="http://schemas.microsoft.com/office/drawing/2014/main" id="{8BC20E3A-CBCA-D1D9-12B4-E0C1750388A3}"/>
              </a:ext>
            </a:extLst>
          </p:cNvPr>
          <p:cNvSpPr txBox="1"/>
          <p:nvPr/>
        </p:nvSpPr>
        <p:spPr>
          <a:xfrm>
            <a:off x="2636908" y="1794245"/>
            <a:ext cx="12846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$50000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字方塊 53">
                <a:extLst>
                  <a:ext uri="{FF2B5EF4-FFF2-40B4-BE49-F238E27FC236}">
                    <a16:creationId xmlns:a16="http://schemas.microsoft.com/office/drawing/2014/main" id="{12AD944B-5E5A-E8B0-9A69-5A3AB6F536DD}"/>
                  </a:ext>
                </a:extLst>
              </p:cNvPr>
              <p:cNvSpPr txBox="1"/>
              <p:nvPr/>
            </p:nvSpPr>
            <p:spPr>
              <a:xfrm>
                <a:off x="3773673" y="176231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4" name="文字方塊 53">
                <a:extLst>
                  <a:ext uri="{FF2B5EF4-FFF2-40B4-BE49-F238E27FC236}">
                    <a16:creationId xmlns:a16="http://schemas.microsoft.com/office/drawing/2014/main" id="{12AD944B-5E5A-E8B0-9A69-5A3AB6F536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3673" y="1762312"/>
                <a:ext cx="295688" cy="4001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字方塊 37">
                <a:extLst>
                  <a:ext uri="{FF2B5EF4-FFF2-40B4-BE49-F238E27FC236}">
                    <a16:creationId xmlns:a16="http://schemas.microsoft.com/office/drawing/2014/main" id="{175DA225-BDFD-32D8-019D-DA495FFA54E1}"/>
                  </a:ext>
                </a:extLst>
              </p:cNvPr>
              <p:cNvSpPr txBox="1"/>
              <p:nvPr/>
            </p:nvSpPr>
            <p:spPr>
              <a:xfrm>
                <a:off x="4069361" y="1788285"/>
                <a:ext cx="2049804" cy="4039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(</a:t>
                </a:r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1</a:t>
                </a:r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 </m:t>
                    </m:r>
                    <m:r>
                      <m:rPr>
                        <m:nor/>
                      </m:rPr>
                      <a:rPr lang="en-US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66FFFF"/>
                        </a:solidFill>
                        <a:latin typeface="Lucida Handwriting" panose="03010101010101010101" pitchFamily="66" charset="0"/>
                      </a:rPr>
                      <m:t>6</m:t>
                    </m:r>
                    <m:r>
                      <m:rPr>
                        <m:nor/>
                      </m:rPr>
                      <a:rPr lang="en-HK" altLang="zh-HK" sz="2000" b="1" dirty="0" smtClean="0">
                        <a:ln>
                          <a:solidFill>
                            <a:schemeClr val="tx1"/>
                          </a:solidFill>
                        </a:ln>
                        <a:latin typeface="Lucida Calligraphy" panose="03010101010101010101" pitchFamily="66" charset="0"/>
                      </a:rPr>
                      <m:t>%</m:t>
                    </m:r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0000"/>
                        </a:solidFill>
                        <a:latin typeface="Lucida Handwriting" panose="03010101010101010101" pitchFamily="66" charset="0"/>
                      </a:rPr>
                      <m:t>1</m:t>
                    </m:r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0000"/>
                        </a:solidFill>
                        <a:latin typeface="Lucida Handwriting" panose="03010101010101010101" pitchFamily="66" charset="0"/>
                      </a:rPr>
                      <m:t>0</m:t>
                    </m:r>
                    <m:r>
                      <m:rPr>
                        <m:nor/>
                      </m:rPr>
                      <a:rPr lang="en-US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Calligraphy" panose="03010101010101010101" pitchFamily="66" charset="0"/>
                      </a:rPr>
                      <m:t>)</m:t>
                    </m:r>
                  </m:oMath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5" name="文字方塊 37">
                <a:extLst>
                  <a:ext uri="{FF2B5EF4-FFF2-40B4-BE49-F238E27FC236}">
                    <a16:creationId xmlns:a16="http://schemas.microsoft.com/office/drawing/2014/main" id="{175DA225-BDFD-32D8-019D-DA495FFA54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9361" y="1788285"/>
                <a:ext cx="2049804" cy="40395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文字方塊 98">
            <a:extLst>
              <a:ext uri="{FF2B5EF4-FFF2-40B4-BE49-F238E27FC236}">
                <a16:creationId xmlns:a16="http://schemas.microsoft.com/office/drawing/2014/main" id="{895BF510-D1A3-0ABB-E212-ECF03C687849}"/>
              </a:ext>
            </a:extLst>
          </p:cNvPr>
          <p:cNvSpPr txBox="1"/>
          <p:nvPr/>
        </p:nvSpPr>
        <p:spPr>
          <a:xfrm>
            <a:off x="2651905" y="1235178"/>
            <a:ext cx="45237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Amount received from bank A</a:t>
            </a:r>
            <a:endParaRPr lang="zh-TW" altLang="en-US" sz="2000" b="1" dirty="0">
              <a:solidFill>
                <a:srgbClr val="00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字方塊 80">
                <a:extLst>
                  <a:ext uri="{FF2B5EF4-FFF2-40B4-BE49-F238E27FC236}">
                    <a16:creationId xmlns:a16="http://schemas.microsoft.com/office/drawing/2014/main" id="{EFD99C70-5000-D7A3-AA61-A08207006409}"/>
                  </a:ext>
                </a:extLst>
              </p:cNvPr>
              <p:cNvSpPr txBox="1"/>
              <p:nvPr/>
            </p:nvSpPr>
            <p:spPr>
              <a:xfrm>
                <a:off x="2301892" y="231894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7" name="文字方塊 80">
                <a:extLst>
                  <a:ext uri="{FF2B5EF4-FFF2-40B4-BE49-F238E27FC236}">
                    <a16:creationId xmlns:a16="http://schemas.microsoft.com/office/drawing/2014/main" id="{EFD99C70-5000-D7A3-AA61-A082070064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1892" y="2318942"/>
                <a:ext cx="295688" cy="4001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文字方塊 43">
            <a:extLst>
              <a:ext uri="{FF2B5EF4-FFF2-40B4-BE49-F238E27FC236}">
                <a16:creationId xmlns:a16="http://schemas.microsoft.com/office/drawing/2014/main" id="{73615CD3-05E3-0D6E-48D5-55A378336A48}"/>
              </a:ext>
            </a:extLst>
          </p:cNvPr>
          <p:cNvSpPr txBox="1"/>
          <p:nvPr/>
        </p:nvSpPr>
        <p:spPr>
          <a:xfrm>
            <a:off x="2631020" y="2346820"/>
            <a:ext cx="12846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$80000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文字方塊 80">
                <a:extLst>
                  <a:ext uri="{FF2B5EF4-FFF2-40B4-BE49-F238E27FC236}">
                    <a16:creationId xmlns:a16="http://schemas.microsoft.com/office/drawing/2014/main" id="{59C8422A-FC06-8BED-5653-4E0F55BCC779}"/>
                  </a:ext>
                </a:extLst>
              </p:cNvPr>
              <p:cNvSpPr txBox="1"/>
              <p:nvPr/>
            </p:nvSpPr>
            <p:spPr>
              <a:xfrm>
                <a:off x="2307780" y="351560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9" name="文字方塊 80">
                <a:extLst>
                  <a:ext uri="{FF2B5EF4-FFF2-40B4-BE49-F238E27FC236}">
                    <a16:creationId xmlns:a16="http://schemas.microsoft.com/office/drawing/2014/main" id="{59C8422A-FC06-8BED-5653-4E0F55BCC7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7780" y="3515604"/>
                <a:ext cx="295688" cy="4001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文字方塊 43">
            <a:extLst>
              <a:ext uri="{FF2B5EF4-FFF2-40B4-BE49-F238E27FC236}">
                <a16:creationId xmlns:a16="http://schemas.microsoft.com/office/drawing/2014/main" id="{9B5F77DD-0DDF-212C-DC92-8FF9FB502FB2}"/>
              </a:ext>
            </a:extLst>
          </p:cNvPr>
          <p:cNvSpPr txBox="1"/>
          <p:nvPr/>
        </p:nvSpPr>
        <p:spPr>
          <a:xfrm>
            <a:off x="2636908" y="3543482"/>
            <a:ext cx="12846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Handwriting" panose="03010101010101010101" pitchFamily="66" charset="0"/>
              </a:rPr>
              <a:t>$40000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文字方塊 53">
                <a:extLst>
                  <a:ext uri="{FF2B5EF4-FFF2-40B4-BE49-F238E27FC236}">
                    <a16:creationId xmlns:a16="http://schemas.microsoft.com/office/drawing/2014/main" id="{E5662987-4A42-85F7-E428-7809C0151493}"/>
                  </a:ext>
                </a:extLst>
              </p:cNvPr>
              <p:cNvSpPr txBox="1"/>
              <p:nvPr/>
            </p:nvSpPr>
            <p:spPr>
              <a:xfrm>
                <a:off x="3773673" y="351154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1" name="文字方塊 53">
                <a:extLst>
                  <a:ext uri="{FF2B5EF4-FFF2-40B4-BE49-F238E27FC236}">
                    <a16:creationId xmlns:a16="http://schemas.microsoft.com/office/drawing/2014/main" id="{E5662987-4A42-85F7-E428-7809C01514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3673" y="3511549"/>
                <a:ext cx="295688" cy="4001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文字方塊 37">
                <a:extLst>
                  <a:ext uri="{FF2B5EF4-FFF2-40B4-BE49-F238E27FC236}">
                    <a16:creationId xmlns:a16="http://schemas.microsoft.com/office/drawing/2014/main" id="{3227E4A7-30B3-D07D-6D5F-C952F2FA1B78}"/>
                  </a:ext>
                </a:extLst>
              </p:cNvPr>
              <p:cNvSpPr txBox="1"/>
              <p:nvPr/>
            </p:nvSpPr>
            <p:spPr>
              <a:xfrm>
                <a:off x="4069361" y="3537522"/>
                <a:ext cx="2049804" cy="4039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(</a:t>
                </a:r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1</a:t>
                </a:r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 </m:t>
                    </m:r>
                    <m:r>
                      <m:rPr>
                        <m:nor/>
                      </m:rPr>
                      <a:rPr lang="en-US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00B0F0"/>
                        </a:solidFill>
                        <a:latin typeface="Lucida Handwriting" panose="03010101010101010101" pitchFamily="66" charset="0"/>
                      </a:rPr>
                      <m:t>7</m:t>
                    </m:r>
                    <m:r>
                      <m:rPr>
                        <m:nor/>
                      </m:rPr>
                      <a:rPr lang="en-HK" altLang="zh-HK" sz="2000" b="1" dirty="0" smtClean="0">
                        <a:ln>
                          <a:solidFill>
                            <a:schemeClr val="tx1"/>
                          </a:solidFill>
                        </a:ln>
                        <a:latin typeface="Lucida Calligraphy" panose="03010101010101010101" pitchFamily="66" charset="0"/>
                      </a:rPr>
                      <m:t>%</m:t>
                    </m:r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0000"/>
                        </a:solidFill>
                        <a:latin typeface="Lucida Handwriting" panose="03010101010101010101" pitchFamily="66" charset="0"/>
                      </a:rPr>
                      <m:t>1</m:t>
                    </m:r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0000"/>
                        </a:solidFill>
                        <a:latin typeface="Lucida Handwriting" panose="03010101010101010101" pitchFamily="66" charset="0"/>
                      </a:rPr>
                      <m:t>0</m:t>
                    </m:r>
                    <m:r>
                      <m:rPr>
                        <m:nor/>
                      </m:rPr>
                      <a:rPr lang="en-US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Calligraphy" panose="03010101010101010101" pitchFamily="66" charset="0"/>
                      </a:rPr>
                      <m:t>)</m:t>
                    </m:r>
                  </m:oMath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2" name="文字方塊 37">
                <a:extLst>
                  <a:ext uri="{FF2B5EF4-FFF2-40B4-BE49-F238E27FC236}">
                    <a16:creationId xmlns:a16="http://schemas.microsoft.com/office/drawing/2014/main" id="{3227E4A7-30B3-D07D-6D5F-C952F2FA1B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9361" y="3537522"/>
                <a:ext cx="2049804" cy="403957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文字方塊 98">
            <a:extLst>
              <a:ext uri="{FF2B5EF4-FFF2-40B4-BE49-F238E27FC236}">
                <a16:creationId xmlns:a16="http://schemas.microsoft.com/office/drawing/2014/main" id="{DCC45F5D-B9C5-5997-043D-6A8BB58A7CFC}"/>
              </a:ext>
            </a:extLst>
          </p:cNvPr>
          <p:cNvSpPr txBox="1"/>
          <p:nvPr/>
        </p:nvSpPr>
        <p:spPr>
          <a:xfrm>
            <a:off x="2651905" y="3038205"/>
            <a:ext cx="45237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rPr>
              <a:t>Amount received from bank B</a:t>
            </a:r>
            <a:endParaRPr lang="zh-TW" altLang="en-US" sz="2000" b="1" dirty="0">
              <a:solidFill>
                <a:srgbClr val="92D05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文字方塊 80">
                <a:extLst>
                  <a:ext uri="{FF2B5EF4-FFF2-40B4-BE49-F238E27FC236}">
                    <a16:creationId xmlns:a16="http://schemas.microsoft.com/office/drawing/2014/main" id="{A57850E9-0A0E-A727-C503-D31109DF0CFA}"/>
                  </a:ext>
                </a:extLst>
              </p:cNvPr>
              <p:cNvSpPr txBox="1"/>
              <p:nvPr/>
            </p:nvSpPr>
            <p:spPr>
              <a:xfrm>
                <a:off x="2301892" y="402335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4" name="文字方塊 80">
                <a:extLst>
                  <a:ext uri="{FF2B5EF4-FFF2-40B4-BE49-F238E27FC236}">
                    <a16:creationId xmlns:a16="http://schemas.microsoft.com/office/drawing/2014/main" id="{A57850E9-0A0E-A727-C503-D31109DF0C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1892" y="4023354"/>
                <a:ext cx="295688" cy="40011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文字方塊 43">
            <a:extLst>
              <a:ext uri="{FF2B5EF4-FFF2-40B4-BE49-F238E27FC236}">
                <a16:creationId xmlns:a16="http://schemas.microsoft.com/office/drawing/2014/main" id="{12B0BD0B-CB6B-6065-F904-BE1A13E18E69}"/>
              </a:ext>
            </a:extLst>
          </p:cNvPr>
          <p:cNvSpPr txBox="1"/>
          <p:nvPr/>
        </p:nvSpPr>
        <p:spPr>
          <a:xfrm>
            <a:off x="2631020" y="4051232"/>
            <a:ext cx="12846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Handwriting" panose="03010101010101010101" pitchFamily="66" charset="0"/>
              </a:rPr>
              <a:t>$68000</a:t>
            </a:r>
          </a:p>
        </p:txBody>
      </p:sp>
      <p:sp>
        <p:nvSpPr>
          <p:cNvPr id="26" name="文字方塊 98">
            <a:extLst>
              <a:ext uri="{FF2B5EF4-FFF2-40B4-BE49-F238E27FC236}">
                <a16:creationId xmlns:a16="http://schemas.microsoft.com/office/drawing/2014/main" id="{D9F9B2A6-925D-966B-68FD-3D982C6E5789}"/>
              </a:ext>
            </a:extLst>
          </p:cNvPr>
          <p:cNvSpPr txBox="1"/>
          <p:nvPr/>
        </p:nvSpPr>
        <p:spPr>
          <a:xfrm>
            <a:off x="2631020" y="4719656"/>
            <a:ext cx="41925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Total amount he will receive</a:t>
            </a:r>
            <a:endParaRPr lang="zh-TW" altLang="en-US" sz="2000" b="1" dirty="0">
              <a:solidFill>
                <a:schemeClr val="accent5">
                  <a:lumMod val="60000"/>
                  <a:lumOff val="40000"/>
                </a:schemeClr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文字方塊 80">
                <a:extLst>
                  <a:ext uri="{FF2B5EF4-FFF2-40B4-BE49-F238E27FC236}">
                    <a16:creationId xmlns:a16="http://schemas.microsoft.com/office/drawing/2014/main" id="{D30D10FD-A94D-ED6B-12FE-91890CB8540C}"/>
                  </a:ext>
                </a:extLst>
              </p:cNvPr>
              <p:cNvSpPr txBox="1"/>
              <p:nvPr/>
            </p:nvSpPr>
            <p:spPr>
              <a:xfrm>
                <a:off x="2301892" y="521443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7" name="文字方塊 80">
                <a:extLst>
                  <a:ext uri="{FF2B5EF4-FFF2-40B4-BE49-F238E27FC236}">
                    <a16:creationId xmlns:a16="http://schemas.microsoft.com/office/drawing/2014/main" id="{D30D10FD-A94D-ED6B-12FE-91890CB854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1892" y="5214436"/>
                <a:ext cx="295688" cy="40011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文字方塊 43">
            <a:extLst>
              <a:ext uri="{FF2B5EF4-FFF2-40B4-BE49-F238E27FC236}">
                <a16:creationId xmlns:a16="http://schemas.microsoft.com/office/drawing/2014/main" id="{66D2464E-6E67-F964-979C-04E1A4673740}"/>
              </a:ext>
            </a:extLst>
          </p:cNvPr>
          <p:cNvSpPr txBox="1"/>
          <p:nvPr/>
        </p:nvSpPr>
        <p:spPr>
          <a:xfrm>
            <a:off x="2631020" y="5242314"/>
            <a:ext cx="14383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$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80000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文字方塊 53">
                <a:extLst>
                  <a:ext uri="{FF2B5EF4-FFF2-40B4-BE49-F238E27FC236}">
                    <a16:creationId xmlns:a16="http://schemas.microsoft.com/office/drawing/2014/main" id="{47384175-443D-4781-5ED8-B77944D2B3F8}"/>
                  </a:ext>
                </a:extLst>
              </p:cNvPr>
              <p:cNvSpPr txBox="1"/>
              <p:nvPr/>
            </p:nvSpPr>
            <p:spPr>
              <a:xfrm>
                <a:off x="3851565" y="523056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9" name="文字方塊 53">
                <a:extLst>
                  <a:ext uri="{FF2B5EF4-FFF2-40B4-BE49-F238E27FC236}">
                    <a16:creationId xmlns:a16="http://schemas.microsoft.com/office/drawing/2014/main" id="{47384175-443D-4781-5ED8-B77944D2B3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1565" y="5230562"/>
                <a:ext cx="295688" cy="40011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文字方塊 43">
            <a:extLst>
              <a:ext uri="{FF2B5EF4-FFF2-40B4-BE49-F238E27FC236}">
                <a16:creationId xmlns:a16="http://schemas.microsoft.com/office/drawing/2014/main" id="{BBC34C42-1034-CA9D-FBA1-7D0987F802AE}"/>
              </a:ext>
            </a:extLst>
          </p:cNvPr>
          <p:cNvSpPr txBox="1"/>
          <p:nvPr/>
        </p:nvSpPr>
        <p:spPr>
          <a:xfrm>
            <a:off x="4106485" y="5242314"/>
            <a:ext cx="12846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Handwriting" panose="03010101010101010101" pitchFamily="66" charset="0"/>
              </a:rPr>
              <a:t>$68000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文字方塊 80">
                <a:extLst>
                  <a:ext uri="{FF2B5EF4-FFF2-40B4-BE49-F238E27FC236}">
                    <a16:creationId xmlns:a16="http://schemas.microsoft.com/office/drawing/2014/main" id="{D20A33B5-3A40-04C6-C6FB-A59E4F34AAB4}"/>
                  </a:ext>
                </a:extLst>
              </p:cNvPr>
              <p:cNvSpPr txBox="1"/>
              <p:nvPr/>
            </p:nvSpPr>
            <p:spPr>
              <a:xfrm>
                <a:off x="2301892" y="566640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3" name="文字方塊 80">
                <a:extLst>
                  <a:ext uri="{FF2B5EF4-FFF2-40B4-BE49-F238E27FC236}">
                    <a16:creationId xmlns:a16="http://schemas.microsoft.com/office/drawing/2014/main" id="{D20A33B5-3A40-04C6-C6FB-A59E4F34AA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1892" y="5666405"/>
                <a:ext cx="295688" cy="40011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文字方塊 43">
            <a:extLst>
              <a:ext uri="{FF2B5EF4-FFF2-40B4-BE49-F238E27FC236}">
                <a16:creationId xmlns:a16="http://schemas.microsoft.com/office/drawing/2014/main" id="{3006624B-8A57-0516-664B-996F5F52E303}"/>
              </a:ext>
            </a:extLst>
          </p:cNvPr>
          <p:cNvSpPr txBox="1"/>
          <p:nvPr/>
        </p:nvSpPr>
        <p:spPr>
          <a:xfrm>
            <a:off x="2631020" y="5694283"/>
            <a:ext cx="14383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rPr>
              <a:t>$148000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35" name="筆跡 59">
                <a:extLst>
                  <a:ext uri="{FF2B5EF4-FFF2-40B4-BE49-F238E27FC236}">
                    <a16:creationId xmlns:a16="http://schemas.microsoft.com/office/drawing/2014/main" id="{A61DF272-38B9-C467-0C4A-3FF71D9C2E65}"/>
                  </a:ext>
                </a:extLst>
              </p14:cNvPr>
              <p14:cNvContentPartPr/>
              <p14:nvPr/>
            </p14:nvContentPartPr>
            <p14:xfrm>
              <a:off x="4504533" y="742602"/>
              <a:ext cx="1125303" cy="45719"/>
            </p14:xfrm>
          </p:contentPart>
        </mc:Choice>
        <mc:Fallback>
          <p:pic>
            <p:nvPicPr>
              <p:cNvPr id="35" name="筆跡 59">
                <a:extLst>
                  <a:ext uri="{FF2B5EF4-FFF2-40B4-BE49-F238E27FC236}">
                    <a16:creationId xmlns:a16="http://schemas.microsoft.com/office/drawing/2014/main" id="{A61DF272-38B9-C467-0C4A-3FF71D9C2E65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450501" y="-12973098"/>
                <a:ext cx="1233006" cy="27431400"/>
              </a:xfrm>
              <a:prstGeom prst="rect">
                <a:avLst/>
              </a:prstGeom>
            </p:spPr>
          </p:pic>
        </mc:Fallback>
      </mc:AlternateContent>
      <p:grpSp>
        <p:nvGrpSpPr>
          <p:cNvPr id="36" name="Group 35">
            <a:extLst>
              <a:ext uri="{FF2B5EF4-FFF2-40B4-BE49-F238E27FC236}">
                <a16:creationId xmlns:a16="http://schemas.microsoft.com/office/drawing/2014/main" id="{B7B6E892-FC5A-900C-9783-E39086C134B0}"/>
              </a:ext>
            </a:extLst>
          </p:cNvPr>
          <p:cNvGrpSpPr/>
          <p:nvPr/>
        </p:nvGrpSpPr>
        <p:grpSpPr>
          <a:xfrm>
            <a:off x="8220894" y="5672138"/>
            <a:ext cx="450031" cy="422255"/>
            <a:chOff x="10210582" y="1733059"/>
            <a:chExt cx="450031" cy="422255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FD6B31BB-6715-68B1-2F33-9097C8CBB952}"/>
                </a:ext>
              </a:extLst>
            </p:cNvPr>
            <p:cNvSpPr/>
            <p:nvPr/>
          </p:nvSpPr>
          <p:spPr>
            <a:xfrm>
              <a:off x="10223770" y="1733059"/>
              <a:ext cx="436843" cy="40011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25B27BA9-0534-7D54-7E6D-8E73992FD5C7}"/>
                </a:ext>
              </a:extLst>
            </p:cNvPr>
            <p:cNvSpPr txBox="1"/>
            <p:nvPr/>
          </p:nvSpPr>
          <p:spPr>
            <a:xfrm>
              <a:off x="10210582" y="1755204"/>
              <a:ext cx="341456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A</a:t>
              </a:r>
              <a:endParaRPr lang="en-US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669946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3" grpId="0"/>
      <p:bldP spid="3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E198F8-D460-8322-E0A7-0D833E6F769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b="53896"/>
          <a:stretch>
            <a:fillRect/>
          </a:stretch>
        </p:blipFill>
        <p:spPr>
          <a:xfrm>
            <a:off x="186072" y="213030"/>
            <a:ext cx="10188823" cy="111374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8D85890-67B3-BF49-7CCE-5CC2DF8B163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t="45732" r="82467"/>
          <a:stretch>
            <a:fillRect/>
          </a:stretch>
        </p:blipFill>
        <p:spPr>
          <a:xfrm>
            <a:off x="176836" y="1326776"/>
            <a:ext cx="1786435" cy="131096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筆跡 59">
                <a:extLst>
                  <a:ext uri="{FF2B5EF4-FFF2-40B4-BE49-F238E27FC236}">
                    <a16:creationId xmlns:a16="http://schemas.microsoft.com/office/drawing/2014/main" id="{B9CE51B1-4DDA-BBAF-8AFC-DCF8F9286E34}"/>
                  </a:ext>
                </a:extLst>
              </p14:cNvPr>
              <p14:cNvContentPartPr/>
              <p14:nvPr/>
            </p14:nvContentPartPr>
            <p14:xfrm>
              <a:off x="6316886" y="406082"/>
              <a:ext cx="854879" cy="45719"/>
            </p14:xfrm>
          </p:contentPart>
        </mc:Choice>
        <mc:Fallback>
          <p:pic>
            <p:nvPicPr>
              <p:cNvPr id="7" name="筆跡 59">
                <a:extLst>
                  <a:ext uri="{FF2B5EF4-FFF2-40B4-BE49-F238E27FC236}">
                    <a16:creationId xmlns:a16="http://schemas.microsoft.com/office/drawing/2014/main" id="{B9CE51B1-4DDA-BBAF-8AFC-DCF8F9286E3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262871" y="-13309618"/>
                <a:ext cx="962549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8" name="筆跡 59">
                <a:extLst>
                  <a:ext uri="{FF2B5EF4-FFF2-40B4-BE49-F238E27FC236}">
                    <a16:creationId xmlns:a16="http://schemas.microsoft.com/office/drawing/2014/main" id="{9CBA7266-BD19-C871-9669-AD6AAA731F8B}"/>
                  </a:ext>
                </a:extLst>
              </p14:cNvPr>
              <p14:cNvContentPartPr/>
              <p14:nvPr/>
            </p14:nvContentPartPr>
            <p14:xfrm>
              <a:off x="8477589" y="414153"/>
              <a:ext cx="548846" cy="45719"/>
            </p14:xfrm>
          </p:contentPart>
        </mc:Choice>
        <mc:Fallback>
          <p:pic>
            <p:nvPicPr>
              <p:cNvPr id="8" name="筆跡 59">
                <a:extLst>
                  <a:ext uri="{FF2B5EF4-FFF2-40B4-BE49-F238E27FC236}">
                    <a16:creationId xmlns:a16="http://schemas.microsoft.com/office/drawing/2014/main" id="{9CBA7266-BD19-C871-9669-AD6AAA731F8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423569" y="-13301547"/>
                <a:ext cx="656526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9" name="筆跡 59">
                <a:extLst>
                  <a:ext uri="{FF2B5EF4-FFF2-40B4-BE49-F238E27FC236}">
                    <a16:creationId xmlns:a16="http://schemas.microsoft.com/office/drawing/2014/main" id="{A71F34A7-2F46-9206-766B-75AFCCF2ABA9}"/>
                  </a:ext>
                </a:extLst>
              </p14:cNvPr>
              <p14:cNvContentPartPr/>
              <p14:nvPr/>
            </p14:nvContentPartPr>
            <p14:xfrm>
              <a:off x="2142564" y="747043"/>
              <a:ext cx="644001" cy="45719"/>
            </p14:xfrm>
          </p:contentPart>
        </mc:Choice>
        <mc:Fallback>
          <p:pic>
            <p:nvPicPr>
              <p:cNvPr id="9" name="筆跡 59">
                <a:extLst>
                  <a:ext uri="{FF2B5EF4-FFF2-40B4-BE49-F238E27FC236}">
                    <a16:creationId xmlns:a16="http://schemas.microsoft.com/office/drawing/2014/main" id="{A71F34A7-2F46-9206-766B-75AFCCF2ABA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088537" y="-12968657"/>
                <a:ext cx="751695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0" name="筆跡 59">
                <a:extLst>
                  <a:ext uri="{FF2B5EF4-FFF2-40B4-BE49-F238E27FC236}">
                    <a16:creationId xmlns:a16="http://schemas.microsoft.com/office/drawing/2014/main" id="{18BC9036-DFD6-B8D1-2FBA-6C03EFEF6936}"/>
                  </a:ext>
                </a:extLst>
              </p14:cNvPr>
              <p14:cNvContentPartPr/>
              <p14:nvPr/>
            </p14:nvContentPartPr>
            <p14:xfrm>
              <a:off x="3205116" y="742113"/>
              <a:ext cx="515237" cy="45719"/>
            </p14:xfrm>
          </p:contentPart>
        </mc:Choice>
        <mc:Fallback>
          <p:pic>
            <p:nvPicPr>
              <p:cNvPr id="10" name="筆跡 59">
                <a:extLst>
                  <a:ext uri="{FF2B5EF4-FFF2-40B4-BE49-F238E27FC236}">
                    <a16:creationId xmlns:a16="http://schemas.microsoft.com/office/drawing/2014/main" id="{18BC9036-DFD6-B8D1-2FBA-6C03EFEF6936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151108" y="-12973587"/>
                <a:ext cx="622893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1" name="筆跡 59">
                <a:extLst>
                  <a:ext uri="{FF2B5EF4-FFF2-40B4-BE49-F238E27FC236}">
                    <a16:creationId xmlns:a16="http://schemas.microsoft.com/office/drawing/2014/main" id="{82EB901C-C6BA-F10C-BC63-917EE93B174E}"/>
                  </a:ext>
                </a:extLst>
              </p14:cNvPr>
              <p14:cNvContentPartPr/>
              <p14:nvPr/>
            </p14:nvContentPartPr>
            <p14:xfrm>
              <a:off x="4752293" y="747043"/>
              <a:ext cx="669073" cy="45719"/>
            </p14:xfrm>
          </p:contentPart>
        </mc:Choice>
        <mc:Fallback>
          <p:pic>
            <p:nvPicPr>
              <p:cNvPr id="11" name="筆跡 59">
                <a:extLst>
                  <a:ext uri="{FF2B5EF4-FFF2-40B4-BE49-F238E27FC236}">
                    <a16:creationId xmlns:a16="http://schemas.microsoft.com/office/drawing/2014/main" id="{82EB901C-C6BA-F10C-BC63-917EE93B174E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698277" y="-12968657"/>
                <a:ext cx="776744" cy="27431400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文字方塊 98">
            <a:extLst>
              <a:ext uri="{FF2B5EF4-FFF2-40B4-BE49-F238E27FC236}">
                <a16:creationId xmlns:a16="http://schemas.microsoft.com/office/drawing/2014/main" id="{29982107-9C1E-9DF5-036B-98436DD1A093}"/>
              </a:ext>
            </a:extLst>
          </p:cNvPr>
          <p:cNvSpPr txBox="1"/>
          <p:nvPr/>
        </p:nvSpPr>
        <p:spPr>
          <a:xfrm>
            <a:off x="2562258" y="1582150"/>
            <a:ext cx="32737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Let </a:t>
            </a:r>
            <a:r>
              <a:rPr lang="en-US" altLang="zh-TW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$</a:t>
            </a:r>
            <a:r>
              <a:rPr lang="en-US" altLang="zh-TW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P</a:t>
            </a:r>
            <a:r>
              <a:rPr lang="en-US" altLang="zh-TW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 be the principal.</a:t>
            </a:r>
            <a:endParaRPr lang="zh-TW" altLang="en-US" sz="2000" b="1" dirty="0">
              <a:latin typeface="Lucida Handwriting" panose="03010101010101010101" pitchFamily="66" charset="0"/>
            </a:endParaRPr>
          </a:p>
        </p:txBody>
      </p:sp>
      <p:sp>
        <p:nvSpPr>
          <p:cNvPr id="15" name="文字方塊 44">
            <a:extLst>
              <a:ext uri="{FF2B5EF4-FFF2-40B4-BE49-F238E27FC236}">
                <a16:creationId xmlns:a16="http://schemas.microsoft.com/office/drawing/2014/main" id="{5C2BDCFD-BFD3-A801-0853-5A9353F80F62}"/>
              </a:ext>
            </a:extLst>
          </p:cNvPr>
          <p:cNvSpPr txBox="1"/>
          <p:nvPr/>
        </p:nvSpPr>
        <p:spPr>
          <a:xfrm>
            <a:off x="3016159" y="2116840"/>
            <a:ext cx="2261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P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p:grpSp>
        <p:nvGrpSpPr>
          <p:cNvPr id="17" name="群組 46">
            <a:extLst>
              <a:ext uri="{FF2B5EF4-FFF2-40B4-BE49-F238E27FC236}">
                <a16:creationId xmlns:a16="http://schemas.microsoft.com/office/drawing/2014/main" id="{1EA891D1-EDAC-601E-8936-6799E53C87E8}"/>
              </a:ext>
            </a:extLst>
          </p:cNvPr>
          <p:cNvGrpSpPr/>
          <p:nvPr/>
        </p:nvGrpSpPr>
        <p:grpSpPr>
          <a:xfrm>
            <a:off x="3270131" y="2107939"/>
            <a:ext cx="1477173" cy="409011"/>
            <a:chOff x="1498603" y="1408278"/>
            <a:chExt cx="1477173" cy="409011"/>
          </a:xfrm>
        </p:grpSpPr>
        <p:sp>
          <p:nvSpPr>
            <p:cNvPr id="18" name="文字方塊 47">
              <a:extLst>
                <a:ext uri="{FF2B5EF4-FFF2-40B4-BE49-F238E27FC236}">
                  <a16:creationId xmlns:a16="http://schemas.microsoft.com/office/drawing/2014/main" id="{CE5BF006-F1BC-63E5-564A-54976930BA6F}"/>
                </a:ext>
              </a:extLst>
            </p:cNvPr>
            <p:cNvSpPr txBox="1"/>
            <p:nvPr/>
          </p:nvSpPr>
          <p:spPr>
            <a:xfrm>
              <a:off x="1498603" y="1417179"/>
              <a:ext cx="4571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19" name="文字方塊 48">
              <a:extLst>
                <a:ext uri="{FF2B5EF4-FFF2-40B4-BE49-F238E27FC236}">
                  <a16:creationId xmlns:a16="http://schemas.microsoft.com/office/drawing/2014/main" id="{AACA9F24-4A04-7493-7C4C-03B5FBDE25EC}"/>
                </a:ext>
              </a:extLst>
            </p:cNvPr>
            <p:cNvSpPr txBox="1"/>
            <p:nvPr/>
          </p:nvSpPr>
          <p:spPr>
            <a:xfrm>
              <a:off x="2008474" y="1417179"/>
              <a:ext cx="96730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Handwriting" panose="03010101010101010101" pitchFamily="66" charset="0"/>
                </a:rPr>
                <a:t>12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Calligraphy" panose="03010101010101010101" pitchFamily="66" charset="0"/>
                </a:rPr>
                <a:t>%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字方塊 49">
                  <a:extLst>
                    <a:ext uri="{FF2B5EF4-FFF2-40B4-BE49-F238E27FC236}">
                      <a16:creationId xmlns:a16="http://schemas.microsoft.com/office/drawing/2014/main" id="{D76FE8BB-C74B-8A17-9F1B-75A418C41E07}"/>
                    </a:ext>
                  </a:extLst>
                </p:cNvPr>
                <p:cNvSpPr txBox="1"/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28" name="文字方塊 49">
                  <a:extLst>
                    <a:ext uri="{FF2B5EF4-FFF2-40B4-BE49-F238E27FC236}">
                      <a16:creationId xmlns:a16="http://schemas.microsoft.com/office/drawing/2014/main" id="{CEEFA229-5AB9-64FD-0398-9CF9EE31F9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1" name="文字方塊 50">
            <a:extLst>
              <a:ext uri="{FF2B5EF4-FFF2-40B4-BE49-F238E27FC236}">
                <a16:creationId xmlns:a16="http://schemas.microsoft.com/office/drawing/2014/main" id="{21756CC7-88D8-1B87-9CE8-95AA718CDB0E}"/>
              </a:ext>
            </a:extLst>
          </p:cNvPr>
          <p:cNvSpPr txBox="1"/>
          <p:nvPr/>
        </p:nvSpPr>
        <p:spPr>
          <a:xfrm>
            <a:off x="4435752" y="2017802"/>
            <a:ext cx="3122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1400" b="1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Handwriting" panose="03010101010101010101" pitchFamily="66" charset="0"/>
              </a:rPr>
              <a:t>7</a:t>
            </a:r>
            <a:endParaRPr lang="en-HK" altLang="zh-HK" sz="1400" b="1" dirty="0">
              <a:ln>
                <a:solidFill>
                  <a:schemeClr val="tx1"/>
                </a:solidFill>
              </a:ln>
              <a:solidFill>
                <a:srgbClr val="FF000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文字方塊 57">
                <a:extLst>
                  <a:ext uri="{FF2B5EF4-FFF2-40B4-BE49-F238E27FC236}">
                    <a16:creationId xmlns:a16="http://schemas.microsoft.com/office/drawing/2014/main" id="{9F59D965-271F-B45F-65BE-703431B40459}"/>
                  </a:ext>
                </a:extLst>
              </p:cNvPr>
              <p:cNvSpPr txBox="1"/>
              <p:nvPr/>
            </p:nvSpPr>
            <p:spPr>
              <a:xfrm>
                <a:off x="4591872" y="210793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2" name="文字方塊 57">
                <a:extLst>
                  <a:ext uri="{FF2B5EF4-FFF2-40B4-BE49-F238E27FC236}">
                    <a16:creationId xmlns:a16="http://schemas.microsoft.com/office/drawing/2014/main" id="{9F59D965-271F-B45F-65BE-703431B404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1872" y="2107939"/>
                <a:ext cx="295688" cy="40011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文字方塊 44">
            <a:extLst>
              <a:ext uri="{FF2B5EF4-FFF2-40B4-BE49-F238E27FC236}">
                <a16:creationId xmlns:a16="http://schemas.microsoft.com/office/drawing/2014/main" id="{E74B7B99-2C8D-748B-343A-AAA98BCC0C40}"/>
              </a:ext>
            </a:extLst>
          </p:cNvPr>
          <p:cNvSpPr txBox="1"/>
          <p:nvPr/>
        </p:nvSpPr>
        <p:spPr>
          <a:xfrm>
            <a:off x="4871424" y="2116840"/>
            <a:ext cx="357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P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文字方塊 80">
                <a:extLst>
                  <a:ext uri="{FF2B5EF4-FFF2-40B4-BE49-F238E27FC236}">
                    <a16:creationId xmlns:a16="http://schemas.microsoft.com/office/drawing/2014/main" id="{791C0FFF-DDB3-CAE9-97C6-4CFAAECF2B9B}"/>
                  </a:ext>
                </a:extLst>
              </p:cNvPr>
              <p:cNvSpPr txBox="1"/>
              <p:nvPr/>
            </p:nvSpPr>
            <p:spPr>
              <a:xfrm>
                <a:off x="5228395" y="211684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4" name="文字方塊 80">
                <a:extLst>
                  <a:ext uri="{FF2B5EF4-FFF2-40B4-BE49-F238E27FC236}">
                    <a16:creationId xmlns:a16="http://schemas.microsoft.com/office/drawing/2014/main" id="{791C0FFF-DDB3-CAE9-97C6-4CFAAECF2B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8395" y="2116840"/>
                <a:ext cx="295688" cy="40011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文字方塊 43">
            <a:extLst>
              <a:ext uri="{FF2B5EF4-FFF2-40B4-BE49-F238E27FC236}">
                <a16:creationId xmlns:a16="http://schemas.microsoft.com/office/drawing/2014/main" id="{D3F8D658-2D66-C265-CAF9-42E2684D1F57}"/>
              </a:ext>
            </a:extLst>
          </p:cNvPr>
          <p:cNvSpPr txBox="1"/>
          <p:nvPr/>
        </p:nvSpPr>
        <p:spPr>
          <a:xfrm>
            <a:off x="5554493" y="2125524"/>
            <a:ext cx="8876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Handwriting" panose="03010101010101010101" pitchFamily="66" charset="0"/>
              </a:rPr>
              <a:t>6000</a:t>
            </a:r>
          </a:p>
        </p:txBody>
      </p:sp>
      <p:grpSp>
        <p:nvGrpSpPr>
          <p:cNvPr id="30" name="群組 39">
            <a:extLst>
              <a:ext uri="{FF2B5EF4-FFF2-40B4-BE49-F238E27FC236}">
                <a16:creationId xmlns:a16="http://schemas.microsoft.com/office/drawing/2014/main" id="{5AF0C949-ECA0-CA72-A63E-5A9113507158}"/>
              </a:ext>
            </a:extLst>
          </p:cNvPr>
          <p:cNvGrpSpPr/>
          <p:nvPr/>
        </p:nvGrpSpPr>
        <p:grpSpPr>
          <a:xfrm>
            <a:off x="3552898" y="2539044"/>
            <a:ext cx="904246" cy="477054"/>
            <a:chOff x="5954658" y="620688"/>
            <a:chExt cx="904246" cy="477054"/>
          </a:xfrm>
        </p:grpSpPr>
        <p:sp>
          <p:nvSpPr>
            <p:cNvPr id="31" name="文字方塊 40">
              <a:extLst>
                <a:ext uri="{FF2B5EF4-FFF2-40B4-BE49-F238E27FC236}">
                  <a16:creationId xmlns:a16="http://schemas.microsoft.com/office/drawing/2014/main" id="{38F31495-E250-F26D-9A63-6F685E063F65}"/>
                </a:ext>
              </a:extLst>
            </p:cNvPr>
            <p:cNvSpPr txBox="1"/>
            <p:nvPr/>
          </p:nvSpPr>
          <p:spPr>
            <a:xfrm>
              <a:off x="5954658" y="697632"/>
              <a:ext cx="78899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1.12</a:t>
              </a:r>
              <a:endPara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sp>
          <p:nvSpPr>
            <p:cNvPr id="32" name="文字方塊 41">
              <a:extLst>
                <a:ext uri="{FF2B5EF4-FFF2-40B4-BE49-F238E27FC236}">
                  <a16:creationId xmlns:a16="http://schemas.microsoft.com/office/drawing/2014/main" id="{235B733C-F940-E2CE-49E5-F35E17512F57}"/>
                </a:ext>
              </a:extLst>
            </p:cNvPr>
            <p:cNvSpPr txBox="1"/>
            <p:nvPr/>
          </p:nvSpPr>
          <p:spPr>
            <a:xfrm>
              <a:off x="6570042" y="620688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7</a:t>
              </a:r>
              <a:endParaRPr lang="en-HK" sz="12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p:sp>
        <p:nvSpPr>
          <p:cNvPr id="33" name="文字方塊 44">
            <a:extLst>
              <a:ext uri="{FF2B5EF4-FFF2-40B4-BE49-F238E27FC236}">
                <a16:creationId xmlns:a16="http://schemas.microsoft.com/office/drawing/2014/main" id="{E6B24DF1-6F03-1834-9D6E-B47AD2CE6CB9}"/>
              </a:ext>
            </a:extLst>
          </p:cNvPr>
          <p:cNvSpPr txBox="1"/>
          <p:nvPr/>
        </p:nvSpPr>
        <p:spPr>
          <a:xfrm>
            <a:off x="4278344" y="2615988"/>
            <a:ext cx="357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P</a:t>
            </a:r>
            <a:endParaRPr lang="en-HK" altLang="zh-HK" sz="2000" b="1" dirty="0">
              <a:ln>
                <a:solidFill>
                  <a:schemeClr val="tx1"/>
                </a:solidFill>
              </a:ln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文字方塊 57">
                <a:extLst>
                  <a:ext uri="{FF2B5EF4-FFF2-40B4-BE49-F238E27FC236}">
                    <a16:creationId xmlns:a16="http://schemas.microsoft.com/office/drawing/2014/main" id="{5357F545-E0B5-A129-755C-C3DDA66CD60D}"/>
                  </a:ext>
                </a:extLst>
              </p:cNvPr>
              <p:cNvSpPr txBox="1"/>
              <p:nvPr/>
            </p:nvSpPr>
            <p:spPr>
              <a:xfrm>
                <a:off x="4591872" y="260708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4" name="文字方塊 57">
                <a:extLst>
                  <a:ext uri="{FF2B5EF4-FFF2-40B4-BE49-F238E27FC236}">
                    <a16:creationId xmlns:a16="http://schemas.microsoft.com/office/drawing/2014/main" id="{5357F545-E0B5-A129-755C-C3DDA66CD6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1872" y="2607087"/>
                <a:ext cx="295688" cy="40011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文字方塊 44">
            <a:extLst>
              <a:ext uri="{FF2B5EF4-FFF2-40B4-BE49-F238E27FC236}">
                <a16:creationId xmlns:a16="http://schemas.microsoft.com/office/drawing/2014/main" id="{440B9A8C-7A58-407B-D0B3-F4393CF17043}"/>
              </a:ext>
            </a:extLst>
          </p:cNvPr>
          <p:cNvSpPr txBox="1"/>
          <p:nvPr/>
        </p:nvSpPr>
        <p:spPr>
          <a:xfrm>
            <a:off x="4871424" y="2615988"/>
            <a:ext cx="357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P</a:t>
            </a:r>
            <a:endParaRPr lang="en-HK" altLang="zh-HK" sz="2000" b="1" dirty="0">
              <a:ln>
                <a:solidFill>
                  <a:schemeClr val="tx1"/>
                </a:solidFill>
              </a:ln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文字方塊 80">
                <a:extLst>
                  <a:ext uri="{FF2B5EF4-FFF2-40B4-BE49-F238E27FC236}">
                    <a16:creationId xmlns:a16="http://schemas.microsoft.com/office/drawing/2014/main" id="{9646B9E9-8803-31E6-E4A3-111D536FF7AE}"/>
                  </a:ext>
                </a:extLst>
              </p:cNvPr>
              <p:cNvSpPr txBox="1"/>
              <p:nvPr/>
            </p:nvSpPr>
            <p:spPr>
              <a:xfrm>
                <a:off x="5228395" y="261598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6" name="文字方塊 80">
                <a:extLst>
                  <a:ext uri="{FF2B5EF4-FFF2-40B4-BE49-F238E27FC236}">
                    <a16:creationId xmlns:a16="http://schemas.microsoft.com/office/drawing/2014/main" id="{9646B9E9-8803-31E6-E4A3-111D536FF7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8395" y="2615988"/>
                <a:ext cx="295688" cy="40011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文字方塊 43">
            <a:extLst>
              <a:ext uri="{FF2B5EF4-FFF2-40B4-BE49-F238E27FC236}">
                <a16:creationId xmlns:a16="http://schemas.microsoft.com/office/drawing/2014/main" id="{E409B1EA-BDF8-61A3-C074-67B3257BF098}"/>
              </a:ext>
            </a:extLst>
          </p:cNvPr>
          <p:cNvSpPr txBox="1"/>
          <p:nvPr/>
        </p:nvSpPr>
        <p:spPr>
          <a:xfrm>
            <a:off x="5554493" y="2624672"/>
            <a:ext cx="8876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6000</a:t>
            </a:r>
          </a:p>
        </p:txBody>
      </p:sp>
      <p:grpSp>
        <p:nvGrpSpPr>
          <p:cNvPr id="38" name="群組 39">
            <a:extLst>
              <a:ext uri="{FF2B5EF4-FFF2-40B4-BE49-F238E27FC236}">
                <a16:creationId xmlns:a16="http://schemas.microsoft.com/office/drawing/2014/main" id="{5B9B5998-4101-CD43-D27A-1A829D03BA3B}"/>
              </a:ext>
            </a:extLst>
          </p:cNvPr>
          <p:cNvGrpSpPr/>
          <p:nvPr/>
        </p:nvGrpSpPr>
        <p:grpSpPr>
          <a:xfrm>
            <a:off x="3447410" y="3056066"/>
            <a:ext cx="982070" cy="477054"/>
            <a:chOff x="5954658" y="620688"/>
            <a:chExt cx="982070" cy="477054"/>
          </a:xfrm>
        </p:grpSpPr>
        <p:sp>
          <p:nvSpPr>
            <p:cNvPr id="39" name="文字方塊 40">
              <a:extLst>
                <a:ext uri="{FF2B5EF4-FFF2-40B4-BE49-F238E27FC236}">
                  <a16:creationId xmlns:a16="http://schemas.microsoft.com/office/drawing/2014/main" id="{6A03C160-4671-F512-A35C-7FB3E9C0AD51}"/>
                </a:ext>
              </a:extLst>
            </p:cNvPr>
            <p:cNvSpPr txBox="1"/>
            <p:nvPr/>
          </p:nvSpPr>
          <p:spPr>
            <a:xfrm>
              <a:off x="5954658" y="697632"/>
              <a:ext cx="87876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1.12</a:t>
              </a:r>
              <a:endPara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sp>
          <p:nvSpPr>
            <p:cNvPr id="40" name="文字方塊 41">
              <a:extLst>
                <a:ext uri="{FF2B5EF4-FFF2-40B4-BE49-F238E27FC236}">
                  <a16:creationId xmlns:a16="http://schemas.microsoft.com/office/drawing/2014/main" id="{6AF0FC58-BE6F-AEEF-EE18-8F6942E7F1FB}"/>
                </a:ext>
              </a:extLst>
            </p:cNvPr>
            <p:cNvSpPr txBox="1"/>
            <p:nvPr/>
          </p:nvSpPr>
          <p:spPr>
            <a:xfrm>
              <a:off x="6647866" y="620688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7</a:t>
              </a:r>
              <a:endParaRPr lang="en-HK" sz="12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文字方塊 57">
                <a:extLst>
                  <a:ext uri="{FF2B5EF4-FFF2-40B4-BE49-F238E27FC236}">
                    <a16:creationId xmlns:a16="http://schemas.microsoft.com/office/drawing/2014/main" id="{72AF4593-856C-28E7-ACE8-1DB557EFA84B}"/>
                  </a:ext>
                </a:extLst>
              </p:cNvPr>
              <p:cNvSpPr txBox="1"/>
              <p:nvPr/>
            </p:nvSpPr>
            <p:spPr>
              <a:xfrm>
                <a:off x="4304505" y="310382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1" name="文字方塊 57">
                <a:extLst>
                  <a:ext uri="{FF2B5EF4-FFF2-40B4-BE49-F238E27FC236}">
                    <a16:creationId xmlns:a16="http://schemas.microsoft.com/office/drawing/2014/main" id="{72AF4593-856C-28E7-ACE8-1DB557EFA8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4505" y="3103826"/>
                <a:ext cx="295688" cy="40011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文字方塊 44">
            <a:extLst>
              <a:ext uri="{FF2B5EF4-FFF2-40B4-BE49-F238E27FC236}">
                <a16:creationId xmlns:a16="http://schemas.microsoft.com/office/drawing/2014/main" id="{03374694-0B3D-5EEA-1ADE-719F31540F0E}"/>
              </a:ext>
            </a:extLst>
          </p:cNvPr>
          <p:cNvSpPr txBox="1"/>
          <p:nvPr/>
        </p:nvSpPr>
        <p:spPr>
          <a:xfrm>
            <a:off x="4547210" y="3125195"/>
            <a:ext cx="4452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1</a:t>
            </a:r>
            <a:r>
              <a:rPr lang="en-US" altLang="zh-TW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)</a:t>
            </a:r>
            <a:endParaRPr lang="en-HK" altLang="zh-HK" sz="2000" b="1" dirty="0">
              <a:ln>
                <a:solidFill>
                  <a:schemeClr val="tx1"/>
                </a:solidFill>
              </a:ln>
              <a:latin typeface="Lucida Handwriting" panose="03010101010101010101" pitchFamily="66" charset="0"/>
            </a:endParaRPr>
          </a:p>
        </p:txBody>
      </p:sp>
      <p:sp>
        <p:nvSpPr>
          <p:cNvPr id="43" name="文字方塊 44">
            <a:extLst>
              <a:ext uri="{FF2B5EF4-FFF2-40B4-BE49-F238E27FC236}">
                <a16:creationId xmlns:a16="http://schemas.microsoft.com/office/drawing/2014/main" id="{EDFDFE70-BD59-A216-9B3A-45949FB683DF}"/>
              </a:ext>
            </a:extLst>
          </p:cNvPr>
          <p:cNvSpPr txBox="1"/>
          <p:nvPr/>
        </p:nvSpPr>
        <p:spPr>
          <a:xfrm>
            <a:off x="4871424" y="3126064"/>
            <a:ext cx="357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P</a:t>
            </a:r>
            <a:endParaRPr lang="en-HK" altLang="zh-HK" sz="2000" b="1" dirty="0">
              <a:ln>
                <a:solidFill>
                  <a:schemeClr val="tx1"/>
                </a:solidFill>
              </a:ln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文字方塊 80">
                <a:extLst>
                  <a:ext uri="{FF2B5EF4-FFF2-40B4-BE49-F238E27FC236}">
                    <a16:creationId xmlns:a16="http://schemas.microsoft.com/office/drawing/2014/main" id="{4DBE0E51-96BC-E0BE-30E7-BF00010A9BDF}"/>
                  </a:ext>
                </a:extLst>
              </p:cNvPr>
              <p:cNvSpPr txBox="1"/>
              <p:nvPr/>
            </p:nvSpPr>
            <p:spPr>
              <a:xfrm>
                <a:off x="5228395" y="312606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4" name="文字方塊 80">
                <a:extLst>
                  <a:ext uri="{FF2B5EF4-FFF2-40B4-BE49-F238E27FC236}">
                    <a16:creationId xmlns:a16="http://schemas.microsoft.com/office/drawing/2014/main" id="{4DBE0E51-96BC-E0BE-30E7-BF00010A9B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8395" y="3126064"/>
                <a:ext cx="295688" cy="400110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文字方塊 43">
            <a:extLst>
              <a:ext uri="{FF2B5EF4-FFF2-40B4-BE49-F238E27FC236}">
                <a16:creationId xmlns:a16="http://schemas.microsoft.com/office/drawing/2014/main" id="{6A88F066-D4A0-908E-675B-B8B8F6D7AE29}"/>
              </a:ext>
            </a:extLst>
          </p:cNvPr>
          <p:cNvSpPr txBox="1"/>
          <p:nvPr/>
        </p:nvSpPr>
        <p:spPr>
          <a:xfrm>
            <a:off x="5554493" y="3134748"/>
            <a:ext cx="8876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6000</a:t>
            </a:r>
          </a:p>
        </p:txBody>
      </p:sp>
      <p:sp>
        <p:nvSpPr>
          <p:cNvPr id="46" name="文字方塊 44">
            <a:extLst>
              <a:ext uri="{FF2B5EF4-FFF2-40B4-BE49-F238E27FC236}">
                <a16:creationId xmlns:a16="http://schemas.microsoft.com/office/drawing/2014/main" id="{23FAA8F7-E44D-EB61-0524-93B54EF6D40F}"/>
              </a:ext>
            </a:extLst>
          </p:cNvPr>
          <p:cNvSpPr txBox="1"/>
          <p:nvPr/>
        </p:nvSpPr>
        <p:spPr>
          <a:xfrm>
            <a:off x="4867520" y="3704749"/>
            <a:ext cx="357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P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7" name="文字方塊 80">
                <a:extLst>
                  <a:ext uri="{FF2B5EF4-FFF2-40B4-BE49-F238E27FC236}">
                    <a16:creationId xmlns:a16="http://schemas.microsoft.com/office/drawing/2014/main" id="{FB9B9612-37E4-7A02-1670-96CAB3C33D17}"/>
                  </a:ext>
                </a:extLst>
              </p:cNvPr>
              <p:cNvSpPr txBox="1"/>
              <p:nvPr/>
            </p:nvSpPr>
            <p:spPr>
              <a:xfrm>
                <a:off x="5224491" y="370474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7" name="文字方塊 80">
                <a:extLst>
                  <a:ext uri="{FF2B5EF4-FFF2-40B4-BE49-F238E27FC236}">
                    <a16:creationId xmlns:a16="http://schemas.microsoft.com/office/drawing/2014/main" id="{FB9B9612-37E4-7A02-1670-96CAB3C33D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4491" y="3704749"/>
                <a:ext cx="295688" cy="400110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文字方塊 43">
            <a:extLst>
              <a:ext uri="{FF2B5EF4-FFF2-40B4-BE49-F238E27FC236}">
                <a16:creationId xmlns:a16="http://schemas.microsoft.com/office/drawing/2014/main" id="{B654FEA0-7983-15E7-B938-F43819A5F788}"/>
              </a:ext>
            </a:extLst>
          </p:cNvPr>
          <p:cNvSpPr txBox="1"/>
          <p:nvPr/>
        </p:nvSpPr>
        <p:spPr>
          <a:xfrm>
            <a:off x="5874484" y="3584273"/>
            <a:ext cx="8876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6000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A45FB1A8-7DF8-6888-4F6F-9AC154E8A157}"/>
              </a:ext>
            </a:extLst>
          </p:cNvPr>
          <p:cNvCxnSpPr>
            <a:cxnSpLocks/>
          </p:cNvCxnSpPr>
          <p:nvPr/>
        </p:nvCxnSpPr>
        <p:spPr>
          <a:xfrm>
            <a:off x="5638777" y="3920434"/>
            <a:ext cx="135598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0" name="群組 39">
            <a:extLst>
              <a:ext uri="{FF2B5EF4-FFF2-40B4-BE49-F238E27FC236}">
                <a16:creationId xmlns:a16="http://schemas.microsoft.com/office/drawing/2014/main" id="{1469DF36-98BF-ED16-E2A9-C0B9199893C6}"/>
              </a:ext>
            </a:extLst>
          </p:cNvPr>
          <p:cNvGrpSpPr/>
          <p:nvPr/>
        </p:nvGrpSpPr>
        <p:grpSpPr>
          <a:xfrm>
            <a:off x="5572629" y="3937493"/>
            <a:ext cx="927365" cy="477054"/>
            <a:chOff x="6009363" y="620688"/>
            <a:chExt cx="927365" cy="477054"/>
          </a:xfrm>
        </p:grpSpPr>
        <p:sp>
          <p:nvSpPr>
            <p:cNvPr id="51" name="文字方塊 40">
              <a:extLst>
                <a:ext uri="{FF2B5EF4-FFF2-40B4-BE49-F238E27FC236}">
                  <a16:creationId xmlns:a16="http://schemas.microsoft.com/office/drawing/2014/main" id="{A9F58B40-CD0E-A662-5BAF-251B52CAE032}"/>
                </a:ext>
              </a:extLst>
            </p:cNvPr>
            <p:cNvSpPr txBox="1"/>
            <p:nvPr/>
          </p:nvSpPr>
          <p:spPr>
            <a:xfrm>
              <a:off x="6009363" y="697632"/>
              <a:ext cx="78899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1.12</a:t>
              </a:r>
              <a:endPara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sp>
          <p:nvSpPr>
            <p:cNvPr id="52" name="文字方塊 41">
              <a:extLst>
                <a:ext uri="{FF2B5EF4-FFF2-40B4-BE49-F238E27FC236}">
                  <a16:creationId xmlns:a16="http://schemas.microsoft.com/office/drawing/2014/main" id="{41C7BC8F-EDC8-AEE5-0A6B-C83DB15B3692}"/>
                </a:ext>
              </a:extLst>
            </p:cNvPr>
            <p:cNvSpPr txBox="1"/>
            <p:nvPr/>
          </p:nvSpPr>
          <p:spPr>
            <a:xfrm>
              <a:off x="6647866" y="620688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7</a:t>
              </a:r>
              <a:endParaRPr lang="en-HK" sz="12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3" name="文字方塊 57">
                <a:extLst>
                  <a:ext uri="{FF2B5EF4-FFF2-40B4-BE49-F238E27FC236}">
                    <a16:creationId xmlns:a16="http://schemas.microsoft.com/office/drawing/2014/main" id="{0EB94DAC-9833-B496-026A-24CDD2282F35}"/>
                  </a:ext>
                </a:extLst>
              </p:cNvPr>
              <p:cNvSpPr txBox="1"/>
              <p:nvPr/>
            </p:nvSpPr>
            <p:spPr>
              <a:xfrm>
                <a:off x="6375019" y="398525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3" name="文字方塊 57">
                <a:extLst>
                  <a:ext uri="{FF2B5EF4-FFF2-40B4-BE49-F238E27FC236}">
                    <a16:creationId xmlns:a16="http://schemas.microsoft.com/office/drawing/2014/main" id="{0EB94DAC-9833-B496-026A-24CDD2282F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5019" y="3985253"/>
                <a:ext cx="295688" cy="400110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文字方塊 44">
            <a:extLst>
              <a:ext uri="{FF2B5EF4-FFF2-40B4-BE49-F238E27FC236}">
                <a16:creationId xmlns:a16="http://schemas.microsoft.com/office/drawing/2014/main" id="{2433E138-55C5-02D6-30F4-2820FCA59EBB}"/>
              </a:ext>
            </a:extLst>
          </p:cNvPr>
          <p:cNvSpPr txBox="1"/>
          <p:nvPr/>
        </p:nvSpPr>
        <p:spPr>
          <a:xfrm>
            <a:off x="6617724" y="4006622"/>
            <a:ext cx="2888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7" name="文字方塊 80">
                <a:extLst>
                  <a:ext uri="{FF2B5EF4-FFF2-40B4-BE49-F238E27FC236}">
                    <a16:creationId xmlns:a16="http://schemas.microsoft.com/office/drawing/2014/main" id="{E4579538-2691-A924-258D-1D68C6A01162}"/>
                  </a:ext>
                </a:extLst>
              </p:cNvPr>
              <p:cNvSpPr txBox="1"/>
              <p:nvPr/>
            </p:nvSpPr>
            <p:spPr>
              <a:xfrm>
                <a:off x="5228395" y="450509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7" name="文字方塊 80">
                <a:extLst>
                  <a:ext uri="{FF2B5EF4-FFF2-40B4-BE49-F238E27FC236}">
                    <a16:creationId xmlns:a16="http://schemas.microsoft.com/office/drawing/2014/main" id="{E4579538-2691-A924-258D-1D68C6A011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8395" y="4505097"/>
                <a:ext cx="295688" cy="400110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文字方塊 43">
            <a:extLst>
              <a:ext uri="{FF2B5EF4-FFF2-40B4-BE49-F238E27FC236}">
                <a16:creationId xmlns:a16="http://schemas.microsoft.com/office/drawing/2014/main" id="{D5311FE7-50CF-DDE5-FB07-1E6E2C862797}"/>
              </a:ext>
            </a:extLst>
          </p:cNvPr>
          <p:cNvSpPr txBox="1"/>
          <p:nvPr/>
        </p:nvSpPr>
        <p:spPr>
          <a:xfrm>
            <a:off x="5554493" y="4513781"/>
            <a:ext cx="8876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5000</a:t>
            </a:r>
          </a:p>
        </p:txBody>
      </p:sp>
      <p:sp>
        <p:nvSpPr>
          <p:cNvPr id="60" name="文字方塊 46">
            <a:extLst>
              <a:ext uri="{FF2B5EF4-FFF2-40B4-BE49-F238E27FC236}">
                <a16:creationId xmlns:a16="http://schemas.microsoft.com/office/drawing/2014/main" id="{9EEB8C7F-1946-8807-7078-C73753027DFC}"/>
              </a:ext>
            </a:extLst>
          </p:cNvPr>
          <p:cNvSpPr txBox="1"/>
          <p:nvPr/>
        </p:nvSpPr>
        <p:spPr>
          <a:xfrm>
            <a:off x="6522863" y="4505097"/>
            <a:ext cx="36687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(cor. to the nearest </a:t>
            </a:r>
            <a:r>
              <a:rPr lang="en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1000</a:t>
            </a:r>
            <a:r>
              <a: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)</a:t>
            </a:r>
          </a:p>
        </p:txBody>
      </p:sp>
      <p:grpSp>
        <p:nvGrpSpPr>
          <p:cNvPr id="62" name="群組 96">
            <a:extLst>
              <a:ext uri="{FF2B5EF4-FFF2-40B4-BE49-F238E27FC236}">
                <a16:creationId xmlns:a16="http://schemas.microsoft.com/office/drawing/2014/main" id="{61110858-D697-D298-C0E4-8C76B6DFEBB8}"/>
              </a:ext>
            </a:extLst>
          </p:cNvPr>
          <p:cNvGrpSpPr/>
          <p:nvPr/>
        </p:nvGrpSpPr>
        <p:grpSpPr>
          <a:xfrm>
            <a:off x="2562258" y="5188936"/>
            <a:ext cx="3754629" cy="461665"/>
            <a:chOff x="420004" y="4149080"/>
            <a:chExt cx="3754629" cy="46166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3" name="文字方塊 97">
                  <a:extLst>
                    <a:ext uri="{FF2B5EF4-FFF2-40B4-BE49-F238E27FC236}">
                      <a16:creationId xmlns:a16="http://schemas.microsoft.com/office/drawing/2014/main" id="{58E571D7-2BCF-1CBA-ACA3-8091343B3128}"/>
                    </a:ext>
                  </a:extLst>
                </p:cNvPr>
                <p:cNvSpPr txBox="1"/>
                <p:nvPr/>
              </p:nvSpPr>
              <p:spPr>
                <a:xfrm>
                  <a:off x="420004" y="4149080"/>
                  <a:ext cx="295688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∴</m:t>
                        </m:r>
                      </m:oMath>
                    </m:oMathPara>
                  </a14:m>
                  <a:endParaRPr lang="en-HK" sz="24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63" name="文字方塊 97">
                  <a:extLst>
                    <a:ext uri="{FF2B5EF4-FFF2-40B4-BE49-F238E27FC236}">
                      <a16:creationId xmlns:a16="http://schemas.microsoft.com/office/drawing/2014/main" id="{58E571D7-2BCF-1CBA-ACA3-8091343B31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0004" y="4149080"/>
                  <a:ext cx="295688" cy="461665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4" name="文字方塊 98">
              <a:extLst>
                <a:ext uri="{FF2B5EF4-FFF2-40B4-BE49-F238E27FC236}">
                  <a16:creationId xmlns:a16="http://schemas.microsoft.com/office/drawing/2014/main" id="{A57557F9-EC08-A4C5-DA6D-8FE6FE5B1759}"/>
                </a:ext>
              </a:extLst>
            </p:cNvPr>
            <p:cNvSpPr txBox="1"/>
            <p:nvPr/>
          </p:nvSpPr>
          <p:spPr>
            <a:xfrm>
              <a:off x="744387" y="4159077"/>
              <a:ext cx="343024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The principal is </a:t>
              </a:r>
              <a:r>
                <a:rPr lang="en-US" altLang="zh-TW" sz="2000" b="1" dirty="0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$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5000</a:t>
              </a:r>
              <a:r>
                <a:rPr lang="en-US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.</a:t>
              </a:r>
              <a:endPara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endParaRP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9B23465C-2E4B-B2AA-F5D4-154F3D4E5A3E}"/>
              </a:ext>
            </a:extLst>
          </p:cNvPr>
          <p:cNvGrpSpPr/>
          <p:nvPr/>
        </p:nvGrpSpPr>
        <p:grpSpPr>
          <a:xfrm>
            <a:off x="7782161" y="5176788"/>
            <a:ext cx="450031" cy="422255"/>
            <a:chOff x="10210582" y="1733059"/>
            <a:chExt cx="450031" cy="422255"/>
          </a:xfrm>
        </p:grpSpPr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231ECA30-0337-F4CB-91A3-A480F01126F3}"/>
                </a:ext>
              </a:extLst>
            </p:cNvPr>
            <p:cNvSpPr/>
            <p:nvPr/>
          </p:nvSpPr>
          <p:spPr>
            <a:xfrm>
              <a:off x="10223770" y="1733059"/>
              <a:ext cx="436843" cy="40011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6F17E612-54C3-2CE7-B191-4929E02D3C2C}"/>
                </a:ext>
              </a:extLst>
            </p:cNvPr>
            <p:cNvSpPr txBox="1"/>
            <p:nvPr/>
          </p:nvSpPr>
          <p:spPr>
            <a:xfrm>
              <a:off x="10210582" y="1755204"/>
              <a:ext cx="341456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C</a:t>
              </a:r>
              <a:endParaRPr lang="en-US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2752333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  <p:bldP spid="21" grpId="0"/>
      <p:bldP spid="22" grpId="0"/>
      <p:bldP spid="23" grpId="0"/>
      <p:bldP spid="24" grpId="0"/>
      <p:bldP spid="25" grpId="0"/>
      <p:bldP spid="33" grpId="0"/>
      <p:bldP spid="34" grpId="0"/>
      <p:bldP spid="35" grpId="0"/>
      <p:bldP spid="36" grpId="0"/>
      <p:bldP spid="37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53" grpId="0"/>
      <p:bldP spid="54" grpId="0"/>
      <p:bldP spid="57" grpId="0"/>
      <p:bldP spid="58" grpId="0"/>
      <p:bldP spid="6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67">
            <a:extLst>
              <a:ext uri="{FF2B5EF4-FFF2-40B4-BE49-F238E27FC236}">
                <a16:creationId xmlns:a16="http://schemas.microsoft.com/office/drawing/2014/main" id="{C4EC25E6-B0FD-A729-79F9-80669BF89A5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b="72435"/>
          <a:stretch>
            <a:fillRect/>
          </a:stretch>
        </p:blipFill>
        <p:spPr>
          <a:xfrm>
            <a:off x="220308" y="242165"/>
            <a:ext cx="10150720" cy="71841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941C065-6535-0E1C-B834-9D1918A8BD5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t="27200" r="8221"/>
          <a:stretch>
            <a:fillRect/>
          </a:stretch>
        </p:blipFill>
        <p:spPr>
          <a:xfrm>
            <a:off x="220308" y="960582"/>
            <a:ext cx="9316238" cy="189737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筆跡 1054">
                <a:extLst>
                  <a:ext uri="{FF2B5EF4-FFF2-40B4-BE49-F238E27FC236}">
                    <a16:creationId xmlns:a16="http://schemas.microsoft.com/office/drawing/2014/main" id="{5F3333F6-FD33-B8D1-6AF3-3AD1B1ACCE3E}"/>
                  </a:ext>
                </a:extLst>
              </p14:cNvPr>
              <p14:cNvContentPartPr/>
              <p14:nvPr/>
            </p14:nvContentPartPr>
            <p14:xfrm>
              <a:off x="5447606" y="411018"/>
              <a:ext cx="844321" cy="45719"/>
            </p14:xfrm>
          </p:contentPart>
        </mc:Choice>
        <mc:Fallback>
          <p:pic>
            <p:nvPicPr>
              <p:cNvPr id="7" name="筆跡 1054">
                <a:extLst>
                  <a:ext uri="{FF2B5EF4-FFF2-40B4-BE49-F238E27FC236}">
                    <a16:creationId xmlns:a16="http://schemas.microsoft.com/office/drawing/2014/main" id="{5F3333F6-FD33-B8D1-6AF3-3AD1B1ACCE3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393598" y="-13304682"/>
                <a:ext cx="951976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8" name="筆跡 1054">
                <a:extLst>
                  <a:ext uri="{FF2B5EF4-FFF2-40B4-BE49-F238E27FC236}">
                    <a16:creationId xmlns:a16="http://schemas.microsoft.com/office/drawing/2014/main" id="{B25E47DA-C072-83AF-426E-B53A21DB9983}"/>
                  </a:ext>
                </a:extLst>
              </p14:cNvPr>
              <p14:cNvContentPartPr/>
              <p14:nvPr/>
            </p14:nvContentPartPr>
            <p14:xfrm>
              <a:off x="9615055" y="388158"/>
              <a:ext cx="657930" cy="45719"/>
            </p14:xfrm>
          </p:contentPart>
        </mc:Choice>
        <mc:Fallback>
          <p:pic>
            <p:nvPicPr>
              <p:cNvPr id="8" name="筆跡 1054">
                <a:extLst>
                  <a:ext uri="{FF2B5EF4-FFF2-40B4-BE49-F238E27FC236}">
                    <a16:creationId xmlns:a16="http://schemas.microsoft.com/office/drawing/2014/main" id="{B25E47DA-C072-83AF-426E-B53A21DB998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561038" y="-13327542"/>
                <a:ext cx="765604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9" name="筆跡 1054">
                <a:extLst>
                  <a:ext uri="{FF2B5EF4-FFF2-40B4-BE49-F238E27FC236}">
                    <a16:creationId xmlns:a16="http://schemas.microsoft.com/office/drawing/2014/main" id="{B643616C-9E41-6080-B128-B800C33CA8FD}"/>
                  </a:ext>
                </a:extLst>
              </p14:cNvPr>
              <p14:cNvContentPartPr/>
              <p14:nvPr/>
            </p14:nvContentPartPr>
            <p14:xfrm>
              <a:off x="4878427" y="748609"/>
              <a:ext cx="746518" cy="45719"/>
            </p14:xfrm>
          </p:contentPart>
        </mc:Choice>
        <mc:Fallback>
          <p:pic>
            <p:nvPicPr>
              <p:cNvPr id="9" name="筆跡 1054">
                <a:extLst>
                  <a:ext uri="{FF2B5EF4-FFF2-40B4-BE49-F238E27FC236}">
                    <a16:creationId xmlns:a16="http://schemas.microsoft.com/office/drawing/2014/main" id="{B643616C-9E41-6080-B128-B800C33CA8F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824410" y="-12967091"/>
                <a:ext cx="854192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0" name="筆跡 1054">
                <a:extLst>
                  <a:ext uri="{FF2B5EF4-FFF2-40B4-BE49-F238E27FC236}">
                    <a16:creationId xmlns:a16="http://schemas.microsoft.com/office/drawing/2014/main" id="{B1520D7C-460D-453E-E170-79251AA089B6}"/>
                  </a:ext>
                </a:extLst>
              </p14:cNvPr>
              <p14:cNvContentPartPr/>
              <p14:nvPr/>
            </p14:nvContentPartPr>
            <p14:xfrm>
              <a:off x="7098958" y="734985"/>
              <a:ext cx="746518" cy="45719"/>
            </p14:xfrm>
          </p:contentPart>
        </mc:Choice>
        <mc:Fallback>
          <p:pic>
            <p:nvPicPr>
              <p:cNvPr id="10" name="筆跡 1054">
                <a:extLst>
                  <a:ext uri="{FF2B5EF4-FFF2-40B4-BE49-F238E27FC236}">
                    <a16:creationId xmlns:a16="http://schemas.microsoft.com/office/drawing/2014/main" id="{B1520D7C-460D-453E-E170-79251AA089B6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044941" y="-12980715"/>
                <a:ext cx="854192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1" name="筆跡 1054">
                <a:extLst>
                  <a:ext uri="{FF2B5EF4-FFF2-40B4-BE49-F238E27FC236}">
                    <a16:creationId xmlns:a16="http://schemas.microsoft.com/office/drawing/2014/main" id="{3A786D70-86FB-4FED-14D7-23041AE6FA71}"/>
                  </a:ext>
                </a:extLst>
              </p14:cNvPr>
              <p14:cNvContentPartPr/>
              <p14:nvPr/>
            </p14:nvContentPartPr>
            <p14:xfrm>
              <a:off x="8811490" y="739373"/>
              <a:ext cx="1311563" cy="45719"/>
            </p14:xfrm>
          </p:contentPart>
        </mc:Choice>
        <mc:Fallback>
          <p:pic>
            <p:nvPicPr>
              <p:cNvPr id="11" name="筆跡 1054">
                <a:extLst>
                  <a:ext uri="{FF2B5EF4-FFF2-40B4-BE49-F238E27FC236}">
                    <a16:creationId xmlns:a16="http://schemas.microsoft.com/office/drawing/2014/main" id="{3A786D70-86FB-4FED-14D7-23041AE6FA71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757472" y="-12976327"/>
                <a:ext cx="1419239" cy="27431400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文字方塊 98">
            <a:extLst>
              <a:ext uri="{FF2B5EF4-FFF2-40B4-BE49-F238E27FC236}">
                <a16:creationId xmlns:a16="http://schemas.microsoft.com/office/drawing/2014/main" id="{1017C2EF-782B-438F-5DB4-1EFD16A73A69}"/>
              </a:ext>
            </a:extLst>
          </p:cNvPr>
          <p:cNvSpPr txBox="1"/>
          <p:nvPr/>
        </p:nvSpPr>
        <p:spPr>
          <a:xfrm>
            <a:off x="1093675" y="2543922"/>
            <a:ext cx="39071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Tom’s salaries tax payable</a:t>
            </a:r>
            <a:endParaRPr lang="zh-TW" altLang="en-US" sz="2000" b="1" dirty="0">
              <a:solidFill>
                <a:schemeClr val="accent5">
                  <a:lumMod val="60000"/>
                  <a:lumOff val="40000"/>
                </a:schemeClr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字方塊 80">
                <a:extLst>
                  <a:ext uri="{FF2B5EF4-FFF2-40B4-BE49-F238E27FC236}">
                    <a16:creationId xmlns:a16="http://schemas.microsoft.com/office/drawing/2014/main" id="{F14793E8-8F20-99CA-4E4C-409CB8CC6FBF}"/>
                  </a:ext>
                </a:extLst>
              </p:cNvPr>
              <p:cNvSpPr txBox="1"/>
              <p:nvPr/>
            </p:nvSpPr>
            <p:spPr>
              <a:xfrm>
                <a:off x="780741" y="295350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3" name="文字方塊 80">
                <a:extLst>
                  <a:ext uri="{FF2B5EF4-FFF2-40B4-BE49-F238E27FC236}">
                    <a16:creationId xmlns:a16="http://schemas.microsoft.com/office/drawing/2014/main" id="{F14793E8-8F20-99CA-4E4C-409CB8CC6F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741" y="2953505"/>
                <a:ext cx="295688" cy="4001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文字方塊 43">
            <a:extLst>
              <a:ext uri="{FF2B5EF4-FFF2-40B4-BE49-F238E27FC236}">
                <a16:creationId xmlns:a16="http://schemas.microsoft.com/office/drawing/2014/main" id="{3834B574-C35B-2E3C-6943-3B35E13AF047}"/>
              </a:ext>
            </a:extLst>
          </p:cNvPr>
          <p:cNvSpPr txBox="1"/>
          <p:nvPr/>
        </p:nvSpPr>
        <p:spPr>
          <a:xfrm>
            <a:off x="1088415" y="2979892"/>
            <a:ext cx="13547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$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Handwriting" panose="03010101010101010101" pitchFamily="66" charset="0"/>
              </a:rPr>
              <a:t>50000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字方塊 33">
                <a:extLst>
                  <a:ext uri="{FF2B5EF4-FFF2-40B4-BE49-F238E27FC236}">
                    <a16:creationId xmlns:a16="http://schemas.microsoft.com/office/drawing/2014/main" id="{A4C54A1E-6661-B158-807C-E8CCBC17F121}"/>
                  </a:ext>
                </a:extLst>
              </p:cNvPr>
              <p:cNvSpPr txBox="1"/>
              <p:nvPr/>
            </p:nvSpPr>
            <p:spPr>
              <a:xfrm>
                <a:off x="2316696" y="296641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6" name="文字方塊 33">
                <a:extLst>
                  <a:ext uri="{FF2B5EF4-FFF2-40B4-BE49-F238E27FC236}">
                    <a16:creationId xmlns:a16="http://schemas.microsoft.com/office/drawing/2014/main" id="{A4C54A1E-6661-B158-807C-E8CCBC17F1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6696" y="2966414"/>
                <a:ext cx="295688" cy="4001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文字方塊 34">
            <a:extLst>
              <a:ext uri="{FF2B5EF4-FFF2-40B4-BE49-F238E27FC236}">
                <a16:creationId xmlns:a16="http://schemas.microsoft.com/office/drawing/2014/main" id="{E912243A-4AEF-253A-A156-67C551C56AFC}"/>
              </a:ext>
            </a:extLst>
          </p:cNvPr>
          <p:cNvSpPr txBox="1"/>
          <p:nvPr/>
        </p:nvSpPr>
        <p:spPr>
          <a:xfrm>
            <a:off x="2580939" y="2990443"/>
            <a:ext cx="5709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Handwriting" panose="03010101010101010101" pitchFamily="66" charset="0"/>
              </a:rPr>
              <a:t>2%</a:t>
            </a:r>
            <a:endParaRPr lang="en-HK" sz="2000" b="1" dirty="0">
              <a:ln>
                <a:solidFill>
                  <a:schemeClr val="tx1"/>
                </a:solidFill>
              </a:ln>
              <a:solidFill>
                <a:srgbClr val="00B0F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文字方塊 57">
                <a:extLst>
                  <a:ext uri="{FF2B5EF4-FFF2-40B4-BE49-F238E27FC236}">
                    <a16:creationId xmlns:a16="http://schemas.microsoft.com/office/drawing/2014/main" id="{A6CACE7A-482E-31B0-8453-A35DB5074536}"/>
                  </a:ext>
                </a:extLst>
              </p:cNvPr>
              <p:cNvSpPr txBox="1"/>
              <p:nvPr/>
            </p:nvSpPr>
            <p:spPr>
              <a:xfrm>
                <a:off x="3113593" y="296927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8" name="文字方塊 57">
                <a:extLst>
                  <a:ext uri="{FF2B5EF4-FFF2-40B4-BE49-F238E27FC236}">
                    <a16:creationId xmlns:a16="http://schemas.microsoft.com/office/drawing/2014/main" id="{A6CACE7A-482E-31B0-8453-A35DB50745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3593" y="2969271"/>
                <a:ext cx="295688" cy="4001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文字方塊 43">
            <a:extLst>
              <a:ext uri="{FF2B5EF4-FFF2-40B4-BE49-F238E27FC236}">
                <a16:creationId xmlns:a16="http://schemas.microsoft.com/office/drawing/2014/main" id="{618B8300-5084-1AAF-7FEF-309D8AF02E26}"/>
              </a:ext>
            </a:extLst>
          </p:cNvPr>
          <p:cNvSpPr txBox="1"/>
          <p:nvPr/>
        </p:nvSpPr>
        <p:spPr>
          <a:xfrm>
            <a:off x="3343980" y="3001603"/>
            <a:ext cx="10804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Handwriting" panose="03010101010101010101" pitchFamily="66" charset="0"/>
              </a:rPr>
              <a:t>50000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文字方塊 33">
                <a:extLst>
                  <a:ext uri="{FF2B5EF4-FFF2-40B4-BE49-F238E27FC236}">
                    <a16:creationId xmlns:a16="http://schemas.microsoft.com/office/drawing/2014/main" id="{502B5C06-8BC9-58E8-F8DA-FCBD4F0127ED}"/>
                  </a:ext>
                </a:extLst>
              </p:cNvPr>
              <p:cNvSpPr txBox="1"/>
              <p:nvPr/>
            </p:nvSpPr>
            <p:spPr>
              <a:xfrm>
                <a:off x="4320780" y="297989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0" name="文字方塊 33">
                <a:extLst>
                  <a:ext uri="{FF2B5EF4-FFF2-40B4-BE49-F238E27FC236}">
                    <a16:creationId xmlns:a16="http://schemas.microsoft.com/office/drawing/2014/main" id="{502B5C06-8BC9-58E8-F8DA-FCBD4F0127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0780" y="2979892"/>
                <a:ext cx="295688" cy="4001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文字方塊 34">
            <a:extLst>
              <a:ext uri="{FF2B5EF4-FFF2-40B4-BE49-F238E27FC236}">
                <a16:creationId xmlns:a16="http://schemas.microsoft.com/office/drawing/2014/main" id="{B71297DA-21B2-0C92-6EAF-4C74370F0B87}"/>
              </a:ext>
            </a:extLst>
          </p:cNvPr>
          <p:cNvSpPr txBox="1"/>
          <p:nvPr/>
        </p:nvSpPr>
        <p:spPr>
          <a:xfrm>
            <a:off x="4585023" y="2994494"/>
            <a:ext cx="5709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Handwriting" panose="03010101010101010101" pitchFamily="66" charset="0"/>
              </a:rPr>
              <a:t>6%</a:t>
            </a:r>
            <a:endParaRPr lang="en-HK" sz="2000" b="1" dirty="0">
              <a:ln>
                <a:solidFill>
                  <a:schemeClr val="tx1"/>
                </a:solidFill>
              </a:ln>
              <a:solidFill>
                <a:srgbClr val="00B0F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22" name="筆跡 1054">
                <a:extLst>
                  <a:ext uri="{FF2B5EF4-FFF2-40B4-BE49-F238E27FC236}">
                    <a16:creationId xmlns:a16="http://schemas.microsoft.com/office/drawing/2014/main" id="{21A7DBB1-D4DF-1DC5-DCF4-3F01A2CF1FEF}"/>
                  </a:ext>
                </a:extLst>
              </p14:cNvPr>
              <p14:cNvContentPartPr/>
              <p14:nvPr/>
            </p14:nvContentPartPr>
            <p14:xfrm>
              <a:off x="6836194" y="1198364"/>
              <a:ext cx="1829415" cy="45719"/>
            </p14:xfrm>
          </p:contentPart>
        </mc:Choice>
        <mc:Fallback>
          <p:pic>
            <p:nvPicPr>
              <p:cNvPr id="22" name="筆跡 1054">
                <a:extLst>
                  <a:ext uri="{FF2B5EF4-FFF2-40B4-BE49-F238E27FC236}">
                    <a16:creationId xmlns:a16="http://schemas.microsoft.com/office/drawing/2014/main" id="{21A7DBB1-D4DF-1DC5-DCF4-3F01A2CF1FEF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782176" y="-12517336"/>
                <a:ext cx="1937091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23" name="筆跡 1054">
                <a:extLst>
                  <a:ext uri="{FF2B5EF4-FFF2-40B4-BE49-F238E27FC236}">
                    <a16:creationId xmlns:a16="http://schemas.microsoft.com/office/drawing/2014/main" id="{F2DDACEC-5B21-97FB-1367-CCDB447B2A34}"/>
                  </a:ext>
                </a:extLst>
              </p14:cNvPr>
              <p14:cNvContentPartPr/>
              <p14:nvPr/>
            </p14:nvContentPartPr>
            <p14:xfrm>
              <a:off x="8992167" y="1200917"/>
              <a:ext cx="281229" cy="45719"/>
            </p14:xfrm>
          </p:contentPart>
        </mc:Choice>
        <mc:Fallback>
          <p:pic>
            <p:nvPicPr>
              <p:cNvPr id="23" name="筆跡 1054">
                <a:extLst>
                  <a:ext uri="{FF2B5EF4-FFF2-40B4-BE49-F238E27FC236}">
                    <a16:creationId xmlns:a16="http://schemas.microsoft.com/office/drawing/2014/main" id="{F2DDACEC-5B21-97FB-1367-CCDB447B2A34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8938223" y="-12514783"/>
                <a:ext cx="388758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文字方塊 57">
                <a:extLst>
                  <a:ext uri="{FF2B5EF4-FFF2-40B4-BE49-F238E27FC236}">
                    <a16:creationId xmlns:a16="http://schemas.microsoft.com/office/drawing/2014/main" id="{15733285-0B18-95E9-E0A4-CDC2BD52902A}"/>
                  </a:ext>
                </a:extLst>
              </p:cNvPr>
              <p:cNvSpPr txBox="1"/>
              <p:nvPr/>
            </p:nvSpPr>
            <p:spPr>
              <a:xfrm>
                <a:off x="5072857" y="297989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4" name="文字方塊 57">
                <a:extLst>
                  <a:ext uri="{FF2B5EF4-FFF2-40B4-BE49-F238E27FC236}">
                    <a16:creationId xmlns:a16="http://schemas.microsoft.com/office/drawing/2014/main" id="{15733285-0B18-95E9-E0A4-CDC2BD5290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2857" y="2979892"/>
                <a:ext cx="295688" cy="40011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文字方塊 43">
            <a:extLst>
              <a:ext uri="{FF2B5EF4-FFF2-40B4-BE49-F238E27FC236}">
                <a16:creationId xmlns:a16="http://schemas.microsoft.com/office/drawing/2014/main" id="{6FC18E32-F7A8-6E75-BB1E-F5D1FEDC44CB}"/>
              </a:ext>
            </a:extLst>
          </p:cNvPr>
          <p:cNvSpPr txBox="1"/>
          <p:nvPr/>
        </p:nvSpPr>
        <p:spPr>
          <a:xfrm>
            <a:off x="5303244" y="3012224"/>
            <a:ext cx="10804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Handwriting" panose="03010101010101010101" pitchFamily="66" charset="0"/>
              </a:rPr>
              <a:t>50000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文字方塊 33">
                <a:extLst>
                  <a:ext uri="{FF2B5EF4-FFF2-40B4-BE49-F238E27FC236}">
                    <a16:creationId xmlns:a16="http://schemas.microsoft.com/office/drawing/2014/main" id="{761C09E7-9DE5-F057-F47A-0ADA39E958F5}"/>
                  </a:ext>
                </a:extLst>
              </p:cNvPr>
              <p:cNvSpPr txBox="1"/>
              <p:nvPr/>
            </p:nvSpPr>
            <p:spPr>
              <a:xfrm>
                <a:off x="6280044" y="299051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6" name="文字方塊 33">
                <a:extLst>
                  <a:ext uri="{FF2B5EF4-FFF2-40B4-BE49-F238E27FC236}">
                    <a16:creationId xmlns:a16="http://schemas.microsoft.com/office/drawing/2014/main" id="{761C09E7-9DE5-F057-F47A-0ADA39E958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0044" y="2990513"/>
                <a:ext cx="295688" cy="40011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文字方塊 34">
            <a:extLst>
              <a:ext uri="{FF2B5EF4-FFF2-40B4-BE49-F238E27FC236}">
                <a16:creationId xmlns:a16="http://schemas.microsoft.com/office/drawing/2014/main" id="{C45E606D-157D-FA33-DCAB-98ECAE55C23C}"/>
              </a:ext>
            </a:extLst>
          </p:cNvPr>
          <p:cNvSpPr txBox="1"/>
          <p:nvPr/>
        </p:nvSpPr>
        <p:spPr>
          <a:xfrm>
            <a:off x="6544287" y="3005115"/>
            <a:ext cx="7441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Handwriting" panose="03010101010101010101" pitchFamily="66" charset="0"/>
              </a:rPr>
              <a:t>10%</a:t>
            </a:r>
            <a:endParaRPr lang="en-HK" sz="2000" b="1" dirty="0">
              <a:ln>
                <a:solidFill>
                  <a:schemeClr val="tx1"/>
                </a:solidFill>
              </a:ln>
              <a:solidFill>
                <a:srgbClr val="00B0F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文字方塊 57">
                <a:extLst>
                  <a:ext uri="{FF2B5EF4-FFF2-40B4-BE49-F238E27FC236}">
                    <a16:creationId xmlns:a16="http://schemas.microsoft.com/office/drawing/2014/main" id="{1F60982F-D041-C6A7-A3D8-145AB569FCD5}"/>
                  </a:ext>
                </a:extLst>
              </p:cNvPr>
              <p:cNvSpPr txBox="1"/>
              <p:nvPr/>
            </p:nvSpPr>
            <p:spPr>
              <a:xfrm>
                <a:off x="7240033" y="297989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8" name="文字方塊 57">
                <a:extLst>
                  <a:ext uri="{FF2B5EF4-FFF2-40B4-BE49-F238E27FC236}">
                    <a16:creationId xmlns:a16="http://schemas.microsoft.com/office/drawing/2014/main" id="{1F60982F-D041-C6A7-A3D8-145AB569FC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0033" y="2979892"/>
                <a:ext cx="295688" cy="40011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文字方塊 43">
            <a:extLst>
              <a:ext uri="{FF2B5EF4-FFF2-40B4-BE49-F238E27FC236}">
                <a16:creationId xmlns:a16="http://schemas.microsoft.com/office/drawing/2014/main" id="{1BBD731C-2353-ABB0-8C70-5D98D9F78B74}"/>
              </a:ext>
            </a:extLst>
          </p:cNvPr>
          <p:cNvSpPr txBox="1"/>
          <p:nvPr/>
        </p:nvSpPr>
        <p:spPr>
          <a:xfrm>
            <a:off x="7535721" y="3003359"/>
            <a:ext cx="4548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Calligraphy" panose="03010101010101010101" pitchFamily="66" charset="0"/>
              </a:rPr>
              <a:t>x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文字方塊 33">
                <a:extLst>
                  <a:ext uri="{FF2B5EF4-FFF2-40B4-BE49-F238E27FC236}">
                    <a16:creationId xmlns:a16="http://schemas.microsoft.com/office/drawing/2014/main" id="{72BEB510-72FC-1B6B-98DE-CA46627D22F8}"/>
                  </a:ext>
                </a:extLst>
              </p:cNvPr>
              <p:cNvSpPr txBox="1"/>
              <p:nvPr/>
            </p:nvSpPr>
            <p:spPr>
              <a:xfrm>
                <a:off x="7815959" y="298164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0" name="文字方塊 33">
                <a:extLst>
                  <a:ext uri="{FF2B5EF4-FFF2-40B4-BE49-F238E27FC236}">
                    <a16:creationId xmlns:a16="http://schemas.microsoft.com/office/drawing/2014/main" id="{72BEB510-72FC-1B6B-98DE-CA46627D22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5959" y="2981648"/>
                <a:ext cx="295688" cy="40011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文字方塊 34">
            <a:extLst>
              <a:ext uri="{FF2B5EF4-FFF2-40B4-BE49-F238E27FC236}">
                <a16:creationId xmlns:a16="http://schemas.microsoft.com/office/drawing/2014/main" id="{78605454-B09E-96B9-382D-BF5BC9E3A0D7}"/>
              </a:ext>
            </a:extLst>
          </p:cNvPr>
          <p:cNvSpPr txBox="1"/>
          <p:nvPr/>
        </p:nvSpPr>
        <p:spPr>
          <a:xfrm>
            <a:off x="8080202" y="2996250"/>
            <a:ext cx="8338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Handwriting" panose="03010101010101010101" pitchFamily="66" charset="0"/>
              </a:rPr>
              <a:t>14%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)</a:t>
            </a:r>
            <a:endParaRPr lang="en-HK" sz="2000" b="1" dirty="0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文字方塊 80">
                <a:extLst>
                  <a:ext uri="{FF2B5EF4-FFF2-40B4-BE49-F238E27FC236}">
                    <a16:creationId xmlns:a16="http://schemas.microsoft.com/office/drawing/2014/main" id="{C3DBD425-CE6D-2EC4-7896-43240530A0FF}"/>
                  </a:ext>
                </a:extLst>
              </p:cNvPr>
              <p:cNvSpPr txBox="1"/>
              <p:nvPr/>
            </p:nvSpPr>
            <p:spPr>
              <a:xfrm>
                <a:off x="780741" y="342003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2" name="文字方塊 80">
                <a:extLst>
                  <a:ext uri="{FF2B5EF4-FFF2-40B4-BE49-F238E27FC236}">
                    <a16:creationId xmlns:a16="http://schemas.microsoft.com/office/drawing/2014/main" id="{C3DBD425-CE6D-2EC4-7896-43240530A0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741" y="3420035"/>
                <a:ext cx="295688" cy="40011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文字方塊 43">
            <a:extLst>
              <a:ext uri="{FF2B5EF4-FFF2-40B4-BE49-F238E27FC236}">
                <a16:creationId xmlns:a16="http://schemas.microsoft.com/office/drawing/2014/main" id="{C40B8ED4-6178-499E-5E4C-086DD2EEA7FB}"/>
              </a:ext>
            </a:extLst>
          </p:cNvPr>
          <p:cNvSpPr txBox="1"/>
          <p:nvPr/>
        </p:nvSpPr>
        <p:spPr>
          <a:xfrm>
            <a:off x="1075038" y="3445748"/>
            <a:ext cx="11855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$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rPr>
              <a:t>9000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文字方塊 57">
                <a:extLst>
                  <a:ext uri="{FF2B5EF4-FFF2-40B4-BE49-F238E27FC236}">
                    <a16:creationId xmlns:a16="http://schemas.microsoft.com/office/drawing/2014/main" id="{6F49A541-E6CF-2567-4514-3C3199812A31}"/>
                  </a:ext>
                </a:extLst>
              </p:cNvPr>
              <p:cNvSpPr txBox="1"/>
              <p:nvPr/>
            </p:nvSpPr>
            <p:spPr>
              <a:xfrm>
                <a:off x="2102640" y="340210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accent5">
                      <a:lumMod val="60000"/>
                      <a:lumOff val="40000"/>
                    </a:schemeClr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4" name="文字方塊 57">
                <a:extLst>
                  <a:ext uri="{FF2B5EF4-FFF2-40B4-BE49-F238E27FC236}">
                    <a16:creationId xmlns:a16="http://schemas.microsoft.com/office/drawing/2014/main" id="{6F49A541-E6CF-2567-4514-3C3199812A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2640" y="3402105"/>
                <a:ext cx="295688" cy="40011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文字方塊 34">
            <a:extLst>
              <a:ext uri="{FF2B5EF4-FFF2-40B4-BE49-F238E27FC236}">
                <a16:creationId xmlns:a16="http://schemas.microsoft.com/office/drawing/2014/main" id="{07BBADBE-898F-BD22-7B7D-3638E19C025D}"/>
              </a:ext>
            </a:extLst>
          </p:cNvPr>
          <p:cNvSpPr txBox="1"/>
          <p:nvPr/>
        </p:nvSpPr>
        <p:spPr>
          <a:xfrm>
            <a:off x="2330127" y="3445748"/>
            <a:ext cx="11011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rPr>
              <a:t>0.14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x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)</a:t>
            </a:r>
            <a:endParaRPr lang="en-HK" sz="2000" b="1" dirty="0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文字方塊 260">
                <a:extLst>
                  <a:ext uri="{FF2B5EF4-FFF2-40B4-BE49-F238E27FC236}">
                    <a16:creationId xmlns:a16="http://schemas.microsoft.com/office/drawing/2014/main" id="{E972DE84-9698-C118-5CB5-048FE5265F81}"/>
                  </a:ext>
                </a:extLst>
              </p:cNvPr>
              <p:cNvSpPr txBox="1"/>
              <p:nvPr/>
            </p:nvSpPr>
            <p:spPr>
              <a:xfrm>
                <a:off x="1085017" y="3882255"/>
                <a:ext cx="23841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HK" sz="2400" b="1" i="1" dirty="0" smtClean="0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</m:oMath>
                  </m:oMathPara>
                </a14:m>
                <a:endParaRPr lang="en-HK" sz="24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36" name="文字方塊 260">
                <a:extLst>
                  <a:ext uri="{FF2B5EF4-FFF2-40B4-BE49-F238E27FC236}">
                    <a16:creationId xmlns:a16="http://schemas.microsoft.com/office/drawing/2014/main" id="{E972DE84-9698-C118-5CB5-048FE5265F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5017" y="3882255"/>
                <a:ext cx="238419" cy="461665"/>
              </a:xfrm>
              <a:prstGeom prst="rect">
                <a:avLst/>
              </a:prstGeom>
              <a:blipFill>
                <a:blip r:embed="rId27"/>
                <a:stretch>
                  <a:fillRect r="-5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文字方塊 43">
            <a:extLst>
              <a:ext uri="{FF2B5EF4-FFF2-40B4-BE49-F238E27FC236}">
                <a16:creationId xmlns:a16="http://schemas.microsoft.com/office/drawing/2014/main" id="{FE1595E8-4186-6049-AE28-EA169B1941E7}"/>
              </a:ext>
            </a:extLst>
          </p:cNvPr>
          <p:cNvSpPr txBox="1"/>
          <p:nvPr/>
        </p:nvSpPr>
        <p:spPr>
          <a:xfrm>
            <a:off x="1380466" y="3909531"/>
            <a:ext cx="8891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rPr>
              <a:t>9000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8" name="文字方塊 57">
                <a:extLst>
                  <a:ext uri="{FF2B5EF4-FFF2-40B4-BE49-F238E27FC236}">
                    <a16:creationId xmlns:a16="http://schemas.microsoft.com/office/drawing/2014/main" id="{9BD3C893-C811-3088-AFB7-D47E2A0C74EF}"/>
                  </a:ext>
                </a:extLst>
              </p:cNvPr>
              <p:cNvSpPr txBox="1"/>
              <p:nvPr/>
            </p:nvSpPr>
            <p:spPr>
              <a:xfrm>
                <a:off x="2159033" y="387485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accent5">
                      <a:lumMod val="60000"/>
                      <a:lumOff val="40000"/>
                    </a:schemeClr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8" name="文字方塊 57">
                <a:extLst>
                  <a:ext uri="{FF2B5EF4-FFF2-40B4-BE49-F238E27FC236}">
                    <a16:creationId xmlns:a16="http://schemas.microsoft.com/office/drawing/2014/main" id="{9BD3C893-C811-3088-AFB7-D47E2A0C74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9033" y="3874853"/>
                <a:ext cx="295688" cy="400110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文字方塊 34">
            <a:extLst>
              <a:ext uri="{FF2B5EF4-FFF2-40B4-BE49-F238E27FC236}">
                <a16:creationId xmlns:a16="http://schemas.microsoft.com/office/drawing/2014/main" id="{26C475B7-98FB-9D0B-838B-14C3DD77FEA1}"/>
              </a:ext>
            </a:extLst>
          </p:cNvPr>
          <p:cNvSpPr txBox="1"/>
          <p:nvPr/>
        </p:nvSpPr>
        <p:spPr>
          <a:xfrm>
            <a:off x="2393344" y="3911672"/>
            <a:ext cx="11011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rPr>
              <a:t>0.14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x</a:t>
            </a:r>
            <a:endParaRPr lang="en-HK" sz="2000" b="1" dirty="0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文字方塊 80">
                <a:extLst>
                  <a:ext uri="{FF2B5EF4-FFF2-40B4-BE49-F238E27FC236}">
                    <a16:creationId xmlns:a16="http://schemas.microsoft.com/office/drawing/2014/main" id="{8E532CF5-9643-EB27-C144-872DFE3C961C}"/>
                  </a:ext>
                </a:extLst>
              </p:cNvPr>
              <p:cNvSpPr txBox="1"/>
              <p:nvPr/>
            </p:nvSpPr>
            <p:spPr>
              <a:xfrm>
                <a:off x="3289847" y="389230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0" name="文字方塊 80">
                <a:extLst>
                  <a:ext uri="{FF2B5EF4-FFF2-40B4-BE49-F238E27FC236}">
                    <a16:creationId xmlns:a16="http://schemas.microsoft.com/office/drawing/2014/main" id="{8E532CF5-9643-EB27-C144-872DFE3C96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9847" y="3892303"/>
                <a:ext cx="295688" cy="400110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文字方塊 43">
            <a:extLst>
              <a:ext uri="{FF2B5EF4-FFF2-40B4-BE49-F238E27FC236}">
                <a16:creationId xmlns:a16="http://schemas.microsoft.com/office/drawing/2014/main" id="{8FFDA81D-010E-0811-8FF5-4A991B0103DF}"/>
              </a:ext>
            </a:extLst>
          </p:cNvPr>
          <p:cNvSpPr txBox="1"/>
          <p:nvPr/>
        </p:nvSpPr>
        <p:spPr>
          <a:xfrm>
            <a:off x="3587855" y="3916227"/>
            <a:ext cx="10543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rPr>
              <a:t>15300</a:t>
            </a:r>
          </a:p>
        </p:txBody>
      </p:sp>
      <p:sp>
        <p:nvSpPr>
          <p:cNvPr id="42" name="文字方塊 34">
            <a:extLst>
              <a:ext uri="{FF2B5EF4-FFF2-40B4-BE49-F238E27FC236}">
                <a16:creationId xmlns:a16="http://schemas.microsoft.com/office/drawing/2014/main" id="{A62B893F-4017-E56E-1A4C-EF8C193C43E6}"/>
              </a:ext>
            </a:extLst>
          </p:cNvPr>
          <p:cNvSpPr txBox="1"/>
          <p:nvPr/>
        </p:nvSpPr>
        <p:spPr>
          <a:xfrm>
            <a:off x="2392754" y="4329010"/>
            <a:ext cx="11011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0.14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x</a:t>
            </a:r>
            <a:endParaRPr lang="en-HK" sz="2000" b="1" dirty="0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3" name="文字方塊 80">
                <a:extLst>
                  <a:ext uri="{FF2B5EF4-FFF2-40B4-BE49-F238E27FC236}">
                    <a16:creationId xmlns:a16="http://schemas.microsoft.com/office/drawing/2014/main" id="{425C1298-EB91-1BEF-FA54-761824408CA2}"/>
                  </a:ext>
                </a:extLst>
              </p:cNvPr>
              <p:cNvSpPr txBox="1"/>
              <p:nvPr/>
            </p:nvSpPr>
            <p:spPr>
              <a:xfrm>
                <a:off x="3289257" y="430964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3" name="文字方塊 80">
                <a:extLst>
                  <a:ext uri="{FF2B5EF4-FFF2-40B4-BE49-F238E27FC236}">
                    <a16:creationId xmlns:a16="http://schemas.microsoft.com/office/drawing/2014/main" id="{425C1298-EB91-1BEF-FA54-761824408C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9257" y="4309641"/>
                <a:ext cx="295688" cy="400110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文字方塊 43">
            <a:extLst>
              <a:ext uri="{FF2B5EF4-FFF2-40B4-BE49-F238E27FC236}">
                <a16:creationId xmlns:a16="http://schemas.microsoft.com/office/drawing/2014/main" id="{170D3B6E-81C2-4E61-5723-8EE7ED4138B4}"/>
              </a:ext>
            </a:extLst>
          </p:cNvPr>
          <p:cNvSpPr txBox="1"/>
          <p:nvPr/>
        </p:nvSpPr>
        <p:spPr>
          <a:xfrm>
            <a:off x="3587265" y="4333565"/>
            <a:ext cx="8935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6300</a:t>
            </a:r>
          </a:p>
        </p:txBody>
      </p:sp>
      <p:sp>
        <p:nvSpPr>
          <p:cNvPr id="45" name="文字方塊 34">
            <a:extLst>
              <a:ext uri="{FF2B5EF4-FFF2-40B4-BE49-F238E27FC236}">
                <a16:creationId xmlns:a16="http://schemas.microsoft.com/office/drawing/2014/main" id="{ADEE0195-0775-E02A-0310-CE92D06A608C}"/>
              </a:ext>
            </a:extLst>
          </p:cNvPr>
          <p:cNvSpPr txBox="1"/>
          <p:nvPr/>
        </p:nvSpPr>
        <p:spPr>
          <a:xfrm>
            <a:off x="2982607" y="4746745"/>
            <a:ext cx="3831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Calligraphy" panose="03010101010101010101" pitchFamily="66" charset="0"/>
              </a:rPr>
              <a:t>x</a:t>
            </a:r>
            <a:endParaRPr lang="en-HK" sz="2000" b="1" dirty="0">
              <a:ln>
                <a:solidFill>
                  <a:schemeClr val="tx1"/>
                </a:solidFill>
              </a:ln>
              <a:solidFill>
                <a:srgbClr val="FF000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6" name="文字方塊 80">
                <a:extLst>
                  <a:ext uri="{FF2B5EF4-FFF2-40B4-BE49-F238E27FC236}">
                    <a16:creationId xmlns:a16="http://schemas.microsoft.com/office/drawing/2014/main" id="{F7695D5E-6ACF-DCF6-AE33-854E8259975F}"/>
                  </a:ext>
                </a:extLst>
              </p:cNvPr>
              <p:cNvSpPr txBox="1"/>
              <p:nvPr/>
            </p:nvSpPr>
            <p:spPr>
              <a:xfrm>
                <a:off x="3289257" y="473576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6" name="文字方塊 80">
                <a:extLst>
                  <a:ext uri="{FF2B5EF4-FFF2-40B4-BE49-F238E27FC236}">
                    <a16:creationId xmlns:a16="http://schemas.microsoft.com/office/drawing/2014/main" id="{F7695D5E-6ACF-DCF6-AE33-854E825997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9257" y="4735765"/>
                <a:ext cx="295688" cy="400110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文字方塊 43">
            <a:extLst>
              <a:ext uri="{FF2B5EF4-FFF2-40B4-BE49-F238E27FC236}">
                <a16:creationId xmlns:a16="http://schemas.microsoft.com/office/drawing/2014/main" id="{B2404795-25AB-A5A6-0803-5C11451BC493}"/>
              </a:ext>
            </a:extLst>
          </p:cNvPr>
          <p:cNvSpPr txBox="1"/>
          <p:nvPr/>
        </p:nvSpPr>
        <p:spPr>
          <a:xfrm>
            <a:off x="3587265" y="4751063"/>
            <a:ext cx="10543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Handwriting" panose="03010101010101010101" pitchFamily="66" charset="0"/>
              </a:rPr>
              <a:t>45000</a:t>
            </a:r>
          </a:p>
        </p:txBody>
      </p:sp>
      <p:sp>
        <p:nvSpPr>
          <p:cNvPr id="48" name="文字方塊 98">
            <a:extLst>
              <a:ext uri="{FF2B5EF4-FFF2-40B4-BE49-F238E27FC236}">
                <a16:creationId xmlns:a16="http://schemas.microsoft.com/office/drawing/2014/main" id="{966D8F58-5F7A-1037-9C0E-56E1D5E116B6}"/>
              </a:ext>
            </a:extLst>
          </p:cNvPr>
          <p:cNvSpPr txBox="1"/>
          <p:nvPr/>
        </p:nvSpPr>
        <p:spPr>
          <a:xfrm>
            <a:off x="1088597" y="5224067"/>
            <a:ext cx="40844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n>
                  <a:solidFill>
                    <a:schemeClr val="tx1"/>
                  </a:solidFill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Lucida Calligraphy" panose="03010101010101010101" pitchFamily="66" charset="0"/>
              </a:rPr>
              <a:t>Tom’s net chargeable income</a:t>
            </a:r>
            <a:endParaRPr lang="zh-TW" altLang="en-US" sz="2000" b="1" dirty="0">
              <a:solidFill>
                <a:schemeClr val="accent2">
                  <a:lumMod val="40000"/>
                  <a:lumOff val="60000"/>
                </a:schemeClr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9" name="文字方塊 80">
                <a:extLst>
                  <a:ext uri="{FF2B5EF4-FFF2-40B4-BE49-F238E27FC236}">
                    <a16:creationId xmlns:a16="http://schemas.microsoft.com/office/drawing/2014/main" id="{E8C4A254-95D1-E261-0B2A-A526E31F55AE}"/>
                  </a:ext>
                </a:extLst>
              </p:cNvPr>
              <p:cNvSpPr txBox="1"/>
              <p:nvPr/>
            </p:nvSpPr>
            <p:spPr>
              <a:xfrm>
                <a:off x="5090103" y="520309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9" name="文字方塊 80">
                <a:extLst>
                  <a:ext uri="{FF2B5EF4-FFF2-40B4-BE49-F238E27FC236}">
                    <a16:creationId xmlns:a16="http://schemas.microsoft.com/office/drawing/2014/main" id="{E8C4A254-95D1-E261-0B2A-A526E31F55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0103" y="5203095"/>
                <a:ext cx="295688" cy="400110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文字方塊 43">
            <a:extLst>
              <a:ext uri="{FF2B5EF4-FFF2-40B4-BE49-F238E27FC236}">
                <a16:creationId xmlns:a16="http://schemas.microsoft.com/office/drawing/2014/main" id="{21837901-4B18-F86D-AF9F-8E7D193AB16B}"/>
              </a:ext>
            </a:extLst>
          </p:cNvPr>
          <p:cNvSpPr txBox="1"/>
          <p:nvPr/>
        </p:nvSpPr>
        <p:spPr>
          <a:xfrm>
            <a:off x="5384400" y="5228808"/>
            <a:ext cx="15488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$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150000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1" name="文字方塊 57">
                <a:extLst>
                  <a:ext uri="{FF2B5EF4-FFF2-40B4-BE49-F238E27FC236}">
                    <a16:creationId xmlns:a16="http://schemas.microsoft.com/office/drawing/2014/main" id="{7A200180-1359-EFDF-A4A6-11503DB29D63}"/>
                  </a:ext>
                </a:extLst>
              </p:cNvPr>
              <p:cNvSpPr txBox="1"/>
              <p:nvPr/>
            </p:nvSpPr>
            <p:spPr>
              <a:xfrm>
                <a:off x="6802770" y="518516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1" name="文字方塊 57">
                <a:extLst>
                  <a:ext uri="{FF2B5EF4-FFF2-40B4-BE49-F238E27FC236}">
                    <a16:creationId xmlns:a16="http://schemas.microsoft.com/office/drawing/2014/main" id="{7A200180-1359-EFDF-A4A6-11503DB29D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2770" y="5185165"/>
                <a:ext cx="295688" cy="400110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文字方塊 34">
            <a:extLst>
              <a:ext uri="{FF2B5EF4-FFF2-40B4-BE49-F238E27FC236}">
                <a16:creationId xmlns:a16="http://schemas.microsoft.com/office/drawing/2014/main" id="{389128D9-FAE1-62C0-A46B-EA37F0B8F44A}"/>
              </a:ext>
            </a:extLst>
          </p:cNvPr>
          <p:cNvSpPr txBox="1"/>
          <p:nvPr/>
        </p:nvSpPr>
        <p:spPr>
          <a:xfrm>
            <a:off x="7069331" y="5228808"/>
            <a:ext cx="12808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Handwriting" panose="03010101010101010101" pitchFamily="66" charset="0"/>
              </a:rPr>
              <a:t>45000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)</a:t>
            </a:r>
            <a:endParaRPr lang="en-HK" sz="2000" b="1" dirty="0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3" name="文字方塊 80">
                <a:extLst>
                  <a:ext uri="{FF2B5EF4-FFF2-40B4-BE49-F238E27FC236}">
                    <a16:creationId xmlns:a16="http://schemas.microsoft.com/office/drawing/2014/main" id="{03AD0212-33A2-3724-F420-47A14F0B9A51}"/>
                  </a:ext>
                </a:extLst>
              </p:cNvPr>
              <p:cNvSpPr txBox="1"/>
              <p:nvPr/>
            </p:nvSpPr>
            <p:spPr>
              <a:xfrm>
                <a:off x="5090561" y="562417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3" name="文字方塊 80">
                <a:extLst>
                  <a:ext uri="{FF2B5EF4-FFF2-40B4-BE49-F238E27FC236}">
                    <a16:creationId xmlns:a16="http://schemas.microsoft.com/office/drawing/2014/main" id="{03AD0212-33A2-3724-F420-47A14F0B9A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0561" y="5624177"/>
                <a:ext cx="295688" cy="400110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文字方塊 43">
            <a:extLst>
              <a:ext uri="{FF2B5EF4-FFF2-40B4-BE49-F238E27FC236}">
                <a16:creationId xmlns:a16="http://schemas.microsoft.com/office/drawing/2014/main" id="{00E3C35A-62ED-C872-4EB7-40EF2722985F}"/>
              </a:ext>
            </a:extLst>
          </p:cNvPr>
          <p:cNvSpPr txBox="1"/>
          <p:nvPr/>
        </p:nvSpPr>
        <p:spPr>
          <a:xfrm>
            <a:off x="5384858" y="5649890"/>
            <a:ext cx="15483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Lucida Handwriting" panose="03010101010101010101" pitchFamily="66" charset="0"/>
              </a:rPr>
              <a:t>$ 195000</a:t>
            </a:r>
          </a:p>
        </p:txBody>
      </p:sp>
      <p:sp>
        <p:nvSpPr>
          <p:cNvPr id="55" name="文字方塊 98">
            <a:extLst>
              <a:ext uri="{FF2B5EF4-FFF2-40B4-BE49-F238E27FC236}">
                <a16:creationId xmlns:a16="http://schemas.microsoft.com/office/drawing/2014/main" id="{A4D65E67-2DE7-1B07-49C1-C7FB2DF80F6E}"/>
              </a:ext>
            </a:extLst>
          </p:cNvPr>
          <p:cNvSpPr txBox="1"/>
          <p:nvPr/>
        </p:nvSpPr>
        <p:spPr>
          <a:xfrm>
            <a:off x="1076281" y="6005494"/>
            <a:ext cx="31456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Tom’s annual income</a:t>
            </a:r>
            <a:endParaRPr lang="zh-TW" altLang="en-US" sz="2000" b="1" dirty="0">
              <a:solidFill>
                <a:srgbClr val="00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6" name="文字方塊 80">
                <a:extLst>
                  <a:ext uri="{FF2B5EF4-FFF2-40B4-BE49-F238E27FC236}">
                    <a16:creationId xmlns:a16="http://schemas.microsoft.com/office/drawing/2014/main" id="{1F37A4EC-2868-AA14-7F8F-44C778ABFADB}"/>
                  </a:ext>
                </a:extLst>
              </p:cNvPr>
              <p:cNvSpPr txBox="1"/>
              <p:nvPr/>
            </p:nvSpPr>
            <p:spPr>
              <a:xfrm>
                <a:off x="4080627" y="598452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6" name="文字方塊 80">
                <a:extLst>
                  <a:ext uri="{FF2B5EF4-FFF2-40B4-BE49-F238E27FC236}">
                    <a16:creationId xmlns:a16="http://schemas.microsoft.com/office/drawing/2014/main" id="{1F37A4EC-2868-AA14-7F8F-44C778ABFA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0627" y="5984522"/>
                <a:ext cx="295688" cy="400110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文字方塊 43">
            <a:extLst>
              <a:ext uri="{FF2B5EF4-FFF2-40B4-BE49-F238E27FC236}">
                <a16:creationId xmlns:a16="http://schemas.microsoft.com/office/drawing/2014/main" id="{4778A411-D828-A095-9AEE-763BEC976678}"/>
              </a:ext>
            </a:extLst>
          </p:cNvPr>
          <p:cNvSpPr txBox="1"/>
          <p:nvPr/>
        </p:nvSpPr>
        <p:spPr>
          <a:xfrm>
            <a:off x="4374924" y="6010235"/>
            <a:ext cx="15488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$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Lucida Handwriting" panose="03010101010101010101" pitchFamily="66" charset="0"/>
              </a:rPr>
              <a:t>195000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8" name="文字方塊 57">
                <a:extLst>
                  <a:ext uri="{FF2B5EF4-FFF2-40B4-BE49-F238E27FC236}">
                    <a16:creationId xmlns:a16="http://schemas.microsoft.com/office/drawing/2014/main" id="{9A4C447F-2178-1444-8E11-B4A3AE272082}"/>
                  </a:ext>
                </a:extLst>
              </p:cNvPr>
              <p:cNvSpPr txBox="1"/>
              <p:nvPr/>
            </p:nvSpPr>
            <p:spPr>
              <a:xfrm>
                <a:off x="5793294" y="596659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8" name="文字方塊 57">
                <a:extLst>
                  <a:ext uri="{FF2B5EF4-FFF2-40B4-BE49-F238E27FC236}">
                    <a16:creationId xmlns:a16="http://schemas.microsoft.com/office/drawing/2014/main" id="{9A4C447F-2178-1444-8E11-B4A3AE2720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3294" y="5966592"/>
                <a:ext cx="295688" cy="400110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文字方塊 34">
            <a:extLst>
              <a:ext uri="{FF2B5EF4-FFF2-40B4-BE49-F238E27FC236}">
                <a16:creationId xmlns:a16="http://schemas.microsoft.com/office/drawing/2014/main" id="{96C370BB-9936-7F04-256D-6D2FB670DDF5}"/>
              </a:ext>
            </a:extLst>
          </p:cNvPr>
          <p:cNvSpPr txBox="1"/>
          <p:nvPr/>
        </p:nvSpPr>
        <p:spPr>
          <a:xfrm>
            <a:off x="6059855" y="6001609"/>
            <a:ext cx="12808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Handwriting" panose="03010101010101010101" pitchFamily="66" charset="0"/>
              </a:rPr>
              <a:t>140000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)</a:t>
            </a:r>
            <a:endParaRPr lang="en-HK" sz="2000" b="1" dirty="0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0" name="文字方塊 80">
                <a:extLst>
                  <a:ext uri="{FF2B5EF4-FFF2-40B4-BE49-F238E27FC236}">
                    <a16:creationId xmlns:a16="http://schemas.microsoft.com/office/drawing/2014/main" id="{C1D82B5E-3588-D7FD-7E36-F130B1F6DDA7}"/>
                  </a:ext>
                </a:extLst>
              </p:cNvPr>
              <p:cNvSpPr txBox="1"/>
              <p:nvPr/>
            </p:nvSpPr>
            <p:spPr>
              <a:xfrm>
                <a:off x="4081085" y="640560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60" name="文字方塊 80">
                <a:extLst>
                  <a:ext uri="{FF2B5EF4-FFF2-40B4-BE49-F238E27FC236}">
                    <a16:creationId xmlns:a16="http://schemas.microsoft.com/office/drawing/2014/main" id="{C1D82B5E-3588-D7FD-7E36-F130B1F6DD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1085" y="6405604"/>
                <a:ext cx="295688" cy="400110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文字方塊 43">
            <a:extLst>
              <a:ext uri="{FF2B5EF4-FFF2-40B4-BE49-F238E27FC236}">
                <a16:creationId xmlns:a16="http://schemas.microsoft.com/office/drawing/2014/main" id="{4BC1263B-B145-B57D-702D-6749EDD0187B}"/>
              </a:ext>
            </a:extLst>
          </p:cNvPr>
          <p:cNvSpPr txBox="1"/>
          <p:nvPr/>
        </p:nvSpPr>
        <p:spPr>
          <a:xfrm>
            <a:off x="4375382" y="6431317"/>
            <a:ext cx="15483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$ 335000</a:t>
            </a: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09811B54-5992-B98D-155A-7B40BCDD4B21}"/>
              </a:ext>
            </a:extLst>
          </p:cNvPr>
          <p:cNvGrpSpPr/>
          <p:nvPr/>
        </p:nvGrpSpPr>
        <p:grpSpPr>
          <a:xfrm>
            <a:off x="9017240" y="6190693"/>
            <a:ext cx="450031" cy="422255"/>
            <a:chOff x="10210582" y="1733059"/>
            <a:chExt cx="450031" cy="422255"/>
          </a:xfrm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298A1626-27B4-2E96-BFAD-D020759F9E6A}"/>
                </a:ext>
              </a:extLst>
            </p:cNvPr>
            <p:cNvSpPr/>
            <p:nvPr/>
          </p:nvSpPr>
          <p:spPr>
            <a:xfrm>
              <a:off x="10223770" y="1733059"/>
              <a:ext cx="436843" cy="40011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BC3E58B6-C9B5-5915-9CFC-7F49D84679D3}"/>
                </a:ext>
              </a:extLst>
            </p:cNvPr>
            <p:cNvSpPr txBox="1"/>
            <p:nvPr/>
          </p:nvSpPr>
          <p:spPr>
            <a:xfrm>
              <a:off x="10210582" y="1755204"/>
              <a:ext cx="341456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D</a:t>
              </a:r>
              <a:endParaRPr lang="en-US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392419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indefinite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>
                      <p:stCondLst>
                        <p:cond delay="indefinite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" fill="hold">
                      <p:stCondLst>
                        <p:cond delay="indefinite"/>
                      </p:stCondLst>
                      <p:childTnLst>
                        <p:par>
                          <p:cTn id="243" fill="hold">
                            <p:stCondLst>
                              <p:cond delay="0"/>
                            </p:stCondLst>
                            <p:childTnLst>
                              <p:par>
                                <p:cTn id="2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" fill="hold">
                      <p:stCondLst>
                        <p:cond delay="indefinite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6" grpId="0"/>
      <p:bldP spid="17" grpId="0"/>
      <p:bldP spid="18" grpId="0"/>
      <p:bldP spid="19" grpId="0"/>
      <p:bldP spid="20" grpId="0"/>
      <p:bldP spid="21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/>
      <p:bldP spid="54" grpId="0"/>
      <p:bldP spid="55" grpId="0"/>
      <p:bldP spid="56" grpId="0"/>
      <p:bldP spid="57" grpId="0"/>
      <p:bldP spid="58" grpId="0"/>
      <p:bldP spid="59" grpId="0"/>
      <p:bldP spid="60" grpId="0"/>
      <p:bldP spid="6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AB3BF7-106F-8E28-6F8F-62CEB526E49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b="49092"/>
          <a:stretch>
            <a:fillRect/>
          </a:stretch>
        </p:blipFill>
        <p:spPr>
          <a:xfrm>
            <a:off x="252889" y="232063"/>
            <a:ext cx="10150720" cy="72547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4B4B965-8C8B-1A14-164F-7F7844413AA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t="49092" r="41558"/>
          <a:stretch>
            <a:fillRect/>
          </a:stretch>
        </p:blipFill>
        <p:spPr>
          <a:xfrm>
            <a:off x="252889" y="957535"/>
            <a:ext cx="5932251" cy="72547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8" name="筆跡 59">
                <a:extLst>
                  <a:ext uri="{FF2B5EF4-FFF2-40B4-BE49-F238E27FC236}">
                    <a16:creationId xmlns:a16="http://schemas.microsoft.com/office/drawing/2014/main" id="{2FD6AA7D-8EE8-ABE5-BC61-5299DCDAE0CC}"/>
                  </a:ext>
                </a:extLst>
              </p14:cNvPr>
              <p14:cNvContentPartPr/>
              <p14:nvPr/>
            </p14:nvContentPartPr>
            <p14:xfrm>
              <a:off x="6737231" y="406082"/>
              <a:ext cx="391403" cy="45719"/>
            </p14:xfrm>
          </p:contentPart>
        </mc:Choice>
        <mc:Fallback>
          <p:pic>
            <p:nvPicPr>
              <p:cNvPr id="8" name="筆跡 59">
                <a:extLst>
                  <a:ext uri="{FF2B5EF4-FFF2-40B4-BE49-F238E27FC236}">
                    <a16:creationId xmlns:a16="http://schemas.microsoft.com/office/drawing/2014/main" id="{2FD6AA7D-8EE8-ABE5-BC61-5299DCDAE0C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683220" y="-13309618"/>
                <a:ext cx="499066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9" name="筆跡 59">
                <a:extLst>
                  <a:ext uri="{FF2B5EF4-FFF2-40B4-BE49-F238E27FC236}">
                    <a16:creationId xmlns:a16="http://schemas.microsoft.com/office/drawing/2014/main" id="{796EEFA2-DAC8-9A5F-96BC-ADB37A0E9B65}"/>
                  </a:ext>
                </a:extLst>
              </p14:cNvPr>
              <p14:cNvContentPartPr/>
              <p14:nvPr/>
            </p14:nvContentPartPr>
            <p14:xfrm>
              <a:off x="7315201" y="400683"/>
              <a:ext cx="1268082" cy="45719"/>
            </p14:xfrm>
          </p:contentPart>
        </mc:Choice>
        <mc:Fallback>
          <p:pic>
            <p:nvPicPr>
              <p:cNvPr id="9" name="筆跡 59">
                <a:extLst>
                  <a:ext uri="{FF2B5EF4-FFF2-40B4-BE49-F238E27FC236}">
                    <a16:creationId xmlns:a16="http://schemas.microsoft.com/office/drawing/2014/main" id="{796EEFA2-DAC8-9A5F-96BC-ADB37A0E9B6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261163" y="-13315017"/>
                <a:ext cx="1375797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0" name="筆跡 1054">
                <a:extLst>
                  <a:ext uri="{FF2B5EF4-FFF2-40B4-BE49-F238E27FC236}">
                    <a16:creationId xmlns:a16="http://schemas.microsoft.com/office/drawing/2014/main" id="{2D7E2CD2-236D-2F42-64DF-41DF10E27AAC}"/>
                  </a:ext>
                </a:extLst>
              </p14:cNvPr>
              <p14:cNvContentPartPr/>
              <p14:nvPr/>
            </p14:nvContentPartPr>
            <p14:xfrm>
              <a:off x="1076377" y="714104"/>
              <a:ext cx="873191" cy="45719"/>
            </p14:xfrm>
          </p:contentPart>
        </mc:Choice>
        <mc:Fallback>
          <p:pic>
            <p:nvPicPr>
              <p:cNvPr id="10" name="筆跡 1054">
                <a:extLst>
                  <a:ext uri="{FF2B5EF4-FFF2-40B4-BE49-F238E27FC236}">
                    <a16:creationId xmlns:a16="http://schemas.microsoft.com/office/drawing/2014/main" id="{2D7E2CD2-236D-2F42-64DF-41DF10E27AA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22365" y="-13001596"/>
                <a:ext cx="980855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1" name="筆跡 59">
                <a:extLst>
                  <a:ext uri="{FF2B5EF4-FFF2-40B4-BE49-F238E27FC236}">
                    <a16:creationId xmlns:a16="http://schemas.microsoft.com/office/drawing/2014/main" id="{DDFFB4D8-DB59-66E8-3A6A-CF6D4A1AD095}"/>
                  </a:ext>
                </a:extLst>
              </p14:cNvPr>
              <p14:cNvContentPartPr/>
              <p14:nvPr/>
            </p14:nvContentPartPr>
            <p14:xfrm>
              <a:off x="2634589" y="1108616"/>
              <a:ext cx="1151598" cy="45719"/>
            </p14:xfrm>
          </p:contentPart>
        </mc:Choice>
        <mc:Fallback>
          <p:pic>
            <p:nvPicPr>
              <p:cNvPr id="11" name="筆跡 59">
                <a:extLst>
                  <a:ext uri="{FF2B5EF4-FFF2-40B4-BE49-F238E27FC236}">
                    <a16:creationId xmlns:a16="http://schemas.microsoft.com/office/drawing/2014/main" id="{DDFFB4D8-DB59-66E8-3A6A-CF6D4A1AD09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580557" y="-12607084"/>
                <a:ext cx="1259301" cy="27431400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98970C69-DE08-D7D4-B39F-91504D9C6134}"/>
              </a:ext>
            </a:extLst>
          </p:cNvPr>
          <p:cNvSpPr txBox="1"/>
          <p:nvPr/>
        </p:nvSpPr>
        <p:spPr>
          <a:xfrm>
            <a:off x="591086" y="1725218"/>
            <a:ext cx="5780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(a) </a:t>
            </a:r>
            <a:endParaRPr lang="en-US" sz="2000"/>
          </a:p>
        </p:txBody>
      </p:sp>
      <p:sp>
        <p:nvSpPr>
          <p:cNvPr id="13" name="文字方塊 98">
            <a:extLst>
              <a:ext uri="{FF2B5EF4-FFF2-40B4-BE49-F238E27FC236}">
                <a16:creationId xmlns:a16="http://schemas.microsoft.com/office/drawing/2014/main" id="{BE87A0C6-C336-93A6-F173-111ECA61F5B2}"/>
              </a:ext>
            </a:extLst>
          </p:cNvPr>
          <p:cNvSpPr txBox="1"/>
          <p:nvPr/>
        </p:nvSpPr>
        <p:spPr>
          <a:xfrm>
            <a:off x="1094990" y="1742630"/>
            <a:ext cx="67550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Let </a:t>
            </a:r>
            <a:r>
              <a:rPr lang="en-US" altLang="zh-TW" sz="2000" b="1" dirty="0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rPr>
              <a:t>$</a:t>
            </a:r>
            <a:r>
              <a:rPr lang="en-US" altLang="zh-TW" sz="2000" b="1" dirty="0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P </a:t>
            </a:r>
            <a:r>
              <a:rPr lang="en-US" altLang="zh-TW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be the value of the painting </a:t>
            </a:r>
            <a:r>
              <a:rPr lang="en-US" altLang="zh-TW" sz="2000" b="1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Handwriting" panose="03010101010101010101" pitchFamily="66" charset="0"/>
              </a:rPr>
              <a:t>20</a:t>
            </a:r>
            <a:r>
              <a:rPr lang="en-US" altLang="zh-TW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 years ago.</a:t>
            </a:r>
            <a:endParaRPr lang="zh-TW" altLang="en-US" sz="2000" b="1" dirty="0">
              <a:latin typeface="Lucida Handwriting" panose="03010101010101010101" pitchFamily="66" charset="0"/>
            </a:endParaRPr>
          </a:p>
        </p:txBody>
      </p:sp>
      <p:sp>
        <p:nvSpPr>
          <p:cNvPr id="14" name="文字方塊 98">
            <a:extLst>
              <a:ext uri="{FF2B5EF4-FFF2-40B4-BE49-F238E27FC236}">
                <a16:creationId xmlns:a16="http://schemas.microsoft.com/office/drawing/2014/main" id="{A18E4580-F640-B50D-3729-C49C4BF168AD}"/>
              </a:ext>
            </a:extLst>
          </p:cNvPr>
          <p:cNvSpPr txBox="1"/>
          <p:nvPr/>
        </p:nvSpPr>
        <p:spPr>
          <a:xfrm>
            <a:off x="1094990" y="2175401"/>
            <a:ext cx="47565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Taking every </a:t>
            </a:r>
            <a:r>
              <a:rPr lang="en-US" altLang="zh-TW" sz="2000" b="1" dirty="0">
                <a:ln>
                  <a:solidFill>
                    <a:schemeClr val="tx1"/>
                  </a:solidFill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Lucida Handwriting" panose="03010101010101010101" pitchFamily="66" charset="0"/>
              </a:rPr>
              <a:t>5</a:t>
            </a:r>
            <a:r>
              <a:rPr lang="en-US" altLang="zh-TW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 years as a period,</a:t>
            </a:r>
            <a:endParaRPr lang="zh-TW" altLang="en-US" sz="2000" b="1" dirty="0">
              <a:latin typeface="Lucida Handwriting" panose="03010101010101010101" pitchFamily="66" charset="0"/>
            </a:endParaRPr>
          </a:p>
        </p:txBody>
      </p:sp>
      <p:sp>
        <p:nvSpPr>
          <p:cNvPr id="15" name="文字方塊 98">
            <a:extLst>
              <a:ext uri="{FF2B5EF4-FFF2-40B4-BE49-F238E27FC236}">
                <a16:creationId xmlns:a16="http://schemas.microsoft.com/office/drawing/2014/main" id="{6ABABEC0-D8B9-E450-F293-914F5B077732}"/>
              </a:ext>
            </a:extLst>
          </p:cNvPr>
          <p:cNvSpPr txBox="1"/>
          <p:nvPr/>
        </p:nvSpPr>
        <p:spPr>
          <a:xfrm>
            <a:off x="1094991" y="2627817"/>
            <a:ext cx="43137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Calligraphy" panose="03010101010101010101" pitchFamily="66" charset="0"/>
              </a:rPr>
              <a:t>number of periods in </a:t>
            </a:r>
            <a:r>
              <a:rPr lang="en-US" altLang="zh-TW" sz="2000" b="1" dirty="0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Handwriting" panose="03010101010101010101" pitchFamily="66" charset="0"/>
              </a:rPr>
              <a:t>20</a:t>
            </a:r>
            <a:r>
              <a:rPr lang="en-US" altLang="zh-TW" sz="2000" b="1" dirty="0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Calligraphy" panose="03010101010101010101" pitchFamily="66" charset="0"/>
              </a:rPr>
              <a:t> years</a:t>
            </a:r>
            <a:endParaRPr lang="zh-TW" altLang="en-US" sz="2000" b="1" dirty="0">
              <a:solidFill>
                <a:srgbClr val="FFC0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字方塊 80">
                <a:extLst>
                  <a:ext uri="{FF2B5EF4-FFF2-40B4-BE49-F238E27FC236}">
                    <a16:creationId xmlns:a16="http://schemas.microsoft.com/office/drawing/2014/main" id="{679F20FC-F794-8C35-CBB5-1B80A37D00E8}"/>
                  </a:ext>
                </a:extLst>
              </p:cNvPr>
              <p:cNvSpPr txBox="1"/>
              <p:nvPr/>
            </p:nvSpPr>
            <p:spPr>
              <a:xfrm>
                <a:off x="5328249" y="262781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6" name="文字方塊 80">
                <a:extLst>
                  <a:ext uri="{FF2B5EF4-FFF2-40B4-BE49-F238E27FC236}">
                    <a16:creationId xmlns:a16="http://schemas.microsoft.com/office/drawing/2014/main" id="{679F20FC-F794-8C35-CBB5-1B80A37D00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8249" y="2627817"/>
                <a:ext cx="295688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群組 74">
            <a:extLst>
              <a:ext uri="{FF2B5EF4-FFF2-40B4-BE49-F238E27FC236}">
                <a16:creationId xmlns:a16="http://schemas.microsoft.com/office/drawing/2014/main" id="{837E38D4-B72E-253F-97BD-5429AD02C194}"/>
              </a:ext>
            </a:extLst>
          </p:cNvPr>
          <p:cNvGrpSpPr/>
          <p:nvPr/>
        </p:nvGrpSpPr>
        <p:grpSpPr>
          <a:xfrm>
            <a:off x="5759468" y="2471466"/>
            <a:ext cx="530915" cy="764567"/>
            <a:chOff x="2896107" y="4671588"/>
            <a:chExt cx="530915" cy="764567"/>
          </a:xfrm>
        </p:grpSpPr>
        <p:sp>
          <p:nvSpPr>
            <p:cNvPr id="18" name="文字方塊 75">
              <a:extLst>
                <a:ext uri="{FF2B5EF4-FFF2-40B4-BE49-F238E27FC236}">
                  <a16:creationId xmlns:a16="http://schemas.microsoft.com/office/drawing/2014/main" id="{FD378C2D-44D9-91CE-5C34-F0AEBDEBB7E2}"/>
                </a:ext>
              </a:extLst>
            </p:cNvPr>
            <p:cNvSpPr txBox="1"/>
            <p:nvPr/>
          </p:nvSpPr>
          <p:spPr>
            <a:xfrm>
              <a:off x="2896107" y="4671588"/>
              <a:ext cx="53091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0000"/>
                  </a:solidFill>
                  <a:latin typeface="Lucida Handwriting" panose="03010101010101010101" pitchFamily="66" charset="0"/>
                </a:rPr>
                <a:t>20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Calligraphy" panose="03010101010101010101" pitchFamily="66" charset="0"/>
              </a:endParaRPr>
            </a:p>
          </p:txBody>
        </p:sp>
        <p:grpSp>
          <p:nvGrpSpPr>
            <p:cNvPr id="19" name="群組 76">
              <a:extLst>
                <a:ext uri="{FF2B5EF4-FFF2-40B4-BE49-F238E27FC236}">
                  <a16:creationId xmlns:a16="http://schemas.microsoft.com/office/drawing/2014/main" id="{63E070F5-1438-1A29-E79B-5A9A9D6099AB}"/>
                </a:ext>
              </a:extLst>
            </p:cNvPr>
            <p:cNvGrpSpPr/>
            <p:nvPr/>
          </p:nvGrpSpPr>
          <p:grpSpPr>
            <a:xfrm>
              <a:off x="2896107" y="5036045"/>
              <a:ext cx="530915" cy="400110"/>
              <a:chOff x="2896107" y="5036045"/>
              <a:chExt cx="530915" cy="400110"/>
            </a:xfrm>
          </p:grpSpPr>
          <p:cxnSp>
            <p:nvCxnSpPr>
              <p:cNvPr id="20" name="直線接點 77">
                <a:extLst>
                  <a:ext uri="{FF2B5EF4-FFF2-40B4-BE49-F238E27FC236}">
                    <a16:creationId xmlns:a16="http://schemas.microsoft.com/office/drawing/2014/main" id="{3AB7E220-FAE2-AA32-67ED-AA8706FA841A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896107" y="5036045"/>
                <a:ext cx="530915" cy="0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21" name="文字方塊 78">
                <a:extLst>
                  <a:ext uri="{FF2B5EF4-FFF2-40B4-BE49-F238E27FC236}">
                    <a16:creationId xmlns:a16="http://schemas.microsoft.com/office/drawing/2014/main" id="{38F3E8E5-6359-4E47-1A58-474281156D23}"/>
                  </a:ext>
                </a:extLst>
              </p:cNvPr>
              <p:cNvSpPr txBox="1"/>
              <p:nvPr/>
            </p:nvSpPr>
            <p:spPr>
              <a:xfrm>
                <a:off x="2974043" y="5036045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Lucida Handwriting" panose="03010101010101010101" pitchFamily="66" charset="0"/>
                  </a:rPr>
                  <a:t>5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accent2">
                      <a:lumMod val="40000"/>
                      <a:lumOff val="60000"/>
                    </a:schemeClr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文字方塊 80">
                <a:extLst>
                  <a:ext uri="{FF2B5EF4-FFF2-40B4-BE49-F238E27FC236}">
                    <a16:creationId xmlns:a16="http://schemas.microsoft.com/office/drawing/2014/main" id="{752C8AE4-1258-AE52-C38C-324E4FA1AAD3}"/>
                  </a:ext>
                </a:extLst>
              </p:cNvPr>
              <p:cNvSpPr txBox="1"/>
              <p:nvPr/>
            </p:nvSpPr>
            <p:spPr>
              <a:xfrm>
                <a:off x="6368319" y="263586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3" name="文字方塊 80">
                <a:extLst>
                  <a:ext uri="{FF2B5EF4-FFF2-40B4-BE49-F238E27FC236}">
                    <a16:creationId xmlns:a16="http://schemas.microsoft.com/office/drawing/2014/main" id="{752C8AE4-1258-AE52-C38C-324E4FA1AA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8319" y="2635868"/>
                <a:ext cx="295688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文字方塊 43">
            <a:extLst>
              <a:ext uri="{FF2B5EF4-FFF2-40B4-BE49-F238E27FC236}">
                <a16:creationId xmlns:a16="http://schemas.microsoft.com/office/drawing/2014/main" id="{07562859-8C2D-D3DD-414B-19D08FFDD4B6}"/>
              </a:ext>
            </a:extLst>
          </p:cNvPr>
          <p:cNvSpPr txBox="1"/>
          <p:nvPr/>
        </p:nvSpPr>
        <p:spPr>
          <a:xfrm>
            <a:off x="6689077" y="2643447"/>
            <a:ext cx="3291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Handwriting" panose="03010101010101010101" pitchFamily="66" charset="0"/>
              </a:rPr>
              <a:t>4</a:t>
            </a:r>
          </a:p>
        </p:txBody>
      </p:sp>
      <p:sp>
        <p:nvSpPr>
          <p:cNvPr id="25" name="文字方塊 43">
            <a:extLst>
              <a:ext uri="{FF2B5EF4-FFF2-40B4-BE49-F238E27FC236}">
                <a16:creationId xmlns:a16="http://schemas.microsoft.com/office/drawing/2014/main" id="{EF5F1A1A-D5AC-70AC-FB24-9A344C9BC9BD}"/>
              </a:ext>
            </a:extLst>
          </p:cNvPr>
          <p:cNvSpPr txBox="1"/>
          <p:nvPr/>
        </p:nvSpPr>
        <p:spPr>
          <a:xfrm>
            <a:off x="1701275" y="3162405"/>
            <a:ext cx="12527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150000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文字方塊 80">
                <a:extLst>
                  <a:ext uri="{FF2B5EF4-FFF2-40B4-BE49-F238E27FC236}">
                    <a16:creationId xmlns:a16="http://schemas.microsoft.com/office/drawing/2014/main" id="{706E3619-C8F8-349A-2B00-D0C7F308CF7E}"/>
                  </a:ext>
                </a:extLst>
              </p:cNvPr>
              <p:cNvSpPr txBox="1"/>
              <p:nvPr/>
            </p:nvSpPr>
            <p:spPr>
              <a:xfrm>
                <a:off x="2823439" y="313706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6" name="文字方塊 80">
                <a:extLst>
                  <a:ext uri="{FF2B5EF4-FFF2-40B4-BE49-F238E27FC236}">
                    <a16:creationId xmlns:a16="http://schemas.microsoft.com/office/drawing/2014/main" id="{706E3619-C8F8-349A-2B00-D0C7F308CF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3439" y="3137065"/>
                <a:ext cx="295688" cy="4001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文字方塊 44">
            <a:extLst>
              <a:ext uri="{FF2B5EF4-FFF2-40B4-BE49-F238E27FC236}">
                <a16:creationId xmlns:a16="http://schemas.microsoft.com/office/drawing/2014/main" id="{5DE62D81-0CCE-59F0-DEF8-45BD3693C2EE}"/>
              </a:ext>
            </a:extLst>
          </p:cNvPr>
          <p:cNvSpPr txBox="1"/>
          <p:nvPr/>
        </p:nvSpPr>
        <p:spPr>
          <a:xfrm>
            <a:off x="3119127" y="3162943"/>
            <a:ext cx="2261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P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chemeClr val="accent5">
                  <a:lumMod val="60000"/>
                  <a:lumOff val="40000"/>
                </a:schemeClr>
              </a:solidFill>
              <a:latin typeface="Lucida Handwriting" panose="03010101010101010101" pitchFamily="66" charset="0"/>
            </a:endParaRPr>
          </a:p>
        </p:txBody>
      </p:sp>
      <p:grpSp>
        <p:nvGrpSpPr>
          <p:cNvPr id="28" name="群組 46">
            <a:extLst>
              <a:ext uri="{FF2B5EF4-FFF2-40B4-BE49-F238E27FC236}">
                <a16:creationId xmlns:a16="http://schemas.microsoft.com/office/drawing/2014/main" id="{64B6D151-D584-CCF6-698F-EE16E3BE07DF}"/>
              </a:ext>
            </a:extLst>
          </p:cNvPr>
          <p:cNvGrpSpPr/>
          <p:nvPr/>
        </p:nvGrpSpPr>
        <p:grpSpPr>
          <a:xfrm>
            <a:off x="3373099" y="3154042"/>
            <a:ext cx="1391749" cy="409011"/>
            <a:chOff x="1498603" y="1408278"/>
            <a:chExt cx="1391749" cy="409011"/>
          </a:xfrm>
        </p:grpSpPr>
        <p:sp>
          <p:nvSpPr>
            <p:cNvPr id="29" name="文字方塊 47">
              <a:extLst>
                <a:ext uri="{FF2B5EF4-FFF2-40B4-BE49-F238E27FC236}">
                  <a16:creationId xmlns:a16="http://schemas.microsoft.com/office/drawing/2014/main" id="{8AF6D171-088F-DE71-00CA-8BDA681F7F66}"/>
                </a:ext>
              </a:extLst>
            </p:cNvPr>
            <p:cNvSpPr txBox="1"/>
            <p:nvPr/>
          </p:nvSpPr>
          <p:spPr>
            <a:xfrm>
              <a:off x="1498603" y="1417179"/>
              <a:ext cx="4571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30" name="文字方塊 48">
              <a:extLst>
                <a:ext uri="{FF2B5EF4-FFF2-40B4-BE49-F238E27FC236}">
                  <a16:creationId xmlns:a16="http://schemas.microsoft.com/office/drawing/2014/main" id="{2608324F-A7B4-9433-28F5-2765B000419F}"/>
                </a:ext>
              </a:extLst>
            </p:cNvPr>
            <p:cNvSpPr txBox="1"/>
            <p:nvPr/>
          </p:nvSpPr>
          <p:spPr>
            <a:xfrm>
              <a:off x="2008474" y="1417179"/>
              <a:ext cx="88187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Handwriting" panose="03010101010101010101" pitchFamily="66" charset="0"/>
                </a:rPr>
                <a:t>25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Calligraphy" panose="03010101010101010101" pitchFamily="66" charset="0"/>
                </a:rPr>
                <a:t>%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字方塊 49">
                  <a:extLst>
                    <a:ext uri="{FF2B5EF4-FFF2-40B4-BE49-F238E27FC236}">
                      <a16:creationId xmlns:a16="http://schemas.microsoft.com/office/drawing/2014/main" id="{2177EFA7-D3BD-6E2E-1BF4-F5833A21E3A4}"/>
                    </a:ext>
                  </a:extLst>
                </p:cNvPr>
                <p:cNvSpPr txBox="1"/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28" name="文字方塊 49">
                  <a:extLst>
                    <a:ext uri="{FF2B5EF4-FFF2-40B4-BE49-F238E27FC236}">
                      <a16:creationId xmlns:a16="http://schemas.microsoft.com/office/drawing/2014/main" id="{CEEFA229-5AB9-64FD-0398-9CF9EE31F9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2" name="文字方塊 50">
            <a:extLst>
              <a:ext uri="{FF2B5EF4-FFF2-40B4-BE49-F238E27FC236}">
                <a16:creationId xmlns:a16="http://schemas.microsoft.com/office/drawing/2014/main" id="{6369092F-14B3-25CB-1B03-429108C1EB75}"/>
              </a:ext>
            </a:extLst>
          </p:cNvPr>
          <p:cNvSpPr txBox="1"/>
          <p:nvPr/>
        </p:nvSpPr>
        <p:spPr>
          <a:xfrm>
            <a:off x="4538720" y="3063905"/>
            <a:ext cx="3122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1400" b="1" dirty="0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Handwriting" panose="03010101010101010101" pitchFamily="66" charset="0"/>
              </a:rPr>
              <a:t>4</a:t>
            </a:r>
            <a:endParaRPr lang="en-HK" altLang="zh-HK" sz="1400" b="1" dirty="0">
              <a:ln>
                <a:solidFill>
                  <a:schemeClr val="tx1"/>
                </a:solidFill>
              </a:ln>
              <a:solidFill>
                <a:srgbClr val="FFC000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33" name="文字方塊 44">
            <a:extLst>
              <a:ext uri="{FF2B5EF4-FFF2-40B4-BE49-F238E27FC236}">
                <a16:creationId xmlns:a16="http://schemas.microsoft.com/office/drawing/2014/main" id="{756F2ED1-CA82-DC44-3256-503ECF387D81}"/>
              </a:ext>
            </a:extLst>
          </p:cNvPr>
          <p:cNvSpPr txBox="1"/>
          <p:nvPr/>
        </p:nvSpPr>
        <p:spPr>
          <a:xfrm>
            <a:off x="2462564" y="3708331"/>
            <a:ext cx="357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P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chemeClr val="accent5">
                  <a:lumMod val="60000"/>
                  <a:lumOff val="40000"/>
                </a:schemeClr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文字方塊 80">
                <a:extLst>
                  <a:ext uri="{FF2B5EF4-FFF2-40B4-BE49-F238E27FC236}">
                    <a16:creationId xmlns:a16="http://schemas.microsoft.com/office/drawing/2014/main" id="{35ED84B7-C41D-F21E-E329-ED591BB214E5}"/>
                  </a:ext>
                </a:extLst>
              </p:cNvPr>
              <p:cNvSpPr txBox="1"/>
              <p:nvPr/>
            </p:nvSpPr>
            <p:spPr>
              <a:xfrm>
                <a:off x="2819535" y="370833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4" name="文字方塊 80">
                <a:extLst>
                  <a:ext uri="{FF2B5EF4-FFF2-40B4-BE49-F238E27FC236}">
                    <a16:creationId xmlns:a16="http://schemas.microsoft.com/office/drawing/2014/main" id="{35ED84B7-C41D-F21E-E329-ED591BB214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9535" y="3708331"/>
                <a:ext cx="295688" cy="40011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文字方塊 43">
            <a:extLst>
              <a:ext uri="{FF2B5EF4-FFF2-40B4-BE49-F238E27FC236}">
                <a16:creationId xmlns:a16="http://schemas.microsoft.com/office/drawing/2014/main" id="{72A7473E-9619-42E3-FD03-4DE353C27F77}"/>
              </a:ext>
            </a:extLst>
          </p:cNvPr>
          <p:cNvSpPr txBox="1"/>
          <p:nvPr/>
        </p:nvSpPr>
        <p:spPr>
          <a:xfrm>
            <a:off x="3179087" y="3571947"/>
            <a:ext cx="12388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150000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50439A0-1EB0-25E9-B6A1-72B94E3DB6E7}"/>
              </a:ext>
            </a:extLst>
          </p:cNvPr>
          <p:cNvCxnSpPr>
            <a:cxnSpLocks/>
          </p:cNvCxnSpPr>
          <p:nvPr/>
        </p:nvCxnSpPr>
        <p:spPr>
          <a:xfrm>
            <a:off x="3231967" y="3924016"/>
            <a:ext cx="112725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7" name="群組 39">
            <a:extLst>
              <a:ext uri="{FF2B5EF4-FFF2-40B4-BE49-F238E27FC236}">
                <a16:creationId xmlns:a16="http://schemas.microsoft.com/office/drawing/2014/main" id="{5405F14A-0262-9A90-2837-E91117756756}"/>
              </a:ext>
            </a:extLst>
          </p:cNvPr>
          <p:cNvGrpSpPr/>
          <p:nvPr/>
        </p:nvGrpSpPr>
        <p:grpSpPr>
          <a:xfrm>
            <a:off x="3295441" y="3924016"/>
            <a:ext cx="927365" cy="477054"/>
            <a:chOff x="6009363" y="620688"/>
            <a:chExt cx="927365" cy="477054"/>
          </a:xfrm>
        </p:grpSpPr>
        <p:sp>
          <p:nvSpPr>
            <p:cNvPr id="38" name="文字方塊 40">
              <a:extLst>
                <a:ext uri="{FF2B5EF4-FFF2-40B4-BE49-F238E27FC236}">
                  <a16:creationId xmlns:a16="http://schemas.microsoft.com/office/drawing/2014/main" id="{7950210C-BFB8-5150-00E5-9407CC73044F}"/>
                </a:ext>
              </a:extLst>
            </p:cNvPr>
            <p:cNvSpPr txBox="1"/>
            <p:nvPr/>
          </p:nvSpPr>
          <p:spPr>
            <a:xfrm>
              <a:off x="6009363" y="697632"/>
              <a:ext cx="78899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1.25</a:t>
              </a:r>
              <a:endPara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sp>
          <p:nvSpPr>
            <p:cNvPr id="39" name="文字方塊 41">
              <a:extLst>
                <a:ext uri="{FF2B5EF4-FFF2-40B4-BE49-F238E27FC236}">
                  <a16:creationId xmlns:a16="http://schemas.microsoft.com/office/drawing/2014/main" id="{CC49E7A5-8E6C-72AD-4FCD-B9A98E7ED8CF}"/>
                </a:ext>
              </a:extLst>
            </p:cNvPr>
            <p:cNvSpPr txBox="1"/>
            <p:nvPr/>
          </p:nvSpPr>
          <p:spPr>
            <a:xfrm>
              <a:off x="6647866" y="620688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4</a:t>
              </a:r>
              <a:endParaRPr lang="en-HK" sz="12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2" name="文字方塊 80">
                <a:extLst>
                  <a:ext uri="{FF2B5EF4-FFF2-40B4-BE49-F238E27FC236}">
                    <a16:creationId xmlns:a16="http://schemas.microsoft.com/office/drawing/2014/main" id="{5311EF08-EB60-38C6-7F4F-21454C81393B}"/>
                  </a:ext>
                </a:extLst>
              </p:cNvPr>
              <p:cNvSpPr txBox="1"/>
              <p:nvPr/>
            </p:nvSpPr>
            <p:spPr>
              <a:xfrm>
                <a:off x="2823439" y="444336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2" name="文字方塊 80">
                <a:extLst>
                  <a:ext uri="{FF2B5EF4-FFF2-40B4-BE49-F238E27FC236}">
                    <a16:creationId xmlns:a16="http://schemas.microsoft.com/office/drawing/2014/main" id="{5311EF08-EB60-38C6-7F4F-21454C8139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3439" y="4443367"/>
                <a:ext cx="295688" cy="40011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文字方塊 43">
            <a:extLst>
              <a:ext uri="{FF2B5EF4-FFF2-40B4-BE49-F238E27FC236}">
                <a16:creationId xmlns:a16="http://schemas.microsoft.com/office/drawing/2014/main" id="{2B5E6791-4817-36D0-1A8D-8C71E393AF17}"/>
              </a:ext>
            </a:extLst>
          </p:cNvPr>
          <p:cNvSpPr txBox="1"/>
          <p:nvPr/>
        </p:nvSpPr>
        <p:spPr>
          <a:xfrm>
            <a:off x="3118903" y="4470936"/>
            <a:ext cx="11307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rPr>
              <a:t>61440</a:t>
            </a:r>
          </a:p>
        </p:txBody>
      </p:sp>
      <p:grpSp>
        <p:nvGrpSpPr>
          <p:cNvPr id="46" name="群組 96">
            <a:extLst>
              <a:ext uri="{FF2B5EF4-FFF2-40B4-BE49-F238E27FC236}">
                <a16:creationId xmlns:a16="http://schemas.microsoft.com/office/drawing/2014/main" id="{64BC8FB0-4F7A-1E20-D0E8-62C2243CC771}"/>
              </a:ext>
            </a:extLst>
          </p:cNvPr>
          <p:cNvGrpSpPr/>
          <p:nvPr/>
        </p:nvGrpSpPr>
        <p:grpSpPr>
          <a:xfrm>
            <a:off x="1169155" y="4874454"/>
            <a:ext cx="8072815" cy="461665"/>
            <a:chOff x="420004" y="4132752"/>
            <a:chExt cx="8072815" cy="46166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7" name="文字方塊 97">
                  <a:extLst>
                    <a:ext uri="{FF2B5EF4-FFF2-40B4-BE49-F238E27FC236}">
                      <a16:creationId xmlns:a16="http://schemas.microsoft.com/office/drawing/2014/main" id="{96A584BE-105F-F868-2A76-FAEACEC1CC71}"/>
                    </a:ext>
                  </a:extLst>
                </p:cNvPr>
                <p:cNvSpPr txBox="1"/>
                <p:nvPr/>
              </p:nvSpPr>
              <p:spPr>
                <a:xfrm>
                  <a:off x="420004" y="4132752"/>
                  <a:ext cx="295688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∴</m:t>
                        </m:r>
                      </m:oMath>
                    </m:oMathPara>
                  </a14:m>
                  <a:endParaRPr lang="en-HK" sz="24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47" name="文字方塊 97">
                  <a:extLst>
                    <a:ext uri="{FF2B5EF4-FFF2-40B4-BE49-F238E27FC236}">
                      <a16:creationId xmlns:a16="http://schemas.microsoft.com/office/drawing/2014/main" id="{96A584BE-105F-F868-2A76-FAEACEC1CC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0004" y="4132752"/>
                  <a:ext cx="295688" cy="461665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8" name="文字方塊 98">
              <a:extLst>
                <a:ext uri="{FF2B5EF4-FFF2-40B4-BE49-F238E27FC236}">
                  <a16:creationId xmlns:a16="http://schemas.microsoft.com/office/drawing/2014/main" id="{177B56AA-08EB-7362-0355-CC1F88A6BCD8}"/>
                </a:ext>
              </a:extLst>
            </p:cNvPr>
            <p:cNvSpPr txBox="1"/>
            <p:nvPr/>
          </p:nvSpPr>
          <p:spPr>
            <a:xfrm>
              <a:off x="744386" y="4159077"/>
              <a:ext cx="774843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The value of the painting </a:t>
              </a:r>
              <a:r>
                <a:rPr lang="en-US" altLang="zh-TW" sz="2000" b="1" dirty="0">
                  <a:ln>
                    <a:solidFill>
                      <a:schemeClr val="tx1"/>
                    </a:solidFill>
                  </a:ln>
                  <a:solidFill>
                    <a:srgbClr val="FF0000"/>
                  </a:solidFill>
                  <a:latin typeface="Lucida Handwriting" panose="03010101010101010101" pitchFamily="66" charset="0"/>
                </a:rPr>
                <a:t>20</a:t>
              </a:r>
              <a:r>
                <a:rPr lang="en-US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 years ago was </a:t>
              </a:r>
              <a:r>
                <a:rPr lang="en-US" altLang="zh-TW" sz="2000" b="1" dirty="0">
                  <a:ln>
                    <a:solidFill>
                      <a:schemeClr val="tx1"/>
                    </a:solidFill>
                  </a:ln>
                  <a:solidFill>
                    <a:schemeClr val="accent5">
                      <a:lumMod val="60000"/>
                      <a:lumOff val="40000"/>
                    </a:schemeClr>
                  </a:solidFill>
                  <a:latin typeface="Lucida Handwriting" panose="03010101010101010101" pitchFamily="66" charset="0"/>
                </a:rPr>
                <a:t>$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chemeClr val="accent5">
                      <a:lumMod val="60000"/>
                      <a:lumOff val="40000"/>
                    </a:schemeClr>
                  </a:solidFill>
                  <a:latin typeface="Lucida Handwriting" panose="03010101010101010101" pitchFamily="66" charset="0"/>
                </a:rPr>
                <a:t>61440</a:t>
              </a:r>
              <a:r>
                <a:rPr lang="en-US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.</a:t>
              </a:r>
              <a:endPara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49" name="筆跡 59">
                <a:extLst>
                  <a:ext uri="{FF2B5EF4-FFF2-40B4-BE49-F238E27FC236}">
                    <a16:creationId xmlns:a16="http://schemas.microsoft.com/office/drawing/2014/main" id="{0DFA3DC8-C899-30EC-59E1-6E9851054A5F}"/>
                  </a:ext>
                </a:extLst>
              </p14:cNvPr>
              <p14:cNvContentPartPr/>
              <p14:nvPr/>
            </p14:nvContentPartPr>
            <p14:xfrm>
              <a:off x="2067415" y="1448023"/>
              <a:ext cx="1718771" cy="45719"/>
            </p14:xfrm>
          </p:contentPart>
        </mc:Choice>
        <mc:Fallback>
          <p:pic>
            <p:nvPicPr>
              <p:cNvPr id="49" name="筆跡 59">
                <a:extLst>
                  <a:ext uri="{FF2B5EF4-FFF2-40B4-BE49-F238E27FC236}">
                    <a16:creationId xmlns:a16="http://schemas.microsoft.com/office/drawing/2014/main" id="{0DFA3DC8-C899-30EC-59E1-6E9851054A5F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2013377" y="-12267677"/>
                <a:ext cx="1826487" cy="27431400"/>
              </a:xfrm>
              <a:prstGeom prst="rect">
                <a:avLst/>
              </a:prstGeom>
            </p:spPr>
          </p:pic>
        </mc:Fallback>
      </mc:AlternateContent>
      <p:sp>
        <p:nvSpPr>
          <p:cNvPr id="50" name="TextBox 49">
            <a:extLst>
              <a:ext uri="{FF2B5EF4-FFF2-40B4-BE49-F238E27FC236}">
                <a16:creationId xmlns:a16="http://schemas.microsoft.com/office/drawing/2014/main" id="{2D48C0EE-EB0C-02A4-28A3-94BF7DCFE6DD}"/>
              </a:ext>
            </a:extLst>
          </p:cNvPr>
          <p:cNvSpPr txBox="1"/>
          <p:nvPr/>
        </p:nvSpPr>
        <p:spPr>
          <a:xfrm>
            <a:off x="599250" y="5397570"/>
            <a:ext cx="5780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(b) </a:t>
            </a:r>
            <a:endParaRPr lang="en-US" sz="2000" dirty="0"/>
          </a:p>
        </p:txBody>
      </p:sp>
      <p:sp>
        <p:nvSpPr>
          <p:cNvPr id="51" name="文字方塊 98">
            <a:extLst>
              <a:ext uri="{FF2B5EF4-FFF2-40B4-BE49-F238E27FC236}">
                <a16:creationId xmlns:a16="http://schemas.microsoft.com/office/drawing/2014/main" id="{9D965741-04FD-5730-5CF5-BAC3C82C1DB6}"/>
              </a:ext>
            </a:extLst>
          </p:cNvPr>
          <p:cNvSpPr txBox="1"/>
          <p:nvPr/>
        </p:nvSpPr>
        <p:spPr>
          <a:xfrm>
            <a:off x="1135811" y="5406818"/>
            <a:ext cx="25217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rPr>
              <a:t>Increase in value</a:t>
            </a:r>
            <a:endParaRPr lang="zh-TW" altLang="en-US" sz="2000" b="1" dirty="0">
              <a:solidFill>
                <a:srgbClr val="92D05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2" name="文字方塊 80">
                <a:extLst>
                  <a:ext uri="{FF2B5EF4-FFF2-40B4-BE49-F238E27FC236}">
                    <a16:creationId xmlns:a16="http://schemas.microsoft.com/office/drawing/2014/main" id="{614F1517-2F5A-ADC3-4607-B772E0CFFEAC}"/>
                  </a:ext>
                </a:extLst>
              </p:cNvPr>
              <p:cNvSpPr txBox="1"/>
              <p:nvPr/>
            </p:nvSpPr>
            <p:spPr>
              <a:xfrm>
                <a:off x="803738" y="582627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2" name="文字方塊 80">
                <a:extLst>
                  <a:ext uri="{FF2B5EF4-FFF2-40B4-BE49-F238E27FC236}">
                    <a16:creationId xmlns:a16="http://schemas.microsoft.com/office/drawing/2014/main" id="{614F1517-2F5A-ADC3-4607-B772E0CFFE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738" y="5826276"/>
                <a:ext cx="295688" cy="400110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文字方塊 43">
            <a:extLst>
              <a:ext uri="{FF2B5EF4-FFF2-40B4-BE49-F238E27FC236}">
                <a16:creationId xmlns:a16="http://schemas.microsoft.com/office/drawing/2014/main" id="{14409D4F-EB49-2C9E-1D82-C251302072C6}"/>
              </a:ext>
            </a:extLst>
          </p:cNvPr>
          <p:cNvSpPr txBox="1"/>
          <p:nvPr/>
        </p:nvSpPr>
        <p:spPr>
          <a:xfrm>
            <a:off x="1098035" y="5851989"/>
            <a:ext cx="15488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$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150000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4" name="文字方塊 57">
                <a:extLst>
                  <a:ext uri="{FF2B5EF4-FFF2-40B4-BE49-F238E27FC236}">
                    <a16:creationId xmlns:a16="http://schemas.microsoft.com/office/drawing/2014/main" id="{FA533D7B-EC25-F387-B519-53104291A26A}"/>
                  </a:ext>
                </a:extLst>
              </p:cNvPr>
              <p:cNvSpPr txBox="1"/>
              <p:nvPr/>
            </p:nvSpPr>
            <p:spPr>
              <a:xfrm>
                <a:off x="2516405" y="583283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4" name="文字方塊 57">
                <a:extLst>
                  <a:ext uri="{FF2B5EF4-FFF2-40B4-BE49-F238E27FC236}">
                    <a16:creationId xmlns:a16="http://schemas.microsoft.com/office/drawing/2014/main" id="{FA533D7B-EC25-F387-B519-53104291A2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6405" y="5832838"/>
                <a:ext cx="295688" cy="400110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文字方塊 34">
            <a:extLst>
              <a:ext uri="{FF2B5EF4-FFF2-40B4-BE49-F238E27FC236}">
                <a16:creationId xmlns:a16="http://schemas.microsoft.com/office/drawing/2014/main" id="{49D05763-0F1E-B174-4376-50ABD08AC974}"/>
              </a:ext>
            </a:extLst>
          </p:cNvPr>
          <p:cNvSpPr txBox="1"/>
          <p:nvPr/>
        </p:nvSpPr>
        <p:spPr>
          <a:xfrm>
            <a:off x="2782966" y="5859691"/>
            <a:ext cx="11951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rPr>
              <a:t>61440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)</a:t>
            </a:r>
            <a:endParaRPr lang="en-HK" sz="2000" b="1" dirty="0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6" name="文字方塊 80">
                <a:extLst>
                  <a:ext uri="{FF2B5EF4-FFF2-40B4-BE49-F238E27FC236}">
                    <a16:creationId xmlns:a16="http://schemas.microsoft.com/office/drawing/2014/main" id="{32A887F7-D98F-3DB8-27E0-A881FD1E4F7D}"/>
                  </a:ext>
                </a:extLst>
              </p:cNvPr>
              <p:cNvSpPr txBox="1"/>
              <p:nvPr/>
            </p:nvSpPr>
            <p:spPr>
              <a:xfrm>
                <a:off x="804196" y="626621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6" name="文字方塊 80">
                <a:extLst>
                  <a:ext uri="{FF2B5EF4-FFF2-40B4-BE49-F238E27FC236}">
                    <a16:creationId xmlns:a16="http://schemas.microsoft.com/office/drawing/2014/main" id="{32A887F7-D98F-3DB8-27E0-A881FD1E4F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196" y="6266212"/>
                <a:ext cx="295688" cy="400110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文字方塊 43">
            <a:extLst>
              <a:ext uri="{FF2B5EF4-FFF2-40B4-BE49-F238E27FC236}">
                <a16:creationId xmlns:a16="http://schemas.microsoft.com/office/drawing/2014/main" id="{CE7BE267-F2AA-99EE-7A1D-EAC74AF66F5D}"/>
              </a:ext>
            </a:extLst>
          </p:cNvPr>
          <p:cNvSpPr txBox="1"/>
          <p:nvPr/>
        </p:nvSpPr>
        <p:spPr>
          <a:xfrm>
            <a:off x="1098493" y="6291925"/>
            <a:ext cx="13344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Handwriting" panose="03010101010101010101" pitchFamily="66" charset="0"/>
              </a:rPr>
              <a:t>$ 88560</a:t>
            </a:r>
          </a:p>
        </p:txBody>
      </p:sp>
    </p:spTree>
    <p:extLst>
      <p:ext uri="{BB962C8B-B14F-4D97-AF65-F5344CB8AC3E}">
        <p14:creationId xmlns:p14="http://schemas.microsoft.com/office/powerpoint/2010/main" val="1010406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  <p:bldP spid="23" grpId="0"/>
      <p:bldP spid="24" grpId="0"/>
      <p:bldP spid="25" grpId="0"/>
      <p:bldP spid="26" grpId="0"/>
      <p:bldP spid="27" grpId="0"/>
      <p:bldP spid="32" grpId="0"/>
      <p:bldP spid="33" grpId="0"/>
      <p:bldP spid="34" grpId="0"/>
      <p:bldP spid="35" grpId="0"/>
      <p:bldP spid="42" grpId="0"/>
      <p:bldP spid="43" grpId="0"/>
      <p:bldP spid="50" grpId="0"/>
      <p:bldP spid="51" grpId="0"/>
      <p:bldP spid="52" grpId="0"/>
      <p:bldP spid="53" grpId="0"/>
      <p:bldP spid="54" grpId="0"/>
      <p:bldP spid="55" grpId="0"/>
      <p:bldP spid="56" grpId="0"/>
      <p:bldP spid="5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Picture 57">
            <a:extLst>
              <a:ext uri="{FF2B5EF4-FFF2-40B4-BE49-F238E27FC236}">
                <a16:creationId xmlns:a16="http://schemas.microsoft.com/office/drawing/2014/main" id="{4FE40585-507D-2FF7-EFFF-FE3D02C6589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b="32346"/>
          <a:stretch>
            <a:fillRect/>
          </a:stretch>
        </p:blipFill>
        <p:spPr>
          <a:xfrm>
            <a:off x="270265" y="208926"/>
            <a:ext cx="10150720" cy="73210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筆跡 1054">
                <a:extLst>
                  <a:ext uri="{FF2B5EF4-FFF2-40B4-BE49-F238E27FC236}">
                    <a16:creationId xmlns:a16="http://schemas.microsoft.com/office/drawing/2014/main" id="{2FCE0EAA-336A-47E8-A57B-4962327263A2}"/>
                  </a:ext>
                </a:extLst>
              </p14:cNvPr>
              <p14:cNvContentPartPr/>
              <p14:nvPr/>
            </p14:nvContentPartPr>
            <p14:xfrm>
              <a:off x="2246050" y="394508"/>
              <a:ext cx="582408" cy="45719"/>
            </p14:xfrm>
          </p:contentPart>
        </mc:Choice>
        <mc:Fallback>
          <p:pic>
            <p:nvPicPr>
              <p:cNvPr id="4" name="筆跡 1054">
                <a:extLst>
                  <a:ext uri="{FF2B5EF4-FFF2-40B4-BE49-F238E27FC236}">
                    <a16:creationId xmlns:a16="http://schemas.microsoft.com/office/drawing/2014/main" id="{2FCE0EAA-336A-47E8-A57B-4962327263A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92057" y="-13321192"/>
                <a:ext cx="690035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筆跡 59">
                <a:extLst>
                  <a:ext uri="{FF2B5EF4-FFF2-40B4-BE49-F238E27FC236}">
                    <a16:creationId xmlns:a16="http://schemas.microsoft.com/office/drawing/2014/main" id="{F754623C-3676-111C-5172-3B4747C6631A}"/>
                  </a:ext>
                </a:extLst>
              </p14:cNvPr>
              <p14:cNvContentPartPr/>
              <p14:nvPr/>
            </p14:nvContentPartPr>
            <p14:xfrm>
              <a:off x="6096000" y="385747"/>
              <a:ext cx="837460" cy="45719"/>
            </p14:xfrm>
          </p:contentPart>
        </mc:Choice>
        <mc:Fallback>
          <p:pic>
            <p:nvPicPr>
              <p:cNvPr id="5" name="筆跡 59">
                <a:extLst>
                  <a:ext uri="{FF2B5EF4-FFF2-40B4-BE49-F238E27FC236}">
                    <a16:creationId xmlns:a16="http://schemas.microsoft.com/office/drawing/2014/main" id="{F754623C-3676-111C-5172-3B4747C6631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041970" y="-13329953"/>
                <a:ext cx="945159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" name="筆跡 59">
                <a:extLst>
                  <a:ext uri="{FF2B5EF4-FFF2-40B4-BE49-F238E27FC236}">
                    <a16:creationId xmlns:a16="http://schemas.microsoft.com/office/drawing/2014/main" id="{09ECBDE3-A458-C05F-D5A9-84B9BB1EB6E0}"/>
                  </a:ext>
                </a:extLst>
              </p14:cNvPr>
              <p14:cNvContentPartPr/>
              <p14:nvPr/>
            </p14:nvContentPartPr>
            <p14:xfrm>
              <a:off x="8371643" y="404833"/>
              <a:ext cx="673278" cy="45719"/>
            </p14:xfrm>
          </p:contentPart>
        </mc:Choice>
        <mc:Fallback>
          <p:pic>
            <p:nvPicPr>
              <p:cNvPr id="6" name="筆跡 59">
                <a:extLst>
                  <a:ext uri="{FF2B5EF4-FFF2-40B4-BE49-F238E27FC236}">
                    <a16:creationId xmlns:a16="http://schemas.microsoft.com/office/drawing/2014/main" id="{09ECBDE3-A458-C05F-D5A9-84B9BB1EB6E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317608" y="-13310867"/>
                <a:ext cx="780988" cy="27431400"/>
              </a:xfrm>
              <a:prstGeom prst="rect">
                <a:avLst/>
              </a:prstGeom>
            </p:spPr>
          </p:pic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1A15AF00-44D9-63CF-FB5B-93E75B0DBC7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t="65056" r="51237" b="2128"/>
          <a:stretch>
            <a:fillRect/>
          </a:stretch>
        </p:blipFill>
        <p:spPr>
          <a:xfrm>
            <a:off x="270265" y="941033"/>
            <a:ext cx="4949805" cy="35510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9" name="筆跡 59">
                <a:extLst>
                  <a:ext uri="{FF2B5EF4-FFF2-40B4-BE49-F238E27FC236}">
                    <a16:creationId xmlns:a16="http://schemas.microsoft.com/office/drawing/2014/main" id="{23FE27DC-2D03-7727-CBA4-E8B11D1FE584}"/>
                  </a:ext>
                </a:extLst>
              </p14:cNvPr>
              <p14:cNvContentPartPr/>
              <p14:nvPr/>
            </p14:nvContentPartPr>
            <p14:xfrm>
              <a:off x="3577701" y="744631"/>
              <a:ext cx="652370" cy="45719"/>
            </p14:xfrm>
          </p:contentPart>
        </mc:Choice>
        <mc:Fallback>
          <p:pic>
            <p:nvPicPr>
              <p:cNvPr id="9" name="筆跡 59">
                <a:extLst>
                  <a:ext uri="{FF2B5EF4-FFF2-40B4-BE49-F238E27FC236}">
                    <a16:creationId xmlns:a16="http://schemas.microsoft.com/office/drawing/2014/main" id="{23FE27DC-2D03-7727-CBA4-E8B11D1FE58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523667" y="-12971069"/>
                <a:ext cx="760078" cy="27431400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文字方塊 98">
            <a:extLst>
              <a:ext uri="{FF2B5EF4-FFF2-40B4-BE49-F238E27FC236}">
                <a16:creationId xmlns:a16="http://schemas.microsoft.com/office/drawing/2014/main" id="{B1E44DF0-2BC0-9097-E5A5-EDDD66ACDE61}"/>
              </a:ext>
            </a:extLst>
          </p:cNvPr>
          <p:cNvSpPr txBox="1"/>
          <p:nvPr/>
        </p:nvSpPr>
        <p:spPr>
          <a:xfrm>
            <a:off x="671572" y="1598190"/>
            <a:ext cx="34387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Calligraphy" panose="03010101010101010101" pitchFamily="66" charset="0"/>
              </a:rPr>
              <a:t>Interest rate per month</a:t>
            </a:r>
            <a:endParaRPr lang="zh-TW" altLang="en-US" sz="2000" b="1" dirty="0">
              <a:solidFill>
                <a:srgbClr val="66FFFF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字方塊 80">
                <a:extLst>
                  <a:ext uri="{FF2B5EF4-FFF2-40B4-BE49-F238E27FC236}">
                    <a16:creationId xmlns:a16="http://schemas.microsoft.com/office/drawing/2014/main" id="{EB82DB4C-B006-D120-1FD6-013375570936}"/>
                  </a:ext>
                </a:extLst>
              </p:cNvPr>
              <p:cNvSpPr txBox="1"/>
              <p:nvPr/>
            </p:nvSpPr>
            <p:spPr>
              <a:xfrm>
                <a:off x="4061445" y="159819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3" name="文字方塊 80">
                <a:extLst>
                  <a:ext uri="{FF2B5EF4-FFF2-40B4-BE49-F238E27FC236}">
                    <a16:creationId xmlns:a16="http://schemas.microsoft.com/office/drawing/2014/main" id="{EB82DB4C-B006-D120-1FD6-0133755709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1445" y="1598190"/>
                <a:ext cx="295688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群組 74">
            <a:extLst>
              <a:ext uri="{FF2B5EF4-FFF2-40B4-BE49-F238E27FC236}">
                <a16:creationId xmlns:a16="http://schemas.microsoft.com/office/drawing/2014/main" id="{1B29A622-F222-FAB6-A853-D4E0D42B19B9}"/>
              </a:ext>
            </a:extLst>
          </p:cNvPr>
          <p:cNvGrpSpPr/>
          <p:nvPr/>
        </p:nvGrpSpPr>
        <p:grpSpPr>
          <a:xfrm>
            <a:off x="4439396" y="1441839"/>
            <a:ext cx="809837" cy="764567"/>
            <a:chOff x="2816205" y="4671588"/>
            <a:chExt cx="809837" cy="764567"/>
          </a:xfrm>
        </p:grpSpPr>
        <p:sp>
          <p:nvSpPr>
            <p:cNvPr id="15" name="文字方塊 75">
              <a:extLst>
                <a:ext uri="{FF2B5EF4-FFF2-40B4-BE49-F238E27FC236}">
                  <a16:creationId xmlns:a16="http://schemas.microsoft.com/office/drawing/2014/main" id="{320518A4-4659-9845-9FFE-77AC11847E5C}"/>
                </a:ext>
              </a:extLst>
            </p:cNvPr>
            <p:cNvSpPr txBox="1"/>
            <p:nvPr/>
          </p:nvSpPr>
          <p:spPr>
            <a:xfrm>
              <a:off x="2816205" y="4671588"/>
              <a:ext cx="80983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Handwriting" panose="03010101010101010101" pitchFamily="66" charset="0"/>
                </a:rPr>
                <a:t>7.8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Calligraphy" panose="03010101010101010101" pitchFamily="66" charset="0"/>
                </a:rPr>
                <a:t>%</a:t>
              </a:r>
              <a:endPara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16" name="群組 76">
              <a:extLst>
                <a:ext uri="{FF2B5EF4-FFF2-40B4-BE49-F238E27FC236}">
                  <a16:creationId xmlns:a16="http://schemas.microsoft.com/office/drawing/2014/main" id="{271B6B95-F795-D424-A261-F758E31B5082}"/>
                </a:ext>
              </a:extLst>
            </p:cNvPr>
            <p:cNvGrpSpPr/>
            <p:nvPr/>
          </p:nvGrpSpPr>
          <p:grpSpPr>
            <a:xfrm>
              <a:off x="2896107" y="5036045"/>
              <a:ext cx="670997" cy="400110"/>
              <a:chOff x="2896107" y="5036045"/>
              <a:chExt cx="670997" cy="400110"/>
            </a:xfrm>
          </p:grpSpPr>
          <p:cxnSp>
            <p:nvCxnSpPr>
              <p:cNvPr id="17" name="直線接點 77">
                <a:extLst>
                  <a:ext uri="{FF2B5EF4-FFF2-40B4-BE49-F238E27FC236}">
                    <a16:creationId xmlns:a16="http://schemas.microsoft.com/office/drawing/2014/main" id="{4E13422F-F696-FFB9-7BBC-7B88EB1AEA1A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896107" y="5036045"/>
                <a:ext cx="670997" cy="0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8" name="文字方塊 78">
                <a:extLst>
                  <a:ext uri="{FF2B5EF4-FFF2-40B4-BE49-F238E27FC236}">
                    <a16:creationId xmlns:a16="http://schemas.microsoft.com/office/drawing/2014/main" id="{D300A086-3B01-24CB-F540-63C845B5DFFF}"/>
                  </a:ext>
                </a:extLst>
              </p:cNvPr>
              <p:cNvSpPr txBox="1"/>
              <p:nvPr/>
            </p:nvSpPr>
            <p:spPr>
              <a:xfrm>
                <a:off x="2903019" y="5036045"/>
                <a:ext cx="53091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12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文字方塊 80">
                <a:extLst>
                  <a:ext uri="{FF2B5EF4-FFF2-40B4-BE49-F238E27FC236}">
                    <a16:creationId xmlns:a16="http://schemas.microsoft.com/office/drawing/2014/main" id="{FBF445D2-80D3-FA4D-F372-1C865C7DC690}"/>
                  </a:ext>
                </a:extLst>
              </p:cNvPr>
              <p:cNvSpPr txBox="1"/>
              <p:nvPr/>
            </p:nvSpPr>
            <p:spPr>
              <a:xfrm>
                <a:off x="5190295" y="160624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9" name="文字方塊 80">
                <a:extLst>
                  <a:ext uri="{FF2B5EF4-FFF2-40B4-BE49-F238E27FC236}">
                    <a16:creationId xmlns:a16="http://schemas.microsoft.com/office/drawing/2014/main" id="{FBF445D2-80D3-FA4D-F372-1C865C7DC6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0295" y="1606241"/>
                <a:ext cx="295688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文字方塊 43">
            <a:extLst>
              <a:ext uri="{FF2B5EF4-FFF2-40B4-BE49-F238E27FC236}">
                <a16:creationId xmlns:a16="http://schemas.microsoft.com/office/drawing/2014/main" id="{57A83F18-5827-ED5B-874C-E85C01F9F278}"/>
              </a:ext>
            </a:extLst>
          </p:cNvPr>
          <p:cNvSpPr txBox="1"/>
          <p:nvPr/>
        </p:nvSpPr>
        <p:spPr>
          <a:xfrm>
            <a:off x="5511053" y="1613820"/>
            <a:ext cx="11205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Handwriting" panose="03010101010101010101" pitchFamily="66" charset="0"/>
              </a:rPr>
              <a:t>0.65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Calligraphy" panose="03010101010101010101" pitchFamily="66" charset="0"/>
              </a:rPr>
              <a:t>%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66FFFF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22" name="文字方塊 98">
            <a:extLst>
              <a:ext uri="{FF2B5EF4-FFF2-40B4-BE49-F238E27FC236}">
                <a16:creationId xmlns:a16="http://schemas.microsoft.com/office/drawing/2014/main" id="{3F93B3CA-3BC6-AF75-EF04-F5244563D6A7}"/>
              </a:ext>
            </a:extLst>
          </p:cNvPr>
          <p:cNvSpPr txBox="1"/>
          <p:nvPr/>
        </p:nvSpPr>
        <p:spPr>
          <a:xfrm>
            <a:off x="671572" y="2234695"/>
            <a:ext cx="39892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Taking a month as a period,</a:t>
            </a:r>
            <a:endParaRPr lang="zh-TW" altLang="en-US" sz="2000" b="1" dirty="0">
              <a:latin typeface="Lucida Handwriting" panose="03010101010101010101" pitchFamily="66" charset="0"/>
            </a:endParaRPr>
          </a:p>
        </p:txBody>
      </p:sp>
      <p:sp>
        <p:nvSpPr>
          <p:cNvPr id="23" name="文字方塊 98">
            <a:extLst>
              <a:ext uri="{FF2B5EF4-FFF2-40B4-BE49-F238E27FC236}">
                <a16:creationId xmlns:a16="http://schemas.microsoft.com/office/drawing/2014/main" id="{7BA62BE4-576A-A4B8-FCBE-512E6482B48B}"/>
              </a:ext>
            </a:extLst>
          </p:cNvPr>
          <p:cNvSpPr txBox="1"/>
          <p:nvPr/>
        </p:nvSpPr>
        <p:spPr>
          <a:xfrm>
            <a:off x="671572" y="2580449"/>
            <a:ext cx="43855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Calligraphy" panose="03010101010101010101" pitchFamily="66" charset="0"/>
              </a:rPr>
              <a:t>number of periods in </a:t>
            </a:r>
            <a:r>
              <a:rPr lang="en-US" altLang="zh-TW" sz="2000" b="1" dirty="0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Handwriting" panose="03010101010101010101" pitchFamily="66" charset="0"/>
              </a:rPr>
              <a:t>3</a:t>
            </a:r>
            <a:r>
              <a:rPr lang="en-US" altLang="zh-TW" sz="2000" b="1" dirty="0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Calligraphy" panose="03010101010101010101" pitchFamily="66" charset="0"/>
              </a:rPr>
              <a:t> years</a:t>
            </a:r>
            <a:endParaRPr lang="zh-TW" altLang="en-US" sz="2000" b="1" dirty="0">
              <a:solidFill>
                <a:srgbClr val="FFC0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文字方塊 55">
                <a:extLst>
                  <a:ext uri="{FF2B5EF4-FFF2-40B4-BE49-F238E27FC236}">
                    <a16:creationId xmlns:a16="http://schemas.microsoft.com/office/drawing/2014/main" id="{C538334A-8915-719C-9042-F3E956804A0E}"/>
                  </a:ext>
                </a:extLst>
              </p:cNvPr>
              <p:cNvSpPr txBox="1"/>
              <p:nvPr/>
            </p:nvSpPr>
            <p:spPr>
              <a:xfrm>
                <a:off x="4765114" y="256390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4" name="文字方塊 55">
                <a:extLst>
                  <a:ext uri="{FF2B5EF4-FFF2-40B4-BE49-F238E27FC236}">
                    <a16:creationId xmlns:a16="http://schemas.microsoft.com/office/drawing/2014/main" id="{C538334A-8915-719C-9042-F3E956804A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5114" y="2563904"/>
                <a:ext cx="295688" cy="4001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文字方塊 56">
            <a:extLst>
              <a:ext uri="{FF2B5EF4-FFF2-40B4-BE49-F238E27FC236}">
                <a16:creationId xmlns:a16="http://schemas.microsoft.com/office/drawing/2014/main" id="{2B24FB05-D746-7E13-2D36-17111C79F111}"/>
              </a:ext>
            </a:extLst>
          </p:cNvPr>
          <p:cNvSpPr txBox="1"/>
          <p:nvPr/>
        </p:nvSpPr>
        <p:spPr>
          <a:xfrm>
            <a:off x="5069160" y="2587847"/>
            <a:ext cx="416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Handwriting" panose="03010101010101010101" pitchFamily="66" charset="0"/>
              </a:rPr>
              <a:t>3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000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文字方塊 57">
                <a:extLst>
                  <a:ext uri="{FF2B5EF4-FFF2-40B4-BE49-F238E27FC236}">
                    <a16:creationId xmlns:a16="http://schemas.microsoft.com/office/drawing/2014/main" id="{857F42CA-A4F5-5BE3-4FC8-33090ACD0DA4}"/>
                  </a:ext>
                </a:extLst>
              </p:cNvPr>
              <p:cNvSpPr txBox="1"/>
              <p:nvPr/>
            </p:nvSpPr>
            <p:spPr>
              <a:xfrm>
                <a:off x="5342024" y="256163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6" name="文字方塊 57">
                <a:extLst>
                  <a:ext uri="{FF2B5EF4-FFF2-40B4-BE49-F238E27FC236}">
                    <a16:creationId xmlns:a16="http://schemas.microsoft.com/office/drawing/2014/main" id="{857F42CA-A4F5-5BE3-4FC8-33090ACD0D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2024" y="2561630"/>
                <a:ext cx="295688" cy="4001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文字方塊 56">
            <a:extLst>
              <a:ext uri="{FF2B5EF4-FFF2-40B4-BE49-F238E27FC236}">
                <a16:creationId xmlns:a16="http://schemas.microsoft.com/office/drawing/2014/main" id="{8EFC1EFA-B25C-B878-00E1-A01BB7551668}"/>
              </a:ext>
            </a:extLst>
          </p:cNvPr>
          <p:cNvSpPr txBox="1"/>
          <p:nvPr/>
        </p:nvSpPr>
        <p:spPr>
          <a:xfrm>
            <a:off x="5592886" y="2583098"/>
            <a:ext cx="5556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12</a:t>
            </a:r>
            <a:endParaRPr lang="en-HK" altLang="zh-HK" sz="2000" b="1" dirty="0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文字方塊 55">
                <a:extLst>
                  <a:ext uri="{FF2B5EF4-FFF2-40B4-BE49-F238E27FC236}">
                    <a16:creationId xmlns:a16="http://schemas.microsoft.com/office/drawing/2014/main" id="{9511FCB3-CD5F-1ED6-E4D1-2CB7FBA26843}"/>
                  </a:ext>
                </a:extLst>
              </p:cNvPr>
              <p:cNvSpPr txBox="1"/>
              <p:nvPr/>
            </p:nvSpPr>
            <p:spPr>
              <a:xfrm>
                <a:off x="6041675" y="255743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8" name="文字方塊 55">
                <a:extLst>
                  <a:ext uri="{FF2B5EF4-FFF2-40B4-BE49-F238E27FC236}">
                    <a16:creationId xmlns:a16="http://schemas.microsoft.com/office/drawing/2014/main" id="{9511FCB3-CD5F-1ED6-E4D1-2CB7FBA268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1675" y="2557432"/>
                <a:ext cx="295688" cy="4001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文字方塊 56">
            <a:extLst>
              <a:ext uri="{FF2B5EF4-FFF2-40B4-BE49-F238E27FC236}">
                <a16:creationId xmlns:a16="http://schemas.microsoft.com/office/drawing/2014/main" id="{7700D2A8-66E9-C765-3A64-EFCD2970F308}"/>
              </a:ext>
            </a:extLst>
          </p:cNvPr>
          <p:cNvSpPr txBox="1"/>
          <p:nvPr/>
        </p:nvSpPr>
        <p:spPr>
          <a:xfrm>
            <a:off x="6333624" y="2584522"/>
            <a:ext cx="5332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Handwriting" panose="03010101010101010101" pitchFamily="66" charset="0"/>
              </a:rPr>
              <a:t>36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C000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30" name="TextBox 15">
            <a:extLst>
              <a:ext uri="{FF2B5EF4-FFF2-40B4-BE49-F238E27FC236}">
                <a16:creationId xmlns:a16="http://schemas.microsoft.com/office/drawing/2014/main" id="{D8B34433-BE30-042F-FAE0-CA649BC55068}"/>
              </a:ext>
            </a:extLst>
          </p:cNvPr>
          <p:cNvSpPr txBox="1"/>
          <p:nvPr/>
        </p:nvSpPr>
        <p:spPr>
          <a:xfrm>
            <a:off x="644999" y="3281893"/>
            <a:ext cx="13743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Amount</a:t>
            </a:r>
            <a:endParaRPr lang="zh-TW" altLang="en-US" sz="2000" b="1" dirty="0">
              <a:solidFill>
                <a:srgbClr val="00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文字方塊 43">
                <a:extLst>
                  <a:ext uri="{FF2B5EF4-FFF2-40B4-BE49-F238E27FC236}">
                    <a16:creationId xmlns:a16="http://schemas.microsoft.com/office/drawing/2014/main" id="{B9703B87-C01A-FC88-1DAF-0463CFA8F0F8}"/>
                  </a:ext>
                </a:extLst>
              </p:cNvPr>
              <p:cNvSpPr txBox="1"/>
              <p:nvPr/>
            </p:nvSpPr>
            <p:spPr>
              <a:xfrm>
                <a:off x="1927098" y="326654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1" name="文字方塊 43">
                <a:extLst>
                  <a:ext uri="{FF2B5EF4-FFF2-40B4-BE49-F238E27FC236}">
                    <a16:creationId xmlns:a16="http://schemas.microsoft.com/office/drawing/2014/main" id="{B9703B87-C01A-FC88-1DAF-0463CFA8F0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7098" y="3266547"/>
                <a:ext cx="295688" cy="4001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文字方塊 44">
            <a:extLst>
              <a:ext uri="{FF2B5EF4-FFF2-40B4-BE49-F238E27FC236}">
                <a16:creationId xmlns:a16="http://schemas.microsoft.com/office/drawing/2014/main" id="{829E076E-DFBF-F2DF-D8F2-042EDA0E2595}"/>
              </a:ext>
            </a:extLst>
          </p:cNvPr>
          <p:cNvSpPr txBox="1"/>
          <p:nvPr/>
        </p:nvSpPr>
        <p:spPr>
          <a:xfrm>
            <a:off x="2214590" y="3281893"/>
            <a:ext cx="10655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$5000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文字方塊 45">
                <a:extLst>
                  <a:ext uri="{FF2B5EF4-FFF2-40B4-BE49-F238E27FC236}">
                    <a16:creationId xmlns:a16="http://schemas.microsoft.com/office/drawing/2014/main" id="{8F000DBE-3F6C-63F5-0268-D13FBC3A0A26}"/>
                  </a:ext>
                </a:extLst>
              </p:cNvPr>
              <p:cNvSpPr txBox="1"/>
              <p:nvPr/>
            </p:nvSpPr>
            <p:spPr>
              <a:xfrm>
                <a:off x="3190301" y="325135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3" name="文字方塊 45">
                <a:extLst>
                  <a:ext uri="{FF2B5EF4-FFF2-40B4-BE49-F238E27FC236}">
                    <a16:creationId xmlns:a16="http://schemas.microsoft.com/office/drawing/2014/main" id="{8F000DBE-3F6C-63F5-0268-D13FBC3A0A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0301" y="3251353"/>
                <a:ext cx="295688" cy="4001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4" name="群組 46">
            <a:extLst>
              <a:ext uri="{FF2B5EF4-FFF2-40B4-BE49-F238E27FC236}">
                <a16:creationId xmlns:a16="http://schemas.microsoft.com/office/drawing/2014/main" id="{87019D2E-4975-825A-02E1-EB911CA03C5B}"/>
              </a:ext>
            </a:extLst>
          </p:cNvPr>
          <p:cNvGrpSpPr/>
          <p:nvPr/>
        </p:nvGrpSpPr>
        <p:grpSpPr>
          <a:xfrm>
            <a:off x="3434171" y="3256491"/>
            <a:ext cx="1674590" cy="419299"/>
            <a:chOff x="1498603" y="1408278"/>
            <a:chExt cx="1674590" cy="419299"/>
          </a:xfrm>
        </p:grpSpPr>
        <p:sp>
          <p:nvSpPr>
            <p:cNvPr id="35" name="文字方塊 47">
              <a:extLst>
                <a:ext uri="{FF2B5EF4-FFF2-40B4-BE49-F238E27FC236}">
                  <a16:creationId xmlns:a16="http://schemas.microsoft.com/office/drawing/2014/main" id="{A06AF9EC-388B-2584-EC56-731419736433}"/>
                </a:ext>
              </a:extLst>
            </p:cNvPr>
            <p:cNvSpPr txBox="1"/>
            <p:nvPr/>
          </p:nvSpPr>
          <p:spPr>
            <a:xfrm>
              <a:off x="1498603" y="1417179"/>
              <a:ext cx="4571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36" name="文字方塊 48">
              <a:extLst>
                <a:ext uri="{FF2B5EF4-FFF2-40B4-BE49-F238E27FC236}">
                  <a16:creationId xmlns:a16="http://schemas.microsoft.com/office/drawing/2014/main" id="{B11373DB-4AC6-3AD3-9EEC-D6FB4172974E}"/>
                </a:ext>
              </a:extLst>
            </p:cNvPr>
            <p:cNvSpPr txBox="1"/>
            <p:nvPr/>
          </p:nvSpPr>
          <p:spPr>
            <a:xfrm>
              <a:off x="1952495" y="1427467"/>
              <a:ext cx="122069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66FFFF"/>
                  </a:solidFill>
                  <a:latin typeface="Lucida Handwriting" panose="03010101010101010101" pitchFamily="66" charset="0"/>
                </a:rPr>
                <a:t> 0.65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66FFFF"/>
                  </a:solidFill>
                  <a:latin typeface="Lucida Calligraphy" panose="03010101010101010101" pitchFamily="66" charset="0"/>
                </a:rPr>
                <a:t>%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文字方塊 49">
                  <a:extLst>
                    <a:ext uri="{FF2B5EF4-FFF2-40B4-BE49-F238E27FC236}">
                      <a16:creationId xmlns:a16="http://schemas.microsoft.com/office/drawing/2014/main" id="{9FA1B640-A504-8995-CA4E-42836BCDDA75}"/>
                    </a:ext>
                  </a:extLst>
                </p:cNvPr>
                <p:cNvSpPr txBox="1"/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28" name="文字方塊 49">
                  <a:extLst>
                    <a:ext uri="{FF2B5EF4-FFF2-40B4-BE49-F238E27FC236}">
                      <a16:creationId xmlns:a16="http://schemas.microsoft.com/office/drawing/2014/main" id="{CEEFA229-5AB9-64FD-0398-9CF9EE31F9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8" name="文字方塊 50">
            <a:extLst>
              <a:ext uri="{FF2B5EF4-FFF2-40B4-BE49-F238E27FC236}">
                <a16:creationId xmlns:a16="http://schemas.microsoft.com/office/drawing/2014/main" id="{A8996C84-787E-6F0F-9EA7-F8BCB0879AE6}"/>
              </a:ext>
            </a:extLst>
          </p:cNvPr>
          <p:cNvSpPr txBox="1"/>
          <p:nvPr/>
        </p:nvSpPr>
        <p:spPr>
          <a:xfrm>
            <a:off x="4880173" y="3157670"/>
            <a:ext cx="4571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1400" b="1" dirty="0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Handwriting" panose="03010101010101010101" pitchFamily="66" charset="0"/>
              </a:rPr>
              <a:t>36</a:t>
            </a:r>
            <a:endParaRPr lang="en-HK" altLang="zh-HK" sz="1400" b="1" dirty="0">
              <a:ln>
                <a:solidFill>
                  <a:schemeClr val="tx1"/>
                </a:solidFill>
              </a:ln>
              <a:solidFill>
                <a:srgbClr val="FFC000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39" name="文字方塊 51">
            <a:extLst>
              <a:ext uri="{FF2B5EF4-FFF2-40B4-BE49-F238E27FC236}">
                <a16:creationId xmlns:a16="http://schemas.microsoft.com/office/drawing/2014/main" id="{0E6D0028-5E62-E284-F652-ECEEF627407A}"/>
              </a:ext>
            </a:extLst>
          </p:cNvPr>
          <p:cNvSpPr txBox="1"/>
          <p:nvPr/>
        </p:nvSpPr>
        <p:spPr>
          <a:xfrm>
            <a:off x="2239678" y="3760170"/>
            <a:ext cx="10590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$6313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文字方塊 52">
                <a:extLst>
                  <a:ext uri="{FF2B5EF4-FFF2-40B4-BE49-F238E27FC236}">
                    <a16:creationId xmlns:a16="http://schemas.microsoft.com/office/drawing/2014/main" id="{0428AA15-01A4-1C88-CBFA-3C8649AC0C83}"/>
                  </a:ext>
                </a:extLst>
              </p:cNvPr>
              <p:cNvSpPr txBox="1"/>
              <p:nvPr/>
            </p:nvSpPr>
            <p:spPr>
              <a:xfrm>
                <a:off x="1935793" y="373385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0" name="文字方塊 52">
                <a:extLst>
                  <a:ext uri="{FF2B5EF4-FFF2-40B4-BE49-F238E27FC236}">
                    <a16:creationId xmlns:a16="http://schemas.microsoft.com/office/drawing/2014/main" id="{0428AA15-01A4-1C88-CBFA-3C8649AC0C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5793" y="3733855"/>
                <a:ext cx="295688" cy="40011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文字方塊 46">
            <a:extLst>
              <a:ext uri="{FF2B5EF4-FFF2-40B4-BE49-F238E27FC236}">
                <a16:creationId xmlns:a16="http://schemas.microsoft.com/office/drawing/2014/main" id="{C47BCE8D-1D8E-09DD-CC23-98FDD10E1069}"/>
              </a:ext>
            </a:extLst>
          </p:cNvPr>
          <p:cNvSpPr txBox="1"/>
          <p:nvPr/>
        </p:nvSpPr>
        <p:spPr>
          <a:xfrm>
            <a:off x="3280106" y="3753957"/>
            <a:ext cx="39108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(cor. to the nearest dollar)</a:t>
            </a:r>
          </a:p>
        </p:txBody>
      </p:sp>
    </p:spTree>
    <p:extLst>
      <p:ext uri="{BB962C8B-B14F-4D97-AF65-F5344CB8AC3E}">
        <p14:creationId xmlns:p14="http://schemas.microsoft.com/office/powerpoint/2010/main" val="2427357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9" grpId="0"/>
      <p:bldP spid="20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8" grpId="0"/>
      <p:bldP spid="39" grpId="0"/>
      <p:bldP spid="40" grpId="0"/>
      <p:bldP spid="4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>
            <a:extLst>
              <a:ext uri="{FF2B5EF4-FFF2-40B4-BE49-F238E27FC236}">
                <a16:creationId xmlns:a16="http://schemas.microsoft.com/office/drawing/2014/main" id="{102DA2E4-7001-8F4A-693A-8AC2107AED3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t="5042"/>
          <a:stretch>
            <a:fillRect/>
          </a:stretch>
        </p:blipFill>
        <p:spPr>
          <a:xfrm>
            <a:off x="181378" y="216158"/>
            <a:ext cx="10150720" cy="138939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筆跡 59">
                <a:extLst>
                  <a:ext uri="{FF2B5EF4-FFF2-40B4-BE49-F238E27FC236}">
                    <a16:creationId xmlns:a16="http://schemas.microsoft.com/office/drawing/2014/main" id="{B56491E7-BA15-EE0B-1715-65C60001530C}"/>
                  </a:ext>
                </a:extLst>
              </p14:cNvPr>
              <p14:cNvContentPartPr/>
              <p14:nvPr/>
            </p14:nvContentPartPr>
            <p14:xfrm>
              <a:off x="3426691" y="394984"/>
              <a:ext cx="643496" cy="45719"/>
            </p14:xfrm>
          </p:contentPart>
        </mc:Choice>
        <mc:Fallback>
          <p:pic>
            <p:nvPicPr>
              <p:cNvPr id="7" name="筆跡 59">
                <a:extLst>
                  <a:ext uri="{FF2B5EF4-FFF2-40B4-BE49-F238E27FC236}">
                    <a16:creationId xmlns:a16="http://schemas.microsoft.com/office/drawing/2014/main" id="{B56491E7-BA15-EE0B-1715-65C60001530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72676" y="-13320716"/>
                <a:ext cx="751165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8" name="筆跡 59">
                <a:extLst>
                  <a:ext uri="{FF2B5EF4-FFF2-40B4-BE49-F238E27FC236}">
                    <a16:creationId xmlns:a16="http://schemas.microsoft.com/office/drawing/2014/main" id="{48B0110A-1101-613A-E619-12B9E9C46E1B}"/>
                  </a:ext>
                </a:extLst>
              </p14:cNvPr>
              <p14:cNvContentPartPr/>
              <p14:nvPr/>
            </p14:nvContentPartPr>
            <p14:xfrm>
              <a:off x="5600733" y="365558"/>
              <a:ext cx="920139" cy="45719"/>
            </p14:xfrm>
          </p:contentPart>
        </mc:Choice>
        <mc:Fallback>
          <p:pic>
            <p:nvPicPr>
              <p:cNvPr id="8" name="筆跡 59">
                <a:extLst>
                  <a:ext uri="{FF2B5EF4-FFF2-40B4-BE49-F238E27FC236}">
                    <a16:creationId xmlns:a16="http://schemas.microsoft.com/office/drawing/2014/main" id="{48B0110A-1101-613A-E619-12B9E9C46E1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546692" y="-13350142"/>
                <a:ext cx="1027861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9" name="筆跡 59">
                <a:extLst>
                  <a:ext uri="{FF2B5EF4-FFF2-40B4-BE49-F238E27FC236}">
                    <a16:creationId xmlns:a16="http://schemas.microsoft.com/office/drawing/2014/main" id="{B37D9A01-10D8-155D-06C8-A9CD03A8F028}"/>
                  </a:ext>
                </a:extLst>
              </p14:cNvPr>
              <p14:cNvContentPartPr/>
              <p14:nvPr/>
            </p14:nvContentPartPr>
            <p14:xfrm>
              <a:off x="9489542" y="388417"/>
              <a:ext cx="725876" cy="45719"/>
            </p14:xfrm>
          </p:contentPart>
        </mc:Choice>
        <mc:Fallback>
          <p:pic>
            <p:nvPicPr>
              <p:cNvPr id="9" name="筆跡 59">
                <a:extLst>
                  <a:ext uri="{FF2B5EF4-FFF2-40B4-BE49-F238E27FC236}">
                    <a16:creationId xmlns:a16="http://schemas.microsoft.com/office/drawing/2014/main" id="{B37D9A01-10D8-155D-06C8-A9CD03A8F02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435533" y="-13327283"/>
                <a:ext cx="833533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0" name="筆跡 59">
                <a:extLst>
                  <a:ext uri="{FF2B5EF4-FFF2-40B4-BE49-F238E27FC236}">
                    <a16:creationId xmlns:a16="http://schemas.microsoft.com/office/drawing/2014/main" id="{38E00F7A-CC1B-8AC6-9585-8E271CCF0D45}"/>
                  </a:ext>
                </a:extLst>
              </p14:cNvPr>
              <p14:cNvContentPartPr/>
              <p14:nvPr/>
            </p14:nvContentPartPr>
            <p14:xfrm>
              <a:off x="1966523" y="725544"/>
              <a:ext cx="725876" cy="45719"/>
            </p14:xfrm>
          </p:contentPart>
        </mc:Choice>
        <mc:Fallback>
          <p:pic>
            <p:nvPicPr>
              <p:cNvPr id="10" name="筆跡 59">
                <a:extLst>
                  <a:ext uri="{FF2B5EF4-FFF2-40B4-BE49-F238E27FC236}">
                    <a16:creationId xmlns:a16="http://schemas.microsoft.com/office/drawing/2014/main" id="{38E00F7A-CC1B-8AC6-9585-8E271CCF0D4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912514" y="-12990156"/>
                <a:ext cx="833533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1" name="筆跡 59">
                <a:extLst>
                  <a:ext uri="{FF2B5EF4-FFF2-40B4-BE49-F238E27FC236}">
                    <a16:creationId xmlns:a16="http://schemas.microsoft.com/office/drawing/2014/main" id="{4C0CE90F-6540-7DC0-400A-CE6A9699FCD5}"/>
                  </a:ext>
                </a:extLst>
              </p14:cNvPr>
              <p14:cNvContentPartPr/>
              <p14:nvPr/>
            </p14:nvContentPartPr>
            <p14:xfrm>
              <a:off x="7152741" y="1071908"/>
              <a:ext cx="790532" cy="45719"/>
            </p14:xfrm>
          </p:contentPart>
        </mc:Choice>
        <mc:Fallback>
          <p:pic>
            <p:nvPicPr>
              <p:cNvPr id="11" name="筆跡 59">
                <a:extLst>
                  <a:ext uri="{FF2B5EF4-FFF2-40B4-BE49-F238E27FC236}">
                    <a16:creationId xmlns:a16="http://schemas.microsoft.com/office/drawing/2014/main" id="{4C0CE90F-6540-7DC0-400A-CE6A9699FCD5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098718" y="-12643792"/>
                <a:ext cx="898217" cy="27431400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文字方塊 98">
            <a:extLst>
              <a:ext uri="{FF2B5EF4-FFF2-40B4-BE49-F238E27FC236}">
                <a16:creationId xmlns:a16="http://schemas.microsoft.com/office/drawing/2014/main" id="{421FC63C-D2A1-35A9-FB05-CE1ED528045D}"/>
              </a:ext>
            </a:extLst>
          </p:cNvPr>
          <p:cNvSpPr txBox="1"/>
          <p:nvPr/>
        </p:nvSpPr>
        <p:spPr>
          <a:xfrm>
            <a:off x="531572" y="1608815"/>
            <a:ext cx="53797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Let </a:t>
            </a:r>
            <a:r>
              <a:rPr lang="en-US" altLang="zh-TW" sz="2000" b="1" dirty="0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rPr>
              <a:t>$</a:t>
            </a:r>
            <a:r>
              <a:rPr lang="en-US" altLang="zh-TW" sz="2000" b="1" dirty="0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P </a:t>
            </a:r>
            <a:r>
              <a:rPr lang="en-US" altLang="zh-TW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be the sum of money deposited.</a:t>
            </a:r>
            <a:endParaRPr lang="zh-TW" altLang="en-US" sz="2000" b="1" dirty="0">
              <a:latin typeface="Lucida Handwriting" panose="03010101010101010101" pitchFamily="66" charset="0"/>
            </a:endParaRPr>
          </a:p>
        </p:txBody>
      </p:sp>
      <p:sp>
        <p:nvSpPr>
          <p:cNvPr id="13" name="文字方塊 98">
            <a:extLst>
              <a:ext uri="{FF2B5EF4-FFF2-40B4-BE49-F238E27FC236}">
                <a16:creationId xmlns:a16="http://schemas.microsoft.com/office/drawing/2014/main" id="{04EC2B0D-EAD1-00CD-35BB-5C13E813C84B}"/>
              </a:ext>
            </a:extLst>
          </p:cNvPr>
          <p:cNvSpPr txBox="1"/>
          <p:nvPr/>
        </p:nvSpPr>
        <p:spPr>
          <a:xfrm>
            <a:off x="531573" y="1994272"/>
            <a:ext cx="19530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For bank X:</a:t>
            </a:r>
            <a:endParaRPr lang="zh-TW" altLang="en-US" sz="2000" b="1" dirty="0">
              <a:latin typeface="Lucida Handwriting" panose="03010101010101010101" pitchFamily="66" charset="0"/>
            </a:endParaRPr>
          </a:p>
        </p:txBody>
      </p:sp>
      <p:sp>
        <p:nvSpPr>
          <p:cNvPr id="45" name="文字方塊 98">
            <a:extLst>
              <a:ext uri="{FF2B5EF4-FFF2-40B4-BE49-F238E27FC236}">
                <a16:creationId xmlns:a16="http://schemas.microsoft.com/office/drawing/2014/main" id="{8CEBA448-589D-360F-1785-51DF95D9FF65}"/>
              </a:ext>
            </a:extLst>
          </p:cNvPr>
          <p:cNvSpPr txBox="1"/>
          <p:nvPr/>
        </p:nvSpPr>
        <p:spPr>
          <a:xfrm>
            <a:off x="531572" y="2397275"/>
            <a:ext cx="45677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Interest received after </a:t>
            </a:r>
            <a:r>
              <a:rPr lang="en-US" altLang="zh-TW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10</a:t>
            </a:r>
            <a:r>
              <a:rPr lang="en-US" altLang="zh-TW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 years</a:t>
            </a:r>
            <a:endParaRPr lang="zh-TW" altLang="en-US" sz="2000" b="1" dirty="0"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6" name="文字方塊 55">
                <a:extLst>
                  <a:ext uri="{FF2B5EF4-FFF2-40B4-BE49-F238E27FC236}">
                    <a16:creationId xmlns:a16="http://schemas.microsoft.com/office/drawing/2014/main" id="{DA135ADE-1F62-FA50-D788-652D6983C10A}"/>
                  </a:ext>
                </a:extLst>
              </p:cNvPr>
              <p:cNvSpPr txBox="1"/>
              <p:nvPr/>
            </p:nvSpPr>
            <p:spPr>
              <a:xfrm>
                <a:off x="4940238" y="238073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6" name="文字方塊 55">
                <a:extLst>
                  <a:ext uri="{FF2B5EF4-FFF2-40B4-BE49-F238E27FC236}">
                    <a16:creationId xmlns:a16="http://schemas.microsoft.com/office/drawing/2014/main" id="{DA135ADE-1F62-FA50-D788-652D6983C1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0238" y="2380730"/>
                <a:ext cx="295688" cy="4001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文字方塊 37">
            <a:extLst>
              <a:ext uri="{FF2B5EF4-FFF2-40B4-BE49-F238E27FC236}">
                <a16:creationId xmlns:a16="http://schemas.microsoft.com/office/drawing/2014/main" id="{0D10418A-BC7A-19D2-C741-6A8C5A6C22AB}"/>
              </a:ext>
            </a:extLst>
          </p:cNvPr>
          <p:cNvSpPr txBox="1"/>
          <p:nvPr/>
        </p:nvSpPr>
        <p:spPr>
          <a:xfrm>
            <a:off x="5195932" y="2397275"/>
            <a:ext cx="2998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$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0000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48" name="文字方塊 44">
            <a:extLst>
              <a:ext uri="{FF2B5EF4-FFF2-40B4-BE49-F238E27FC236}">
                <a16:creationId xmlns:a16="http://schemas.microsoft.com/office/drawing/2014/main" id="{152B8980-6CA0-BD1C-176B-88855C8B5A51}"/>
              </a:ext>
            </a:extLst>
          </p:cNvPr>
          <p:cNvSpPr txBox="1"/>
          <p:nvPr/>
        </p:nvSpPr>
        <p:spPr>
          <a:xfrm>
            <a:off x="5546633" y="2413820"/>
            <a:ext cx="2261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P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chemeClr val="accent5">
                  <a:lumMod val="60000"/>
                  <a:lumOff val="40000"/>
                </a:schemeClr>
              </a:solidFill>
              <a:latin typeface="Lucida Handwriting" panose="03010101010101010101" pitchFamily="66" charset="0"/>
            </a:endParaRPr>
          </a:p>
        </p:txBody>
      </p:sp>
      <p:sp>
        <p:nvSpPr>
          <p:cNvPr id="99" name="文字方塊 34">
            <a:extLst>
              <a:ext uri="{FF2B5EF4-FFF2-40B4-BE49-F238E27FC236}">
                <a16:creationId xmlns:a16="http://schemas.microsoft.com/office/drawing/2014/main" id="{7E363832-1C0D-6D48-C6E8-94F28AD9CDD3}"/>
              </a:ext>
            </a:extLst>
          </p:cNvPr>
          <p:cNvSpPr txBox="1"/>
          <p:nvPr/>
        </p:nvSpPr>
        <p:spPr>
          <a:xfrm>
            <a:off x="5929608" y="2413957"/>
            <a:ext cx="3577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1</a:t>
            </a:r>
            <a:endParaRPr lang="en-HK" sz="2000" b="1" dirty="0">
              <a:ln>
                <a:solidFill>
                  <a:schemeClr val="tx1"/>
                </a:solidFill>
              </a:ln>
              <a:solidFill>
                <a:srgbClr val="92D05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0" name="文字方塊 35">
                <a:extLst>
                  <a:ext uri="{FF2B5EF4-FFF2-40B4-BE49-F238E27FC236}">
                    <a16:creationId xmlns:a16="http://schemas.microsoft.com/office/drawing/2014/main" id="{5D34243F-54A3-536D-E485-743387ACACE0}"/>
                  </a:ext>
                </a:extLst>
              </p:cNvPr>
              <p:cNvSpPr txBox="1"/>
              <p:nvPr/>
            </p:nvSpPr>
            <p:spPr>
              <a:xfrm>
                <a:off x="6232928" y="239817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00" name="文字方塊 35">
                <a:extLst>
                  <a:ext uri="{FF2B5EF4-FFF2-40B4-BE49-F238E27FC236}">
                    <a16:creationId xmlns:a16="http://schemas.microsoft.com/office/drawing/2014/main" id="{5D34243F-54A3-536D-E485-743387ACAC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2928" y="2398171"/>
                <a:ext cx="295688" cy="4001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1" name="直線接點 36">
            <a:extLst>
              <a:ext uri="{FF2B5EF4-FFF2-40B4-BE49-F238E27FC236}">
                <a16:creationId xmlns:a16="http://schemas.microsoft.com/office/drawing/2014/main" id="{44C4AE94-0E09-76B6-055F-7180ABBFB20E}"/>
              </a:ext>
            </a:extLst>
          </p:cNvPr>
          <p:cNvCxnSpPr>
            <a:cxnSpLocks/>
          </p:cNvCxnSpPr>
          <p:nvPr/>
        </p:nvCxnSpPr>
        <p:spPr>
          <a:xfrm flipV="1">
            <a:off x="6581187" y="2592772"/>
            <a:ext cx="530058" cy="5454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2" name="TextBox 15">
            <a:extLst>
              <a:ext uri="{FF2B5EF4-FFF2-40B4-BE49-F238E27FC236}">
                <a16:creationId xmlns:a16="http://schemas.microsoft.com/office/drawing/2014/main" id="{E363E763-607B-5BFB-C579-142728DEB9D9}"/>
              </a:ext>
            </a:extLst>
          </p:cNvPr>
          <p:cNvSpPr txBox="1"/>
          <p:nvPr/>
        </p:nvSpPr>
        <p:spPr>
          <a:xfrm>
            <a:off x="6579504" y="2254116"/>
            <a:ext cx="6104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Handwriting" panose="03010101010101010101" pitchFamily="66" charset="0"/>
              </a:rPr>
              <a:t>4%</a:t>
            </a:r>
          </a:p>
        </p:txBody>
      </p:sp>
      <p:sp>
        <p:nvSpPr>
          <p:cNvPr id="103" name="TextBox 15">
            <a:extLst>
              <a:ext uri="{FF2B5EF4-FFF2-40B4-BE49-F238E27FC236}">
                <a16:creationId xmlns:a16="http://schemas.microsoft.com/office/drawing/2014/main" id="{756224C6-DE34-637E-3D58-AF52AB2B844B}"/>
              </a:ext>
            </a:extLst>
          </p:cNvPr>
          <p:cNvSpPr txBox="1"/>
          <p:nvPr/>
        </p:nvSpPr>
        <p:spPr>
          <a:xfrm>
            <a:off x="6642068" y="2598226"/>
            <a:ext cx="3600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2</a:t>
            </a:r>
          </a:p>
        </p:txBody>
      </p:sp>
      <p:sp>
        <p:nvSpPr>
          <p:cNvPr id="105" name="文字方塊 41">
            <a:extLst>
              <a:ext uri="{FF2B5EF4-FFF2-40B4-BE49-F238E27FC236}">
                <a16:creationId xmlns:a16="http://schemas.microsoft.com/office/drawing/2014/main" id="{52DCF1D0-6FC9-DD91-E597-0BE2D781F977}"/>
              </a:ext>
            </a:extLst>
          </p:cNvPr>
          <p:cNvSpPr txBox="1"/>
          <p:nvPr/>
        </p:nvSpPr>
        <p:spPr>
          <a:xfrm>
            <a:off x="7206112" y="2075586"/>
            <a:ext cx="4635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1400" b="1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Handwriting" panose="03010101010101010101" pitchFamily="66" charset="0"/>
              </a:rPr>
              <a:t>10</a:t>
            </a:r>
            <a:endParaRPr lang="en-HK" altLang="zh-HK" sz="1400" b="1" dirty="0">
              <a:ln>
                <a:solidFill>
                  <a:schemeClr val="tx1"/>
                </a:solidFill>
              </a:ln>
              <a:solidFill>
                <a:srgbClr val="FF000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6" name="文字方塊 42">
                <a:extLst>
                  <a:ext uri="{FF2B5EF4-FFF2-40B4-BE49-F238E27FC236}">
                    <a16:creationId xmlns:a16="http://schemas.microsoft.com/office/drawing/2014/main" id="{9733448D-CBFF-4761-4E2B-E9D72218686D}"/>
                  </a:ext>
                </a:extLst>
              </p:cNvPr>
              <p:cNvSpPr txBox="1"/>
              <p:nvPr/>
            </p:nvSpPr>
            <p:spPr>
              <a:xfrm>
                <a:off x="7493500" y="2053497"/>
                <a:ext cx="29568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14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06" name="文字方塊 42">
                <a:extLst>
                  <a:ext uri="{FF2B5EF4-FFF2-40B4-BE49-F238E27FC236}">
                    <a16:creationId xmlns:a16="http://schemas.microsoft.com/office/drawing/2014/main" id="{9733448D-CBFF-4761-4E2B-E9D7221868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3500" y="2053497"/>
                <a:ext cx="295688" cy="30777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7" name="文字方塊 43">
            <a:extLst>
              <a:ext uri="{FF2B5EF4-FFF2-40B4-BE49-F238E27FC236}">
                <a16:creationId xmlns:a16="http://schemas.microsoft.com/office/drawing/2014/main" id="{1C971FE5-BD18-AD14-2855-E4EB56D7E905}"/>
              </a:ext>
            </a:extLst>
          </p:cNvPr>
          <p:cNvSpPr txBox="1"/>
          <p:nvPr/>
        </p:nvSpPr>
        <p:spPr>
          <a:xfrm>
            <a:off x="7631032" y="2070257"/>
            <a:ext cx="3122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14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2</a:t>
            </a:r>
            <a:endParaRPr lang="en-HK" altLang="zh-HK" sz="1400" b="1" dirty="0">
              <a:ln>
                <a:solidFill>
                  <a:schemeClr val="tx1"/>
                </a:solidFill>
              </a:ln>
              <a:solidFill>
                <a:srgbClr val="00FF00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108" name="Left Bracket 107">
            <a:extLst>
              <a:ext uri="{FF2B5EF4-FFF2-40B4-BE49-F238E27FC236}">
                <a16:creationId xmlns:a16="http://schemas.microsoft.com/office/drawing/2014/main" id="{401CB94C-727B-3D5B-2733-39ED88DFAF1F}"/>
              </a:ext>
            </a:extLst>
          </p:cNvPr>
          <p:cNvSpPr/>
          <p:nvPr/>
        </p:nvSpPr>
        <p:spPr>
          <a:xfrm>
            <a:off x="5539246" y="2254117"/>
            <a:ext cx="95892" cy="642428"/>
          </a:xfrm>
          <a:prstGeom prst="leftBracke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Left Bracket 108">
            <a:extLst>
              <a:ext uri="{FF2B5EF4-FFF2-40B4-BE49-F238E27FC236}">
                <a16:creationId xmlns:a16="http://schemas.microsoft.com/office/drawing/2014/main" id="{B7283D75-F118-0144-D559-0C1335F03F23}"/>
              </a:ext>
            </a:extLst>
          </p:cNvPr>
          <p:cNvSpPr/>
          <p:nvPr/>
        </p:nvSpPr>
        <p:spPr>
          <a:xfrm flipH="1">
            <a:off x="8165556" y="2254117"/>
            <a:ext cx="95892" cy="642428"/>
          </a:xfrm>
          <a:prstGeom prst="leftBracke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弧形 94">
            <a:extLst>
              <a:ext uri="{FF2B5EF4-FFF2-40B4-BE49-F238E27FC236}">
                <a16:creationId xmlns:a16="http://schemas.microsoft.com/office/drawing/2014/main" id="{1E33769E-E7E2-C9DA-8FBC-5D988416B2CC}"/>
              </a:ext>
            </a:extLst>
          </p:cNvPr>
          <p:cNvSpPr/>
          <p:nvPr/>
        </p:nvSpPr>
        <p:spPr>
          <a:xfrm rot="10957079">
            <a:off x="5924814" y="2259526"/>
            <a:ext cx="251507" cy="641558"/>
          </a:xfrm>
          <a:prstGeom prst="arc">
            <a:avLst>
              <a:gd name="adj1" fmla="val 16200000"/>
              <a:gd name="adj2" fmla="val 5238380"/>
            </a:avLst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11" name="弧形 259">
            <a:extLst>
              <a:ext uri="{FF2B5EF4-FFF2-40B4-BE49-F238E27FC236}">
                <a16:creationId xmlns:a16="http://schemas.microsoft.com/office/drawing/2014/main" id="{200D4D76-E905-6831-DD48-18B31D6F51A2}"/>
              </a:ext>
            </a:extLst>
          </p:cNvPr>
          <p:cNvSpPr/>
          <p:nvPr/>
        </p:nvSpPr>
        <p:spPr>
          <a:xfrm rot="235127">
            <a:off x="7031947" y="2257092"/>
            <a:ext cx="251507" cy="641558"/>
          </a:xfrm>
          <a:prstGeom prst="arc">
            <a:avLst>
              <a:gd name="adj1" fmla="val 16200000"/>
              <a:gd name="adj2" fmla="val 5238380"/>
            </a:avLst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2" name="文字方塊 57">
                <a:extLst>
                  <a:ext uri="{FF2B5EF4-FFF2-40B4-BE49-F238E27FC236}">
                    <a16:creationId xmlns:a16="http://schemas.microsoft.com/office/drawing/2014/main" id="{29BA8DFA-8DB3-D607-F148-0DB475080B35}"/>
                  </a:ext>
                </a:extLst>
              </p:cNvPr>
              <p:cNvSpPr txBox="1"/>
              <p:nvPr/>
            </p:nvSpPr>
            <p:spPr>
              <a:xfrm>
                <a:off x="7577592" y="240545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12" name="文字方塊 57">
                <a:extLst>
                  <a:ext uri="{FF2B5EF4-FFF2-40B4-BE49-F238E27FC236}">
                    <a16:creationId xmlns:a16="http://schemas.microsoft.com/office/drawing/2014/main" id="{29BA8DFA-8DB3-D607-F148-0DB475080B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7592" y="2405452"/>
                <a:ext cx="295688" cy="4001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3" name="文字方塊 44">
            <a:extLst>
              <a:ext uri="{FF2B5EF4-FFF2-40B4-BE49-F238E27FC236}">
                <a16:creationId xmlns:a16="http://schemas.microsoft.com/office/drawing/2014/main" id="{4045E46A-DEAA-E421-B321-FDFCEDB47180}"/>
              </a:ext>
            </a:extLst>
          </p:cNvPr>
          <p:cNvSpPr txBox="1"/>
          <p:nvPr/>
        </p:nvSpPr>
        <p:spPr>
          <a:xfrm>
            <a:off x="7857144" y="2414353"/>
            <a:ext cx="357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P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chemeClr val="accent5">
                  <a:lumMod val="60000"/>
                  <a:lumOff val="40000"/>
                </a:schemeClr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4" name="文字方塊 55">
                <a:extLst>
                  <a:ext uri="{FF2B5EF4-FFF2-40B4-BE49-F238E27FC236}">
                    <a16:creationId xmlns:a16="http://schemas.microsoft.com/office/drawing/2014/main" id="{72B5B134-06D0-5024-1110-D949FB0C86A5}"/>
                  </a:ext>
                </a:extLst>
              </p:cNvPr>
              <p:cNvSpPr txBox="1"/>
              <p:nvPr/>
            </p:nvSpPr>
            <p:spPr>
              <a:xfrm>
                <a:off x="4940238" y="308375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14" name="文字方塊 55">
                <a:extLst>
                  <a:ext uri="{FF2B5EF4-FFF2-40B4-BE49-F238E27FC236}">
                    <a16:creationId xmlns:a16="http://schemas.microsoft.com/office/drawing/2014/main" id="{72B5B134-06D0-5024-1110-D949FB0C86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0238" y="3083752"/>
                <a:ext cx="295688" cy="4001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5" name="群組 39">
            <a:extLst>
              <a:ext uri="{FF2B5EF4-FFF2-40B4-BE49-F238E27FC236}">
                <a16:creationId xmlns:a16="http://schemas.microsoft.com/office/drawing/2014/main" id="{2DF31ED3-0FF7-E442-A625-6928365F562C}"/>
              </a:ext>
            </a:extLst>
          </p:cNvPr>
          <p:cNvGrpSpPr/>
          <p:nvPr/>
        </p:nvGrpSpPr>
        <p:grpSpPr>
          <a:xfrm>
            <a:off x="5432345" y="3036267"/>
            <a:ext cx="1086264" cy="477054"/>
            <a:chOff x="5954658" y="620688"/>
            <a:chExt cx="1086264" cy="477054"/>
          </a:xfrm>
        </p:grpSpPr>
        <p:sp>
          <p:nvSpPr>
            <p:cNvPr id="116" name="文字方塊 40">
              <a:extLst>
                <a:ext uri="{FF2B5EF4-FFF2-40B4-BE49-F238E27FC236}">
                  <a16:creationId xmlns:a16="http://schemas.microsoft.com/office/drawing/2014/main" id="{27DD0269-6D9C-AD51-BC00-C06F59792D97}"/>
                </a:ext>
              </a:extLst>
            </p:cNvPr>
            <p:cNvSpPr txBox="1"/>
            <p:nvPr/>
          </p:nvSpPr>
          <p:spPr>
            <a:xfrm>
              <a:off x="5954658" y="697632"/>
              <a:ext cx="87876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1.02</a:t>
              </a:r>
              <a:endPara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117" name="文字方塊 41">
              <a:extLst>
                <a:ext uri="{FF2B5EF4-FFF2-40B4-BE49-F238E27FC236}">
                  <a16:creationId xmlns:a16="http://schemas.microsoft.com/office/drawing/2014/main" id="{F94D726D-E0DE-8297-F188-5CEA4B0C0F36}"/>
                </a:ext>
              </a:extLst>
            </p:cNvPr>
            <p:cNvSpPr txBox="1"/>
            <p:nvPr/>
          </p:nvSpPr>
          <p:spPr>
            <a:xfrm>
              <a:off x="6647866" y="620688"/>
              <a:ext cx="39305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 dirty="0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20</a:t>
              </a:r>
              <a:endParaRPr lang="en-HK" sz="12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18" name="文字方塊 57">
                <a:extLst>
                  <a:ext uri="{FF2B5EF4-FFF2-40B4-BE49-F238E27FC236}">
                    <a16:creationId xmlns:a16="http://schemas.microsoft.com/office/drawing/2014/main" id="{ADE57509-B023-FC15-33C1-8B79D401DB03}"/>
                  </a:ext>
                </a:extLst>
              </p:cNvPr>
              <p:cNvSpPr txBox="1"/>
              <p:nvPr/>
            </p:nvSpPr>
            <p:spPr>
              <a:xfrm>
                <a:off x="6289440" y="308943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18" name="文字方塊 57">
                <a:extLst>
                  <a:ext uri="{FF2B5EF4-FFF2-40B4-BE49-F238E27FC236}">
                    <a16:creationId xmlns:a16="http://schemas.microsoft.com/office/drawing/2014/main" id="{ADE57509-B023-FC15-33C1-8B79D401DB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9440" y="3089438"/>
                <a:ext cx="295688" cy="4001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9" name="文字方塊 44">
            <a:extLst>
              <a:ext uri="{FF2B5EF4-FFF2-40B4-BE49-F238E27FC236}">
                <a16:creationId xmlns:a16="http://schemas.microsoft.com/office/drawing/2014/main" id="{29F88E11-F6E9-F48B-E896-991623E32AB4}"/>
              </a:ext>
            </a:extLst>
          </p:cNvPr>
          <p:cNvSpPr txBox="1"/>
          <p:nvPr/>
        </p:nvSpPr>
        <p:spPr>
          <a:xfrm>
            <a:off x="6532145" y="3110807"/>
            <a:ext cx="4452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1</a:t>
            </a:r>
            <a:r>
              <a:rPr lang="en-US" altLang="zh-TW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)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120" name="文字方塊 44">
            <a:extLst>
              <a:ext uri="{FF2B5EF4-FFF2-40B4-BE49-F238E27FC236}">
                <a16:creationId xmlns:a16="http://schemas.microsoft.com/office/drawing/2014/main" id="{AAF44BAF-5A67-B228-1DE7-0D0A0B6450AD}"/>
              </a:ext>
            </a:extLst>
          </p:cNvPr>
          <p:cNvSpPr txBox="1"/>
          <p:nvPr/>
        </p:nvSpPr>
        <p:spPr>
          <a:xfrm>
            <a:off x="6856359" y="3111676"/>
            <a:ext cx="357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P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121" name="文字方塊 37">
            <a:extLst>
              <a:ext uri="{FF2B5EF4-FFF2-40B4-BE49-F238E27FC236}">
                <a16:creationId xmlns:a16="http://schemas.microsoft.com/office/drawing/2014/main" id="{F1A9104B-2AD9-5BF5-4BAE-921F2C399A51}"/>
              </a:ext>
            </a:extLst>
          </p:cNvPr>
          <p:cNvSpPr txBox="1"/>
          <p:nvPr/>
        </p:nvSpPr>
        <p:spPr>
          <a:xfrm>
            <a:off x="5203351" y="3113211"/>
            <a:ext cx="2998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$</a:t>
            </a:r>
          </a:p>
        </p:txBody>
      </p:sp>
      <p:sp>
        <p:nvSpPr>
          <p:cNvPr id="122" name="文字方塊 98">
            <a:extLst>
              <a:ext uri="{FF2B5EF4-FFF2-40B4-BE49-F238E27FC236}">
                <a16:creationId xmlns:a16="http://schemas.microsoft.com/office/drawing/2014/main" id="{6900078D-B3AC-CC38-60AC-A4B708D346E3}"/>
              </a:ext>
            </a:extLst>
          </p:cNvPr>
          <p:cNvSpPr txBox="1"/>
          <p:nvPr/>
        </p:nvSpPr>
        <p:spPr>
          <a:xfrm>
            <a:off x="531573" y="3457109"/>
            <a:ext cx="19530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For bank Y:</a:t>
            </a:r>
            <a:endParaRPr lang="zh-TW" altLang="en-US" sz="2000" b="1" dirty="0">
              <a:latin typeface="Lucida Handwriting" panose="03010101010101010101" pitchFamily="66" charset="0"/>
            </a:endParaRPr>
          </a:p>
        </p:txBody>
      </p:sp>
      <p:sp>
        <p:nvSpPr>
          <p:cNvPr id="123" name="文字方塊 98">
            <a:extLst>
              <a:ext uri="{FF2B5EF4-FFF2-40B4-BE49-F238E27FC236}">
                <a16:creationId xmlns:a16="http://schemas.microsoft.com/office/drawing/2014/main" id="{7A12C8F6-22AB-2182-1FD7-34BD1C9DBEC6}"/>
              </a:ext>
            </a:extLst>
          </p:cNvPr>
          <p:cNvSpPr txBox="1"/>
          <p:nvPr/>
        </p:nvSpPr>
        <p:spPr>
          <a:xfrm>
            <a:off x="531572" y="3931232"/>
            <a:ext cx="45677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Calligraphy" panose="03010101010101010101" pitchFamily="66" charset="0"/>
              </a:rPr>
              <a:t>Interest received after </a:t>
            </a:r>
            <a:r>
              <a:rPr lang="en-US" altLang="zh-TW" sz="2000" b="1" dirty="0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Handwriting" panose="03010101010101010101" pitchFamily="66" charset="0"/>
              </a:rPr>
              <a:t>10</a:t>
            </a:r>
            <a:r>
              <a:rPr lang="en-US" altLang="zh-TW" sz="2000" b="1" dirty="0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Calligraphy" panose="03010101010101010101" pitchFamily="66" charset="0"/>
              </a:rPr>
              <a:t> years</a:t>
            </a:r>
            <a:endParaRPr lang="zh-TW" altLang="en-US" sz="2000" b="1" dirty="0">
              <a:solidFill>
                <a:srgbClr val="FFC0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4" name="文字方塊 55">
                <a:extLst>
                  <a:ext uri="{FF2B5EF4-FFF2-40B4-BE49-F238E27FC236}">
                    <a16:creationId xmlns:a16="http://schemas.microsoft.com/office/drawing/2014/main" id="{7959829D-8F0D-6CA5-F598-D6083430150E}"/>
                  </a:ext>
                </a:extLst>
              </p:cNvPr>
              <p:cNvSpPr txBox="1"/>
              <p:nvPr/>
            </p:nvSpPr>
            <p:spPr>
              <a:xfrm>
                <a:off x="4940238" y="391468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24" name="文字方塊 55">
                <a:extLst>
                  <a:ext uri="{FF2B5EF4-FFF2-40B4-BE49-F238E27FC236}">
                    <a16:creationId xmlns:a16="http://schemas.microsoft.com/office/drawing/2014/main" id="{7959829D-8F0D-6CA5-F598-D608343015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0238" y="3914687"/>
                <a:ext cx="295688" cy="40011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5" name="文字方塊 37">
            <a:extLst>
              <a:ext uri="{FF2B5EF4-FFF2-40B4-BE49-F238E27FC236}">
                <a16:creationId xmlns:a16="http://schemas.microsoft.com/office/drawing/2014/main" id="{03E70B9C-EECE-4EEA-0FCC-4BBFF3756E3D}"/>
              </a:ext>
            </a:extLst>
          </p:cNvPr>
          <p:cNvSpPr txBox="1"/>
          <p:nvPr/>
        </p:nvSpPr>
        <p:spPr>
          <a:xfrm>
            <a:off x="5195932" y="3931232"/>
            <a:ext cx="2998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$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0000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126" name="文字方塊 44">
            <a:extLst>
              <a:ext uri="{FF2B5EF4-FFF2-40B4-BE49-F238E27FC236}">
                <a16:creationId xmlns:a16="http://schemas.microsoft.com/office/drawing/2014/main" id="{2F7ECA63-22F6-CE5D-2AA3-9D6004EB0A20}"/>
              </a:ext>
            </a:extLst>
          </p:cNvPr>
          <p:cNvSpPr txBox="1"/>
          <p:nvPr/>
        </p:nvSpPr>
        <p:spPr>
          <a:xfrm>
            <a:off x="5546633" y="3947777"/>
            <a:ext cx="2261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P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chemeClr val="accent5">
                  <a:lumMod val="60000"/>
                  <a:lumOff val="40000"/>
                </a:schemeClr>
              </a:solidFill>
              <a:latin typeface="Lucida Handwriting" panose="03010101010101010101" pitchFamily="66" charset="0"/>
            </a:endParaRPr>
          </a:p>
        </p:txBody>
      </p:sp>
      <p:sp>
        <p:nvSpPr>
          <p:cNvPr id="127" name="文字方塊 34">
            <a:extLst>
              <a:ext uri="{FF2B5EF4-FFF2-40B4-BE49-F238E27FC236}">
                <a16:creationId xmlns:a16="http://schemas.microsoft.com/office/drawing/2014/main" id="{F174D22D-A09A-BC73-29CD-8005A66C2ACD}"/>
              </a:ext>
            </a:extLst>
          </p:cNvPr>
          <p:cNvSpPr txBox="1"/>
          <p:nvPr/>
        </p:nvSpPr>
        <p:spPr>
          <a:xfrm>
            <a:off x="5929608" y="3947914"/>
            <a:ext cx="3577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1</a:t>
            </a:r>
            <a:endParaRPr lang="en-HK" sz="2000" b="1" dirty="0">
              <a:ln>
                <a:solidFill>
                  <a:schemeClr val="tx1"/>
                </a:solidFill>
              </a:ln>
              <a:solidFill>
                <a:srgbClr val="92D05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8" name="文字方塊 35">
                <a:extLst>
                  <a:ext uri="{FF2B5EF4-FFF2-40B4-BE49-F238E27FC236}">
                    <a16:creationId xmlns:a16="http://schemas.microsoft.com/office/drawing/2014/main" id="{A6FF98A7-6E45-6E3E-C675-14288553FF78}"/>
                  </a:ext>
                </a:extLst>
              </p:cNvPr>
              <p:cNvSpPr txBox="1"/>
              <p:nvPr/>
            </p:nvSpPr>
            <p:spPr>
              <a:xfrm>
                <a:off x="6232928" y="393212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28" name="文字方塊 35">
                <a:extLst>
                  <a:ext uri="{FF2B5EF4-FFF2-40B4-BE49-F238E27FC236}">
                    <a16:creationId xmlns:a16="http://schemas.microsoft.com/office/drawing/2014/main" id="{A6FF98A7-6E45-6E3E-C675-14288553FF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2928" y="3932128"/>
                <a:ext cx="295688" cy="40011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9" name="直線接點 36">
            <a:extLst>
              <a:ext uri="{FF2B5EF4-FFF2-40B4-BE49-F238E27FC236}">
                <a16:creationId xmlns:a16="http://schemas.microsoft.com/office/drawing/2014/main" id="{362C701B-A374-44B5-62F3-FF5A50E3FF90}"/>
              </a:ext>
            </a:extLst>
          </p:cNvPr>
          <p:cNvCxnSpPr>
            <a:cxnSpLocks/>
          </p:cNvCxnSpPr>
          <p:nvPr/>
        </p:nvCxnSpPr>
        <p:spPr>
          <a:xfrm flipV="1">
            <a:off x="6581187" y="4126729"/>
            <a:ext cx="530058" cy="5454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0" name="TextBox 15">
            <a:extLst>
              <a:ext uri="{FF2B5EF4-FFF2-40B4-BE49-F238E27FC236}">
                <a16:creationId xmlns:a16="http://schemas.microsoft.com/office/drawing/2014/main" id="{3E289E64-1F3A-E28C-D755-AB8D0D69E635}"/>
              </a:ext>
            </a:extLst>
          </p:cNvPr>
          <p:cNvSpPr txBox="1"/>
          <p:nvPr/>
        </p:nvSpPr>
        <p:spPr>
          <a:xfrm>
            <a:off x="6579504" y="3788073"/>
            <a:ext cx="6104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Handwriting" panose="03010101010101010101" pitchFamily="66" charset="0"/>
              </a:rPr>
              <a:t>2%</a:t>
            </a:r>
          </a:p>
        </p:txBody>
      </p:sp>
      <p:sp>
        <p:nvSpPr>
          <p:cNvPr id="131" name="TextBox 15">
            <a:extLst>
              <a:ext uri="{FF2B5EF4-FFF2-40B4-BE49-F238E27FC236}">
                <a16:creationId xmlns:a16="http://schemas.microsoft.com/office/drawing/2014/main" id="{492A1359-A782-F458-6FD4-95FD212FAD99}"/>
              </a:ext>
            </a:extLst>
          </p:cNvPr>
          <p:cNvSpPr txBox="1"/>
          <p:nvPr/>
        </p:nvSpPr>
        <p:spPr>
          <a:xfrm>
            <a:off x="6642068" y="4132183"/>
            <a:ext cx="3600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Handwriting" panose="03010101010101010101" pitchFamily="66" charset="0"/>
              </a:rPr>
              <a:t>4</a:t>
            </a:r>
          </a:p>
        </p:txBody>
      </p:sp>
      <p:sp>
        <p:nvSpPr>
          <p:cNvPr id="132" name="文字方塊 41">
            <a:extLst>
              <a:ext uri="{FF2B5EF4-FFF2-40B4-BE49-F238E27FC236}">
                <a16:creationId xmlns:a16="http://schemas.microsoft.com/office/drawing/2014/main" id="{2BC4F767-BE2E-18DF-4A27-EDE091EEAEAF}"/>
              </a:ext>
            </a:extLst>
          </p:cNvPr>
          <p:cNvSpPr txBox="1"/>
          <p:nvPr/>
        </p:nvSpPr>
        <p:spPr>
          <a:xfrm>
            <a:off x="7206112" y="3609543"/>
            <a:ext cx="4635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1400" b="1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Handwriting" panose="03010101010101010101" pitchFamily="66" charset="0"/>
              </a:rPr>
              <a:t>10</a:t>
            </a:r>
            <a:endParaRPr lang="en-HK" altLang="zh-HK" sz="1400" b="1" dirty="0">
              <a:ln>
                <a:solidFill>
                  <a:schemeClr val="tx1"/>
                </a:solidFill>
              </a:ln>
              <a:solidFill>
                <a:srgbClr val="FF000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3" name="文字方塊 42">
                <a:extLst>
                  <a:ext uri="{FF2B5EF4-FFF2-40B4-BE49-F238E27FC236}">
                    <a16:creationId xmlns:a16="http://schemas.microsoft.com/office/drawing/2014/main" id="{EB8EEC73-5347-BB4D-E996-1833F4D01076}"/>
                  </a:ext>
                </a:extLst>
              </p:cNvPr>
              <p:cNvSpPr txBox="1"/>
              <p:nvPr/>
            </p:nvSpPr>
            <p:spPr>
              <a:xfrm>
                <a:off x="7493500" y="3587454"/>
                <a:ext cx="29568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14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33" name="文字方塊 42">
                <a:extLst>
                  <a:ext uri="{FF2B5EF4-FFF2-40B4-BE49-F238E27FC236}">
                    <a16:creationId xmlns:a16="http://schemas.microsoft.com/office/drawing/2014/main" id="{EB8EEC73-5347-BB4D-E996-1833F4D010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3500" y="3587454"/>
                <a:ext cx="295688" cy="307777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4" name="文字方塊 43">
            <a:extLst>
              <a:ext uri="{FF2B5EF4-FFF2-40B4-BE49-F238E27FC236}">
                <a16:creationId xmlns:a16="http://schemas.microsoft.com/office/drawing/2014/main" id="{2DE4106D-D9FA-C581-F93D-01967AF05A74}"/>
              </a:ext>
            </a:extLst>
          </p:cNvPr>
          <p:cNvSpPr txBox="1"/>
          <p:nvPr/>
        </p:nvSpPr>
        <p:spPr>
          <a:xfrm>
            <a:off x="7631032" y="3604214"/>
            <a:ext cx="3122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1400" b="1" dirty="0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Handwriting" panose="03010101010101010101" pitchFamily="66" charset="0"/>
              </a:rPr>
              <a:t>4</a:t>
            </a:r>
            <a:endParaRPr lang="en-HK" altLang="zh-HK" sz="1400" b="1" dirty="0">
              <a:ln>
                <a:solidFill>
                  <a:schemeClr val="tx1"/>
                </a:solidFill>
              </a:ln>
              <a:solidFill>
                <a:srgbClr val="92D050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135" name="Left Bracket 134">
            <a:extLst>
              <a:ext uri="{FF2B5EF4-FFF2-40B4-BE49-F238E27FC236}">
                <a16:creationId xmlns:a16="http://schemas.microsoft.com/office/drawing/2014/main" id="{2F2B2504-76B1-3E1C-7B30-CDEEAAC823AC}"/>
              </a:ext>
            </a:extLst>
          </p:cNvPr>
          <p:cNvSpPr/>
          <p:nvPr/>
        </p:nvSpPr>
        <p:spPr>
          <a:xfrm>
            <a:off x="5539246" y="3788074"/>
            <a:ext cx="95892" cy="642428"/>
          </a:xfrm>
          <a:prstGeom prst="leftBracke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Left Bracket 135">
            <a:extLst>
              <a:ext uri="{FF2B5EF4-FFF2-40B4-BE49-F238E27FC236}">
                <a16:creationId xmlns:a16="http://schemas.microsoft.com/office/drawing/2014/main" id="{6D9C9A37-9A02-6DA4-EE3B-4871C2408109}"/>
              </a:ext>
            </a:extLst>
          </p:cNvPr>
          <p:cNvSpPr/>
          <p:nvPr/>
        </p:nvSpPr>
        <p:spPr>
          <a:xfrm flipH="1">
            <a:off x="8165556" y="3788074"/>
            <a:ext cx="95892" cy="642428"/>
          </a:xfrm>
          <a:prstGeom prst="leftBracke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弧形 94">
            <a:extLst>
              <a:ext uri="{FF2B5EF4-FFF2-40B4-BE49-F238E27FC236}">
                <a16:creationId xmlns:a16="http://schemas.microsoft.com/office/drawing/2014/main" id="{864E8A42-AFB6-623B-48A8-88B76C72EC34}"/>
              </a:ext>
            </a:extLst>
          </p:cNvPr>
          <p:cNvSpPr/>
          <p:nvPr/>
        </p:nvSpPr>
        <p:spPr>
          <a:xfrm rot="10957079">
            <a:off x="5924814" y="3793483"/>
            <a:ext cx="251507" cy="641558"/>
          </a:xfrm>
          <a:prstGeom prst="arc">
            <a:avLst>
              <a:gd name="adj1" fmla="val 16200000"/>
              <a:gd name="adj2" fmla="val 5238380"/>
            </a:avLst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38" name="弧形 259">
            <a:extLst>
              <a:ext uri="{FF2B5EF4-FFF2-40B4-BE49-F238E27FC236}">
                <a16:creationId xmlns:a16="http://schemas.microsoft.com/office/drawing/2014/main" id="{2DA7234E-9828-FD5B-CDE1-40A5EDC61091}"/>
              </a:ext>
            </a:extLst>
          </p:cNvPr>
          <p:cNvSpPr/>
          <p:nvPr/>
        </p:nvSpPr>
        <p:spPr>
          <a:xfrm rot="235127">
            <a:off x="7031947" y="3791049"/>
            <a:ext cx="251507" cy="641558"/>
          </a:xfrm>
          <a:prstGeom prst="arc">
            <a:avLst>
              <a:gd name="adj1" fmla="val 16200000"/>
              <a:gd name="adj2" fmla="val 5238380"/>
            </a:avLst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9" name="文字方塊 57">
                <a:extLst>
                  <a:ext uri="{FF2B5EF4-FFF2-40B4-BE49-F238E27FC236}">
                    <a16:creationId xmlns:a16="http://schemas.microsoft.com/office/drawing/2014/main" id="{FEB38E8B-7CC0-ACC1-3A7D-A0C8E9DA1960}"/>
                  </a:ext>
                </a:extLst>
              </p:cNvPr>
              <p:cNvSpPr txBox="1"/>
              <p:nvPr/>
            </p:nvSpPr>
            <p:spPr>
              <a:xfrm>
                <a:off x="7577592" y="393940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39" name="文字方塊 57">
                <a:extLst>
                  <a:ext uri="{FF2B5EF4-FFF2-40B4-BE49-F238E27FC236}">
                    <a16:creationId xmlns:a16="http://schemas.microsoft.com/office/drawing/2014/main" id="{FEB38E8B-7CC0-ACC1-3A7D-A0C8E9DA19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7592" y="3939409"/>
                <a:ext cx="295688" cy="40011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0" name="文字方塊 44">
            <a:extLst>
              <a:ext uri="{FF2B5EF4-FFF2-40B4-BE49-F238E27FC236}">
                <a16:creationId xmlns:a16="http://schemas.microsoft.com/office/drawing/2014/main" id="{E00A1491-C0B8-73FA-91A6-444999F93904}"/>
              </a:ext>
            </a:extLst>
          </p:cNvPr>
          <p:cNvSpPr txBox="1"/>
          <p:nvPr/>
        </p:nvSpPr>
        <p:spPr>
          <a:xfrm>
            <a:off x="7857144" y="3948310"/>
            <a:ext cx="357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P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chemeClr val="accent5">
                  <a:lumMod val="60000"/>
                  <a:lumOff val="40000"/>
                </a:schemeClr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1" name="文字方塊 55">
                <a:extLst>
                  <a:ext uri="{FF2B5EF4-FFF2-40B4-BE49-F238E27FC236}">
                    <a16:creationId xmlns:a16="http://schemas.microsoft.com/office/drawing/2014/main" id="{06E7B391-30C1-E31B-A857-D244961DA8D2}"/>
                  </a:ext>
                </a:extLst>
              </p:cNvPr>
              <p:cNvSpPr txBox="1"/>
              <p:nvPr/>
            </p:nvSpPr>
            <p:spPr>
              <a:xfrm>
                <a:off x="4940238" y="459904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41" name="文字方塊 55">
                <a:extLst>
                  <a:ext uri="{FF2B5EF4-FFF2-40B4-BE49-F238E27FC236}">
                    <a16:creationId xmlns:a16="http://schemas.microsoft.com/office/drawing/2014/main" id="{06E7B391-30C1-E31B-A857-D244961DA8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0238" y="4599047"/>
                <a:ext cx="295688" cy="40011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2" name="群組 39">
            <a:extLst>
              <a:ext uri="{FF2B5EF4-FFF2-40B4-BE49-F238E27FC236}">
                <a16:creationId xmlns:a16="http://schemas.microsoft.com/office/drawing/2014/main" id="{995767C7-277A-A6F5-DF06-406F2C9B1429}"/>
              </a:ext>
            </a:extLst>
          </p:cNvPr>
          <p:cNvGrpSpPr/>
          <p:nvPr/>
        </p:nvGrpSpPr>
        <p:grpSpPr>
          <a:xfrm>
            <a:off x="5432345" y="4551562"/>
            <a:ext cx="1282211" cy="477054"/>
            <a:chOff x="5954658" y="620688"/>
            <a:chExt cx="1282211" cy="477054"/>
          </a:xfrm>
        </p:grpSpPr>
        <p:sp>
          <p:nvSpPr>
            <p:cNvPr id="143" name="文字方塊 40">
              <a:extLst>
                <a:ext uri="{FF2B5EF4-FFF2-40B4-BE49-F238E27FC236}">
                  <a16:creationId xmlns:a16="http://schemas.microsoft.com/office/drawing/2014/main" id="{8756798A-8337-BF63-A6AC-99D3B086A660}"/>
                </a:ext>
              </a:extLst>
            </p:cNvPr>
            <p:cNvSpPr txBox="1"/>
            <p:nvPr/>
          </p:nvSpPr>
          <p:spPr>
            <a:xfrm>
              <a:off x="5954658" y="697632"/>
              <a:ext cx="105189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Handwriting" panose="03010101010101010101" pitchFamily="66" charset="0"/>
                </a:rPr>
                <a:t>1.005</a:t>
              </a:r>
              <a:endPara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144" name="文字方塊 41">
              <a:extLst>
                <a:ext uri="{FF2B5EF4-FFF2-40B4-BE49-F238E27FC236}">
                  <a16:creationId xmlns:a16="http://schemas.microsoft.com/office/drawing/2014/main" id="{6F60B706-300E-ADD1-8400-36850D45462D}"/>
                </a:ext>
              </a:extLst>
            </p:cNvPr>
            <p:cNvSpPr txBox="1"/>
            <p:nvPr/>
          </p:nvSpPr>
          <p:spPr>
            <a:xfrm>
              <a:off x="6843813" y="620688"/>
              <a:ext cx="39305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 dirty="0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Handwriting" panose="03010101010101010101" pitchFamily="66" charset="0"/>
                </a:rPr>
                <a:t>40</a:t>
              </a:r>
              <a:endParaRPr lang="en-HK" sz="1200" b="1" dirty="0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45" name="文字方塊 57">
                <a:extLst>
                  <a:ext uri="{FF2B5EF4-FFF2-40B4-BE49-F238E27FC236}">
                    <a16:creationId xmlns:a16="http://schemas.microsoft.com/office/drawing/2014/main" id="{71871E30-8F06-550D-43F1-6FD3EAC613FB}"/>
                  </a:ext>
                </a:extLst>
              </p:cNvPr>
              <p:cNvSpPr txBox="1"/>
              <p:nvPr/>
            </p:nvSpPr>
            <p:spPr>
              <a:xfrm>
                <a:off x="6491589" y="460536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45" name="文字方塊 57">
                <a:extLst>
                  <a:ext uri="{FF2B5EF4-FFF2-40B4-BE49-F238E27FC236}">
                    <a16:creationId xmlns:a16="http://schemas.microsoft.com/office/drawing/2014/main" id="{71871E30-8F06-550D-43F1-6FD3EAC613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1589" y="4605369"/>
                <a:ext cx="295688" cy="40011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6" name="文字方塊 44">
            <a:extLst>
              <a:ext uri="{FF2B5EF4-FFF2-40B4-BE49-F238E27FC236}">
                <a16:creationId xmlns:a16="http://schemas.microsoft.com/office/drawing/2014/main" id="{545AD801-0E53-5468-2B88-089598B838D9}"/>
              </a:ext>
            </a:extLst>
          </p:cNvPr>
          <p:cNvSpPr txBox="1"/>
          <p:nvPr/>
        </p:nvSpPr>
        <p:spPr>
          <a:xfrm>
            <a:off x="6737422" y="4626102"/>
            <a:ext cx="4452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Handwriting" panose="03010101010101010101" pitchFamily="66" charset="0"/>
              </a:rPr>
              <a:t>1</a:t>
            </a:r>
            <a:r>
              <a:rPr lang="en-US" altLang="zh-TW" sz="2000" b="1" dirty="0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Calligraphy" panose="03010101010101010101" pitchFamily="66" charset="0"/>
              </a:rPr>
              <a:t>)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C000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147" name="文字方塊 44">
            <a:extLst>
              <a:ext uri="{FF2B5EF4-FFF2-40B4-BE49-F238E27FC236}">
                <a16:creationId xmlns:a16="http://schemas.microsoft.com/office/drawing/2014/main" id="{8570017D-811F-2E1B-AC5A-4EEC3AF38C1C}"/>
              </a:ext>
            </a:extLst>
          </p:cNvPr>
          <p:cNvSpPr txBox="1"/>
          <p:nvPr/>
        </p:nvSpPr>
        <p:spPr>
          <a:xfrm>
            <a:off x="7061636" y="4626971"/>
            <a:ext cx="357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Calligraphy" panose="03010101010101010101" pitchFamily="66" charset="0"/>
              </a:rPr>
              <a:t>P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C000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148" name="文字方塊 37">
            <a:extLst>
              <a:ext uri="{FF2B5EF4-FFF2-40B4-BE49-F238E27FC236}">
                <a16:creationId xmlns:a16="http://schemas.microsoft.com/office/drawing/2014/main" id="{956F753A-EB40-3F4F-D124-A631A4003593}"/>
              </a:ext>
            </a:extLst>
          </p:cNvPr>
          <p:cNvSpPr txBox="1"/>
          <p:nvPr/>
        </p:nvSpPr>
        <p:spPr>
          <a:xfrm>
            <a:off x="5203351" y="4628506"/>
            <a:ext cx="2998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Handwriting" panose="03010101010101010101" pitchFamily="66" charset="0"/>
              </a:rPr>
              <a:t>$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9" name="文字方塊 54">
                <a:extLst>
                  <a:ext uri="{FF2B5EF4-FFF2-40B4-BE49-F238E27FC236}">
                    <a16:creationId xmlns:a16="http://schemas.microsoft.com/office/drawing/2014/main" id="{246DEF32-1CE0-2D0F-0F60-25ADD42DF5E5}"/>
                  </a:ext>
                </a:extLst>
              </p:cNvPr>
              <p:cNvSpPr txBox="1"/>
              <p:nvPr/>
            </p:nvSpPr>
            <p:spPr>
              <a:xfrm>
                <a:off x="535587" y="5068551"/>
                <a:ext cx="29568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∵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49" name="文字方塊 54">
                <a:extLst>
                  <a:ext uri="{FF2B5EF4-FFF2-40B4-BE49-F238E27FC236}">
                    <a16:creationId xmlns:a16="http://schemas.microsoft.com/office/drawing/2014/main" id="{246DEF32-1CE0-2D0F-0F60-25ADD42DF5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587" y="5068551"/>
                <a:ext cx="295688" cy="461665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0" name="群組 39">
            <a:extLst>
              <a:ext uri="{FF2B5EF4-FFF2-40B4-BE49-F238E27FC236}">
                <a16:creationId xmlns:a16="http://schemas.microsoft.com/office/drawing/2014/main" id="{073A32E9-E249-35B4-7E10-181CE9DBB355}"/>
              </a:ext>
            </a:extLst>
          </p:cNvPr>
          <p:cNvGrpSpPr/>
          <p:nvPr/>
        </p:nvGrpSpPr>
        <p:grpSpPr>
          <a:xfrm>
            <a:off x="872737" y="5056133"/>
            <a:ext cx="1030278" cy="477054"/>
            <a:chOff x="5954658" y="620688"/>
            <a:chExt cx="1030278" cy="477054"/>
          </a:xfrm>
        </p:grpSpPr>
        <p:sp>
          <p:nvSpPr>
            <p:cNvPr id="151" name="文字方塊 40">
              <a:extLst>
                <a:ext uri="{FF2B5EF4-FFF2-40B4-BE49-F238E27FC236}">
                  <a16:creationId xmlns:a16="http://schemas.microsoft.com/office/drawing/2014/main" id="{71A68AAA-3D4F-F79D-1460-551C31EDD232}"/>
                </a:ext>
              </a:extLst>
            </p:cNvPr>
            <p:cNvSpPr txBox="1"/>
            <p:nvPr/>
          </p:nvSpPr>
          <p:spPr>
            <a:xfrm>
              <a:off x="5954658" y="697632"/>
              <a:ext cx="78899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1.02</a:t>
              </a:r>
              <a:endPara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152" name="文字方塊 41">
              <a:extLst>
                <a:ext uri="{FF2B5EF4-FFF2-40B4-BE49-F238E27FC236}">
                  <a16:creationId xmlns:a16="http://schemas.microsoft.com/office/drawing/2014/main" id="{A701BF04-F527-C7AC-E603-B3929A3F4995}"/>
                </a:ext>
              </a:extLst>
            </p:cNvPr>
            <p:cNvSpPr txBox="1"/>
            <p:nvPr/>
          </p:nvSpPr>
          <p:spPr>
            <a:xfrm>
              <a:off x="6591880" y="620688"/>
              <a:ext cx="39305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 dirty="0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20</a:t>
              </a:r>
              <a:endParaRPr lang="en-HK" sz="12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53" name="文字方塊 57">
                <a:extLst>
                  <a:ext uri="{FF2B5EF4-FFF2-40B4-BE49-F238E27FC236}">
                    <a16:creationId xmlns:a16="http://schemas.microsoft.com/office/drawing/2014/main" id="{5122DED5-DA8C-5AC5-5B9B-D7B9A2A9CB98}"/>
                  </a:ext>
                </a:extLst>
              </p:cNvPr>
              <p:cNvSpPr txBox="1"/>
              <p:nvPr/>
            </p:nvSpPr>
            <p:spPr>
              <a:xfrm>
                <a:off x="1729832" y="510930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53" name="文字方塊 57">
                <a:extLst>
                  <a:ext uri="{FF2B5EF4-FFF2-40B4-BE49-F238E27FC236}">
                    <a16:creationId xmlns:a16="http://schemas.microsoft.com/office/drawing/2014/main" id="{5122DED5-DA8C-5AC5-5B9B-D7B9A2A9CB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9832" y="5109304"/>
                <a:ext cx="295688" cy="40011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4" name="文字方塊 44">
            <a:extLst>
              <a:ext uri="{FF2B5EF4-FFF2-40B4-BE49-F238E27FC236}">
                <a16:creationId xmlns:a16="http://schemas.microsoft.com/office/drawing/2014/main" id="{9D6B6FA6-1E66-FFB5-85F1-7A2399E1637F}"/>
              </a:ext>
            </a:extLst>
          </p:cNvPr>
          <p:cNvSpPr txBox="1"/>
          <p:nvPr/>
        </p:nvSpPr>
        <p:spPr>
          <a:xfrm>
            <a:off x="1972537" y="5130673"/>
            <a:ext cx="3930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7" name="文字方塊 55">
                <a:extLst>
                  <a:ext uri="{FF2B5EF4-FFF2-40B4-BE49-F238E27FC236}">
                    <a16:creationId xmlns:a16="http://schemas.microsoft.com/office/drawing/2014/main" id="{8420D38A-4C02-D5A3-6CD5-F864EFA2417D}"/>
                  </a:ext>
                </a:extLst>
              </p:cNvPr>
              <p:cNvSpPr txBox="1"/>
              <p:nvPr/>
            </p:nvSpPr>
            <p:spPr>
              <a:xfrm>
                <a:off x="2270844" y="510824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57" name="文字方塊 55">
                <a:extLst>
                  <a:ext uri="{FF2B5EF4-FFF2-40B4-BE49-F238E27FC236}">
                    <a16:creationId xmlns:a16="http://schemas.microsoft.com/office/drawing/2014/main" id="{8420D38A-4C02-D5A3-6CD5-F864EFA241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0844" y="5108248"/>
                <a:ext cx="295688" cy="400110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8" name="文字方塊 56">
            <a:extLst>
              <a:ext uri="{FF2B5EF4-FFF2-40B4-BE49-F238E27FC236}">
                <a16:creationId xmlns:a16="http://schemas.microsoft.com/office/drawing/2014/main" id="{21C1415F-A7AC-289B-43DC-E9BCCA442DC2}"/>
              </a:ext>
            </a:extLst>
          </p:cNvPr>
          <p:cNvSpPr txBox="1"/>
          <p:nvPr/>
        </p:nvSpPr>
        <p:spPr>
          <a:xfrm>
            <a:off x="2562793" y="5135338"/>
            <a:ext cx="10135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0.486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159" name="文字方塊 46">
            <a:extLst>
              <a:ext uri="{FF2B5EF4-FFF2-40B4-BE49-F238E27FC236}">
                <a16:creationId xmlns:a16="http://schemas.microsoft.com/office/drawing/2014/main" id="{568146E0-6E74-7D52-E6A0-7D04898602B2}"/>
              </a:ext>
            </a:extLst>
          </p:cNvPr>
          <p:cNvSpPr txBox="1"/>
          <p:nvPr/>
        </p:nvSpPr>
        <p:spPr>
          <a:xfrm>
            <a:off x="3479270" y="5125327"/>
            <a:ext cx="21672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(cor. to 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3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 </a:t>
            </a:r>
            <a:r>
              <a:rPr lang="en-HK" sz="2000" b="1" dirty="0" err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d.p.</a:t>
            </a:r>
            <a:r>
              <a: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)</a:t>
            </a:r>
          </a:p>
        </p:txBody>
      </p:sp>
      <p:grpSp>
        <p:nvGrpSpPr>
          <p:cNvPr id="160" name="群組 39">
            <a:extLst>
              <a:ext uri="{FF2B5EF4-FFF2-40B4-BE49-F238E27FC236}">
                <a16:creationId xmlns:a16="http://schemas.microsoft.com/office/drawing/2014/main" id="{AF719538-DF91-EA36-4CF5-B6EA9AEAAC1C}"/>
              </a:ext>
            </a:extLst>
          </p:cNvPr>
          <p:cNvGrpSpPr/>
          <p:nvPr/>
        </p:nvGrpSpPr>
        <p:grpSpPr>
          <a:xfrm>
            <a:off x="858249" y="5531580"/>
            <a:ext cx="1208982" cy="477054"/>
            <a:chOff x="5775954" y="620688"/>
            <a:chExt cx="1208982" cy="477054"/>
          </a:xfrm>
        </p:grpSpPr>
        <p:sp>
          <p:nvSpPr>
            <p:cNvPr id="161" name="文字方塊 40">
              <a:extLst>
                <a:ext uri="{FF2B5EF4-FFF2-40B4-BE49-F238E27FC236}">
                  <a16:creationId xmlns:a16="http://schemas.microsoft.com/office/drawing/2014/main" id="{FA5D71BC-AF55-FB7D-3FB5-8DF97F172B19}"/>
                </a:ext>
              </a:extLst>
            </p:cNvPr>
            <p:cNvSpPr txBox="1"/>
            <p:nvPr/>
          </p:nvSpPr>
          <p:spPr>
            <a:xfrm>
              <a:off x="5775954" y="697632"/>
              <a:ext cx="101350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Handwriting" panose="03010101010101010101" pitchFamily="66" charset="0"/>
                </a:rPr>
                <a:t>1.005</a:t>
              </a:r>
              <a:endPara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162" name="文字方塊 41">
              <a:extLst>
                <a:ext uri="{FF2B5EF4-FFF2-40B4-BE49-F238E27FC236}">
                  <a16:creationId xmlns:a16="http://schemas.microsoft.com/office/drawing/2014/main" id="{0059AA83-8A3F-DBC9-B569-E439693B449D}"/>
                </a:ext>
              </a:extLst>
            </p:cNvPr>
            <p:cNvSpPr txBox="1"/>
            <p:nvPr/>
          </p:nvSpPr>
          <p:spPr>
            <a:xfrm>
              <a:off x="6591880" y="620688"/>
              <a:ext cx="39305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 dirty="0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40</a:t>
              </a:r>
              <a:endParaRPr lang="en-HK" sz="12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63" name="文字方塊 57">
                <a:extLst>
                  <a:ext uri="{FF2B5EF4-FFF2-40B4-BE49-F238E27FC236}">
                    <a16:creationId xmlns:a16="http://schemas.microsoft.com/office/drawing/2014/main" id="{31841910-F03B-6B9A-E0AF-C2F12764B790}"/>
                  </a:ext>
                </a:extLst>
              </p:cNvPr>
              <p:cNvSpPr txBox="1"/>
              <p:nvPr/>
            </p:nvSpPr>
            <p:spPr>
              <a:xfrm>
                <a:off x="1894048" y="558256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63" name="文字方塊 57">
                <a:extLst>
                  <a:ext uri="{FF2B5EF4-FFF2-40B4-BE49-F238E27FC236}">
                    <a16:creationId xmlns:a16="http://schemas.microsoft.com/office/drawing/2014/main" id="{31841910-F03B-6B9A-E0AF-C2F12764B7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4048" y="5582564"/>
                <a:ext cx="295688" cy="400110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4" name="文字方塊 44">
            <a:extLst>
              <a:ext uri="{FF2B5EF4-FFF2-40B4-BE49-F238E27FC236}">
                <a16:creationId xmlns:a16="http://schemas.microsoft.com/office/drawing/2014/main" id="{CF8E96F4-AB07-A5B1-4429-8FD19DF08CB1}"/>
              </a:ext>
            </a:extLst>
          </p:cNvPr>
          <p:cNvSpPr txBox="1"/>
          <p:nvPr/>
        </p:nvSpPr>
        <p:spPr>
          <a:xfrm>
            <a:off x="2136753" y="5603933"/>
            <a:ext cx="3930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Handwriting" panose="03010101010101010101" pitchFamily="66" charset="0"/>
              </a:rPr>
              <a:t>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5" name="文字方塊 55">
                <a:extLst>
                  <a:ext uri="{FF2B5EF4-FFF2-40B4-BE49-F238E27FC236}">
                    <a16:creationId xmlns:a16="http://schemas.microsoft.com/office/drawing/2014/main" id="{BC0FA9C5-AA88-65B1-2997-5C57F7BA370B}"/>
                  </a:ext>
                </a:extLst>
              </p:cNvPr>
              <p:cNvSpPr txBox="1"/>
              <p:nvPr/>
            </p:nvSpPr>
            <p:spPr>
              <a:xfrm>
                <a:off x="2435060" y="558150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65" name="文字方塊 55">
                <a:extLst>
                  <a:ext uri="{FF2B5EF4-FFF2-40B4-BE49-F238E27FC236}">
                    <a16:creationId xmlns:a16="http://schemas.microsoft.com/office/drawing/2014/main" id="{BC0FA9C5-AA88-65B1-2997-5C57F7BA37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5060" y="5581508"/>
                <a:ext cx="295688" cy="400110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6" name="文字方塊 56">
            <a:extLst>
              <a:ext uri="{FF2B5EF4-FFF2-40B4-BE49-F238E27FC236}">
                <a16:creationId xmlns:a16="http://schemas.microsoft.com/office/drawing/2014/main" id="{05DF6A53-8B66-4C0D-6E0C-15B57FA2CBF9}"/>
              </a:ext>
            </a:extLst>
          </p:cNvPr>
          <p:cNvSpPr txBox="1"/>
          <p:nvPr/>
        </p:nvSpPr>
        <p:spPr>
          <a:xfrm>
            <a:off x="2727009" y="5608598"/>
            <a:ext cx="10135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Handwriting" panose="03010101010101010101" pitchFamily="66" charset="0"/>
              </a:rPr>
              <a:t>0.221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C000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167" name="文字方塊 46">
            <a:extLst>
              <a:ext uri="{FF2B5EF4-FFF2-40B4-BE49-F238E27FC236}">
                <a16:creationId xmlns:a16="http://schemas.microsoft.com/office/drawing/2014/main" id="{041F5BE0-3180-8A48-3E05-A493B933883D}"/>
              </a:ext>
            </a:extLst>
          </p:cNvPr>
          <p:cNvSpPr txBox="1"/>
          <p:nvPr/>
        </p:nvSpPr>
        <p:spPr>
          <a:xfrm>
            <a:off x="3643486" y="5598587"/>
            <a:ext cx="21672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(cor. to 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3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 </a:t>
            </a:r>
            <a:r>
              <a:rPr lang="en-HK" sz="2000" b="1" dirty="0" err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d.p.</a:t>
            </a:r>
            <a:r>
              <a: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8" name="文字方塊 260">
                <a:extLst>
                  <a:ext uri="{FF2B5EF4-FFF2-40B4-BE49-F238E27FC236}">
                    <a16:creationId xmlns:a16="http://schemas.microsoft.com/office/drawing/2014/main" id="{D40B15C7-E8B3-9A15-C786-3DE6065BEAD3}"/>
                  </a:ext>
                </a:extLst>
              </p:cNvPr>
              <p:cNvSpPr txBox="1"/>
              <p:nvPr/>
            </p:nvSpPr>
            <p:spPr>
              <a:xfrm>
                <a:off x="527372" y="6104456"/>
                <a:ext cx="23841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HK" sz="2400" b="1" i="1" dirty="0" smtClean="0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</m:oMath>
                  </m:oMathPara>
                </a14:m>
                <a:endParaRPr lang="en-HK" sz="24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168" name="文字方塊 260">
                <a:extLst>
                  <a:ext uri="{FF2B5EF4-FFF2-40B4-BE49-F238E27FC236}">
                    <a16:creationId xmlns:a16="http://schemas.microsoft.com/office/drawing/2014/main" id="{D40B15C7-E8B3-9A15-C786-3DE6065BEA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372" y="6104456"/>
                <a:ext cx="238419" cy="461665"/>
              </a:xfrm>
              <a:prstGeom prst="rect">
                <a:avLst/>
              </a:prstGeom>
              <a:blipFill>
                <a:blip r:embed="rId30"/>
                <a:stretch>
                  <a:fillRect r="-5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9" name="群組 39">
            <a:extLst>
              <a:ext uri="{FF2B5EF4-FFF2-40B4-BE49-F238E27FC236}">
                <a16:creationId xmlns:a16="http://schemas.microsoft.com/office/drawing/2014/main" id="{8C2EE1A3-4DF7-92F8-BD8F-DB57CD6B6FB3}"/>
              </a:ext>
            </a:extLst>
          </p:cNvPr>
          <p:cNvGrpSpPr/>
          <p:nvPr/>
        </p:nvGrpSpPr>
        <p:grpSpPr>
          <a:xfrm>
            <a:off x="1068111" y="6080982"/>
            <a:ext cx="1086264" cy="477054"/>
            <a:chOff x="5954658" y="620688"/>
            <a:chExt cx="1086264" cy="477054"/>
          </a:xfrm>
        </p:grpSpPr>
        <p:sp>
          <p:nvSpPr>
            <p:cNvPr id="170" name="文字方塊 40">
              <a:extLst>
                <a:ext uri="{FF2B5EF4-FFF2-40B4-BE49-F238E27FC236}">
                  <a16:creationId xmlns:a16="http://schemas.microsoft.com/office/drawing/2014/main" id="{C0D995EF-50FB-3BE3-9AEB-0D7516512FA4}"/>
                </a:ext>
              </a:extLst>
            </p:cNvPr>
            <p:cNvSpPr txBox="1"/>
            <p:nvPr/>
          </p:nvSpPr>
          <p:spPr>
            <a:xfrm>
              <a:off x="5954658" y="697632"/>
              <a:ext cx="87876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1.02</a:t>
              </a:r>
              <a:endPara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171" name="文字方塊 41">
              <a:extLst>
                <a:ext uri="{FF2B5EF4-FFF2-40B4-BE49-F238E27FC236}">
                  <a16:creationId xmlns:a16="http://schemas.microsoft.com/office/drawing/2014/main" id="{98790809-2994-7C39-27C3-9B5D435AEFE2}"/>
                </a:ext>
              </a:extLst>
            </p:cNvPr>
            <p:cNvSpPr txBox="1"/>
            <p:nvPr/>
          </p:nvSpPr>
          <p:spPr>
            <a:xfrm>
              <a:off x="6647866" y="620688"/>
              <a:ext cx="39305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 dirty="0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20</a:t>
              </a:r>
              <a:endParaRPr lang="en-HK" sz="12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72" name="文字方塊 57">
                <a:extLst>
                  <a:ext uri="{FF2B5EF4-FFF2-40B4-BE49-F238E27FC236}">
                    <a16:creationId xmlns:a16="http://schemas.microsoft.com/office/drawing/2014/main" id="{DCCB2288-9DEE-BAD3-84F3-4253A36BFAA0}"/>
                  </a:ext>
                </a:extLst>
              </p:cNvPr>
              <p:cNvSpPr txBox="1"/>
              <p:nvPr/>
            </p:nvSpPr>
            <p:spPr>
              <a:xfrm>
                <a:off x="1925206" y="613415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72" name="文字方塊 57">
                <a:extLst>
                  <a:ext uri="{FF2B5EF4-FFF2-40B4-BE49-F238E27FC236}">
                    <a16:creationId xmlns:a16="http://schemas.microsoft.com/office/drawing/2014/main" id="{DCCB2288-9DEE-BAD3-84F3-4253A36BFA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5206" y="6134153"/>
                <a:ext cx="295688" cy="400110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3" name="文字方塊 44">
            <a:extLst>
              <a:ext uri="{FF2B5EF4-FFF2-40B4-BE49-F238E27FC236}">
                <a16:creationId xmlns:a16="http://schemas.microsoft.com/office/drawing/2014/main" id="{E9E5994C-4F59-92F6-A9E1-1B6F22DD8461}"/>
              </a:ext>
            </a:extLst>
          </p:cNvPr>
          <p:cNvSpPr txBox="1"/>
          <p:nvPr/>
        </p:nvSpPr>
        <p:spPr>
          <a:xfrm>
            <a:off x="2167911" y="6155522"/>
            <a:ext cx="4452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1</a:t>
            </a:r>
            <a:r>
              <a:rPr lang="en-US" altLang="zh-TW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)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174" name="文字方塊 44">
            <a:extLst>
              <a:ext uri="{FF2B5EF4-FFF2-40B4-BE49-F238E27FC236}">
                <a16:creationId xmlns:a16="http://schemas.microsoft.com/office/drawing/2014/main" id="{52247FAA-B041-A790-533C-72DC993CC38C}"/>
              </a:ext>
            </a:extLst>
          </p:cNvPr>
          <p:cNvSpPr txBox="1"/>
          <p:nvPr/>
        </p:nvSpPr>
        <p:spPr>
          <a:xfrm>
            <a:off x="2492125" y="6156391"/>
            <a:ext cx="357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P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175" name="文字方塊 37">
            <a:extLst>
              <a:ext uri="{FF2B5EF4-FFF2-40B4-BE49-F238E27FC236}">
                <a16:creationId xmlns:a16="http://schemas.microsoft.com/office/drawing/2014/main" id="{702F0A70-2B08-1670-C526-4FADD2656728}"/>
              </a:ext>
            </a:extLst>
          </p:cNvPr>
          <p:cNvSpPr txBox="1"/>
          <p:nvPr/>
        </p:nvSpPr>
        <p:spPr>
          <a:xfrm>
            <a:off x="839117" y="6157926"/>
            <a:ext cx="2998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$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6" name="文字方塊 55">
                <a:extLst>
                  <a:ext uri="{FF2B5EF4-FFF2-40B4-BE49-F238E27FC236}">
                    <a16:creationId xmlns:a16="http://schemas.microsoft.com/office/drawing/2014/main" id="{CEEAAA80-7CC5-2D62-ACC5-C65B74AF1985}"/>
                  </a:ext>
                </a:extLst>
              </p:cNvPr>
              <p:cNvSpPr txBox="1"/>
              <p:nvPr/>
            </p:nvSpPr>
            <p:spPr>
              <a:xfrm>
                <a:off x="2813476" y="612717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76" name="文字方塊 55">
                <a:extLst>
                  <a:ext uri="{FF2B5EF4-FFF2-40B4-BE49-F238E27FC236}">
                    <a16:creationId xmlns:a16="http://schemas.microsoft.com/office/drawing/2014/main" id="{CEEAAA80-7CC5-2D62-ACC5-C65B74AF19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3476" y="6127175"/>
                <a:ext cx="295688" cy="400110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7" name="群組 39">
            <a:extLst>
              <a:ext uri="{FF2B5EF4-FFF2-40B4-BE49-F238E27FC236}">
                <a16:creationId xmlns:a16="http://schemas.microsoft.com/office/drawing/2014/main" id="{A71FFD08-9561-A1E0-5A3F-91DA15903644}"/>
              </a:ext>
            </a:extLst>
          </p:cNvPr>
          <p:cNvGrpSpPr/>
          <p:nvPr/>
        </p:nvGrpSpPr>
        <p:grpSpPr>
          <a:xfrm>
            <a:off x="3309513" y="6078744"/>
            <a:ext cx="1282211" cy="477054"/>
            <a:chOff x="5954658" y="620688"/>
            <a:chExt cx="1282211" cy="477054"/>
          </a:xfrm>
        </p:grpSpPr>
        <p:sp>
          <p:nvSpPr>
            <p:cNvPr id="178" name="文字方塊 40">
              <a:extLst>
                <a:ext uri="{FF2B5EF4-FFF2-40B4-BE49-F238E27FC236}">
                  <a16:creationId xmlns:a16="http://schemas.microsoft.com/office/drawing/2014/main" id="{E3C2632A-7ED5-D3E0-7149-5F623A003C32}"/>
                </a:ext>
              </a:extLst>
            </p:cNvPr>
            <p:cNvSpPr txBox="1"/>
            <p:nvPr/>
          </p:nvSpPr>
          <p:spPr>
            <a:xfrm>
              <a:off x="5954658" y="697632"/>
              <a:ext cx="105189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Handwriting" panose="03010101010101010101" pitchFamily="66" charset="0"/>
                </a:rPr>
                <a:t>1.005</a:t>
              </a:r>
              <a:endPara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179" name="文字方塊 41">
              <a:extLst>
                <a:ext uri="{FF2B5EF4-FFF2-40B4-BE49-F238E27FC236}">
                  <a16:creationId xmlns:a16="http://schemas.microsoft.com/office/drawing/2014/main" id="{2D4A65E7-6A47-5394-57E4-2B17BD69B677}"/>
                </a:ext>
              </a:extLst>
            </p:cNvPr>
            <p:cNvSpPr txBox="1"/>
            <p:nvPr/>
          </p:nvSpPr>
          <p:spPr>
            <a:xfrm>
              <a:off x="6843813" y="620688"/>
              <a:ext cx="39305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 dirty="0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Handwriting" panose="03010101010101010101" pitchFamily="66" charset="0"/>
                </a:rPr>
                <a:t>40</a:t>
              </a:r>
              <a:endParaRPr lang="en-HK" sz="1200" b="1" dirty="0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80" name="文字方塊 57">
                <a:extLst>
                  <a:ext uri="{FF2B5EF4-FFF2-40B4-BE49-F238E27FC236}">
                    <a16:creationId xmlns:a16="http://schemas.microsoft.com/office/drawing/2014/main" id="{39314102-6D71-2839-F59E-3AAF653EAF04}"/>
                  </a:ext>
                </a:extLst>
              </p:cNvPr>
              <p:cNvSpPr txBox="1"/>
              <p:nvPr/>
            </p:nvSpPr>
            <p:spPr>
              <a:xfrm>
                <a:off x="4368757" y="613255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80" name="文字方塊 57">
                <a:extLst>
                  <a:ext uri="{FF2B5EF4-FFF2-40B4-BE49-F238E27FC236}">
                    <a16:creationId xmlns:a16="http://schemas.microsoft.com/office/drawing/2014/main" id="{39314102-6D71-2839-F59E-3AAF653EAF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8757" y="6132551"/>
                <a:ext cx="295688" cy="400110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1" name="文字方塊 44">
            <a:extLst>
              <a:ext uri="{FF2B5EF4-FFF2-40B4-BE49-F238E27FC236}">
                <a16:creationId xmlns:a16="http://schemas.microsoft.com/office/drawing/2014/main" id="{8862DDE6-8CDD-A04A-B468-ABD79FAA924B}"/>
              </a:ext>
            </a:extLst>
          </p:cNvPr>
          <p:cNvSpPr txBox="1"/>
          <p:nvPr/>
        </p:nvSpPr>
        <p:spPr>
          <a:xfrm>
            <a:off x="4614590" y="6153284"/>
            <a:ext cx="4452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Handwriting" panose="03010101010101010101" pitchFamily="66" charset="0"/>
              </a:rPr>
              <a:t>1</a:t>
            </a:r>
            <a:r>
              <a:rPr lang="en-US" altLang="zh-TW" sz="2000" b="1" dirty="0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Calligraphy" panose="03010101010101010101" pitchFamily="66" charset="0"/>
              </a:rPr>
              <a:t>)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C000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182" name="文字方塊 44">
            <a:extLst>
              <a:ext uri="{FF2B5EF4-FFF2-40B4-BE49-F238E27FC236}">
                <a16:creationId xmlns:a16="http://schemas.microsoft.com/office/drawing/2014/main" id="{71968E00-592F-28A6-9AFB-2181B8EBB410}"/>
              </a:ext>
            </a:extLst>
          </p:cNvPr>
          <p:cNvSpPr txBox="1"/>
          <p:nvPr/>
        </p:nvSpPr>
        <p:spPr>
          <a:xfrm>
            <a:off x="4938804" y="6154153"/>
            <a:ext cx="357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Calligraphy" panose="03010101010101010101" pitchFamily="66" charset="0"/>
              </a:rPr>
              <a:t>P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C000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183" name="文字方塊 37">
            <a:extLst>
              <a:ext uri="{FF2B5EF4-FFF2-40B4-BE49-F238E27FC236}">
                <a16:creationId xmlns:a16="http://schemas.microsoft.com/office/drawing/2014/main" id="{87DDC7DA-E74B-B071-5257-230D8E250DF6}"/>
              </a:ext>
            </a:extLst>
          </p:cNvPr>
          <p:cNvSpPr txBox="1"/>
          <p:nvPr/>
        </p:nvSpPr>
        <p:spPr>
          <a:xfrm>
            <a:off x="3080519" y="6155688"/>
            <a:ext cx="2998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Handwriting" panose="03010101010101010101" pitchFamily="66" charset="0"/>
              </a:rPr>
              <a:t>$</a:t>
            </a:r>
          </a:p>
        </p:txBody>
      </p:sp>
      <p:grpSp>
        <p:nvGrpSpPr>
          <p:cNvPr id="184" name="群組 96">
            <a:extLst>
              <a:ext uri="{FF2B5EF4-FFF2-40B4-BE49-F238E27FC236}">
                <a16:creationId xmlns:a16="http://schemas.microsoft.com/office/drawing/2014/main" id="{5F2356F7-2BA2-8E8A-9F48-893043087AD6}"/>
              </a:ext>
            </a:extLst>
          </p:cNvPr>
          <p:cNvGrpSpPr/>
          <p:nvPr/>
        </p:nvGrpSpPr>
        <p:grpSpPr>
          <a:xfrm>
            <a:off x="6509006" y="6104456"/>
            <a:ext cx="3313099" cy="461665"/>
            <a:chOff x="420004" y="4132752"/>
            <a:chExt cx="3313099" cy="46166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5" name="文字方塊 97">
                  <a:extLst>
                    <a:ext uri="{FF2B5EF4-FFF2-40B4-BE49-F238E27FC236}">
                      <a16:creationId xmlns:a16="http://schemas.microsoft.com/office/drawing/2014/main" id="{3B1F6119-83BE-AC16-4D1A-4DA5749CDCDA}"/>
                    </a:ext>
                  </a:extLst>
                </p:cNvPr>
                <p:cNvSpPr txBox="1"/>
                <p:nvPr/>
              </p:nvSpPr>
              <p:spPr>
                <a:xfrm>
                  <a:off x="420004" y="4132752"/>
                  <a:ext cx="295688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∴</m:t>
                        </m:r>
                      </m:oMath>
                    </m:oMathPara>
                  </a14:m>
                  <a:endParaRPr lang="en-HK" sz="24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185" name="文字方塊 97">
                  <a:extLst>
                    <a:ext uri="{FF2B5EF4-FFF2-40B4-BE49-F238E27FC236}">
                      <a16:creationId xmlns:a16="http://schemas.microsoft.com/office/drawing/2014/main" id="{3B1F6119-83BE-AC16-4D1A-4DA5749CDC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0004" y="4132752"/>
                  <a:ext cx="295688" cy="461665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6" name="文字方塊 98">
              <a:extLst>
                <a:ext uri="{FF2B5EF4-FFF2-40B4-BE49-F238E27FC236}">
                  <a16:creationId xmlns:a16="http://schemas.microsoft.com/office/drawing/2014/main" id="{4A789E77-9482-419D-B820-5395720F7507}"/>
                </a:ext>
              </a:extLst>
            </p:cNvPr>
            <p:cNvSpPr txBox="1"/>
            <p:nvPr/>
          </p:nvSpPr>
          <p:spPr>
            <a:xfrm>
              <a:off x="744387" y="4159077"/>
              <a:ext cx="298871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The claim is agreed.</a:t>
              </a:r>
              <a:endPara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63561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4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9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7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2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7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2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7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0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5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0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5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0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5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8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1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>
                      <p:stCondLst>
                        <p:cond delay="indefinite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6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9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>
                      <p:stCondLst>
                        <p:cond delay="indefinite"/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4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>
                      <p:stCondLst>
                        <p:cond delay="indefinite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9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" fill="hold">
                      <p:stCondLst>
                        <p:cond delay="indefinite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4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9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2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indefinite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7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fill="hold">
                      <p:stCondLst>
                        <p:cond delay="indefinite"/>
                      </p:stCondLst>
                      <p:childTnLst>
                        <p:par>
                          <p:cTn id="269" fill="hold">
                            <p:stCondLst>
                              <p:cond delay="0"/>
                            </p:stCondLst>
                            <p:childTnLst>
                              <p:par>
                                <p:cTn id="2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2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5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6" fill="hold">
                      <p:stCondLst>
                        <p:cond delay="indefinite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par>
                                <p:cTn id="2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0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3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4" fill="hold">
                      <p:stCondLst>
                        <p:cond delay="indefinite"/>
                      </p:stCondLst>
                      <p:childTnLst>
                        <p:par>
                          <p:cTn id="285" fill="hold">
                            <p:stCondLst>
                              <p:cond delay="0"/>
                            </p:stCondLst>
                            <p:childTnLst>
                              <p:par>
                                <p:cTn id="2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8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9" fill="hold">
                      <p:stCondLst>
                        <p:cond delay="indefinite"/>
                      </p:stCondLst>
                      <p:childTnLst>
                        <p:par>
                          <p:cTn id="290" fill="hold">
                            <p:stCondLst>
                              <p:cond delay="0"/>
                            </p:stCondLst>
                            <p:childTnLst>
                              <p:par>
                                <p:cTn id="2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3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4" fill="hold">
                      <p:stCondLst>
                        <p:cond delay="indefinite"/>
                      </p:stCondLst>
                      <p:childTnLst>
                        <p:par>
                          <p:cTn id="295" fill="hold">
                            <p:stCondLst>
                              <p:cond delay="0"/>
                            </p:stCondLst>
                            <p:childTnLst>
                              <p:par>
                                <p:cTn id="2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8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1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2" fill="hold">
                      <p:stCondLst>
                        <p:cond delay="indefinite"/>
                      </p:stCondLst>
                      <p:childTnLst>
                        <p:par>
                          <p:cTn id="303" fill="hold">
                            <p:stCondLst>
                              <p:cond delay="0"/>
                            </p:stCondLst>
                            <p:childTnLst>
                              <p:par>
                                <p:cTn id="3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6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9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0" fill="hold">
                      <p:stCondLst>
                        <p:cond delay="indefinite"/>
                      </p:stCondLst>
                      <p:childTnLst>
                        <p:par>
                          <p:cTn id="311" fill="hold">
                            <p:stCondLst>
                              <p:cond delay="0"/>
                            </p:stCondLst>
                            <p:childTnLst>
                              <p:par>
                                <p:cTn id="3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4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7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0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1" fill="hold">
                      <p:stCondLst>
                        <p:cond delay="indefinite"/>
                      </p:stCondLst>
                      <p:childTnLst>
                        <p:par>
                          <p:cTn id="322" fill="hold">
                            <p:stCondLst>
                              <p:cond delay="0"/>
                            </p:stCondLst>
                            <p:childTnLst>
                              <p:par>
                                <p:cTn id="3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5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6" fill="hold">
                      <p:stCondLst>
                        <p:cond delay="indefinite"/>
                      </p:stCondLst>
                      <p:childTnLst>
                        <p:par>
                          <p:cTn id="327" fill="hold">
                            <p:stCondLst>
                              <p:cond delay="0"/>
                            </p:stCondLst>
                            <p:childTnLst>
                              <p:par>
                                <p:cTn id="3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0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1" fill="hold">
                      <p:stCondLst>
                        <p:cond delay="indefinite"/>
                      </p:stCondLst>
                      <p:childTnLst>
                        <p:par>
                          <p:cTn id="332" fill="hold">
                            <p:stCondLst>
                              <p:cond delay="0"/>
                            </p:stCondLst>
                            <p:childTnLst>
                              <p:par>
                                <p:cTn id="3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5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8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9" fill="hold">
                      <p:stCondLst>
                        <p:cond delay="indefinite"/>
                      </p:stCondLst>
                      <p:childTnLst>
                        <p:par>
                          <p:cTn id="340" fill="hold">
                            <p:stCondLst>
                              <p:cond delay="0"/>
                            </p:stCondLst>
                            <p:childTnLst>
                              <p:par>
                                <p:cTn id="3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3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6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7" fill="hold">
                      <p:stCondLst>
                        <p:cond delay="indefinite"/>
                      </p:stCondLst>
                      <p:childTnLst>
                        <p:par>
                          <p:cTn id="348" fill="hold">
                            <p:stCondLst>
                              <p:cond delay="0"/>
                            </p:stCondLst>
                            <p:childTnLst>
                              <p:par>
                                <p:cTn id="3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1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2" fill="hold">
                      <p:stCondLst>
                        <p:cond delay="indefinite"/>
                      </p:stCondLst>
                      <p:childTnLst>
                        <p:par>
                          <p:cTn id="353" fill="hold">
                            <p:stCondLst>
                              <p:cond delay="0"/>
                            </p:stCondLst>
                            <p:childTnLst>
                              <p:par>
                                <p:cTn id="3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6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7" fill="hold">
                      <p:stCondLst>
                        <p:cond delay="indefinite"/>
                      </p:stCondLst>
                      <p:childTnLst>
                        <p:par>
                          <p:cTn id="358" fill="hold">
                            <p:stCondLst>
                              <p:cond delay="0"/>
                            </p:stCondLst>
                            <p:childTnLst>
                              <p:par>
                                <p:cTn id="3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1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2" fill="hold">
                      <p:stCondLst>
                        <p:cond delay="indefinite"/>
                      </p:stCondLst>
                      <p:childTnLst>
                        <p:par>
                          <p:cTn id="363" fill="hold">
                            <p:stCondLst>
                              <p:cond delay="0"/>
                            </p:stCondLst>
                            <p:childTnLst>
                              <p:par>
                                <p:cTn id="3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6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45" grpId="0"/>
      <p:bldP spid="46" grpId="0"/>
      <p:bldP spid="47" grpId="0"/>
      <p:bldP spid="48" grpId="0"/>
      <p:bldP spid="99" grpId="0"/>
      <p:bldP spid="100" grpId="0"/>
      <p:bldP spid="102" grpId="0"/>
      <p:bldP spid="103" grpId="0"/>
      <p:bldP spid="105" grpId="0"/>
      <p:bldP spid="106" grpId="0"/>
      <p:bldP spid="107" grpId="0"/>
      <p:bldP spid="108" grpId="0" animBg="1"/>
      <p:bldP spid="109" grpId="0" animBg="1"/>
      <p:bldP spid="110" grpId="0" animBg="1"/>
      <p:bldP spid="111" grpId="0" animBg="1"/>
      <p:bldP spid="112" grpId="0"/>
      <p:bldP spid="113" grpId="0"/>
      <p:bldP spid="114" grpId="0"/>
      <p:bldP spid="118" grpId="0"/>
      <p:bldP spid="119" grpId="0"/>
      <p:bldP spid="120" grpId="0"/>
      <p:bldP spid="121" grpId="0"/>
      <p:bldP spid="122" grpId="0"/>
      <p:bldP spid="123" grpId="0"/>
      <p:bldP spid="124" grpId="0"/>
      <p:bldP spid="125" grpId="0"/>
      <p:bldP spid="126" grpId="0"/>
      <p:bldP spid="127" grpId="0"/>
      <p:bldP spid="128" grpId="0"/>
      <p:bldP spid="130" grpId="0"/>
      <p:bldP spid="131" grpId="0"/>
      <p:bldP spid="132" grpId="0"/>
      <p:bldP spid="133" grpId="0"/>
      <p:bldP spid="134" grpId="0"/>
      <p:bldP spid="135" grpId="0" animBg="1"/>
      <p:bldP spid="136" grpId="0" animBg="1"/>
      <p:bldP spid="137" grpId="0" animBg="1"/>
      <p:bldP spid="138" grpId="0" animBg="1"/>
      <p:bldP spid="139" grpId="0"/>
      <p:bldP spid="140" grpId="0"/>
      <p:bldP spid="141" grpId="0"/>
      <p:bldP spid="145" grpId="0"/>
      <p:bldP spid="146" grpId="0"/>
      <p:bldP spid="147" grpId="0"/>
      <p:bldP spid="148" grpId="0"/>
      <p:bldP spid="149" grpId="0"/>
      <p:bldP spid="153" grpId="0"/>
      <p:bldP spid="154" grpId="0"/>
      <p:bldP spid="157" grpId="0"/>
      <p:bldP spid="158" grpId="0"/>
      <p:bldP spid="159" grpId="0"/>
      <p:bldP spid="163" grpId="0"/>
      <p:bldP spid="164" grpId="0"/>
      <p:bldP spid="165" grpId="0"/>
      <p:bldP spid="166" grpId="0"/>
      <p:bldP spid="167" grpId="0"/>
      <p:bldP spid="168" grpId="0"/>
      <p:bldP spid="172" grpId="0"/>
      <p:bldP spid="173" grpId="0"/>
      <p:bldP spid="174" grpId="0"/>
      <p:bldP spid="175" grpId="0"/>
      <p:bldP spid="176" grpId="0"/>
      <p:bldP spid="180" grpId="0"/>
      <p:bldP spid="181" grpId="0"/>
      <p:bldP spid="182" grpId="0"/>
      <p:bldP spid="183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1F39B4195558549BAA2D9ED0F600B76" ma:contentTypeVersion="18" ma:contentTypeDescription="Create a new document." ma:contentTypeScope="" ma:versionID="ec6c30f03388732c909f8cb84600a8b2">
  <xsd:schema xmlns:xsd="http://www.w3.org/2001/XMLSchema" xmlns:xs="http://www.w3.org/2001/XMLSchema" xmlns:p="http://schemas.microsoft.com/office/2006/metadata/properties" xmlns:ns2="1d17fa38-d5b6-4a8b-82e7-5ce3b2398ac5" xmlns:ns3="53703969-f457-4a88-8c40-86a712be61e1" targetNamespace="http://schemas.microsoft.com/office/2006/metadata/properties" ma:root="true" ma:fieldsID="2fdee7867666b091263649bbf66f5c57" ns2:_="" ns3:_="">
    <xsd:import namespace="1d17fa38-d5b6-4a8b-82e7-5ce3b2398ac5"/>
    <xsd:import namespace="53703969-f457-4a88-8c40-86a712be61e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d17fa38-d5b6-4a8b-82e7-5ce3b2398ac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275a5334-e04d-42b4-bc80-e2853803ecb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3703969-f457-4a88-8c40-86a712be61e1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3fe542f8-823f-433b-b226-4f6bee85bbe1}" ma:internalName="TaxCatchAll" ma:showField="CatchAllData" ma:web="53703969-f457-4a88-8c40-86a712be61e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3703969-f457-4a88-8c40-86a712be61e1" xsi:nil="true"/>
    <lcf76f155ced4ddcb4097134ff3c332f xmlns="1d17fa38-d5b6-4a8b-82e7-5ce3b2398ac5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3A01D1F9-06B4-4D70-B5E4-5F2A10F1EE6E}"/>
</file>

<file path=customXml/itemProps2.xml><?xml version="1.0" encoding="utf-8"?>
<ds:datastoreItem xmlns:ds="http://schemas.openxmlformats.org/officeDocument/2006/customXml" ds:itemID="{793FD4BC-9449-4A61-9E46-F890626327E0}"/>
</file>

<file path=customXml/itemProps3.xml><?xml version="1.0" encoding="utf-8"?>
<ds:datastoreItem xmlns:ds="http://schemas.openxmlformats.org/officeDocument/2006/customXml" ds:itemID="{D4AA21B6-BA10-45E6-8198-C50B750E5E59}"/>
</file>

<file path=docProps/app.xml><?xml version="1.0" encoding="utf-8"?>
<Properties xmlns="http://schemas.openxmlformats.org/officeDocument/2006/extended-properties" xmlns:vt="http://schemas.openxmlformats.org/officeDocument/2006/docPropsVTypes">
  <TotalTime>332</TotalTime>
  <Words>584</Words>
  <Application>Microsoft Office PowerPoint</Application>
  <PresentationFormat>Widescreen</PresentationFormat>
  <Paragraphs>326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Aptos</vt:lpstr>
      <vt:lpstr>Aptos Display</vt:lpstr>
      <vt:lpstr>Arial</vt:lpstr>
      <vt:lpstr>Cambria Math</vt:lpstr>
      <vt:lpstr>Lucida Calligraphy</vt:lpstr>
      <vt:lpstr>Lucida Handwriting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CSPT02</dc:creator>
  <cp:lastModifiedBy>CSPT02</cp:lastModifiedBy>
  <cp:revision>1</cp:revision>
  <dcterms:created xsi:type="dcterms:W3CDTF">2025-08-27T04:12:06Z</dcterms:created>
  <dcterms:modified xsi:type="dcterms:W3CDTF">2025-08-27T09:44:29Z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0x010100C1F39B4195558549BAA2D9ED0F600B76</vt:lpwstr>
  </property>
</Properties>
</file>