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notesSlides/notesSlide1.xml" ContentType="application/vnd.openxmlformats-officedocument.presentationml.notesSlide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notesSlides/notesSlide2.xml" ContentType="application/vnd.openxmlformats-officedocument.presentationml.notesSlide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notesSlides/notesSlide3.xml" ContentType="application/vnd.openxmlformats-officedocument.presentationml.notesSlide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notesSlides/notesSlide4.xml" ContentType="application/vnd.openxmlformats-officedocument.presentationml.notesSlide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notesSlides/notesSlide5.xml" ContentType="application/vnd.openxmlformats-officedocument.presentationml.notesSlide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notesSlides/notesSlide6.xml" ContentType="application/vnd.openxmlformats-officedocument.presentationml.notesSlide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notesSlides/notesSlide7.xml" ContentType="application/vnd.openxmlformats-officedocument.presentationml.notesSlide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43"/>
  </p:notesMasterIdLst>
  <p:sldIdLst>
    <p:sldId id="521" r:id="rId5"/>
    <p:sldId id="524" r:id="rId6"/>
    <p:sldId id="525" r:id="rId7"/>
    <p:sldId id="256" r:id="rId8"/>
    <p:sldId id="257" r:id="rId9"/>
    <p:sldId id="258" r:id="rId10"/>
    <p:sldId id="259" r:id="rId11"/>
    <p:sldId id="262" r:id="rId12"/>
    <p:sldId id="260" r:id="rId13"/>
    <p:sldId id="261" r:id="rId14"/>
    <p:sldId id="263" r:id="rId15"/>
    <p:sldId id="264" r:id="rId16"/>
    <p:sldId id="422" r:id="rId17"/>
    <p:sldId id="424" r:id="rId18"/>
    <p:sldId id="425" r:id="rId19"/>
    <p:sldId id="426" r:id="rId20"/>
    <p:sldId id="427" r:id="rId21"/>
    <p:sldId id="428" r:id="rId22"/>
    <p:sldId id="429" r:id="rId23"/>
    <p:sldId id="371" r:id="rId24"/>
    <p:sldId id="440" r:id="rId25"/>
    <p:sldId id="430" r:id="rId26"/>
    <p:sldId id="441" r:id="rId27"/>
    <p:sldId id="442" r:id="rId28"/>
    <p:sldId id="526" r:id="rId29"/>
    <p:sldId id="527" r:id="rId30"/>
    <p:sldId id="443" r:id="rId31"/>
    <p:sldId id="445" r:id="rId32"/>
    <p:sldId id="434" r:id="rId33"/>
    <p:sldId id="372" r:id="rId34"/>
    <p:sldId id="432" r:id="rId35"/>
    <p:sldId id="444" r:id="rId36"/>
    <p:sldId id="528" r:id="rId37"/>
    <p:sldId id="446" r:id="rId38"/>
    <p:sldId id="447" r:id="rId39"/>
    <p:sldId id="448" r:id="rId40"/>
    <p:sldId id="517" r:id="rId41"/>
    <p:sldId id="449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e S3 L4" id="{04E5DA7C-84EB-4B00-8D87-3C1ADDFC924E}">
          <p14:sldIdLst>
            <p14:sldId id="521"/>
            <p14:sldId id="524"/>
            <p14:sldId id="525"/>
            <p14:sldId id="256"/>
            <p14:sldId id="257"/>
            <p14:sldId id="258"/>
            <p14:sldId id="259"/>
            <p14:sldId id="262"/>
            <p14:sldId id="260"/>
            <p14:sldId id="261"/>
            <p14:sldId id="263"/>
          </p14:sldIdLst>
        </p14:section>
        <p14:section name="Pre S3 L5" id="{95C7482F-2F44-40CF-B165-325014E8D72A}">
          <p14:sldIdLst>
            <p14:sldId id="264"/>
            <p14:sldId id="422"/>
            <p14:sldId id="424"/>
            <p14:sldId id="425"/>
            <p14:sldId id="426"/>
            <p14:sldId id="427"/>
            <p14:sldId id="428"/>
            <p14:sldId id="429"/>
          </p14:sldIdLst>
        </p14:section>
        <p14:section name="Pre S3 L6" id="{F3610273-7120-4D9D-8020-A5BAF47D0783}">
          <p14:sldIdLst>
            <p14:sldId id="371"/>
            <p14:sldId id="440"/>
            <p14:sldId id="430"/>
            <p14:sldId id="441"/>
            <p14:sldId id="442"/>
            <p14:sldId id="526"/>
            <p14:sldId id="527"/>
            <p14:sldId id="443"/>
            <p14:sldId id="445"/>
            <p14:sldId id="434"/>
            <p14:sldId id="372"/>
            <p14:sldId id="432"/>
            <p14:sldId id="444"/>
            <p14:sldId id="528"/>
            <p14:sldId id="446"/>
            <p14:sldId id="447"/>
            <p14:sldId id="448"/>
            <p14:sldId id="517"/>
            <p14:sldId id="44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0"/>
    <a:srgbClr val="FF7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350C19-13E9-13D0-35EB-0774678BBBCB}" v="1" dt="2025-08-27T06:38:15.3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notesMaster" Target="notesMasters/notesMaster1.xml"/><Relationship Id="rId48" Type="http://schemas.microsoft.com/office/2016/11/relationships/changesInfo" Target="changesInfos/changesInfo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ra Tai" userId="ef8856a5-b61e-4383-8249-3050fef28744" providerId="ADAL" clId="{39729BCE-26BA-4567-88FD-F823E9887620}"/>
    <pc:docChg chg="custSel addSld delSld modSld modSection">
      <pc:chgData name="Sura Tai" userId="ef8856a5-b61e-4383-8249-3050fef28744" providerId="ADAL" clId="{39729BCE-26BA-4567-88FD-F823E9887620}" dt="2025-08-23T06:17:00.146" v="63"/>
      <pc:docMkLst>
        <pc:docMk/>
      </pc:docMkLst>
      <pc:sldChg chg="addSp modSp mod modAnim">
        <pc:chgData name="Sura Tai" userId="ef8856a5-b61e-4383-8249-3050fef28744" providerId="ADAL" clId="{39729BCE-26BA-4567-88FD-F823E9887620}" dt="2025-08-09T06:29:14.418" v="17" actId="207"/>
        <pc:sldMkLst>
          <pc:docMk/>
          <pc:sldMk cId="601089797" sldId="258"/>
        </pc:sldMkLst>
        <pc:spChg chg="mod">
          <ac:chgData name="Sura Tai" userId="ef8856a5-b61e-4383-8249-3050fef28744" providerId="ADAL" clId="{39729BCE-26BA-4567-88FD-F823E9887620}" dt="2025-08-09T06:29:14.418" v="17" actId="207"/>
          <ac:spMkLst>
            <pc:docMk/>
            <pc:sldMk cId="601089797" sldId="258"/>
            <ac:spMk id="3" creationId="{B309B1C7-E2C8-ECD4-AA14-C108D4FE4D83}"/>
          </ac:spMkLst>
        </pc:spChg>
        <pc:spChg chg="mod">
          <ac:chgData name="Sura Tai" userId="ef8856a5-b61e-4383-8249-3050fef28744" providerId="ADAL" clId="{39729BCE-26BA-4567-88FD-F823E9887620}" dt="2025-08-09T06:28:51.267" v="14"/>
          <ac:spMkLst>
            <pc:docMk/>
            <pc:sldMk cId="601089797" sldId="258"/>
            <ac:spMk id="28" creationId="{18FB4CD9-0981-E51D-042A-6457844B2EE0}"/>
          </ac:spMkLst>
        </pc:spChg>
        <pc:spChg chg="mod">
          <ac:chgData name="Sura Tai" userId="ef8856a5-b61e-4383-8249-3050fef28744" providerId="ADAL" clId="{39729BCE-26BA-4567-88FD-F823E9887620}" dt="2025-08-09T06:28:51.267" v="14"/>
          <ac:spMkLst>
            <pc:docMk/>
            <pc:sldMk cId="601089797" sldId="258"/>
            <ac:spMk id="61" creationId="{43591279-47FB-B1F0-726F-76521F04784F}"/>
          </ac:spMkLst>
        </pc:spChg>
        <pc:spChg chg="mod">
          <ac:chgData name="Sura Tai" userId="ef8856a5-b61e-4383-8249-3050fef28744" providerId="ADAL" clId="{39729BCE-26BA-4567-88FD-F823E9887620}" dt="2025-08-09T06:28:51.267" v="14"/>
          <ac:spMkLst>
            <pc:docMk/>
            <pc:sldMk cId="601089797" sldId="258"/>
            <ac:spMk id="64" creationId="{0303850A-DA79-B396-816B-30DE0AC01885}"/>
          </ac:spMkLst>
        </pc:spChg>
        <pc:spChg chg="mod">
          <ac:chgData name="Sura Tai" userId="ef8856a5-b61e-4383-8249-3050fef28744" providerId="ADAL" clId="{39729BCE-26BA-4567-88FD-F823E9887620}" dt="2025-08-09T06:28:51.267" v="14"/>
          <ac:spMkLst>
            <pc:docMk/>
            <pc:sldMk cId="601089797" sldId="258"/>
            <ac:spMk id="65" creationId="{B82AB572-BF04-2047-8192-348FE68E9F52}"/>
          </ac:spMkLst>
        </pc:spChg>
        <pc:spChg chg="mod">
          <ac:chgData name="Sura Tai" userId="ef8856a5-b61e-4383-8249-3050fef28744" providerId="ADAL" clId="{39729BCE-26BA-4567-88FD-F823E9887620}" dt="2025-08-09T06:28:51.267" v="14"/>
          <ac:spMkLst>
            <pc:docMk/>
            <pc:sldMk cId="601089797" sldId="258"/>
            <ac:spMk id="66" creationId="{3523D906-3DEB-F9EE-CF30-7FE1AB7148D3}"/>
          </ac:spMkLst>
        </pc:spChg>
        <pc:spChg chg="mod">
          <ac:chgData name="Sura Tai" userId="ef8856a5-b61e-4383-8249-3050fef28744" providerId="ADAL" clId="{39729BCE-26BA-4567-88FD-F823E9887620}" dt="2025-08-09T06:28:51.267" v="14"/>
          <ac:spMkLst>
            <pc:docMk/>
            <pc:sldMk cId="601089797" sldId="258"/>
            <ac:spMk id="68" creationId="{E2FE1410-F053-EFC7-4AE7-BC7BE6382403}"/>
          </ac:spMkLst>
        </pc:spChg>
        <pc:spChg chg="mod">
          <ac:chgData name="Sura Tai" userId="ef8856a5-b61e-4383-8249-3050fef28744" providerId="ADAL" clId="{39729BCE-26BA-4567-88FD-F823E9887620}" dt="2025-08-09T06:28:51.267" v="14"/>
          <ac:spMkLst>
            <pc:docMk/>
            <pc:sldMk cId="601089797" sldId="258"/>
            <ac:spMk id="69" creationId="{9B54B2EB-23F6-F7D7-6961-0C66DB577F61}"/>
          </ac:spMkLst>
        </pc:spChg>
        <pc:spChg chg="mod">
          <ac:chgData name="Sura Tai" userId="ef8856a5-b61e-4383-8249-3050fef28744" providerId="ADAL" clId="{39729BCE-26BA-4567-88FD-F823E9887620}" dt="2025-08-09T06:28:51.267" v="14"/>
          <ac:spMkLst>
            <pc:docMk/>
            <pc:sldMk cId="601089797" sldId="258"/>
            <ac:spMk id="70" creationId="{3953F07B-6398-9662-8512-8427B75EFE27}"/>
          </ac:spMkLst>
        </pc:spChg>
        <pc:grpChg chg="mod">
          <ac:chgData name="Sura Tai" userId="ef8856a5-b61e-4383-8249-3050fef28744" providerId="ADAL" clId="{39729BCE-26BA-4567-88FD-F823E9887620}" dt="2025-08-09T06:28:56.270" v="15" actId="1076"/>
          <ac:grpSpMkLst>
            <pc:docMk/>
            <pc:sldMk cId="601089797" sldId="258"/>
            <ac:grpSpMk id="2" creationId="{6DB80EAC-B3BF-2DEE-CD84-82207DFBE32A}"/>
          </ac:grpSpMkLst>
        </pc:grpChg>
        <pc:grpChg chg="mod">
          <ac:chgData name="Sura Tai" userId="ef8856a5-b61e-4383-8249-3050fef28744" providerId="ADAL" clId="{39729BCE-26BA-4567-88FD-F823E9887620}" dt="2025-08-09T06:28:51.267" v="14"/>
          <ac:grpSpMkLst>
            <pc:docMk/>
            <pc:sldMk cId="601089797" sldId="258"/>
            <ac:grpSpMk id="57" creationId="{84A47990-6E5D-2B52-F957-F660D016127E}"/>
          </ac:grpSpMkLst>
        </pc:grpChg>
      </pc:sldChg>
      <pc:sldChg chg="addSp delSp mod">
        <pc:chgData name="Sura Tai" userId="ef8856a5-b61e-4383-8249-3050fef28744" providerId="ADAL" clId="{39729BCE-26BA-4567-88FD-F823E9887620}" dt="2025-08-16T07:11:40.347" v="20" actId="478"/>
        <pc:sldMkLst>
          <pc:docMk/>
          <pc:sldMk cId="1327197942" sldId="260"/>
        </pc:sldMkLst>
      </pc:sldChg>
      <pc:sldChg chg="del">
        <pc:chgData name="Sura Tai" userId="ef8856a5-b61e-4383-8249-3050fef28744" providerId="ADAL" clId="{39729BCE-26BA-4567-88FD-F823E9887620}" dt="2025-08-09T06:29:59.042" v="18" actId="47"/>
        <pc:sldMkLst>
          <pc:docMk/>
          <pc:sldMk cId="613056176" sldId="421"/>
        </pc:sldMkLst>
      </pc:sldChg>
      <pc:sldChg chg="del">
        <pc:chgData name="Sura Tai" userId="ef8856a5-b61e-4383-8249-3050fef28744" providerId="ADAL" clId="{39729BCE-26BA-4567-88FD-F823E9887620}" dt="2025-08-09T06:29:59.042" v="18" actId="47"/>
        <pc:sldMkLst>
          <pc:docMk/>
          <pc:sldMk cId="2356716135" sldId="423"/>
        </pc:sldMkLst>
      </pc:sldChg>
      <pc:sldChg chg="addSp modSp mod modAnim">
        <pc:chgData name="Sura Tai" userId="ef8856a5-b61e-4383-8249-3050fef28744" providerId="ADAL" clId="{39729BCE-26BA-4567-88FD-F823E9887620}" dt="2025-08-23T06:17:00.146" v="63"/>
        <pc:sldMkLst>
          <pc:docMk/>
          <pc:sldMk cId="1804841974" sldId="442"/>
        </pc:sldMkLst>
        <pc:spChg chg="add mod">
          <ac:chgData name="Sura Tai" userId="ef8856a5-b61e-4383-8249-3050fef28744" providerId="ADAL" clId="{39729BCE-26BA-4567-88FD-F823E9887620}" dt="2025-08-23T06:16:13.180" v="35" actId="1076"/>
          <ac:spMkLst>
            <pc:docMk/>
            <pc:sldMk cId="1804841974" sldId="442"/>
            <ac:spMk id="2" creationId="{4BDCAA88-3716-7A1A-E858-6028774488B4}"/>
          </ac:spMkLst>
        </pc:spChg>
        <pc:spChg chg="add mod">
          <ac:chgData name="Sura Tai" userId="ef8856a5-b61e-4383-8249-3050fef28744" providerId="ADAL" clId="{39729BCE-26BA-4567-88FD-F823E9887620}" dt="2025-08-23T06:15:31.586" v="23" actId="1076"/>
          <ac:spMkLst>
            <pc:docMk/>
            <pc:sldMk cId="1804841974" sldId="442"/>
            <ac:spMk id="3" creationId="{1BB1EA0C-F85B-C11D-09D5-FB8783CD6C8B}"/>
          </ac:spMkLst>
        </pc:spChg>
        <pc:spChg chg="add mod">
          <ac:chgData name="Sura Tai" userId="ef8856a5-b61e-4383-8249-3050fef28744" providerId="ADAL" clId="{39729BCE-26BA-4567-88FD-F823E9887620}" dt="2025-08-23T06:15:41.283" v="25" actId="20577"/>
          <ac:spMkLst>
            <pc:docMk/>
            <pc:sldMk cId="1804841974" sldId="442"/>
            <ac:spMk id="4" creationId="{7BFA26E7-72B0-D01C-D7C8-6C81E2AC760F}"/>
          </ac:spMkLst>
        </pc:spChg>
        <pc:spChg chg="add mod">
          <ac:chgData name="Sura Tai" userId="ef8856a5-b61e-4383-8249-3050fef28744" providerId="ADAL" clId="{39729BCE-26BA-4567-88FD-F823E9887620}" dt="2025-08-23T06:16:41.171" v="61" actId="1038"/>
          <ac:spMkLst>
            <pc:docMk/>
            <pc:sldMk cId="1804841974" sldId="442"/>
            <ac:spMk id="5" creationId="{B1E835D1-5AEB-68FE-C647-7870AC201C39}"/>
          </ac:spMkLst>
        </pc:spChg>
        <pc:spChg chg="add mod">
          <ac:chgData name="Sura Tai" userId="ef8856a5-b61e-4383-8249-3050fef28744" providerId="ADAL" clId="{39729BCE-26BA-4567-88FD-F823E9887620}" dt="2025-08-23T06:16:29.844" v="38" actId="1076"/>
          <ac:spMkLst>
            <pc:docMk/>
            <pc:sldMk cId="1804841974" sldId="442"/>
            <ac:spMk id="6" creationId="{4AB64B76-868D-723E-29A1-5EC9E142334B}"/>
          </ac:spMkLst>
        </pc:spChg>
        <pc:spChg chg="mod">
          <ac:chgData name="Sura Tai" userId="ef8856a5-b61e-4383-8249-3050fef28744" providerId="ADAL" clId="{39729BCE-26BA-4567-88FD-F823E9887620}" dt="2025-08-23T06:16:24.204" v="36" actId="1076"/>
          <ac:spMkLst>
            <pc:docMk/>
            <pc:sldMk cId="1804841974" sldId="442"/>
            <ac:spMk id="26" creationId="{C2628956-02A2-E84A-E087-BCDF1A4FFAE1}"/>
          </ac:spMkLst>
        </pc:spChg>
        <pc:spChg chg="mod">
          <ac:chgData name="Sura Tai" userId="ef8856a5-b61e-4383-8249-3050fef28744" providerId="ADAL" clId="{39729BCE-26BA-4567-88FD-F823E9887620}" dt="2025-08-23T06:16:24.204" v="36" actId="1076"/>
          <ac:spMkLst>
            <pc:docMk/>
            <pc:sldMk cId="1804841974" sldId="442"/>
            <ac:spMk id="27" creationId="{6445B4DE-8846-5119-F2C2-93291EEC3267}"/>
          </ac:spMkLst>
        </pc:spChg>
        <pc:spChg chg="mod">
          <ac:chgData name="Sura Tai" userId="ef8856a5-b61e-4383-8249-3050fef28744" providerId="ADAL" clId="{39729BCE-26BA-4567-88FD-F823E9887620}" dt="2025-08-23T06:16:24.204" v="36" actId="1076"/>
          <ac:spMkLst>
            <pc:docMk/>
            <pc:sldMk cId="1804841974" sldId="442"/>
            <ac:spMk id="28" creationId="{DCB69147-8503-68B5-D423-F98327396379}"/>
          </ac:spMkLst>
        </pc:spChg>
        <pc:spChg chg="mod">
          <ac:chgData name="Sura Tai" userId="ef8856a5-b61e-4383-8249-3050fef28744" providerId="ADAL" clId="{39729BCE-26BA-4567-88FD-F823E9887620}" dt="2025-08-23T06:16:24.204" v="36" actId="1076"/>
          <ac:spMkLst>
            <pc:docMk/>
            <pc:sldMk cId="1804841974" sldId="442"/>
            <ac:spMk id="29" creationId="{143E63B2-5C8D-520E-3DEF-BA0DCC25F4FA}"/>
          </ac:spMkLst>
        </pc:spChg>
        <pc:spChg chg="mod">
          <ac:chgData name="Sura Tai" userId="ef8856a5-b61e-4383-8249-3050fef28744" providerId="ADAL" clId="{39729BCE-26BA-4567-88FD-F823E9887620}" dt="2025-08-23T06:16:24.204" v="36" actId="1076"/>
          <ac:spMkLst>
            <pc:docMk/>
            <pc:sldMk cId="1804841974" sldId="442"/>
            <ac:spMk id="30" creationId="{FC0C81D3-C387-47E0-C544-D401895552A6}"/>
          </ac:spMkLst>
        </pc:spChg>
        <pc:spChg chg="add mod">
          <ac:chgData name="Sura Tai" userId="ef8856a5-b61e-4383-8249-3050fef28744" providerId="ADAL" clId="{39729BCE-26BA-4567-88FD-F823E9887620}" dt="2025-08-23T06:16:44.515" v="62" actId="20577"/>
          <ac:spMkLst>
            <pc:docMk/>
            <pc:sldMk cId="1804841974" sldId="442"/>
            <ac:spMk id="31" creationId="{114398A9-097D-9F43-46E2-893BDACF5F3A}"/>
          </ac:spMkLst>
        </pc:spChg>
      </pc:sldChg>
      <pc:sldChg chg="modSp add mod modShow">
        <pc:chgData name="Sura Tai" userId="ef8856a5-b61e-4383-8249-3050fef28744" providerId="ADAL" clId="{39729BCE-26BA-4567-88FD-F823E9887620}" dt="2025-08-09T06:24:06.402" v="4" actId="729"/>
        <pc:sldMkLst>
          <pc:docMk/>
          <pc:sldMk cId="2643871848" sldId="521"/>
        </pc:sldMkLst>
        <pc:picChg chg="mod modCrop">
          <ac:chgData name="Sura Tai" userId="ef8856a5-b61e-4383-8249-3050fef28744" providerId="ADAL" clId="{39729BCE-26BA-4567-88FD-F823E9887620}" dt="2025-08-09T06:05:34.965" v="3" actId="34135"/>
          <ac:picMkLst>
            <pc:docMk/>
            <pc:sldMk cId="2643871848" sldId="521"/>
            <ac:picMk id="37" creationId="{C539A2BD-0F4B-1A5F-CEA3-0A3EBEA56D24}"/>
          </ac:picMkLst>
        </pc:picChg>
      </pc:sldChg>
      <pc:sldChg chg="delSp add mod delAnim modShow">
        <pc:chgData name="Sura Tai" userId="ef8856a5-b61e-4383-8249-3050fef28744" providerId="ADAL" clId="{39729BCE-26BA-4567-88FD-F823E9887620}" dt="2025-08-09T06:25:59.713" v="8" actId="729"/>
        <pc:sldMkLst>
          <pc:docMk/>
          <pc:sldMk cId="3391800115" sldId="523"/>
        </pc:sldMkLst>
      </pc:sldChg>
      <pc:sldChg chg="add">
        <pc:chgData name="Sura Tai" userId="ef8856a5-b61e-4383-8249-3050fef28744" providerId="ADAL" clId="{39729BCE-26BA-4567-88FD-F823E9887620}" dt="2025-08-09T06:25:24.822" v="6"/>
        <pc:sldMkLst>
          <pc:docMk/>
          <pc:sldMk cId="143491141" sldId="524"/>
        </pc:sldMkLst>
      </pc:sldChg>
      <pc:sldChg chg="addSp delSp modSp add mod delAnim modAnim">
        <pc:chgData name="Sura Tai" userId="ef8856a5-b61e-4383-8249-3050fef28744" providerId="ADAL" clId="{39729BCE-26BA-4567-88FD-F823E9887620}" dt="2025-08-09T06:28:49.850" v="13" actId="21"/>
        <pc:sldMkLst>
          <pc:docMk/>
          <pc:sldMk cId="202609399" sldId="525"/>
        </pc:sldMkLst>
      </pc:sldChg>
    </pc:docChg>
  </pc:docChgLst>
  <pc:docChgLst>
    <pc:chgData clId="Web-{3E350C19-13E9-13D0-35EB-0774678BBBCB}"/>
    <pc:docChg chg="delSld modSection">
      <pc:chgData name="" userId="" providerId="" clId="Web-{3E350C19-13E9-13D0-35EB-0774678BBBCB}" dt="2025-08-27T06:38:15.384" v="0"/>
      <pc:docMkLst>
        <pc:docMk/>
      </pc:docMkLst>
      <pc:sldChg chg="del">
        <pc:chgData name="" userId="" providerId="" clId="Web-{3E350C19-13E9-13D0-35EB-0774678BBBCB}" dt="2025-08-27T06:38:15.384" v="0"/>
        <pc:sldMkLst>
          <pc:docMk/>
          <pc:sldMk cId="3391800115" sldId="523"/>
        </pc:sldMkLst>
      </pc:sldChg>
    </pc:docChg>
  </pc:docChgLst>
  <pc:docChgLst>
    <pc:chgData name="CSPT02" userId="21f640c2-b5d5-40ed-b03e-b88c15baf445" providerId="ADAL" clId="{5E4C7A23-7495-4CE0-B184-6AB2701483E9}"/>
    <pc:docChg chg="undo custSel addSld modSld modSection">
      <pc:chgData name="CSPT02" userId="21f640c2-b5d5-40ed-b03e-b88c15baf445" providerId="ADAL" clId="{5E4C7A23-7495-4CE0-B184-6AB2701483E9}" dt="2025-08-27T04:27:38.429" v="637" actId="14100"/>
      <pc:docMkLst>
        <pc:docMk/>
      </pc:docMkLst>
      <pc:sldChg chg="modSp mod">
        <pc:chgData name="CSPT02" userId="21f640c2-b5d5-40ed-b03e-b88c15baf445" providerId="ADAL" clId="{5E4C7A23-7495-4CE0-B184-6AB2701483E9}" dt="2025-08-27T04:27:38.429" v="637" actId="14100"/>
        <pc:sldMkLst>
          <pc:docMk/>
          <pc:sldMk cId="1039917318" sldId="256"/>
        </pc:sldMkLst>
        <pc:spChg chg="mod">
          <ac:chgData name="CSPT02" userId="21f640c2-b5d5-40ed-b03e-b88c15baf445" providerId="ADAL" clId="{5E4C7A23-7495-4CE0-B184-6AB2701483E9}" dt="2025-08-27T04:27:38.429" v="637" actId="14100"/>
          <ac:spMkLst>
            <pc:docMk/>
            <pc:sldMk cId="1039917318" sldId="256"/>
            <ac:spMk id="23" creationId="{C789995E-97BC-5046-941D-01232488D7D1}"/>
          </ac:spMkLst>
        </pc:spChg>
      </pc:sldChg>
      <pc:sldChg chg="modSp mod">
        <pc:chgData name="CSPT02" userId="21f640c2-b5d5-40ed-b03e-b88c15baf445" providerId="ADAL" clId="{5E4C7A23-7495-4CE0-B184-6AB2701483E9}" dt="2025-08-21T09:15:46.869" v="3" actId="14100"/>
        <pc:sldMkLst>
          <pc:docMk/>
          <pc:sldMk cId="270699831" sldId="440"/>
        </pc:sldMkLst>
        <pc:spChg chg="mod">
          <ac:chgData name="CSPT02" userId="21f640c2-b5d5-40ed-b03e-b88c15baf445" providerId="ADAL" clId="{5E4C7A23-7495-4CE0-B184-6AB2701483E9}" dt="2025-08-21T09:15:46.869" v="3" actId="14100"/>
          <ac:spMkLst>
            <pc:docMk/>
            <pc:sldMk cId="270699831" sldId="440"/>
            <ac:spMk id="44" creationId="{A516AEF8-9E4C-F00D-1867-07C71024AEF6}"/>
          </ac:spMkLst>
        </pc:spChg>
      </pc:sldChg>
      <pc:sldChg chg="addSp delSp modSp mod">
        <pc:chgData name="CSPT02" userId="21f640c2-b5d5-40ed-b03e-b88c15baf445" providerId="ADAL" clId="{5E4C7A23-7495-4CE0-B184-6AB2701483E9}" dt="2025-08-21T09:22:52.256" v="131" actId="207"/>
        <pc:sldMkLst>
          <pc:docMk/>
          <pc:sldMk cId="1804841974" sldId="442"/>
        </pc:sldMkLst>
        <pc:spChg chg="mod">
          <ac:chgData name="CSPT02" userId="21f640c2-b5d5-40ed-b03e-b88c15baf445" providerId="ADAL" clId="{5E4C7A23-7495-4CE0-B184-6AB2701483E9}" dt="2025-08-21T09:22:52.256" v="131" actId="207"/>
          <ac:spMkLst>
            <pc:docMk/>
            <pc:sldMk cId="1804841974" sldId="442"/>
            <ac:spMk id="13" creationId="{9559C360-E81E-E876-6AC6-FE91BF1E33D2}"/>
          </ac:spMkLst>
        </pc:spChg>
        <pc:spChg chg="mod">
          <ac:chgData name="CSPT02" userId="21f640c2-b5d5-40ed-b03e-b88c15baf445" providerId="ADAL" clId="{5E4C7A23-7495-4CE0-B184-6AB2701483E9}" dt="2025-08-21T09:22:27.290" v="129"/>
          <ac:spMkLst>
            <pc:docMk/>
            <pc:sldMk cId="1804841974" sldId="442"/>
            <ac:spMk id="22" creationId="{23572711-8B18-60B3-F39D-4D55676DAC60}"/>
          </ac:spMkLst>
        </pc:spChg>
      </pc:sldChg>
      <pc:sldChg chg="addSp delSp modSp mod">
        <pc:chgData name="CSPT02" userId="21f640c2-b5d5-40ed-b03e-b88c15baf445" providerId="ADAL" clId="{5E4C7A23-7495-4CE0-B184-6AB2701483E9}" dt="2025-08-21T09:40:51.296" v="421" actId="21"/>
        <pc:sldMkLst>
          <pc:docMk/>
          <pc:sldMk cId="1019107163" sldId="444"/>
        </pc:sldMkLst>
      </pc:sldChg>
      <pc:sldChg chg="addSp delSp modSp new mod modAnim">
        <pc:chgData name="CSPT02" userId="21f640c2-b5d5-40ed-b03e-b88c15baf445" providerId="ADAL" clId="{5E4C7A23-7495-4CE0-B184-6AB2701483E9}" dt="2025-08-21T09:31:51.529" v="293" actId="21"/>
        <pc:sldMkLst>
          <pc:docMk/>
          <pc:sldMk cId="2153798464" sldId="526"/>
        </pc:sldMkLst>
        <pc:spChg chg="add mod">
          <ac:chgData name="CSPT02" userId="21f640c2-b5d5-40ed-b03e-b88c15baf445" providerId="ADAL" clId="{5E4C7A23-7495-4CE0-B184-6AB2701483E9}" dt="2025-08-21T09:20:42.377" v="109" actId="207"/>
          <ac:spMkLst>
            <pc:docMk/>
            <pc:sldMk cId="2153798464" sldId="526"/>
            <ac:spMk id="8" creationId="{6021E291-DD41-CD02-9D0F-C7A83089ED54}"/>
          </ac:spMkLst>
        </pc:spChg>
        <pc:spChg chg="add mod">
          <ac:chgData name="CSPT02" userId="21f640c2-b5d5-40ed-b03e-b88c15baf445" providerId="ADAL" clId="{5E4C7A23-7495-4CE0-B184-6AB2701483E9}" dt="2025-08-21T09:29:26.829" v="247" actId="1036"/>
          <ac:spMkLst>
            <pc:docMk/>
            <pc:sldMk cId="2153798464" sldId="526"/>
            <ac:spMk id="10" creationId="{7242272B-E318-EF69-E3FC-050E11CF10C9}"/>
          </ac:spMkLst>
        </pc:spChg>
        <pc:spChg chg="add mod">
          <ac:chgData name="CSPT02" userId="21f640c2-b5d5-40ed-b03e-b88c15baf445" providerId="ADAL" clId="{5E4C7A23-7495-4CE0-B184-6AB2701483E9}" dt="2025-08-21T09:22:57.437" v="132" actId="207"/>
          <ac:spMkLst>
            <pc:docMk/>
            <pc:sldMk cId="2153798464" sldId="526"/>
            <ac:spMk id="11" creationId="{D1A43B33-2A06-8946-EF4C-4E7A3361145F}"/>
          </ac:spMkLst>
        </pc:spChg>
        <pc:spChg chg="add mod">
          <ac:chgData name="CSPT02" userId="21f640c2-b5d5-40ed-b03e-b88c15baf445" providerId="ADAL" clId="{5E4C7A23-7495-4CE0-B184-6AB2701483E9}" dt="2025-08-21T09:29:26.829" v="247" actId="1036"/>
          <ac:spMkLst>
            <pc:docMk/>
            <pc:sldMk cId="2153798464" sldId="526"/>
            <ac:spMk id="12" creationId="{46758EE2-F109-3483-6CFA-7797F09B45E2}"/>
          </ac:spMkLst>
        </pc:spChg>
        <pc:spChg chg="add mod">
          <ac:chgData name="CSPT02" userId="21f640c2-b5d5-40ed-b03e-b88c15baf445" providerId="ADAL" clId="{5E4C7A23-7495-4CE0-B184-6AB2701483E9}" dt="2025-08-21T09:29:26.829" v="247" actId="1036"/>
          <ac:spMkLst>
            <pc:docMk/>
            <pc:sldMk cId="2153798464" sldId="526"/>
            <ac:spMk id="13" creationId="{6B22B200-5CB7-1AA2-D0BA-4DF73F58DE84}"/>
          </ac:spMkLst>
        </pc:spChg>
        <pc:spChg chg="add mod">
          <ac:chgData name="CSPT02" userId="21f640c2-b5d5-40ed-b03e-b88c15baf445" providerId="ADAL" clId="{5E4C7A23-7495-4CE0-B184-6AB2701483E9}" dt="2025-08-21T09:29:26.829" v="247" actId="1036"/>
          <ac:spMkLst>
            <pc:docMk/>
            <pc:sldMk cId="2153798464" sldId="526"/>
            <ac:spMk id="14" creationId="{36C3386A-F286-F10F-88EC-CC2C19B5A1C4}"/>
          </ac:spMkLst>
        </pc:spChg>
        <pc:spChg chg="add mod">
          <ac:chgData name="CSPT02" userId="21f640c2-b5d5-40ed-b03e-b88c15baf445" providerId="ADAL" clId="{5E4C7A23-7495-4CE0-B184-6AB2701483E9}" dt="2025-08-21T09:29:36.327" v="252" actId="1036"/>
          <ac:spMkLst>
            <pc:docMk/>
            <pc:sldMk cId="2153798464" sldId="526"/>
            <ac:spMk id="15" creationId="{E09C0B1D-C28A-EAD3-4B26-619B1DE18062}"/>
          </ac:spMkLst>
        </pc:spChg>
        <pc:spChg chg="add mod">
          <ac:chgData name="CSPT02" userId="21f640c2-b5d5-40ed-b03e-b88c15baf445" providerId="ADAL" clId="{5E4C7A23-7495-4CE0-B184-6AB2701483E9}" dt="2025-08-21T09:29:36.327" v="252" actId="1036"/>
          <ac:spMkLst>
            <pc:docMk/>
            <pc:sldMk cId="2153798464" sldId="526"/>
            <ac:spMk id="16" creationId="{65C60C18-5C21-8E4F-6A82-02DD016424DD}"/>
          </ac:spMkLst>
        </pc:spChg>
        <pc:spChg chg="add mod">
          <ac:chgData name="CSPT02" userId="21f640c2-b5d5-40ed-b03e-b88c15baf445" providerId="ADAL" clId="{5E4C7A23-7495-4CE0-B184-6AB2701483E9}" dt="2025-08-21T09:29:26.829" v="247" actId="1036"/>
          <ac:spMkLst>
            <pc:docMk/>
            <pc:sldMk cId="2153798464" sldId="526"/>
            <ac:spMk id="17" creationId="{9FA02B11-814E-61FC-1F86-C22B9CD972BB}"/>
          </ac:spMkLst>
        </pc:spChg>
        <pc:spChg chg="add mod">
          <ac:chgData name="CSPT02" userId="21f640c2-b5d5-40ed-b03e-b88c15baf445" providerId="ADAL" clId="{5E4C7A23-7495-4CE0-B184-6AB2701483E9}" dt="2025-08-21T09:29:36.327" v="252" actId="1036"/>
          <ac:spMkLst>
            <pc:docMk/>
            <pc:sldMk cId="2153798464" sldId="526"/>
            <ac:spMk id="18" creationId="{8A6D6209-66C4-6435-2F1D-4B18AA98C78E}"/>
          </ac:spMkLst>
        </pc:spChg>
        <pc:spChg chg="add mod">
          <ac:chgData name="CSPT02" userId="21f640c2-b5d5-40ed-b03e-b88c15baf445" providerId="ADAL" clId="{5E4C7A23-7495-4CE0-B184-6AB2701483E9}" dt="2025-08-21T09:29:36.327" v="252" actId="1036"/>
          <ac:spMkLst>
            <pc:docMk/>
            <pc:sldMk cId="2153798464" sldId="526"/>
            <ac:spMk id="19" creationId="{8FCF326A-A691-256F-ED8E-43AE5DFD135E}"/>
          </ac:spMkLst>
        </pc:spChg>
        <pc:spChg chg="add mod">
          <ac:chgData name="CSPT02" userId="21f640c2-b5d5-40ed-b03e-b88c15baf445" providerId="ADAL" clId="{5E4C7A23-7495-4CE0-B184-6AB2701483E9}" dt="2025-08-21T09:29:26.829" v="247" actId="1036"/>
          <ac:spMkLst>
            <pc:docMk/>
            <pc:sldMk cId="2153798464" sldId="526"/>
            <ac:spMk id="20" creationId="{DE73CEA4-1545-053D-1E4B-DF6026CF036E}"/>
          </ac:spMkLst>
        </pc:spChg>
        <pc:spChg chg="add mod">
          <ac:chgData name="CSPT02" userId="21f640c2-b5d5-40ed-b03e-b88c15baf445" providerId="ADAL" clId="{5E4C7A23-7495-4CE0-B184-6AB2701483E9}" dt="2025-08-21T09:25:37.821" v="156" actId="1035"/>
          <ac:spMkLst>
            <pc:docMk/>
            <pc:sldMk cId="2153798464" sldId="526"/>
            <ac:spMk id="21" creationId="{7F937FA2-8A3D-6DB4-F877-09ED9B418D81}"/>
          </ac:spMkLst>
        </pc:spChg>
        <pc:spChg chg="add mod">
          <ac:chgData name="CSPT02" userId="21f640c2-b5d5-40ed-b03e-b88c15baf445" providerId="ADAL" clId="{5E4C7A23-7495-4CE0-B184-6AB2701483E9}" dt="2025-08-21T09:29:38.498" v="258" actId="1036"/>
          <ac:spMkLst>
            <pc:docMk/>
            <pc:sldMk cId="2153798464" sldId="526"/>
            <ac:spMk id="22" creationId="{67BF1B02-6AC4-160D-5B6E-B4B8B52019F4}"/>
          </ac:spMkLst>
        </pc:spChg>
        <pc:spChg chg="add mod">
          <ac:chgData name="CSPT02" userId="21f640c2-b5d5-40ed-b03e-b88c15baf445" providerId="ADAL" clId="{5E4C7A23-7495-4CE0-B184-6AB2701483E9}" dt="2025-08-21T09:29:38.498" v="258" actId="1036"/>
          <ac:spMkLst>
            <pc:docMk/>
            <pc:sldMk cId="2153798464" sldId="526"/>
            <ac:spMk id="23" creationId="{CDCC4C05-0D1F-5887-008E-0067B7A168F4}"/>
          </ac:spMkLst>
        </pc:spChg>
        <pc:spChg chg="add mod">
          <ac:chgData name="CSPT02" userId="21f640c2-b5d5-40ed-b03e-b88c15baf445" providerId="ADAL" clId="{5E4C7A23-7495-4CE0-B184-6AB2701483E9}" dt="2025-08-21T09:29:40.954" v="262" actId="1036"/>
          <ac:spMkLst>
            <pc:docMk/>
            <pc:sldMk cId="2153798464" sldId="526"/>
            <ac:spMk id="24" creationId="{000E1FAD-0F66-C782-CA80-B35EB75689EB}"/>
          </ac:spMkLst>
        </pc:spChg>
        <pc:spChg chg="add mod">
          <ac:chgData name="CSPT02" userId="21f640c2-b5d5-40ed-b03e-b88c15baf445" providerId="ADAL" clId="{5E4C7A23-7495-4CE0-B184-6AB2701483E9}" dt="2025-08-21T09:29:40.954" v="262" actId="1036"/>
          <ac:spMkLst>
            <pc:docMk/>
            <pc:sldMk cId="2153798464" sldId="526"/>
            <ac:spMk id="25" creationId="{C6075CEB-5AD0-F16B-6A94-DF687DA2C868}"/>
          </ac:spMkLst>
        </pc:spChg>
        <pc:spChg chg="add mod">
          <ac:chgData name="CSPT02" userId="21f640c2-b5d5-40ed-b03e-b88c15baf445" providerId="ADAL" clId="{5E4C7A23-7495-4CE0-B184-6AB2701483E9}" dt="2025-08-21T09:29:40.954" v="262" actId="1036"/>
          <ac:spMkLst>
            <pc:docMk/>
            <pc:sldMk cId="2153798464" sldId="526"/>
            <ac:spMk id="26" creationId="{A0E48AA5-ABA2-EE82-8226-E20E67DDFDFD}"/>
          </ac:spMkLst>
        </pc:spChg>
        <pc:spChg chg="add mod">
          <ac:chgData name="CSPT02" userId="21f640c2-b5d5-40ed-b03e-b88c15baf445" providerId="ADAL" clId="{5E4C7A23-7495-4CE0-B184-6AB2701483E9}" dt="2025-08-21T09:29:40.954" v="262" actId="1036"/>
          <ac:spMkLst>
            <pc:docMk/>
            <pc:sldMk cId="2153798464" sldId="526"/>
            <ac:spMk id="27" creationId="{FC106C68-F34C-A9DA-905F-0BAE37CF664E}"/>
          </ac:spMkLst>
        </pc:spChg>
        <pc:spChg chg="add mod">
          <ac:chgData name="CSPT02" userId="21f640c2-b5d5-40ed-b03e-b88c15baf445" providerId="ADAL" clId="{5E4C7A23-7495-4CE0-B184-6AB2701483E9}" dt="2025-08-21T09:29:40.954" v="262" actId="1036"/>
          <ac:spMkLst>
            <pc:docMk/>
            <pc:sldMk cId="2153798464" sldId="526"/>
            <ac:spMk id="28" creationId="{234D14A4-654B-7F58-1350-C16A0018402E}"/>
          </ac:spMkLst>
        </pc:spChg>
        <pc:spChg chg="add mod">
          <ac:chgData name="CSPT02" userId="21f640c2-b5d5-40ed-b03e-b88c15baf445" providerId="ADAL" clId="{5E4C7A23-7495-4CE0-B184-6AB2701483E9}" dt="2025-08-21T09:29:40.954" v="262" actId="1036"/>
          <ac:spMkLst>
            <pc:docMk/>
            <pc:sldMk cId="2153798464" sldId="526"/>
            <ac:spMk id="29" creationId="{3CCA5A4E-1B5C-0458-EA10-25BC0432C2A3}"/>
          </ac:spMkLst>
        </pc:spChg>
        <pc:spChg chg="add mod">
          <ac:chgData name="CSPT02" userId="21f640c2-b5d5-40ed-b03e-b88c15baf445" providerId="ADAL" clId="{5E4C7A23-7495-4CE0-B184-6AB2701483E9}" dt="2025-08-21T09:29:44.885" v="266" actId="1036"/>
          <ac:spMkLst>
            <pc:docMk/>
            <pc:sldMk cId="2153798464" sldId="526"/>
            <ac:spMk id="30" creationId="{AAFB6392-1253-2560-C82E-B9AB722EA5BD}"/>
          </ac:spMkLst>
        </pc:spChg>
        <pc:spChg chg="add mod">
          <ac:chgData name="CSPT02" userId="21f640c2-b5d5-40ed-b03e-b88c15baf445" providerId="ADAL" clId="{5E4C7A23-7495-4CE0-B184-6AB2701483E9}" dt="2025-08-21T09:29:44.885" v="266" actId="1036"/>
          <ac:spMkLst>
            <pc:docMk/>
            <pc:sldMk cId="2153798464" sldId="526"/>
            <ac:spMk id="31" creationId="{3C04B68F-A012-FEFC-E887-84111CE6B54E}"/>
          </ac:spMkLst>
        </pc:spChg>
        <pc:picChg chg="add mod">
          <ac:chgData name="CSPT02" userId="21f640c2-b5d5-40ed-b03e-b88c15baf445" providerId="ADAL" clId="{5E4C7A23-7495-4CE0-B184-6AB2701483E9}" dt="2025-08-21T09:18:43.387" v="42" actId="1038"/>
          <ac:picMkLst>
            <pc:docMk/>
            <pc:sldMk cId="2153798464" sldId="526"/>
            <ac:picMk id="3" creationId="{1F6012BD-5673-B6C2-C845-2705F5E5B5CB}"/>
          </ac:picMkLst>
        </pc:picChg>
        <pc:inkChg chg="add mod">
          <ac:chgData name="CSPT02" userId="21f640c2-b5d5-40ed-b03e-b88c15baf445" providerId="ADAL" clId="{5E4C7A23-7495-4CE0-B184-6AB2701483E9}" dt="2025-08-21T09:18:57.924" v="47" actId="1076"/>
          <ac:inkMkLst>
            <pc:docMk/>
            <pc:sldMk cId="2153798464" sldId="526"/>
            <ac:inkMk id="2" creationId="{53F284E7-477A-DD0B-CC0D-F1C3D7E15370}"/>
          </ac:inkMkLst>
        </pc:inkChg>
        <pc:inkChg chg="add mod">
          <ac:chgData name="CSPT02" userId="21f640c2-b5d5-40ed-b03e-b88c15baf445" providerId="ADAL" clId="{5E4C7A23-7495-4CE0-B184-6AB2701483E9}" dt="2025-08-21T09:19:11.862" v="50" actId="14100"/>
          <ac:inkMkLst>
            <pc:docMk/>
            <pc:sldMk cId="2153798464" sldId="526"/>
            <ac:inkMk id="4" creationId="{A682CCF6-EABE-66B3-4E9A-A95B1DAA12A4}"/>
          </ac:inkMkLst>
        </pc:inkChg>
        <pc:inkChg chg="add mod">
          <ac:chgData name="CSPT02" userId="21f640c2-b5d5-40ed-b03e-b88c15baf445" providerId="ADAL" clId="{5E4C7A23-7495-4CE0-B184-6AB2701483E9}" dt="2025-08-21T09:19:30.872" v="52" actId="1076"/>
          <ac:inkMkLst>
            <pc:docMk/>
            <pc:sldMk cId="2153798464" sldId="526"/>
            <ac:inkMk id="5" creationId="{9BB062CC-B308-BDA3-4891-7C023670ACAF}"/>
          </ac:inkMkLst>
        </pc:inkChg>
        <pc:inkChg chg="add mod">
          <ac:chgData name="CSPT02" userId="21f640c2-b5d5-40ed-b03e-b88c15baf445" providerId="ADAL" clId="{5E4C7A23-7495-4CE0-B184-6AB2701483E9}" dt="2025-08-21T09:20:54.080" v="113" actId="208"/>
          <ac:inkMkLst>
            <pc:docMk/>
            <pc:sldMk cId="2153798464" sldId="526"/>
            <ac:inkMk id="9" creationId="{2469BC3D-ABE1-7239-7494-BDD138577F43}"/>
          </ac:inkMkLst>
        </pc:inkChg>
      </pc:sldChg>
      <pc:sldChg chg="addSp delSp modSp new mod delAnim modAnim">
        <pc:chgData name="CSPT02" userId="21f640c2-b5d5-40ed-b03e-b88c15baf445" providerId="ADAL" clId="{5E4C7A23-7495-4CE0-B184-6AB2701483E9}" dt="2025-08-21T09:39:09.414" v="410"/>
        <pc:sldMkLst>
          <pc:docMk/>
          <pc:sldMk cId="481837461" sldId="527"/>
        </pc:sldMkLst>
        <pc:spChg chg="add mod">
          <ac:chgData name="CSPT02" userId="21f640c2-b5d5-40ed-b03e-b88c15baf445" providerId="ADAL" clId="{5E4C7A23-7495-4CE0-B184-6AB2701483E9}" dt="2025-08-21T09:34:51.531" v="324" actId="1076"/>
          <ac:spMkLst>
            <pc:docMk/>
            <pc:sldMk cId="481837461" sldId="527"/>
            <ac:spMk id="11" creationId="{440C2EC6-896F-E8C5-A77D-3515F1842E34}"/>
          </ac:spMkLst>
        </pc:spChg>
        <pc:spChg chg="add mod">
          <ac:chgData name="CSPT02" userId="21f640c2-b5d5-40ed-b03e-b88c15baf445" providerId="ADAL" clId="{5E4C7A23-7495-4CE0-B184-6AB2701483E9}" dt="2025-08-21T09:34:51.531" v="324" actId="1076"/>
          <ac:spMkLst>
            <pc:docMk/>
            <pc:sldMk cId="481837461" sldId="527"/>
            <ac:spMk id="12" creationId="{012B88FE-9BEE-6680-0E11-35E1C52084BB}"/>
          </ac:spMkLst>
        </pc:spChg>
        <pc:spChg chg="add mod">
          <ac:chgData name="CSPT02" userId="21f640c2-b5d5-40ed-b03e-b88c15baf445" providerId="ADAL" clId="{5E4C7A23-7495-4CE0-B184-6AB2701483E9}" dt="2025-08-21T09:34:51.531" v="324" actId="1076"/>
          <ac:spMkLst>
            <pc:docMk/>
            <pc:sldMk cId="481837461" sldId="527"/>
            <ac:spMk id="13" creationId="{BD9EA462-A680-9462-C676-F82CB63278B4}"/>
          </ac:spMkLst>
        </pc:spChg>
        <pc:spChg chg="add mod">
          <ac:chgData name="CSPT02" userId="21f640c2-b5d5-40ed-b03e-b88c15baf445" providerId="ADAL" clId="{5E4C7A23-7495-4CE0-B184-6AB2701483E9}" dt="2025-08-21T09:34:51.531" v="324" actId="1076"/>
          <ac:spMkLst>
            <pc:docMk/>
            <pc:sldMk cId="481837461" sldId="527"/>
            <ac:spMk id="14" creationId="{BA889CDB-253C-D8C5-A34F-4749B2F442FD}"/>
          </ac:spMkLst>
        </pc:spChg>
        <pc:spChg chg="add mod">
          <ac:chgData name="CSPT02" userId="21f640c2-b5d5-40ed-b03e-b88c15baf445" providerId="ADAL" clId="{5E4C7A23-7495-4CE0-B184-6AB2701483E9}" dt="2025-08-21T09:34:51.531" v="324" actId="1076"/>
          <ac:spMkLst>
            <pc:docMk/>
            <pc:sldMk cId="481837461" sldId="527"/>
            <ac:spMk id="15" creationId="{65F8CF06-9FE8-6AC9-596B-F8A1D9DAA262}"/>
          </ac:spMkLst>
        </pc:spChg>
        <pc:spChg chg="add mod">
          <ac:chgData name="CSPT02" userId="21f640c2-b5d5-40ed-b03e-b88c15baf445" providerId="ADAL" clId="{5E4C7A23-7495-4CE0-B184-6AB2701483E9}" dt="2025-08-21T09:38:44.263" v="398" actId="1036"/>
          <ac:spMkLst>
            <pc:docMk/>
            <pc:sldMk cId="481837461" sldId="527"/>
            <ac:spMk id="16" creationId="{D4AD515A-09BC-DA37-CFAF-AA485DA15EB4}"/>
          </ac:spMkLst>
        </pc:spChg>
        <pc:spChg chg="mod">
          <ac:chgData name="CSPT02" userId="21f640c2-b5d5-40ed-b03e-b88c15baf445" providerId="ADAL" clId="{5E4C7A23-7495-4CE0-B184-6AB2701483E9}" dt="2025-08-21T09:38:44.263" v="398" actId="1036"/>
          <ac:spMkLst>
            <pc:docMk/>
            <pc:sldMk cId="481837461" sldId="527"/>
            <ac:spMk id="17" creationId="{0EBA7474-0877-95E1-D286-CFA51D8BAA42}"/>
          </ac:spMkLst>
        </pc:spChg>
        <pc:spChg chg="add mod">
          <ac:chgData name="CSPT02" userId="21f640c2-b5d5-40ed-b03e-b88c15baf445" providerId="ADAL" clId="{5E4C7A23-7495-4CE0-B184-6AB2701483E9}" dt="2025-08-21T09:38:44.263" v="398" actId="1036"/>
          <ac:spMkLst>
            <pc:docMk/>
            <pc:sldMk cId="481837461" sldId="527"/>
            <ac:spMk id="18" creationId="{A2E97DD1-3738-5F3C-5DE3-B2AA81B32A70}"/>
          </ac:spMkLst>
        </pc:spChg>
        <pc:spChg chg="add mod">
          <ac:chgData name="CSPT02" userId="21f640c2-b5d5-40ed-b03e-b88c15baf445" providerId="ADAL" clId="{5E4C7A23-7495-4CE0-B184-6AB2701483E9}" dt="2025-08-21T09:38:44.263" v="398" actId="1036"/>
          <ac:spMkLst>
            <pc:docMk/>
            <pc:sldMk cId="481837461" sldId="527"/>
            <ac:spMk id="19" creationId="{7E056B82-EE4A-750E-05D7-BD04A42F9A9D}"/>
          </ac:spMkLst>
        </pc:spChg>
        <pc:spChg chg="add mod">
          <ac:chgData name="CSPT02" userId="21f640c2-b5d5-40ed-b03e-b88c15baf445" providerId="ADAL" clId="{5E4C7A23-7495-4CE0-B184-6AB2701483E9}" dt="2025-08-21T09:38:44.263" v="398" actId="1036"/>
          <ac:spMkLst>
            <pc:docMk/>
            <pc:sldMk cId="481837461" sldId="527"/>
            <ac:spMk id="20" creationId="{9055BF5E-FE3F-C250-A1D7-3A4A3B76B584}"/>
          </ac:spMkLst>
        </pc:spChg>
        <pc:spChg chg="add mod">
          <ac:chgData name="CSPT02" userId="21f640c2-b5d5-40ed-b03e-b88c15baf445" providerId="ADAL" clId="{5E4C7A23-7495-4CE0-B184-6AB2701483E9}" dt="2025-08-21T09:35:29.549" v="335" actId="2711"/>
          <ac:spMkLst>
            <pc:docMk/>
            <pc:sldMk cId="481837461" sldId="527"/>
            <ac:spMk id="21" creationId="{64E8330C-6ADA-A6C3-1598-2EDAFD805388}"/>
          </ac:spMkLst>
        </pc:spChg>
        <pc:spChg chg="add mod">
          <ac:chgData name="CSPT02" userId="21f640c2-b5d5-40ed-b03e-b88c15baf445" providerId="ADAL" clId="{5E4C7A23-7495-4CE0-B184-6AB2701483E9}" dt="2025-08-21T09:38:46.671" v="402" actId="1036"/>
          <ac:spMkLst>
            <pc:docMk/>
            <pc:sldMk cId="481837461" sldId="527"/>
            <ac:spMk id="22" creationId="{8647B96B-98A9-E69B-7743-A8A339C0E05B}"/>
          </ac:spMkLst>
        </pc:spChg>
        <pc:spChg chg="add mod">
          <ac:chgData name="CSPT02" userId="21f640c2-b5d5-40ed-b03e-b88c15baf445" providerId="ADAL" clId="{5E4C7A23-7495-4CE0-B184-6AB2701483E9}" dt="2025-08-21T09:38:46.671" v="402" actId="1036"/>
          <ac:spMkLst>
            <pc:docMk/>
            <pc:sldMk cId="481837461" sldId="527"/>
            <ac:spMk id="23" creationId="{503B7D7C-87DE-D27B-A087-6D4660BE2A27}"/>
          </ac:spMkLst>
        </pc:spChg>
        <pc:spChg chg="add mod">
          <ac:chgData name="CSPT02" userId="21f640c2-b5d5-40ed-b03e-b88c15baf445" providerId="ADAL" clId="{5E4C7A23-7495-4CE0-B184-6AB2701483E9}" dt="2025-08-21T09:38:46.671" v="402" actId="1036"/>
          <ac:spMkLst>
            <pc:docMk/>
            <pc:sldMk cId="481837461" sldId="527"/>
            <ac:spMk id="24" creationId="{E95F5FD4-1ECA-221C-C571-47B194575C62}"/>
          </ac:spMkLst>
        </pc:spChg>
        <pc:spChg chg="add mod">
          <ac:chgData name="CSPT02" userId="21f640c2-b5d5-40ed-b03e-b88c15baf445" providerId="ADAL" clId="{5E4C7A23-7495-4CE0-B184-6AB2701483E9}" dt="2025-08-21T09:38:46.671" v="402" actId="1036"/>
          <ac:spMkLst>
            <pc:docMk/>
            <pc:sldMk cId="481837461" sldId="527"/>
            <ac:spMk id="25" creationId="{30FA9BA8-37BC-5381-619E-108A93B7FDDE}"/>
          </ac:spMkLst>
        </pc:spChg>
        <pc:spChg chg="add mod">
          <ac:chgData name="CSPT02" userId="21f640c2-b5d5-40ed-b03e-b88c15baf445" providerId="ADAL" clId="{5E4C7A23-7495-4CE0-B184-6AB2701483E9}" dt="2025-08-21T09:38:46.671" v="402" actId="1036"/>
          <ac:spMkLst>
            <pc:docMk/>
            <pc:sldMk cId="481837461" sldId="527"/>
            <ac:spMk id="27" creationId="{C2BF3AA7-0E53-D8DC-D7BB-FB04330CC2D7}"/>
          </ac:spMkLst>
        </pc:spChg>
        <pc:spChg chg="add mod">
          <ac:chgData name="CSPT02" userId="21f640c2-b5d5-40ed-b03e-b88c15baf445" providerId="ADAL" clId="{5E4C7A23-7495-4CE0-B184-6AB2701483E9}" dt="2025-08-21T09:38:48.505" v="405" actId="1036"/>
          <ac:spMkLst>
            <pc:docMk/>
            <pc:sldMk cId="481837461" sldId="527"/>
            <ac:spMk id="28" creationId="{5F9714DB-C122-FC6F-F20C-62449457798A}"/>
          </ac:spMkLst>
        </pc:spChg>
        <pc:spChg chg="add mod">
          <ac:chgData name="CSPT02" userId="21f640c2-b5d5-40ed-b03e-b88c15baf445" providerId="ADAL" clId="{5E4C7A23-7495-4CE0-B184-6AB2701483E9}" dt="2025-08-21T09:38:48.505" v="405" actId="1036"/>
          <ac:spMkLst>
            <pc:docMk/>
            <pc:sldMk cId="481837461" sldId="527"/>
            <ac:spMk id="29" creationId="{4204ACA4-B06D-53CE-6B2B-A8780DB1690C}"/>
          </ac:spMkLst>
        </pc:spChg>
        <pc:spChg chg="mod">
          <ac:chgData name="CSPT02" userId="21f640c2-b5d5-40ed-b03e-b88c15baf445" providerId="ADAL" clId="{5E4C7A23-7495-4CE0-B184-6AB2701483E9}" dt="2025-08-21T09:37:16.051" v="367"/>
          <ac:spMkLst>
            <pc:docMk/>
            <pc:sldMk cId="481837461" sldId="527"/>
            <ac:spMk id="33" creationId="{F357AA9E-8EB5-D9EB-31CB-3CB9D8F5D41A}"/>
          </ac:spMkLst>
        </pc:spChg>
        <pc:spChg chg="mod">
          <ac:chgData name="CSPT02" userId="21f640c2-b5d5-40ed-b03e-b88c15baf445" providerId="ADAL" clId="{5E4C7A23-7495-4CE0-B184-6AB2701483E9}" dt="2025-08-21T09:37:04.315" v="363" actId="1076"/>
          <ac:spMkLst>
            <pc:docMk/>
            <pc:sldMk cId="481837461" sldId="527"/>
            <ac:spMk id="36" creationId="{2E158C90-AD43-CDB8-F5FC-00B99683992B}"/>
          </ac:spMkLst>
        </pc:spChg>
        <pc:spChg chg="add mod">
          <ac:chgData name="CSPT02" userId="21f640c2-b5d5-40ed-b03e-b88c15baf445" providerId="ADAL" clId="{5E4C7A23-7495-4CE0-B184-6AB2701483E9}" dt="2025-08-21T09:38:49.929" v="408" actId="1036"/>
          <ac:spMkLst>
            <pc:docMk/>
            <pc:sldMk cId="481837461" sldId="527"/>
            <ac:spMk id="39" creationId="{53AD5740-A868-805A-EE62-160E18836737}"/>
          </ac:spMkLst>
        </pc:spChg>
        <pc:spChg chg="add mod">
          <ac:chgData name="CSPT02" userId="21f640c2-b5d5-40ed-b03e-b88c15baf445" providerId="ADAL" clId="{5E4C7A23-7495-4CE0-B184-6AB2701483E9}" dt="2025-08-21T09:38:49.929" v="408" actId="1036"/>
          <ac:spMkLst>
            <pc:docMk/>
            <pc:sldMk cId="481837461" sldId="527"/>
            <ac:spMk id="40" creationId="{D26D33B2-616F-B0A0-8078-259ADB99FDD9}"/>
          </ac:spMkLst>
        </pc:spChg>
        <pc:spChg chg="add mod">
          <ac:chgData name="CSPT02" userId="21f640c2-b5d5-40ed-b03e-b88c15baf445" providerId="ADAL" clId="{5E4C7A23-7495-4CE0-B184-6AB2701483E9}" dt="2025-08-21T09:38:52.775" v="409" actId="207"/>
          <ac:spMkLst>
            <pc:docMk/>
            <pc:sldMk cId="481837461" sldId="527"/>
            <ac:spMk id="41" creationId="{8EB35BBF-14CD-06B8-D487-40CA47CB71BD}"/>
          </ac:spMkLst>
        </pc:spChg>
        <pc:grpChg chg="add mod">
          <ac:chgData name="CSPT02" userId="21f640c2-b5d5-40ed-b03e-b88c15baf445" providerId="ADAL" clId="{5E4C7A23-7495-4CE0-B184-6AB2701483E9}" dt="2025-08-21T09:38:48.505" v="405" actId="1036"/>
          <ac:grpSpMkLst>
            <pc:docMk/>
            <pc:sldMk cId="481837461" sldId="527"/>
            <ac:grpSpMk id="31" creationId="{E7081A00-475F-42F8-B47B-7D555C477DE6}"/>
          </ac:grpSpMkLst>
        </pc:grpChg>
        <pc:grpChg chg="mod">
          <ac:chgData name="CSPT02" userId="21f640c2-b5d5-40ed-b03e-b88c15baf445" providerId="ADAL" clId="{5E4C7A23-7495-4CE0-B184-6AB2701483E9}" dt="2025-08-21T09:37:01.732" v="362"/>
          <ac:grpSpMkLst>
            <pc:docMk/>
            <pc:sldMk cId="481837461" sldId="527"/>
            <ac:grpSpMk id="34" creationId="{FCD49857-AF99-5ABE-E141-32678FC39279}"/>
          </ac:grpSpMkLst>
        </pc:grpChg>
        <pc:picChg chg="add mod">
          <ac:chgData name="CSPT02" userId="21f640c2-b5d5-40ed-b03e-b88c15baf445" providerId="ADAL" clId="{5E4C7A23-7495-4CE0-B184-6AB2701483E9}" dt="2025-08-21T09:32:12.762" v="303" actId="34135"/>
          <ac:picMkLst>
            <pc:docMk/>
            <pc:sldMk cId="481837461" sldId="527"/>
            <ac:picMk id="32" creationId="{C4319A3E-5B21-89E5-BD99-C4FA4D16186B}"/>
          </ac:picMkLst>
        </pc:picChg>
        <pc:inkChg chg="add mod">
          <ac:chgData name="CSPT02" userId="21f640c2-b5d5-40ed-b03e-b88c15baf445" providerId="ADAL" clId="{5E4C7A23-7495-4CE0-B184-6AB2701483E9}" dt="2025-08-21T09:32:25.296" v="306" actId="14100"/>
          <ac:inkMkLst>
            <pc:docMk/>
            <pc:sldMk cId="481837461" sldId="527"/>
            <ac:inkMk id="4" creationId="{AF15B111-5F09-E3B2-EFB8-EBB06B37C8EF}"/>
          </ac:inkMkLst>
        </pc:inkChg>
        <pc:inkChg chg="add mod">
          <ac:chgData name="CSPT02" userId="21f640c2-b5d5-40ed-b03e-b88c15baf445" providerId="ADAL" clId="{5E4C7A23-7495-4CE0-B184-6AB2701483E9}" dt="2025-08-21T09:32:34.339" v="309" actId="14100"/>
          <ac:inkMkLst>
            <pc:docMk/>
            <pc:sldMk cId="481837461" sldId="527"/>
            <ac:inkMk id="5" creationId="{DAE6672E-BDED-7A35-EE21-A87B4F00CAEA}"/>
          </ac:inkMkLst>
        </pc:inkChg>
        <pc:inkChg chg="add mod">
          <ac:chgData name="CSPT02" userId="21f640c2-b5d5-40ed-b03e-b88c15baf445" providerId="ADAL" clId="{5E4C7A23-7495-4CE0-B184-6AB2701483E9}" dt="2025-08-21T09:33:05.147" v="311" actId="1076"/>
          <ac:inkMkLst>
            <pc:docMk/>
            <pc:sldMk cId="481837461" sldId="527"/>
            <ac:inkMk id="6" creationId="{21052E60-60D7-66F7-2494-E5F3337ECC19}"/>
          </ac:inkMkLst>
        </pc:inkChg>
        <pc:inkChg chg="add mod">
          <ac:chgData name="CSPT02" userId="21f640c2-b5d5-40ed-b03e-b88c15baf445" providerId="ADAL" clId="{5E4C7A23-7495-4CE0-B184-6AB2701483E9}" dt="2025-08-21T09:33:53.719" v="315" actId="1076"/>
          <ac:inkMkLst>
            <pc:docMk/>
            <pc:sldMk cId="481837461" sldId="527"/>
            <ac:inkMk id="7" creationId="{3C981DEF-9CA2-F854-A7F7-AF6B822D0377}"/>
          </ac:inkMkLst>
        </pc:inkChg>
        <pc:inkChg chg="add mod">
          <ac:chgData name="CSPT02" userId="21f640c2-b5d5-40ed-b03e-b88c15baf445" providerId="ADAL" clId="{5E4C7A23-7495-4CE0-B184-6AB2701483E9}" dt="2025-08-21T09:34:07.672" v="318" actId="14100"/>
          <ac:inkMkLst>
            <pc:docMk/>
            <pc:sldMk cId="481837461" sldId="527"/>
            <ac:inkMk id="8" creationId="{652E4E24-3BD2-B9AA-6FEE-223DEA423D0A}"/>
          </ac:inkMkLst>
        </pc:inkChg>
        <pc:cxnChg chg="mod">
          <ac:chgData name="CSPT02" userId="21f640c2-b5d5-40ed-b03e-b88c15baf445" providerId="ADAL" clId="{5E4C7A23-7495-4CE0-B184-6AB2701483E9}" dt="2025-08-21T09:37:01.732" v="362"/>
          <ac:cxnSpMkLst>
            <pc:docMk/>
            <pc:sldMk cId="481837461" sldId="527"/>
            <ac:cxnSpMk id="35" creationId="{8289C9C9-2A92-F157-E9BD-1860CA34F22E}"/>
          </ac:cxnSpMkLst>
        </pc:cxnChg>
      </pc:sldChg>
      <pc:sldChg chg="addSp delSp modSp new mod modAnim">
        <pc:chgData name="CSPT02" userId="21f640c2-b5d5-40ed-b03e-b88c15baf445" providerId="ADAL" clId="{5E4C7A23-7495-4CE0-B184-6AB2701483E9}" dt="2025-08-21T09:53:24.815" v="635" actId="478"/>
        <pc:sldMkLst>
          <pc:docMk/>
          <pc:sldMk cId="2751026759" sldId="528"/>
        </pc:sldMkLst>
        <pc:spChg chg="add mod">
          <ac:chgData name="CSPT02" userId="21f640c2-b5d5-40ed-b03e-b88c15baf445" providerId="ADAL" clId="{5E4C7A23-7495-4CE0-B184-6AB2701483E9}" dt="2025-08-21T09:46:14.160" v="454" actId="20577"/>
          <ac:spMkLst>
            <pc:docMk/>
            <pc:sldMk cId="2751026759" sldId="528"/>
            <ac:spMk id="13" creationId="{D78C3E67-28DB-B62C-CB04-F1942030B075}"/>
          </ac:spMkLst>
        </pc:spChg>
        <pc:spChg chg="add mod">
          <ac:chgData name="CSPT02" userId="21f640c2-b5d5-40ed-b03e-b88c15baf445" providerId="ADAL" clId="{5E4C7A23-7495-4CE0-B184-6AB2701483E9}" dt="2025-08-21T09:48:42.541" v="519" actId="1038"/>
          <ac:spMkLst>
            <pc:docMk/>
            <pc:sldMk cId="2751026759" sldId="528"/>
            <ac:spMk id="14" creationId="{71C244B6-3C56-DA9A-C38B-6E488A843266}"/>
          </ac:spMkLst>
        </pc:spChg>
        <pc:spChg chg="mod">
          <ac:chgData name="CSPT02" userId="21f640c2-b5d5-40ed-b03e-b88c15baf445" providerId="ADAL" clId="{5E4C7A23-7495-4CE0-B184-6AB2701483E9}" dt="2025-08-21T09:48:50.388" v="521" actId="1076"/>
          <ac:spMkLst>
            <pc:docMk/>
            <pc:sldMk cId="2751026759" sldId="528"/>
            <ac:spMk id="15" creationId="{07C6AD4A-1694-B87E-3E25-410E366A12C9}"/>
          </ac:spMkLst>
        </pc:spChg>
        <pc:spChg chg="mod">
          <ac:chgData name="CSPT02" userId="21f640c2-b5d5-40ed-b03e-b88c15baf445" providerId="ADAL" clId="{5E4C7A23-7495-4CE0-B184-6AB2701483E9}" dt="2025-08-21T09:49:47.141" v="569" actId="14100"/>
          <ac:spMkLst>
            <pc:docMk/>
            <pc:sldMk cId="2751026759" sldId="528"/>
            <ac:spMk id="16" creationId="{21AA4F20-DBF8-9E6F-E274-3BA83EF072E3}"/>
          </ac:spMkLst>
        </pc:spChg>
        <pc:spChg chg="add mod">
          <ac:chgData name="CSPT02" userId="21f640c2-b5d5-40ed-b03e-b88c15baf445" providerId="ADAL" clId="{5E4C7A23-7495-4CE0-B184-6AB2701483E9}" dt="2025-08-21T09:49:55.619" v="584" actId="1037"/>
          <ac:spMkLst>
            <pc:docMk/>
            <pc:sldMk cId="2751026759" sldId="528"/>
            <ac:spMk id="17" creationId="{FAA6F5F3-D011-C1B3-61CE-9A6EB4695092}"/>
          </ac:spMkLst>
        </pc:spChg>
        <pc:spChg chg="add mod">
          <ac:chgData name="CSPT02" userId="21f640c2-b5d5-40ed-b03e-b88c15baf445" providerId="ADAL" clId="{5E4C7A23-7495-4CE0-B184-6AB2701483E9}" dt="2025-08-21T09:49:59.441" v="586" actId="1038"/>
          <ac:spMkLst>
            <pc:docMk/>
            <pc:sldMk cId="2751026759" sldId="528"/>
            <ac:spMk id="18" creationId="{F1A7C799-AA1B-8117-AB5E-7A428E8DE84E}"/>
          </ac:spMkLst>
        </pc:spChg>
        <pc:spChg chg="add mod">
          <ac:chgData name="CSPT02" userId="21f640c2-b5d5-40ed-b03e-b88c15baf445" providerId="ADAL" clId="{5E4C7A23-7495-4CE0-B184-6AB2701483E9}" dt="2025-08-21T09:49:59.441" v="586" actId="1038"/>
          <ac:spMkLst>
            <pc:docMk/>
            <pc:sldMk cId="2751026759" sldId="528"/>
            <ac:spMk id="19" creationId="{001F01D1-ED7E-BBFF-446B-C1A20D78B5A7}"/>
          </ac:spMkLst>
        </pc:spChg>
        <pc:spChg chg="mod">
          <ac:chgData name="CSPT02" userId="21f640c2-b5d5-40ed-b03e-b88c15baf445" providerId="ADAL" clId="{5E4C7A23-7495-4CE0-B184-6AB2701483E9}" dt="2025-08-21T09:49:59.441" v="586" actId="1038"/>
          <ac:spMkLst>
            <pc:docMk/>
            <pc:sldMk cId="2751026759" sldId="528"/>
            <ac:spMk id="21" creationId="{15795584-878D-9D2F-8BA8-0585B1E4DAB5}"/>
          </ac:spMkLst>
        </pc:spChg>
        <pc:spChg chg="add mod">
          <ac:chgData name="CSPT02" userId="21f640c2-b5d5-40ed-b03e-b88c15baf445" providerId="ADAL" clId="{5E4C7A23-7495-4CE0-B184-6AB2701483E9}" dt="2025-08-21T09:49:59.441" v="586" actId="1038"/>
          <ac:spMkLst>
            <pc:docMk/>
            <pc:sldMk cId="2751026759" sldId="528"/>
            <ac:spMk id="22" creationId="{9806B317-B0CB-8392-0EB7-8FEFBC98000E}"/>
          </ac:spMkLst>
        </pc:spChg>
        <pc:spChg chg="add mod">
          <ac:chgData name="CSPT02" userId="21f640c2-b5d5-40ed-b03e-b88c15baf445" providerId="ADAL" clId="{5E4C7A23-7495-4CE0-B184-6AB2701483E9}" dt="2025-08-21T09:49:59.441" v="586" actId="1038"/>
          <ac:spMkLst>
            <pc:docMk/>
            <pc:sldMk cId="2751026759" sldId="528"/>
            <ac:spMk id="23" creationId="{E6FF7666-AC09-CDE6-3CCD-3BBC7920356F}"/>
          </ac:spMkLst>
        </pc:spChg>
        <pc:spChg chg="add mod">
          <ac:chgData name="CSPT02" userId="21f640c2-b5d5-40ed-b03e-b88c15baf445" providerId="ADAL" clId="{5E4C7A23-7495-4CE0-B184-6AB2701483E9}" dt="2025-08-21T09:50:05.128" v="590" actId="1038"/>
          <ac:spMkLst>
            <pc:docMk/>
            <pc:sldMk cId="2751026759" sldId="528"/>
            <ac:spMk id="24" creationId="{11143E41-7F90-E0FC-3551-CC86E559233A}"/>
          </ac:spMkLst>
        </pc:spChg>
        <pc:spChg chg="add mod">
          <ac:chgData name="CSPT02" userId="21f640c2-b5d5-40ed-b03e-b88c15baf445" providerId="ADAL" clId="{5E4C7A23-7495-4CE0-B184-6AB2701483E9}" dt="2025-08-21T09:50:05.128" v="590" actId="1038"/>
          <ac:spMkLst>
            <pc:docMk/>
            <pc:sldMk cId="2751026759" sldId="528"/>
            <ac:spMk id="25" creationId="{92DACC4F-0B95-0A38-22BE-6EF266A4384B}"/>
          </ac:spMkLst>
        </pc:spChg>
        <pc:spChg chg="add mod">
          <ac:chgData name="CSPT02" userId="21f640c2-b5d5-40ed-b03e-b88c15baf445" providerId="ADAL" clId="{5E4C7A23-7495-4CE0-B184-6AB2701483E9}" dt="2025-08-21T09:50:55.998" v="604" actId="20577"/>
          <ac:spMkLst>
            <pc:docMk/>
            <pc:sldMk cId="2751026759" sldId="528"/>
            <ac:spMk id="26" creationId="{21CCE9B4-C497-CB55-742D-42535E9543B7}"/>
          </ac:spMkLst>
        </pc:spChg>
        <pc:spChg chg="add mod">
          <ac:chgData name="CSPT02" userId="21f640c2-b5d5-40ed-b03e-b88c15baf445" providerId="ADAL" clId="{5E4C7A23-7495-4CE0-B184-6AB2701483E9}" dt="2025-08-21T09:48:50.388" v="521" actId="1076"/>
          <ac:spMkLst>
            <pc:docMk/>
            <pc:sldMk cId="2751026759" sldId="528"/>
            <ac:spMk id="27" creationId="{7E0F818B-0E85-0CB2-1F5E-17D3DFB52A09}"/>
          </ac:spMkLst>
        </pc:spChg>
        <pc:spChg chg="mod">
          <ac:chgData name="CSPT02" userId="21f640c2-b5d5-40ed-b03e-b88c15baf445" providerId="ADAL" clId="{5E4C7A23-7495-4CE0-B184-6AB2701483E9}" dt="2025-08-21T09:46:40.025" v="455"/>
          <ac:spMkLst>
            <pc:docMk/>
            <pc:sldMk cId="2751026759" sldId="528"/>
            <ac:spMk id="29" creationId="{3AF4CCD1-E9A3-9EC6-FDAB-B9EFB906FE09}"/>
          </ac:spMkLst>
        </pc:spChg>
        <pc:spChg chg="mod">
          <ac:chgData name="CSPT02" userId="21f640c2-b5d5-40ed-b03e-b88c15baf445" providerId="ADAL" clId="{5E4C7A23-7495-4CE0-B184-6AB2701483E9}" dt="2025-08-21T09:50:10.631" v="594" actId="20577"/>
          <ac:spMkLst>
            <pc:docMk/>
            <pc:sldMk cId="2751026759" sldId="528"/>
            <ac:spMk id="30" creationId="{1B5CF225-5F74-B288-DB79-F2E796031E4F}"/>
          </ac:spMkLst>
        </pc:spChg>
        <pc:spChg chg="mod">
          <ac:chgData name="CSPT02" userId="21f640c2-b5d5-40ed-b03e-b88c15baf445" providerId="ADAL" clId="{5E4C7A23-7495-4CE0-B184-6AB2701483E9}" dt="2025-08-21T09:52:56.393" v="634" actId="20577"/>
          <ac:spMkLst>
            <pc:docMk/>
            <pc:sldMk cId="2751026759" sldId="528"/>
            <ac:spMk id="33" creationId="{C1084980-597A-0D97-BB23-024346EA9918}"/>
          </ac:spMkLst>
        </pc:spChg>
        <pc:spChg chg="add mod">
          <ac:chgData name="CSPT02" userId="21f640c2-b5d5-40ed-b03e-b88c15baf445" providerId="ADAL" clId="{5E4C7A23-7495-4CE0-B184-6AB2701483E9}" dt="2025-08-21T09:50:43.102" v="601" actId="1036"/>
          <ac:spMkLst>
            <pc:docMk/>
            <pc:sldMk cId="2751026759" sldId="528"/>
            <ac:spMk id="34" creationId="{B1F778CD-1813-4962-4834-60DED29D01EB}"/>
          </ac:spMkLst>
        </pc:spChg>
        <pc:spChg chg="add mod">
          <ac:chgData name="CSPT02" userId="21f640c2-b5d5-40ed-b03e-b88c15baf445" providerId="ADAL" clId="{5E4C7A23-7495-4CE0-B184-6AB2701483E9}" dt="2025-08-21T09:50:43.102" v="601" actId="1036"/>
          <ac:spMkLst>
            <pc:docMk/>
            <pc:sldMk cId="2751026759" sldId="528"/>
            <ac:spMk id="35" creationId="{51EAE5B3-8916-963C-DAFE-6FE5A3D8E13C}"/>
          </ac:spMkLst>
        </pc:spChg>
        <pc:spChg chg="add mod">
          <ac:chgData name="CSPT02" userId="21f640c2-b5d5-40ed-b03e-b88c15baf445" providerId="ADAL" clId="{5E4C7A23-7495-4CE0-B184-6AB2701483E9}" dt="2025-08-21T09:50:43.102" v="601" actId="1036"/>
          <ac:spMkLst>
            <pc:docMk/>
            <pc:sldMk cId="2751026759" sldId="528"/>
            <ac:spMk id="37" creationId="{6861B62A-FB0D-26FE-EA50-13BDB8176AC8}"/>
          </ac:spMkLst>
        </pc:spChg>
        <pc:spChg chg="add mod">
          <ac:chgData name="CSPT02" userId="21f640c2-b5d5-40ed-b03e-b88c15baf445" providerId="ADAL" clId="{5E4C7A23-7495-4CE0-B184-6AB2701483E9}" dt="2025-08-21T09:50:43.102" v="601" actId="1036"/>
          <ac:spMkLst>
            <pc:docMk/>
            <pc:sldMk cId="2751026759" sldId="528"/>
            <ac:spMk id="38" creationId="{9DD1678E-EC0E-2BA7-633F-EE0F9BDAF937}"/>
          </ac:spMkLst>
        </pc:spChg>
        <pc:spChg chg="mod">
          <ac:chgData name="CSPT02" userId="21f640c2-b5d5-40ed-b03e-b88c15baf445" providerId="ADAL" clId="{5E4C7A23-7495-4CE0-B184-6AB2701483E9}" dt="2025-08-21T09:50:43.102" v="601" actId="1036"/>
          <ac:spMkLst>
            <pc:docMk/>
            <pc:sldMk cId="2751026759" sldId="528"/>
            <ac:spMk id="39" creationId="{0324DC2A-E6A4-66E6-AA9C-5695B5C2A89E}"/>
          </ac:spMkLst>
        </pc:spChg>
        <pc:spChg chg="add mod">
          <ac:chgData name="CSPT02" userId="21f640c2-b5d5-40ed-b03e-b88c15baf445" providerId="ADAL" clId="{5E4C7A23-7495-4CE0-B184-6AB2701483E9}" dt="2025-08-21T09:50:43.102" v="601" actId="1036"/>
          <ac:spMkLst>
            <pc:docMk/>
            <pc:sldMk cId="2751026759" sldId="528"/>
            <ac:spMk id="41" creationId="{59BA8835-FE5F-916C-F8B5-A95E94D971C5}"/>
          </ac:spMkLst>
        </pc:spChg>
        <pc:spChg chg="add mod">
          <ac:chgData name="CSPT02" userId="21f640c2-b5d5-40ed-b03e-b88c15baf445" providerId="ADAL" clId="{5E4C7A23-7495-4CE0-B184-6AB2701483E9}" dt="2025-08-21T09:50:50.931" v="603" actId="207"/>
          <ac:spMkLst>
            <pc:docMk/>
            <pc:sldMk cId="2751026759" sldId="528"/>
            <ac:spMk id="42" creationId="{DA3B4B9C-BD6B-4798-67A1-AFC12D184E8E}"/>
          </ac:spMkLst>
        </pc:spChg>
        <pc:spChg chg="add mod">
          <ac:chgData name="CSPT02" userId="21f640c2-b5d5-40ed-b03e-b88c15baf445" providerId="ADAL" clId="{5E4C7A23-7495-4CE0-B184-6AB2701483E9}" dt="2025-08-21T09:50:43.102" v="601" actId="1036"/>
          <ac:spMkLst>
            <pc:docMk/>
            <pc:sldMk cId="2751026759" sldId="528"/>
            <ac:spMk id="43" creationId="{49837043-86A3-6E48-A0FA-961EEFE270DE}"/>
          </ac:spMkLst>
        </pc:spChg>
        <pc:spChg chg="add mod">
          <ac:chgData name="CSPT02" userId="21f640c2-b5d5-40ed-b03e-b88c15baf445" providerId="ADAL" clId="{5E4C7A23-7495-4CE0-B184-6AB2701483E9}" dt="2025-08-21T09:50:43.102" v="601" actId="1036"/>
          <ac:spMkLst>
            <pc:docMk/>
            <pc:sldMk cId="2751026759" sldId="528"/>
            <ac:spMk id="45" creationId="{70AA1096-A354-0156-B8EC-BE351744FA99}"/>
          </ac:spMkLst>
        </pc:spChg>
        <pc:spChg chg="add mod">
          <ac:chgData name="CSPT02" userId="21f640c2-b5d5-40ed-b03e-b88c15baf445" providerId="ADAL" clId="{5E4C7A23-7495-4CE0-B184-6AB2701483E9}" dt="2025-08-21T09:50:59.130" v="605" actId="207"/>
          <ac:spMkLst>
            <pc:docMk/>
            <pc:sldMk cId="2751026759" sldId="528"/>
            <ac:spMk id="46" creationId="{C45271D0-19ED-9B86-1CE3-2A77DA1238E8}"/>
          </ac:spMkLst>
        </pc:spChg>
        <pc:spChg chg="mod">
          <ac:chgData name="CSPT02" userId="21f640c2-b5d5-40ed-b03e-b88c15baf445" providerId="ADAL" clId="{5E4C7A23-7495-4CE0-B184-6AB2701483E9}" dt="2025-08-21T09:50:22.946" v="596"/>
          <ac:spMkLst>
            <pc:docMk/>
            <pc:sldMk cId="2751026759" sldId="528"/>
            <ac:spMk id="49" creationId="{764208E2-6823-4077-CE49-489AF8957742}"/>
          </ac:spMkLst>
        </pc:spChg>
        <pc:spChg chg="mod">
          <ac:chgData name="CSPT02" userId="21f640c2-b5d5-40ed-b03e-b88c15baf445" providerId="ADAL" clId="{5E4C7A23-7495-4CE0-B184-6AB2701483E9}" dt="2025-08-21T09:51:02.067" v="606" actId="20577"/>
          <ac:spMkLst>
            <pc:docMk/>
            <pc:sldMk cId="2751026759" sldId="528"/>
            <ac:spMk id="50" creationId="{84F62ABE-1C78-AD40-8621-D49811E60B4B}"/>
          </ac:spMkLst>
        </pc:spChg>
        <pc:spChg chg="add mod">
          <ac:chgData name="CSPT02" userId="21f640c2-b5d5-40ed-b03e-b88c15baf445" providerId="ADAL" clId="{5E4C7A23-7495-4CE0-B184-6AB2701483E9}" dt="2025-08-21T09:51:26.677" v="615" actId="1036"/>
          <ac:spMkLst>
            <pc:docMk/>
            <pc:sldMk cId="2751026759" sldId="528"/>
            <ac:spMk id="51" creationId="{8671473A-5BA1-AA89-2A86-7ED10102536A}"/>
          </ac:spMkLst>
        </pc:spChg>
        <pc:spChg chg="add mod">
          <ac:chgData name="CSPT02" userId="21f640c2-b5d5-40ed-b03e-b88c15baf445" providerId="ADAL" clId="{5E4C7A23-7495-4CE0-B184-6AB2701483E9}" dt="2025-08-21T09:51:26.677" v="615" actId="1036"/>
          <ac:spMkLst>
            <pc:docMk/>
            <pc:sldMk cId="2751026759" sldId="528"/>
            <ac:spMk id="52" creationId="{35C66035-9B5E-6388-FE87-603750B640B3}"/>
          </ac:spMkLst>
        </pc:spChg>
        <pc:spChg chg="add mod">
          <ac:chgData name="CSPT02" userId="21f640c2-b5d5-40ed-b03e-b88c15baf445" providerId="ADAL" clId="{5E4C7A23-7495-4CE0-B184-6AB2701483E9}" dt="2025-08-21T09:51:26.677" v="615" actId="1036"/>
          <ac:spMkLst>
            <pc:docMk/>
            <pc:sldMk cId="2751026759" sldId="528"/>
            <ac:spMk id="54" creationId="{0B1E72EA-F7D7-87F3-B56E-C81AC030BB44}"/>
          </ac:spMkLst>
        </pc:spChg>
        <pc:spChg chg="add mod">
          <ac:chgData name="CSPT02" userId="21f640c2-b5d5-40ed-b03e-b88c15baf445" providerId="ADAL" clId="{5E4C7A23-7495-4CE0-B184-6AB2701483E9}" dt="2025-08-21T09:51:26.677" v="615" actId="1036"/>
          <ac:spMkLst>
            <pc:docMk/>
            <pc:sldMk cId="2751026759" sldId="528"/>
            <ac:spMk id="56" creationId="{7D4C3611-CA5C-5391-BC75-51E0998B3CC4}"/>
          </ac:spMkLst>
        </pc:spChg>
        <pc:spChg chg="add mod">
          <ac:chgData name="CSPT02" userId="21f640c2-b5d5-40ed-b03e-b88c15baf445" providerId="ADAL" clId="{5E4C7A23-7495-4CE0-B184-6AB2701483E9}" dt="2025-08-21T09:51:26.677" v="615" actId="1036"/>
          <ac:spMkLst>
            <pc:docMk/>
            <pc:sldMk cId="2751026759" sldId="528"/>
            <ac:spMk id="57" creationId="{3F3FD8A7-7F6D-7F1B-A42D-B0EF967096DA}"/>
          </ac:spMkLst>
        </pc:spChg>
        <pc:spChg chg="add mod">
          <ac:chgData name="CSPT02" userId="21f640c2-b5d5-40ed-b03e-b88c15baf445" providerId="ADAL" clId="{5E4C7A23-7495-4CE0-B184-6AB2701483E9}" dt="2025-08-21T09:51:26.677" v="615" actId="1036"/>
          <ac:spMkLst>
            <pc:docMk/>
            <pc:sldMk cId="2751026759" sldId="528"/>
            <ac:spMk id="59" creationId="{8CCC99E5-182C-0461-DC04-B6789FA27278}"/>
          </ac:spMkLst>
        </pc:spChg>
        <pc:spChg chg="add mod">
          <ac:chgData name="CSPT02" userId="21f640c2-b5d5-40ed-b03e-b88c15baf445" providerId="ADAL" clId="{5E4C7A23-7495-4CE0-B184-6AB2701483E9}" dt="2025-08-21T09:52:05.569" v="632" actId="207"/>
          <ac:spMkLst>
            <pc:docMk/>
            <pc:sldMk cId="2751026759" sldId="528"/>
            <ac:spMk id="60" creationId="{4C05B7A4-1E54-1DD4-32FC-1E3E52E513EE}"/>
          </ac:spMkLst>
        </pc:spChg>
        <pc:spChg chg="add mod">
          <ac:chgData name="CSPT02" userId="21f640c2-b5d5-40ed-b03e-b88c15baf445" providerId="ADAL" clId="{5E4C7A23-7495-4CE0-B184-6AB2701483E9}" dt="2025-08-21T09:51:26.677" v="615" actId="1036"/>
          <ac:spMkLst>
            <pc:docMk/>
            <pc:sldMk cId="2751026759" sldId="528"/>
            <ac:spMk id="61" creationId="{A4C70E41-82B3-22BC-BBD8-FD47DA85EFB2}"/>
          </ac:spMkLst>
        </pc:spChg>
        <pc:spChg chg="add mod">
          <ac:chgData name="CSPT02" userId="21f640c2-b5d5-40ed-b03e-b88c15baf445" providerId="ADAL" clId="{5E4C7A23-7495-4CE0-B184-6AB2701483E9}" dt="2025-08-21T09:51:26.677" v="615" actId="1036"/>
          <ac:spMkLst>
            <pc:docMk/>
            <pc:sldMk cId="2751026759" sldId="528"/>
            <ac:spMk id="62" creationId="{EFC48A84-19B1-0EA7-E15A-48D1C6E5B0A2}"/>
          </ac:spMkLst>
        </pc:spChg>
        <pc:spChg chg="mod">
          <ac:chgData name="CSPT02" userId="21f640c2-b5d5-40ed-b03e-b88c15baf445" providerId="ADAL" clId="{5E4C7A23-7495-4CE0-B184-6AB2701483E9}" dt="2025-08-21T09:51:26.677" v="615" actId="1036"/>
          <ac:spMkLst>
            <pc:docMk/>
            <pc:sldMk cId="2751026759" sldId="528"/>
            <ac:spMk id="63" creationId="{652A72B5-0CA4-CE36-D019-4705B52FDD36}"/>
          </ac:spMkLst>
        </pc:spChg>
        <pc:spChg chg="mod">
          <ac:chgData name="CSPT02" userId="21f640c2-b5d5-40ed-b03e-b88c15baf445" providerId="ADAL" clId="{5E4C7A23-7495-4CE0-B184-6AB2701483E9}" dt="2025-08-21T09:52:07.318" v="633" actId="207"/>
          <ac:spMkLst>
            <pc:docMk/>
            <pc:sldMk cId="2751026759" sldId="528"/>
            <ac:spMk id="64" creationId="{779A9B2D-A36B-624A-AAB3-027B15E6CBCE}"/>
          </ac:spMkLst>
        </pc:spChg>
        <pc:spChg chg="mod">
          <ac:chgData name="CSPT02" userId="21f640c2-b5d5-40ed-b03e-b88c15baf445" providerId="ADAL" clId="{5E4C7A23-7495-4CE0-B184-6AB2701483E9}" dt="2025-08-21T09:51:06.335" v="608"/>
          <ac:spMkLst>
            <pc:docMk/>
            <pc:sldMk cId="2751026759" sldId="528"/>
            <ac:spMk id="67" creationId="{4F254405-8F3F-B374-1B92-6823D74EFDE7}"/>
          </ac:spMkLst>
        </pc:spChg>
        <pc:grpChg chg="add mod">
          <ac:chgData name="CSPT02" userId="21f640c2-b5d5-40ed-b03e-b88c15baf445" providerId="ADAL" clId="{5E4C7A23-7495-4CE0-B184-6AB2701483E9}" dt="2025-08-21T09:46:43.221" v="456" actId="1076"/>
          <ac:grpSpMkLst>
            <pc:docMk/>
            <pc:sldMk cId="2751026759" sldId="528"/>
            <ac:grpSpMk id="28" creationId="{F43A9333-00F6-C758-A8E6-09807D1D045B}"/>
          </ac:grpSpMkLst>
        </pc:grpChg>
        <pc:grpChg chg="mod">
          <ac:chgData name="CSPT02" userId="21f640c2-b5d5-40ed-b03e-b88c15baf445" providerId="ADAL" clId="{5E4C7A23-7495-4CE0-B184-6AB2701483E9}" dt="2025-08-21T09:51:48.726" v="627" actId="1038"/>
          <ac:grpSpMkLst>
            <pc:docMk/>
            <pc:sldMk cId="2751026759" sldId="528"/>
            <ac:grpSpMk id="66" creationId="{31FC5955-7925-9EB5-05F8-9EDAE6663273}"/>
          </ac:grpSpMkLst>
        </pc:grpChg>
        <pc:picChg chg="add mod">
          <ac:chgData name="CSPT02" userId="21f640c2-b5d5-40ed-b03e-b88c15baf445" providerId="ADAL" clId="{5E4C7A23-7495-4CE0-B184-6AB2701483E9}" dt="2025-08-21T09:41:07.783" v="429" actId="34135"/>
          <ac:picMkLst>
            <pc:docMk/>
            <pc:sldMk cId="2751026759" sldId="528"/>
            <ac:picMk id="4" creationId="{86FE7CFD-27CD-8727-E637-2C69809137A8}"/>
          </ac:picMkLst>
        </pc:picChg>
        <pc:inkChg chg="add mod">
          <ac:chgData name="CSPT02" userId="21f640c2-b5d5-40ed-b03e-b88c15baf445" providerId="ADAL" clId="{5E4C7A23-7495-4CE0-B184-6AB2701483E9}" dt="2025-08-21T09:44:29.962" v="433"/>
          <ac:inkMkLst>
            <pc:docMk/>
            <pc:sldMk cId="2751026759" sldId="528"/>
            <ac:inkMk id="7" creationId="{4E0B925E-4BE9-6024-9E08-5A0529F4B4F8}"/>
          </ac:inkMkLst>
        </pc:inkChg>
        <pc:inkChg chg="add mod">
          <ac:chgData name="CSPT02" userId="21f640c2-b5d5-40ed-b03e-b88c15baf445" providerId="ADAL" clId="{5E4C7A23-7495-4CE0-B184-6AB2701483E9}" dt="2025-08-21T09:45:09.326" v="438" actId="14100"/>
          <ac:inkMkLst>
            <pc:docMk/>
            <pc:sldMk cId="2751026759" sldId="528"/>
            <ac:inkMk id="8" creationId="{D98076D4-A12B-B82B-7901-50DA2B3C6C45}"/>
          </ac:inkMkLst>
        </pc:inkChg>
        <pc:inkChg chg="add mod">
          <ac:chgData name="CSPT02" userId="21f640c2-b5d5-40ed-b03e-b88c15baf445" providerId="ADAL" clId="{5E4C7A23-7495-4CE0-B184-6AB2701483E9}" dt="2025-08-21T09:45:21.318" v="441" actId="1076"/>
          <ac:inkMkLst>
            <pc:docMk/>
            <pc:sldMk cId="2751026759" sldId="528"/>
            <ac:inkMk id="9" creationId="{8573F24B-E060-3881-005C-9A6719548D86}"/>
          </ac:inkMkLst>
        </pc:inkChg>
        <pc:inkChg chg="add mod">
          <ac:chgData name="CSPT02" userId="21f640c2-b5d5-40ed-b03e-b88c15baf445" providerId="ADAL" clId="{5E4C7A23-7495-4CE0-B184-6AB2701483E9}" dt="2025-08-21T09:45:39.857" v="444" actId="14100"/>
          <ac:inkMkLst>
            <pc:docMk/>
            <pc:sldMk cId="2751026759" sldId="528"/>
            <ac:inkMk id="10" creationId="{A3901954-A1A2-19D7-6719-A5E98C256786}"/>
          </ac:inkMkLst>
        </pc:inkChg>
        <pc:inkChg chg="add mod">
          <ac:chgData name="CSPT02" userId="21f640c2-b5d5-40ed-b03e-b88c15baf445" providerId="ADAL" clId="{5E4C7A23-7495-4CE0-B184-6AB2701483E9}" dt="2025-08-21T09:45:47.561" v="448" actId="208"/>
          <ac:inkMkLst>
            <pc:docMk/>
            <pc:sldMk cId="2751026759" sldId="528"/>
            <ac:inkMk id="11" creationId="{807356FD-C789-CB6F-2A41-4B9EDBA0BBD5}"/>
          </ac:inkMkLst>
        </pc:inkChg>
        <pc:inkChg chg="add mod">
          <ac:chgData name="CSPT02" userId="21f640c2-b5d5-40ed-b03e-b88c15baf445" providerId="ADAL" clId="{5E4C7A23-7495-4CE0-B184-6AB2701483E9}" dt="2025-08-21T09:45:54.483" v="451" actId="208"/>
          <ac:inkMkLst>
            <pc:docMk/>
            <pc:sldMk cId="2751026759" sldId="528"/>
            <ac:inkMk id="12" creationId="{E2B655F1-9B18-3166-303F-102EDE205BD8}"/>
          </ac:inkMkLst>
        </pc:inkChg>
        <pc:inkChg chg="add mod">
          <ac:chgData name="CSPT02" userId="21f640c2-b5d5-40ed-b03e-b88c15baf445" providerId="ADAL" clId="{5E4C7A23-7495-4CE0-B184-6AB2701483E9}" dt="2025-08-21T09:48:09.062" v="476" actId="1037"/>
          <ac:inkMkLst>
            <pc:docMk/>
            <pc:sldMk cId="2751026759" sldId="528"/>
            <ac:inkMk id="31" creationId="{E67E7BE6-20F0-C55F-9DFF-90CE654F78F9}"/>
          </ac:inkMkLst>
        </pc:inkChg>
        <pc:cxnChg chg="mod">
          <ac:chgData name="CSPT02" userId="21f640c2-b5d5-40ed-b03e-b88c15baf445" providerId="ADAL" clId="{5E4C7A23-7495-4CE0-B184-6AB2701483E9}" dt="2025-08-21T09:49:59.441" v="586" actId="1038"/>
          <ac:cxnSpMkLst>
            <pc:docMk/>
            <pc:sldMk cId="2751026759" sldId="528"/>
            <ac:cxnSpMk id="20" creationId="{D24AC8A5-1F46-F493-A373-32FD06AC1C40}"/>
          </ac:cxnSpMkLst>
        </pc:cxnChg>
      </pc:sldChg>
    </pc:docChg>
  </pc:docChgLst>
  <pc:docChgLst>
    <pc:chgData name="CSPT02" userId="21f640c2-b5d5-40ed-b03e-b88c15baf445" providerId="ADAL" clId="{1C8F2B56-42B1-4E99-8622-A76740E93BEE}"/>
    <pc:docChg chg="modSld">
      <pc:chgData name="CSPT02" userId="21f640c2-b5d5-40ed-b03e-b88c15baf445" providerId="ADAL" clId="{1C8F2B56-42B1-4E99-8622-A76740E93BEE}" dt="2025-07-11T09:25:27.427" v="3" actId="14100"/>
      <pc:docMkLst>
        <pc:docMk/>
      </pc:docMkLst>
      <pc:sldChg chg="modSp mod">
        <pc:chgData name="CSPT02" userId="21f640c2-b5d5-40ed-b03e-b88c15baf445" providerId="ADAL" clId="{1C8F2B56-42B1-4E99-8622-A76740E93BEE}" dt="2025-07-11T09:25:27.427" v="3" actId="14100"/>
        <pc:sldMkLst>
          <pc:docMk/>
          <pc:sldMk cId="2313597019" sldId="371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5-09T02:20:36.657"/>
    </inkml:context>
    <inkml:brush xml:id="br0">
      <inkml:brushProperty name="width" value="0.3" units="cm"/>
      <inkml:brushProperty name="height" value="0.6" units="cm"/>
      <inkml:brushProperty name="color" value="#FFC0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0,'2664'0,"-2630"0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9T05:49:01.241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0,'4880'0,"-4820"0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9T05:49:20.722"/>
    </inkml:context>
    <inkml:brush xml:id="br0">
      <inkml:brushProperty name="width" value="0.3" units="cm"/>
      <inkml:brushProperty name="height" value="0.6" units="cm"/>
      <inkml:brushProperty name="color" value="#92D05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0,'3395'0,"-3353"0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9T05:49:32.154"/>
    </inkml:context>
    <inkml:brush xml:id="br0">
      <inkml:brushProperty name="width" value="0.3" units="cm"/>
      <inkml:brushProperty name="height" value="0.6" units="cm"/>
      <inkml:brushProperty name="color" value="#92D05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0,'1449'0,"-1431"0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9T05:49:39.247"/>
    </inkml:context>
    <inkml:brush xml:id="br0">
      <inkml:brushProperty name="width" value="0.3" units="cm"/>
      <inkml:brushProperty name="height" value="0.6" units="cm"/>
      <inkml:brushProperty name="color" value="#61CBF4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0,'4263'0,"-4210"0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9T05:50:05.504"/>
    </inkml:context>
    <inkml:brush xml:id="br0">
      <inkml:brushProperty name="width" value="0.3" units="cm"/>
      <inkml:brushProperty name="height" value="0.6" units="cm"/>
      <inkml:brushProperty name="color" value="#FF7C8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0,'6941'0,"-6854"0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9T06:12:29.954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0,'2590'0,"-2559"0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9T06:12:29.955"/>
    </inkml:context>
    <inkml:brush xml:id="br0">
      <inkml:brushProperty name="width" value="0.3" units="cm"/>
      <inkml:brushProperty name="height" value="0.6" units="cm"/>
      <inkml:brushProperty name="color" value="#92D05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0,'7827'0,"-7730"0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9T06:12:29.957"/>
    </inkml:context>
    <inkml:brush xml:id="br0">
      <inkml:brushProperty name="width" value="0.3" units="cm"/>
      <inkml:brushProperty name="height" value="0.6" units="cm"/>
      <inkml:brushProperty name="color" value="#61CBF4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0,'8751'0,"-8644"0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9T06:12:29.958"/>
    </inkml:context>
    <inkml:brush xml:id="br0">
      <inkml:brushProperty name="width" value="0.3" units="cm"/>
      <inkml:brushProperty name="height" value="0.6" units="cm"/>
      <inkml:brushProperty name="color" value="#FF7C8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0,'8458'0,"-8352"0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9T06:37:57.208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0,'2590'0,"-2559"0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9T06:37:57.209"/>
    </inkml:context>
    <inkml:brush xml:id="br0">
      <inkml:brushProperty name="width" value="0.3" units="cm"/>
      <inkml:brushProperty name="height" value="0.6" units="cm"/>
      <inkml:brushProperty name="color" value="#92D05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0,'5750'0,"-5679"0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9T06:37:57.210"/>
    </inkml:context>
    <inkml:brush xml:id="br0">
      <inkml:brushProperty name="width" value="0.3" units="cm"/>
      <inkml:brushProperty name="height" value="0.6" units="cm"/>
      <inkml:brushProperty name="color" value="#61CBF4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0,'7860'0,"-7763"0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9T06:37:57.211"/>
    </inkml:context>
    <inkml:brush xml:id="br0">
      <inkml:brushProperty name="width" value="0.3" units="cm"/>
      <inkml:brushProperty name="height" value="0.6" units="cm"/>
      <inkml:brushProperty name="color" value="#FF7C8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0,'6413'0,"-6333"0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9T06:58:23.986"/>
    </inkml:context>
    <inkml:brush xml:id="br0">
      <inkml:brushProperty name="width" value="0.3" units="cm"/>
      <inkml:brushProperty name="height" value="0.6" units="cm"/>
      <inkml:brushProperty name="color" value="#92D05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0,'1398'0,"-1381"0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9T06:58:23.987"/>
    </inkml:context>
    <inkml:brush xml:id="br0">
      <inkml:brushProperty name="width" value="0.3" units="cm"/>
      <inkml:brushProperty name="height" value="0.6" units="cm"/>
      <inkml:brushProperty name="color" value="#FF7C8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0,'1048'0,"-1034"0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9T06:58:23.990"/>
    </inkml:context>
    <inkml:brush xml:id="br0">
      <inkml:brushProperty name="width" value="0.3" units="cm"/>
      <inkml:brushProperty name="height" value="0.6" units="cm"/>
      <inkml:brushProperty name="color" value="#37CB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0,'4775'0,"-4716"0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9T06:58:23.991"/>
    </inkml:context>
    <inkml:brush xml:id="br0">
      <inkml:brushProperty name="width" value="0.3" units="cm"/>
      <inkml:brushProperty name="height" value="0.6" units="cm"/>
      <inkml:brushProperty name="color" value="#FFC0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0,'6042'0,"-5968"0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9T06:58:23.992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0,'1398'0,"-1380"0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9T06:59:33.970"/>
    </inkml:context>
    <inkml:brush xml:id="br0">
      <inkml:brushProperty name="width" value="0.3" units="cm"/>
      <inkml:brushProperty name="height" value="0.6" units="cm"/>
      <inkml:brushProperty name="color" value="#E59EDD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0,'6681'0,"-6599"0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9T07:00:58.488"/>
    </inkml:context>
    <inkml:brush xml:id="br0">
      <inkml:brushProperty name="width" value="0.3" units="cm"/>
      <inkml:brushProperty name="height" value="0.6" units="cm"/>
      <inkml:brushProperty name="color" value="#F6C6AD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0,'7357'0,"-7266"0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9T08:25:32.788"/>
    </inkml:context>
    <inkml:brush xml:id="br0">
      <inkml:brushProperty name="width" value="0.3" units="cm"/>
      <inkml:brushProperty name="height" value="0.6" units="cm"/>
      <inkml:brushProperty name="color" value="#92D05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0,'2770'0,"-2735"0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9T08:25:32.789"/>
    </inkml:context>
    <inkml:brush xml:id="br0">
      <inkml:brushProperty name="width" value="0.3" units="cm"/>
      <inkml:brushProperty name="height" value="0.6" units="cm"/>
      <inkml:brushProperty name="color" value="#FF7C8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0,'4613'0,"-4554"0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9T08:25:32.790"/>
    </inkml:context>
    <inkml:brush xml:id="br0">
      <inkml:brushProperty name="width" value="0.3" units="cm"/>
      <inkml:brushProperty name="height" value="0.6" units="cm"/>
      <inkml:brushProperty name="color" value="#37CB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0,'2345'0,"-2316"0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9T08:25:32.792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0,'3464'0,"-3420"0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9T08:25:32.793"/>
    </inkml:context>
    <inkml:brush xml:id="br0">
      <inkml:brushProperty name="width" value="0.3" units="cm"/>
      <inkml:brushProperty name="height" value="0.6" units="cm"/>
      <inkml:brushProperty name="color" value="#E59EDD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0,'4614'0,"-4557"0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9T07:42:52.976"/>
    </inkml:context>
    <inkml:brush xml:id="br0">
      <inkml:brushProperty name="width" value="0.3" units="cm"/>
      <inkml:brushProperty name="height" value="0.6" units="cm"/>
      <inkml:brushProperty name="color" value="#92D05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0,'6738'0,"-6654"0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9T07:42:52.977"/>
    </inkml:context>
    <inkml:brush xml:id="br0">
      <inkml:brushProperty name="width" value="0.3" units="cm"/>
      <inkml:brushProperty name="height" value="0.6" units="cm"/>
      <inkml:brushProperty name="color" value="#FF7C8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0,'8835'0,"-8722"0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9T07:42:52.978"/>
    </inkml:context>
    <inkml:brush xml:id="br0">
      <inkml:brushProperty name="width" value="0.3" units="cm"/>
      <inkml:brushProperty name="height" value="0.6" units="cm"/>
      <inkml:brushProperty name="color" value="#37CB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0,'5948'0,"-5874"0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9T07:42:52.979"/>
    </inkml:context>
    <inkml:brush xml:id="br0">
      <inkml:brushProperty name="width" value="0.3" units="cm"/>
      <inkml:brushProperty name="height" value="0.6" units="cm"/>
      <inkml:brushProperty name="color" value="#FFC0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0,'6042'0,"-5968"0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9T07:42:52.980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0,'4626'0,"-4568"0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9T07:42:52.981"/>
    </inkml:context>
    <inkml:brush xml:id="br0">
      <inkml:brushProperty name="width" value="0.3" units="cm"/>
      <inkml:brushProperty name="height" value="0.6" units="cm"/>
      <inkml:brushProperty name="color" value="#E59EDD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0,'4626'0,"-4569"0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9T07:42:52.982"/>
    </inkml:context>
    <inkml:brush xml:id="br0">
      <inkml:brushProperty name="width" value="0.3" units="cm"/>
      <inkml:brushProperty name="height" value="0.6" units="cm"/>
      <inkml:brushProperty name="color" value="#F6C6AD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0,'4489'0,"-4433"0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9T08:57:17.059"/>
    </inkml:context>
    <inkml:brush xml:id="br0">
      <inkml:brushProperty name="width" value="0.3" units="cm"/>
      <inkml:brushProperty name="height" value="0.6" units="cm"/>
      <inkml:brushProperty name="color" value="#D9F2D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0,'208'0,"-206"0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9T08:57:17.062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0,'4626'0,"-4568"0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9T08:57:17.063"/>
    </inkml:context>
    <inkml:brush xml:id="br0">
      <inkml:brushProperty name="width" value="0.3" units="cm"/>
      <inkml:brushProperty name="height" value="0.6" units="cm"/>
      <inkml:brushProperty name="color" value="#E59EDD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0,'4626'0,"-4569"0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9T08:57:17.064"/>
    </inkml:context>
    <inkml:brush xml:id="br0">
      <inkml:brushProperty name="width" value="0.3" units="cm"/>
      <inkml:brushProperty name="height" value="0.6" units="cm"/>
      <inkml:brushProperty name="color" value="#F6C6AD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0,'20318'0,"-20068"0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9T09:04:03.086"/>
    </inkml:context>
    <inkml:brush xml:id="br0">
      <inkml:brushProperty name="width" value="0.3" units="cm"/>
      <inkml:brushProperty name="height" value="0.6" units="cm"/>
      <inkml:brushProperty name="color" value="#96DCF8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0,'208'0,"-206"0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9T09:40:38.389"/>
    </inkml:context>
    <inkml:brush xml:id="br0">
      <inkml:brushProperty name="width" value="0.3" units="cm"/>
      <inkml:brushProperty name="height" value="0.6" units="cm"/>
      <inkml:brushProperty name="color" value="#C2F1C8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0,'4297'0,"-4244"0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9T09:41:08.691"/>
    </inkml:context>
    <inkml:brush xml:id="br0">
      <inkml:brushProperty name="width" value="0.3" units="cm"/>
      <inkml:brushProperty name="height" value="0.6" units="cm"/>
      <inkml:brushProperty name="color" value="#F6C6AD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0,'10301'0,"-10174"0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9T09:41:19.369"/>
    </inkml:context>
    <inkml:brush xml:id="br0">
      <inkml:brushProperty name="width" value="0.3" units="cm"/>
      <inkml:brushProperty name="height" value="0.6" units="cm"/>
      <inkml:brushProperty name="color" value="#E59EDD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0,'4840'0,"-4780"0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9T10:25:32.493"/>
    </inkml:context>
    <inkml:brush xml:id="br0">
      <inkml:brushProperty name="width" value="0.3" units="cm"/>
      <inkml:brushProperty name="height" value="0.6" units="cm"/>
      <inkml:brushProperty name="color" value="#37CB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0,'7775'0,"-7680"0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9T10:25:32.494"/>
    </inkml:context>
    <inkml:brush xml:id="br0">
      <inkml:brushProperty name="width" value="0.3" units="cm"/>
      <inkml:brushProperty name="height" value="0.6" units="cm"/>
      <inkml:brushProperty name="color" value="#92D05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0,'4156'0,"-4105"0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9T10:25:32.495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0,'4157'0,"-4105"0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9T10:25:32.496"/>
    </inkml:context>
    <inkml:brush xml:id="br0">
      <inkml:brushProperty name="width" value="0.3" units="cm"/>
      <inkml:brushProperty name="height" value="0.6" units="cm"/>
      <inkml:brushProperty name="color" value="#F8CBAD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0,'3863'0,"-3816"0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9T10:38:16.567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0,'3494'0,"-3450"0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9T10:38:16.568"/>
    </inkml:context>
    <inkml:brush xml:id="br0">
      <inkml:brushProperty name="width" value="0.3" units="cm"/>
      <inkml:brushProperty name="height" value="0.6" units="cm"/>
      <inkml:brushProperty name="color" value="#37CB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0,'4200'0,"-4149"0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9T10:38:16.569"/>
    </inkml:context>
    <inkml:brush xml:id="br0">
      <inkml:brushProperty name="width" value="0.3" units="cm"/>
      <inkml:brushProperty name="height" value="0.6" units="cm"/>
      <inkml:brushProperty name="color" value="#92D05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0,'9336'0,"-9220"0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9T10:52:38.588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0,'3565'0,"-3521"0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9T10:52:38.589"/>
    </inkml:context>
    <inkml:brush xml:id="br0">
      <inkml:brushProperty name="width" value="0.3" units="cm"/>
      <inkml:brushProperty name="height" value="0.6" units="cm"/>
      <inkml:brushProperty name="color" value="#37CB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0,'3285'0,"-3245"0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9T10:52:38.590"/>
    </inkml:context>
    <inkml:brush xml:id="br0">
      <inkml:brushProperty name="width" value="0.3" units="cm"/>
      <inkml:brushProperty name="height" value="0.6" units="cm"/>
      <inkml:brushProperty name="color" value="#92D05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0,'4442'0,"-4386"0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9T10:54:34.553"/>
    </inkml:context>
    <inkml:brush xml:id="br0">
      <inkml:brushProperty name="width" value="0.3" units="cm"/>
      <inkml:brushProperty name="height" value="0.6" units="cm"/>
      <inkml:brushProperty name="color" value="#E59EDD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0,'3758'0,"-3711"0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9T10:54:46.220"/>
    </inkml:context>
    <inkml:brush xml:id="br0">
      <inkml:brushProperty name="width" value="0.3" units="cm"/>
      <inkml:brushProperty name="height" value="0.6" units="cm"/>
      <inkml:brushProperty name="color" value="#E59EDD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0,'4065'0,"-4015"0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09T10:57:52.382"/>
    </inkml:context>
    <inkml:brush xml:id="br0">
      <inkml:brushProperty name="width" value="0.3" units="cm"/>
      <inkml:brushProperty name="height" value="0.6" units="cm"/>
      <inkml:brushProperty name="color" value="#FFC0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0,'3347'0,"-3305"0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0T04:17:55.463"/>
    </inkml:context>
    <inkml:brush xml:id="br0">
      <inkml:brushProperty name="width" value="0.3" units="cm"/>
      <inkml:brushProperty name="height" value="0.6" units="cm"/>
      <inkml:brushProperty name="color" value="#92D05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0,'2144'0,"-2117"0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0T04:17:55.464"/>
    </inkml:context>
    <inkml:brush xml:id="br0">
      <inkml:brushProperty name="width" value="0.3" units="cm"/>
      <inkml:brushProperty name="height" value="0.6" units="cm"/>
      <inkml:brushProperty name="color" value="#FF7C8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0,'3781'0,"-3733"0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0T04:17:55.465"/>
    </inkml:context>
    <inkml:brush xml:id="br0">
      <inkml:brushProperty name="width" value="0.3" units="cm"/>
      <inkml:brushProperty name="height" value="0.6" units="cm"/>
      <inkml:brushProperty name="color" value="#37CB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0,'3136'0,"-3097"0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0T04:17:55.466"/>
    </inkml:context>
    <inkml:brush xml:id="br0">
      <inkml:brushProperty name="width" value="0.3" units="cm"/>
      <inkml:brushProperty name="height" value="0.6" units="cm"/>
      <inkml:brushProperty name="color" value="#FFC0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0,'2145'0,"-2119"0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0T04:17:55.467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0,'9335'0,"-9218"0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0T04:17:55.468"/>
    </inkml:context>
    <inkml:brush xml:id="br0">
      <inkml:brushProperty name="width" value="0.3" units="cm"/>
      <inkml:brushProperty name="height" value="0.6" units="cm"/>
      <inkml:brushProperty name="color" value="#E59EDD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0,'6965'0,"-6879"0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0T04:50:46.765"/>
    </inkml:context>
    <inkml:brush xml:id="br0">
      <inkml:brushProperty name="width" value="0.3" units="cm"/>
      <inkml:brushProperty name="height" value="0.6" units="cm"/>
      <inkml:brushProperty name="color" value="#92D05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0,'1700'0,"-1679"0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0T04:50:46.766"/>
    </inkml:context>
    <inkml:brush xml:id="br0">
      <inkml:brushProperty name="width" value="0.3" units="cm"/>
      <inkml:brushProperty name="height" value="0.6" units="cm"/>
      <inkml:brushProperty name="color" value="#FF7C8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0,'1641'0,"-1620"0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0T04:50:46.767"/>
    </inkml:context>
    <inkml:brush xml:id="br0">
      <inkml:brushProperty name="width" value="0.3" units="cm"/>
      <inkml:brushProperty name="height" value="0.6" units="cm"/>
      <inkml:brushProperty name="color" value="#37CB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0,'4340'0,"-4286"0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0T04:50:46.769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0,'1497'0,"-1478"0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0T05:16:04.790"/>
    </inkml:context>
    <inkml:brush xml:id="br0">
      <inkml:brushProperty name="width" value="0.3" units="cm"/>
      <inkml:brushProperty name="height" value="0.6" units="cm"/>
      <inkml:brushProperty name="color" value="#B4E5A2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0,'2067'0,"-2041"0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0T05:16:30.908"/>
    </inkml:context>
    <inkml:brush xml:id="br0">
      <inkml:brushProperty name="width" value="0.3" units="cm"/>
      <inkml:brushProperty name="height" value="0.6" units="cm"/>
      <inkml:brushProperty name="color" value="#37CB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0,'3940'0,"-3891"0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0T05:16:44.597"/>
    </inkml:context>
    <inkml:brush xml:id="br0">
      <inkml:brushProperty name="width" value="0.3" units="cm"/>
      <inkml:brushProperty name="height" value="0.6" units="cm"/>
      <inkml:brushProperty name="color" value="#FF7C8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0,'2190'0,"-2162"0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0T05:16:54.963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0,'3940'0,"-3891"0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0T05:31:06.814"/>
    </inkml:context>
    <inkml:brush xml:id="br0">
      <inkml:brushProperty name="width" value="0.3" units="cm"/>
      <inkml:brushProperty name="height" value="0.6" units="cm"/>
      <inkml:brushProperty name="color" value="#FFC0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0,'3940'0,"-3891"0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0T05:31:19.070"/>
    </inkml:context>
    <inkml:brush xml:id="br0">
      <inkml:brushProperty name="width" value="0.3" units="cm"/>
      <inkml:brushProperty name="height" value="0.6" units="cm"/>
      <inkml:brushProperty name="color" value="#F6C6AD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0,'6349'0,"-6270"0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0T05:32:04.955"/>
    </inkml:context>
    <inkml:brush xml:id="br0">
      <inkml:brushProperty name="width" value="0.3" units="cm"/>
      <inkml:brushProperty name="height" value="0.6" units="cm"/>
      <inkml:brushProperty name="color" value="#92D05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0,'5360'0,"-5293"0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0T05:53:29.243"/>
    </inkml:context>
    <inkml:brush xml:id="br0">
      <inkml:brushProperty name="width" value="0.3" units="cm"/>
      <inkml:brushProperty name="height" value="0.6" units="cm"/>
      <inkml:brushProperty name="color" value="#FF7C8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0,'3256'0,"-3215"0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0T05:53:39.019"/>
    </inkml:context>
    <inkml:brush xml:id="br0">
      <inkml:brushProperty name="width" value="0.3" units="cm"/>
      <inkml:brushProperty name="height" value="0.6" units="cm"/>
      <inkml:brushProperty name="color" value="#37CB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0,'4487'0,"-4432"0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0T05:53:46.356"/>
    </inkml:context>
    <inkml:brush xml:id="br0">
      <inkml:brushProperty name="width" value="0.3" units="cm"/>
      <inkml:brushProperty name="height" value="0.6" units="cm"/>
      <inkml:brushProperty name="color" value="#FFC0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0,'2974'0,"-2937"0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0T05:53:53.712"/>
    </inkml:context>
    <inkml:brush xml:id="br0">
      <inkml:brushProperty name="width" value="0.3" units="cm"/>
      <inkml:brushProperty name="height" value="0.6" units="cm"/>
      <inkml:brushProperty name="color" value="#F6C6AD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0,'11959'0,"-11810"0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0T05:54:14.072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0,'6165'0,"-6088"0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0T05:53:29.243"/>
    </inkml:context>
    <inkml:brush xml:id="br0">
      <inkml:brushProperty name="width" value="0.3" units="cm"/>
      <inkml:brushProperty name="height" value="0.6" units="cm"/>
      <inkml:brushProperty name="color" value="#FF7C8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0,'3256'0,"-3215"0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0T05:53:39.019"/>
    </inkml:context>
    <inkml:brush xml:id="br0">
      <inkml:brushProperty name="width" value="0.3" units="cm"/>
      <inkml:brushProperty name="height" value="0.6" units="cm"/>
      <inkml:brushProperty name="color" value="#37CB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0,'4487'0,"-4432"0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0T05:53:46.356"/>
    </inkml:context>
    <inkml:brush xml:id="br0">
      <inkml:brushProperty name="width" value="0.3" units="cm"/>
      <inkml:brushProperty name="height" value="0.6" units="cm"/>
      <inkml:brushProperty name="color" value="#FFC0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0,'2974'0,"-2937"0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0T05:53:53.712"/>
    </inkml:context>
    <inkml:brush xml:id="br0">
      <inkml:brushProperty name="width" value="0.3" units="cm"/>
      <inkml:brushProperty name="height" value="0.6" units="cm"/>
      <inkml:brushProperty name="color" value="#F6C6AD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0,'11959'0,"-11810"0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0T05:54:14.072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0,'6165'0,"-6088"0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0T06:40:08.924"/>
    </inkml:context>
    <inkml:brush xml:id="br0">
      <inkml:brushProperty name="width" value="0.3" units="cm"/>
      <inkml:brushProperty name="height" value="0.6" units="cm"/>
      <inkml:brushProperty name="color" value="#E59EDD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0,'1991'0,"-1966"0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0T06:40:30.951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0,'6165'0,"-6088"0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0T06:40:36.279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0,'2070'0,"-2045"0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0T07:05:22.197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0,'1834'0,"-1811"0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0T07:05:31.655"/>
    </inkml:context>
    <inkml:brush xml:id="br0">
      <inkml:brushProperty name="width" value="0.3" units="cm"/>
      <inkml:brushProperty name="height" value="0.6" units="cm"/>
      <inkml:brushProperty name="color" value="#96DCF8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0,'2405'0,"-2375"0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0T07:05:55.291"/>
    </inkml:context>
    <inkml:brush xml:id="br0">
      <inkml:brushProperty name="width" value="0.3" units="cm"/>
      <inkml:brushProperty name="height" value="0.6" units="cm"/>
      <inkml:brushProperty name="color" value="#FF7C8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0,'2068'0,"-2042"0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0T07:06:44.354"/>
    </inkml:context>
    <inkml:brush xml:id="br0">
      <inkml:brushProperty name="width" value="0.3" units="cm"/>
      <inkml:brushProperty name="height" value="0.6" units="cm"/>
      <inkml:brushProperty name="color" value="#E59EDD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0,'2068'0,"-2042"0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0T07:07:00.533"/>
    </inkml:context>
    <inkml:brush xml:id="br0">
      <inkml:brushProperty name="width" value="0.3" units="cm"/>
      <inkml:brushProperty name="height" value="0.6" units="cm"/>
      <inkml:brushProperty name="color" value="#B4E5A2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0,'6021'0,"-5945"0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0T07:11:00.434"/>
    </inkml:context>
    <inkml:brush xml:id="br0">
      <inkml:brushProperty name="width" value="0.3" units="cm"/>
      <inkml:brushProperty name="height" value="0.6" units="cm"/>
      <inkml:brushProperty name="color" value="#92D05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0,'5774'0,"-5702"0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0T07:16:15.536"/>
    </inkml:context>
    <inkml:brush xml:id="br0">
      <inkml:brushProperty name="width" value="0.3" units="cm"/>
      <inkml:brushProperty name="height" value="0.6" units="cm"/>
      <inkml:brushProperty name="color" value="#FFC0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0,'3552'0,"-3507"0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0T07:32:15.581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0,'1834'0,"-1811"0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0T07:32:43.779"/>
    </inkml:context>
    <inkml:brush xml:id="br0">
      <inkml:brushProperty name="width" value="0.3" units="cm"/>
      <inkml:brushProperty name="height" value="0.6" units="cm"/>
      <inkml:brushProperty name="color" value="#96DCF8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0,'5165'0,"-5100"0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0T07:33:51.436"/>
    </inkml:context>
    <inkml:brush xml:id="br0">
      <inkml:brushProperty name="width" value="0.3" units="cm"/>
      <inkml:brushProperty name="height" value="0.6" units="cm"/>
      <inkml:brushProperty name="color" value="#B4E5A2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0,'2252'0,"-2224"0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0T07:35:06.420"/>
    </inkml:context>
    <inkml:brush xml:id="br0">
      <inkml:brushProperty name="width" value="0.3" units="cm"/>
      <inkml:brushProperty name="height" value="0.6" units="cm"/>
      <inkml:brushProperty name="color" value="#FF7C8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0,'1784'0,"-1762"0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1T09:18:49.884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0,'2189'0,"-2161"0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1T09:19:07.210"/>
    </inkml:context>
    <inkml:brush xml:id="br0">
      <inkml:brushProperty name="width" value="0.3" units="cm"/>
      <inkml:brushProperty name="height" value="0.6" units="cm"/>
      <inkml:brushProperty name="color" value="#96DCF8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0,'1750'0,"-1728"0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1T09:19:26.716"/>
    </inkml:context>
    <inkml:brush xml:id="br0">
      <inkml:brushProperty name="width" value="0.3" units="cm"/>
      <inkml:brushProperty name="height" value="0.6" units="cm"/>
      <inkml:brushProperty name="color" value="#B4E5A2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0,'2252'0,"-2224"0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1T09:20:46.142"/>
    </inkml:context>
    <inkml:brush xml:id="br0">
      <inkml:brushProperty name="width" value="0.3" units="cm"/>
      <inkml:brushProperty name="height" value="0.6" units="cm"/>
      <inkml:brushProperty name="color" value="#FF7C8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0,'5765'0,"-5693"0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1T09:32:21.387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0,'888'0,"-877"0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1T09:32:28.801"/>
    </inkml:context>
    <inkml:brush xml:id="br0">
      <inkml:brushProperty name="width" value="0.3" units="cm"/>
      <inkml:brushProperty name="height" value="0.6" units="cm"/>
      <inkml:brushProperty name="color" value="#96DCF8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0,'888'0,"-877"0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1T09:32:57.684"/>
    </inkml:context>
    <inkml:brush xml:id="br0">
      <inkml:brushProperty name="width" value="0.3" units="cm"/>
      <inkml:brushProperty name="height" value="0.6" units="cm"/>
      <inkml:brushProperty name="color" value="#B4E5A2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0,'2252'0,"-2224"0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1T09:33:44.553"/>
    </inkml:context>
    <inkml:brush xml:id="br0">
      <inkml:brushProperty name="width" value="0.3" units="cm"/>
      <inkml:brushProperty name="height" value="0.6" units="cm"/>
      <inkml:brushProperty name="color" value="#FF7C8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0,'1847'0,"-1824"0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1T09:34:02.775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0,'298'0,"-294"0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0T07:51:44.738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0,'1834'0,"-1811"0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0T07:51:44.739"/>
    </inkml:context>
    <inkml:brush xml:id="br0">
      <inkml:brushProperty name="width" value="0.3" units="cm"/>
      <inkml:brushProperty name="height" value="0.6" units="cm"/>
      <inkml:brushProperty name="color" value="#96DCF8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0,'1834'0,"-1811"0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0T07:51:44.740"/>
    </inkml:context>
    <inkml:brush xml:id="br0">
      <inkml:brushProperty name="width" value="0.3" units="cm"/>
      <inkml:brushProperty name="height" value="0.6" units="cm"/>
      <inkml:brushProperty name="color" value="#FF7C8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0,'2419'0,"-2389"0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0T07:51:44.741"/>
    </inkml:context>
    <inkml:brush xml:id="br0">
      <inkml:brushProperty name="width" value="0.3" units="cm"/>
      <inkml:brushProperty name="height" value="0.6" units="cm"/>
      <inkml:brushProperty name="color" value="#E59EDD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0,'1925'0,"-1901"0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0T07:51:44.742"/>
    </inkml:context>
    <inkml:brush xml:id="br0">
      <inkml:brushProperty name="width" value="0.3" units="cm"/>
      <inkml:brushProperty name="height" value="0.6" units="cm"/>
      <inkml:brushProperty name="color" value="#FFC0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0,'1834'0,"-1811"0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0T07:51:44.743"/>
    </inkml:context>
    <inkml:brush xml:id="br0">
      <inkml:brushProperty name="width" value="0.3" units="cm"/>
      <inkml:brushProperty name="height" value="0.6" units="cm"/>
      <inkml:brushProperty name="color" value="#B4E5A2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0,'3701'0,"-3655"0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0T07:56:17.541"/>
    </inkml:context>
    <inkml:brush xml:id="br0">
      <inkml:brushProperty name="width" value="0.3" units="cm"/>
      <inkml:brushProperty name="height" value="0.6" units="cm"/>
      <inkml:brushProperty name="color" value="#92D05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0,'3701'0,"-3655"0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0T07:59:31.648"/>
    </inkml:context>
    <inkml:brush xml:id="br0">
      <inkml:brushProperty name="width" value="0.3" units="cm"/>
      <inkml:brushProperty name="height" value="0.6" units="cm"/>
      <inkml:brushProperty name="color" value="#F6C6AD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0,'3571'0,"-3527"0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0T08:07:56.565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0,'1834'0,"-1811"0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0T08:08:07.439"/>
    </inkml:context>
    <inkml:brush xml:id="br0">
      <inkml:brushProperty name="width" value="0.3" units="cm"/>
      <inkml:brushProperty name="height" value="0.6" units="cm"/>
      <inkml:brushProperty name="color" value="#96DCF8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0,'1834'0,"-1811"0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0T08:08:35.336"/>
    </inkml:context>
    <inkml:brush xml:id="br0">
      <inkml:brushProperty name="width" value="0.3" units="cm"/>
      <inkml:brushProperty name="height" value="0.6" units="cm"/>
      <inkml:brushProperty name="color" value="#FF7C8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0,'2011'0,"-1986"0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0T08:08:46.722"/>
    </inkml:context>
    <inkml:brush xml:id="br0">
      <inkml:brushProperty name="width" value="0.3" units="cm"/>
      <inkml:brushProperty name="height" value="0.6" units="cm"/>
      <inkml:brushProperty name="color" value="#B4E5A2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0,'4957'0,"-4895"0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0T08:13:58.903"/>
    </inkml:context>
    <inkml:brush xml:id="br0">
      <inkml:brushProperty name="width" value="0.3" units="cm"/>
      <inkml:brushProperty name="height" value="0.6" units="cm"/>
      <inkml:brushProperty name="color" value="#F6C6AD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0,'1504'0,"-1485"0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1T09:44:29.961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0,'1834'0,"-1811"0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1T09:45:01.862"/>
    </inkml:context>
    <inkml:brush xml:id="br0">
      <inkml:brushProperty name="width" value="0.3" units="cm"/>
      <inkml:brushProperty name="height" value="0.6" units="cm"/>
      <inkml:brushProperty name="color" value="#FF7C8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0,'1834'0,"-1811"0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1T09:45:14.462"/>
    </inkml:context>
    <inkml:brush xml:id="br0">
      <inkml:brushProperty name="width" value="0.3" units="cm"/>
      <inkml:brushProperty name="height" value="0.6" units="cm"/>
      <inkml:brushProperty name="color" value="#96DCF8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0,'2146'0,"-2119"0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1T09:45:35.117"/>
    </inkml:context>
    <inkml:brush xml:id="br0">
      <inkml:brushProperty name="width" value="0.3" units="cm"/>
      <inkml:brushProperty name="height" value="0.6" units="cm"/>
      <inkml:brushProperty name="color" value="#F6C6AD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0,'2945'0,"-2908"0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1T09:45:41.353"/>
    </inkml:context>
    <inkml:brush xml:id="br0">
      <inkml:brushProperty name="width" value="0.3" units="cm"/>
      <inkml:brushProperty name="height" value="0.6" units="cm"/>
      <inkml:brushProperty name="color" value="#FFC0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0,'2413'0,"-2382"0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1T09:45:49.272"/>
    </inkml:context>
    <inkml:brush xml:id="br0">
      <inkml:brushProperty name="width" value="0.3" units="cm"/>
      <inkml:brushProperty name="height" value="0.6" units="cm"/>
      <inkml:brushProperty name="color" value="#E59EDD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0,'2413'0,"-2382"0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1T09:47:30.039"/>
    </inkml:context>
    <inkml:brush xml:id="br0">
      <inkml:brushProperty name="width" value="0.3" units="cm"/>
      <inkml:brushProperty name="height" value="0.6" units="cm"/>
      <inkml:brushProperty name="color" value="#B4E5A2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0,'2146'0,"-2119"0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0T08:27:51.476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0,'1834'0,"-1811"0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0T08:27:51.477"/>
    </inkml:context>
    <inkml:brush xml:id="br0">
      <inkml:brushProperty name="width" value="0.3" units="cm"/>
      <inkml:brushProperty name="height" value="0.6" units="cm"/>
      <inkml:brushProperty name="color" value="#96DCF8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0,'2405'0,"-2375"0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0T08:27:51.478"/>
    </inkml:context>
    <inkml:brush xml:id="br0">
      <inkml:brushProperty name="width" value="0.3" units="cm"/>
      <inkml:brushProperty name="height" value="0.6" units="cm"/>
      <inkml:brushProperty name="color" value="#FF7C8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0,'1834'0,"-1811"0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0T08:27:51.479"/>
    </inkml:context>
    <inkml:brush xml:id="br0">
      <inkml:brushProperty name="width" value="0.3" units="cm"/>
      <inkml:brushProperty name="height" value="0.6" units="cm"/>
      <inkml:brushProperty name="color" value="#E59EDD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0,'2068'0,"-2042"0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0T08:27:51.480"/>
    </inkml:context>
    <inkml:brush xml:id="br0">
      <inkml:brushProperty name="width" value="0.3" units="cm"/>
      <inkml:brushProperty name="height" value="0.6" units="cm"/>
      <inkml:brushProperty name="color" value="#B4E5A2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0,'3552'0,"-3507"0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0T08:27:51.481"/>
    </inkml:context>
    <inkml:brush xml:id="br0">
      <inkml:brushProperty name="width" value="0.3" units="cm"/>
      <inkml:brushProperty name="height" value="0.6" units="cm"/>
      <inkml:brushProperty name="color" value="#92D05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0,'3552'0,"-3507"0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0T08:27:51.482"/>
    </inkml:context>
    <inkml:brush xml:id="br0">
      <inkml:brushProperty name="width" value="0.3" units="cm"/>
      <inkml:brushProperty name="height" value="0.6" units="cm"/>
      <inkml:brushProperty name="color" value="#FFC0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0,'3825'0,"-3777"0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0T08:28:22.288"/>
    </inkml:context>
    <inkml:brush xml:id="br0">
      <inkml:brushProperty name="width" value="0.3" units="cm"/>
      <inkml:brushProperty name="height" value="0.6" units="cm"/>
      <inkml:brushProperty name="color" value="#F6C6AD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0,'1834'0,"-1811"0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0T10:04:26.825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0,'1672'0,"-1651"0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0T10:04:40.298"/>
    </inkml:context>
    <inkml:brush xml:id="br0">
      <inkml:brushProperty name="width" value="0.3" units="cm"/>
      <inkml:brushProperty name="height" value="0.6" units="cm"/>
      <inkml:brushProperty name="color" value="#C1E5F5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0,'2097'0,"-2071"0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0T10:07:04.406"/>
    </inkml:context>
    <inkml:brush xml:id="br0">
      <inkml:brushProperty name="width" value="0.3" units="cm"/>
      <inkml:brushProperty name="height" value="0.6" units="cm"/>
      <inkml:brushProperty name="color" value="#F6C6AD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0,'2756'0,"-2722"0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0T10:07:16.596"/>
    </inkml:context>
    <inkml:brush xml:id="br0">
      <inkml:brushProperty name="width" value="0.3" units="cm"/>
      <inkml:brushProperty name="height" value="0.6" units="cm"/>
      <inkml:brushProperty name="color" value="#FF7C8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0,'1672'0,"-1651"0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0T10:07:33.429"/>
    </inkml:context>
    <inkml:brush xml:id="br0">
      <inkml:brushProperty name="width" value="0.3" units="cm"/>
      <inkml:brushProperty name="height" value="0.6" units="cm"/>
      <inkml:brushProperty name="color" value="#00B0F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0,'1524'0,"-1505"0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0T10:14:03.537"/>
    </inkml:context>
    <inkml:brush xml:id="br0">
      <inkml:brushProperty name="width" value="0.3" units="cm"/>
      <inkml:brushProperty name="height" value="0.6" units="cm"/>
      <inkml:brushProperty name="color" value="#E59EDD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0,'2136'0,"-2109"0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0T10:14:18.539"/>
    </inkml:context>
    <inkml:brush xml:id="br0">
      <inkml:brushProperty name="width" value="0.3" units="cm"/>
      <inkml:brushProperty name="height" value="0.6" units="cm"/>
      <inkml:brushProperty name="color" value="#B4E5A2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0,'3552'0,"-3507"0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0T10:20:01.370"/>
    </inkml:context>
    <inkml:brush xml:id="br0">
      <inkml:brushProperty name="width" value="0.3" units="cm"/>
      <inkml:brushProperty name="height" value="0.6" units="cm"/>
      <inkml:brushProperty name="color" value="#FFC0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0,'3429'0,"-3386"0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0T10:39:38.071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0,'1982'0,"-1957"0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0T10:39:46.837"/>
    </inkml:context>
    <inkml:brush xml:id="br0">
      <inkml:brushProperty name="width" value="0.3" units="cm"/>
      <inkml:brushProperty name="height" value="0.6" units="cm"/>
      <inkml:brushProperty name="color" value="#C1E5F5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0,'2097'0,"-2071"0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0T10:40:06.187"/>
    </inkml:context>
    <inkml:brush xml:id="br0">
      <inkml:brushProperty name="width" value="0.3" units="cm"/>
      <inkml:brushProperty name="height" value="0.6" units="cm"/>
      <inkml:brushProperty name="color" value="#FF7C8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0,'1982'0,"-1957"0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0T10:40:24.549"/>
    </inkml:context>
    <inkml:brush xml:id="br0">
      <inkml:brushProperty name="width" value="0.3" units="cm"/>
      <inkml:brushProperty name="height" value="0.6" units="cm"/>
      <inkml:brushProperty name="color" value="#E59EDD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0,'2136'0,"-2109"0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0T10:40:39.337"/>
    </inkml:context>
    <inkml:brush xml:id="br0">
      <inkml:brushProperty name="width" value="0.3" units="cm"/>
      <inkml:brushProperty name="height" value="0.6" units="cm"/>
      <inkml:brushProperty name="color" value="#B4E5A2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0,'9204'0,"-9089"0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0T10:58:22.703"/>
    </inkml:context>
    <inkml:brush xml:id="br0">
      <inkml:brushProperty name="width" value="0.3" units="cm"/>
      <inkml:brushProperty name="height" value="0.6" units="cm"/>
      <inkml:brushProperty name="color" value="#61CBF4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0,'6472'0,"-6391"0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0-24T08:02:14.747"/>
    </inkml:context>
    <inkml:brush xml:id="br0">
      <inkml:brushProperty name="width" value="0.3" units="cm"/>
      <inkml:brushProperty name="height" value="0.6" units="cm"/>
      <inkml:brushProperty name="color" value="#92D05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0,'4343'0,"-4289"0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0-24T08:02:14.748"/>
    </inkml:context>
    <inkml:brush xml:id="br0">
      <inkml:brushProperty name="width" value="0.3" units="cm"/>
      <inkml:brushProperty name="height" value="0.6" units="cm"/>
      <inkml:brushProperty name="color" value="#FFC0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0,'3454'0,"-3412"0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0-24T08:02:31.265"/>
    </inkml:context>
    <inkml:brush xml:id="br0">
      <inkml:brushProperty name="width" value="0.3" units="cm"/>
      <inkml:brushProperty name="height" value="0.6" units="cm"/>
      <inkml:brushProperty name="color" value="#FFC0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0,'6414'0,"-6335"0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0-24T08:02:59.435"/>
    </inkml:context>
    <inkml:brush xml:id="br0">
      <inkml:brushProperty name="width" value="0.3" units="cm"/>
      <inkml:brushProperty name="height" value="0.6" units="cm"/>
      <inkml:brushProperty name="color" value="#92D05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0,'3257'0,"-3216"0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1T04:37:45.704"/>
    </inkml:context>
    <inkml:brush xml:id="br0">
      <inkml:brushProperty name="width" value="0.3" units="cm"/>
      <inkml:brushProperty name="height" value="0.6" units="cm"/>
      <inkml:brushProperty name="color" value="#92D05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0,'2315'0,"-2286"0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1T04:38:26.017"/>
    </inkml:context>
    <inkml:brush xml:id="br0">
      <inkml:brushProperty name="width" value="0.3" units="cm"/>
      <inkml:brushProperty name="height" value="0.6" units="cm"/>
      <inkml:brushProperty name="color" value="#FFC0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0,'2216'0,"-2189"0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1T04:41:52.490"/>
    </inkml:context>
    <inkml:brush xml:id="br0">
      <inkml:brushProperty name="width" value="0.3" units="cm"/>
      <inkml:brushProperty name="height" value="0.6" units="cm"/>
      <inkml:brushProperty name="color" value="#E59EDD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0,'2914'0,"-2877"0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1T04:44:41.303"/>
    </inkml:context>
    <inkml:brush xml:id="br0">
      <inkml:brushProperty name="width" value="0.3" units="cm"/>
      <inkml:brushProperty name="height" value="0.6" units="cm"/>
      <inkml:brushProperty name="color" value="#FF7C8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0,'2216'0,"-2189"0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586087-1F39-4F7C-A8B5-4F559F509ECC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9AB876-D054-4C25-AB35-6273F25D5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5003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9AB876-D054-4C25-AB35-6273F25D5B2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9652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9AB876-D054-4C25-AB35-6273F25D5B2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0420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9AB876-D054-4C25-AB35-6273F25D5B2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6046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9AB876-D054-4C25-AB35-6273F25D5B2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8547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9AB876-D054-4C25-AB35-6273F25D5B2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194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9AB876-D054-4C25-AB35-6273F25D5B2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19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9AB876-D054-4C25-AB35-6273F25D5B2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7424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8C4D8-C456-5D3C-2BBE-DE73A79210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B4EECB-B8ED-CDEC-9863-E384E9B86B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B6B719-E9ED-8832-D78D-389BD8828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ECCA5-6062-41BF-AC54-356B7494B3C2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4D4863-39D6-634D-A0F2-E5B68B2C4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E95907-0C47-D256-6FC8-28EB4A62F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84886-5A1B-4D29-B273-E151FF309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9453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97738-6F43-A8F2-214E-4B982FEA5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9B10F7-E7E8-E12F-66AA-69C0D0FD9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984DA-06FF-0335-B8C2-E6EBBFB0A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ECCA5-6062-41BF-AC54-356B7494B3C2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ABA026-B99D-106D-7BA2-5ECC655FA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58F6B9-1367-4C75-4B7D-BEF423571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84886-5A1B-4D29-B273-E151FF309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448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D5453-46D6-E3AC-278E-C2DE53959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D0A772-5C7D-AA3D-F667-87D9DE400E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5E19D4-A1CA-4DA7-95E5-13F0C45D0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ECCA5-6062-41BF-AC54-356B7494B3C2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01EBF7-AA8E-639B-6C68-33A814149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91E852-EF2F-0AE4-1336-C277883B3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84886-5A1B-4D29-B273-E151FF309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3325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D1CB1-160E-56D4-1181-207598DC8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959120-1408-EB41-9867-B9CD61042A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FD50F1-7919-0162-B7C4-BAF394EB89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93CC03-15E4-C39E-1FDD-FB1ADE4BB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ECCA5-6062-41BF-AC54-356B7494B3C2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CB7767-3F0F-5176-28F9-90F6C02C0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70E5DA-AB15-00AA-9F50-174770B3A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84886-5A1B-4D29-B273-E151FF309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2481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1A890-E77D-DF52-4256-89684B413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DCE6C1-E8A0-99CE-866B-1CB647642A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FA46EE-3403-F725-6F32-74E83FF3AA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8BC3EA-E349-DBCF-B02E-4F4C7C8E75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0200D3-ACD0-E82D-1D3E-2611774836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072EB7-C007-86C0-1918-7FBC9660A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ECCA5-6062-41BF-AC54-356B7494B3C2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197C80-FA5F-CCD9-87EE-C7F85D62F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2597C1-876E-F8DD-75D2-15C7F9EC4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84886-5A1B-4D29-B273-E151FF309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1858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C2BD6-DAA2-A2E8-74CC-06B296522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4DE41F-AC60-AD2E-963B-30848B2DF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ECCA5-6062-41BF-AC54-356B7494B3C2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EE79B4-8D68-15FE-D056-D09056974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4BE7DA-63A9-2553-614A-381BAF2B3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84886-5A1B-4D29-B273-E151FF309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2324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87A3BA-B2EB-D6C7-036E-B054809B6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ECCA5-6062-41BF-AC54-356B7494B3C2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42D164-F196-79E2-340F-C729942D7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F0BC81-8F43-FA8D-7B13-04DEAD342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84886-5A1B-4D29-B273-E151FF309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36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CE1F8-1955-5F7A-E71E-069692F69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714477-A787-543C-F390-6EB64C253E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9B1F2C-092E-1F91-AAE5-DBEEEAB525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CB08AE-8E73-16AB-47CF-EFF43D049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ECCA5-6062-41BF-AC54-356B7494B3C2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03CAC3-D2D7-0DD2-8D83-4DD68147F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609B9C-E8C7-0EBA-8B67-03F321387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84886-5A1B-4D29-B273-E151FF309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196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BFE85-BF63-E418-AE43-67E25A948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D5FBD0-7E62-0326-EB11-B21E5BBDA8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297732-0FFB-55AD-AD50-F70C7DA436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278827-E267-5A30-315C-EA3B226C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ECCA5-6062-41BF-AC54-356B7494B3C2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C46868-C45E-6C1A-B8C1-754D31D54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0F5ACC-9939-D466-016C-279915A09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84886-5A1B-4D29-B273-E151FF309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5667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9A218-B294-0674-9C11-390CEC926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75E4EA-2C29-8761-46F7-F0C74491F7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0B54DA-D812-BFD5-C174-57814FDDC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ECCA5-6062-41BF-AC54-356B7494B3C2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DF3591-BBCA-E0F7-65AF-6E5C19CE6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16EECF-5EA1-6E2F-4985-0DAFA31A4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84886-5A1B-4D29-B273-E151FF309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8876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DBA4CE2-2110-9D8D-9BE9-066885337C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553859-77AC-8169-E139-E36C1F26F0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41F63A-9240-99F1-B3AC-1790D14C2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ECCA5-6062-41BF-AC54-356B7494B3C2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0161AA-D75D-E382-93BB-88FE5B579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CD37E1-CF21-2CD6-A03E-3BFF03AE4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84886-5A1B-4D29-B273-E151FF309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677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C52284-C218-ABE3-F9C6-F65DD1820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60A610-13ED-1402-FB96-D65F0057E3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470372-39B5-9D84-2E8A-A2C8818763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CECCA5-6062-41BF-AC54-356B7494B3C2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470141-1D7B-DD48-8A73-71C9902474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316F26-9986-60B6-FA99-7C1D8F72BD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184886-5A1B-4D29-B273-E151FF309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7458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customXml" Target="../ink/ink1.xml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9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Relationship Id="rId14" Type="http://schemas.openxmlformats.org/officeDocument/2006/relationships/image" Target="../media/image4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13" Type="http://schemas.openxmlformats.org/officeDocument/2006/relationships/image" Target="../media/image55.png"/><Relationship Id="rId18" Type="http://schemas.openxmlformats.org/officeDocument/2006/relationships/image" Target="../media/image60.png"/><Relationship Id="rId3" Type="http://schemas.openxmlformats.org/officeDocument/2006/relationships/customXml" Target="../ink/ink2.xml"/><Relationship Id="rId21" Type="http://schemas.openxmlformats.org/officeDocument/2006/relationships/image" Target="../media/image63.png"/><Relationship Id="rId7" Type="http://schemas.openxmlformats.org/officeDocument/2006/relationships/customXml" Target="../ink/ink4.xml"/><Relationship Id="rId12" Type="http://schemas.openxmlformats.org/officeDocument/2006/relationships/image" Target="../media/image54.png"/><Relationship Id="rId17" Type="http://schemas.openxmlformats.org/officeDocument/2006/relationships/image" Target="../media/image59.png"/><Relationship Id="rId2" Type="http://schemas.openxmlformats.org/officeDocument/2006/relationships/image" Target="../media/image49.png"/><Relationship Id="rId16" Type="http://schemas.openxmlformats.org/officeDocument/2006/relationships/image" Target="../media/image58.png"/><Relationship Id="rId20" Type="http://schemas.openxmlformats.org/officeDocument/2006/relationships/image" Target="../media/image6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png"/><Relationship Id="rId11" Type="http://schemas.openxmlformats.org/officeDocument/2006/relationships/customXml" Target="../ink/ink6.xml"/><Relationship Id="rId5" Type="http://schemas.openxmlformats.org/officeDocument/2006/relationships/customXml" Target="../ink/ink3.xml"/><Relationship Id="rId15" Type="http://schemas.openxmlformats.org/officeDocument/2006/relationships/image" Target="../media/image57.png"/><Relationship Id="rId10" Type="http://schemas.openxmlformats.org/officeDocument/2006/relationships/image" Target="../media/image53.png"/><Relationship Id="rId19" Type="http://schemas.openxmlformats.org/officeDocument/2006/relationships/image" Target="../media/image61.png"/><Relationship Id="rId4" Type="http://schemas.openxmlformats.org/officeDocument/2006/relationships/image" Target="../media/image50.png"/><Relationship Id="rId9" Type="http://schemas.openxmlformats.org/officeDocument/2006/relationships/customXml" Target="../ink/ink5.xml"/><Relationship Id="rId14" Type="http://schemas.openxmlformats.org/officeDocument/2006/relationships/image" Target="../media/image5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13" Type="http://schemas.openxmlformats.org/officeDocument/2006/relationships/image" Target="../media/image71.png"/><Relationship Id="rId18" Type="http://schemas.openxmlformats.org/officeDocument/2006/relationships/image" Target="../media/image76.png"/><Relationship Id="rId3" Type="http://schemas.openxmlformats.org/officeDocument/2006/relationships/customXml" Target="../ink/ink7.xml"/><Relationship Id="rId7" Type="http://schemas.openxmlformats.org/officeDocument/2006/relationships/customXml" Target="../ink/ink9.xml"/><Relationship Id="rId12" Type="http://schemas.openxmlformats.org/officeDocument/2006/relationships/image" Target="../media/image70.png"/><Relationship Id="rId17" Type="http://schemas.openxmlformats.org/officeDocument/2006/relationships/image" Target="../media/image75.png"/><Relationship Id="rId2" Type="http://schemas.openxmlformats.org/officeDocument/2006/relationships/image" Target="../media/image64.png"/><Relationship Id="rId16" Type="http://schemas.openxmlformats.org/officeDocument/2006/relationships/image" Target="../media/image74.png"/><Relationship Id="rId20" Type="http://schemas.openxmlformats.org/officeDocument/2006/relationships/image" Target="../media/image7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6.png"/><Relationship Id="rId11" Type="http://schemas.openxmlformats.org/officeDocument/2006/relationships/image" Target="../media/image69.png"/><Relationship Id="rId5" Type="http://schemas.openxmlformats.org/officeDocument/2006/relationships/customXml" Target="../ink/ink8.xml"/><Relationship Id="rId15" Type="http://schemas.openxmlformats.org/officeDocument/2006/relationships/image" Target="../media/image73.png"/><Relationship Id="rId10" Type="http://schemas.openxmlformats.org/officeDocument/2006/relationships/image" Target="../media/image68.png"/><Relationship Id="rId19" Type="http://schemas.openxmlformats.org/officeDocument/2006/relationships/image" Target="../media/image77.png"/><Relationship Id="rId4" Type="http://schemas.openxmlformats.org/officeDocument/2006/relationships/image" Target="../media/image65.png"/><Relationship Id="rId9" Type="http://schemas.openxmlformats.org/officeDocument/2006/relationships/customXml" Target="../ink/ink10.xml"/><Relationship Id="rId14" Type="http://schemas.openxmlformats.org/officeDocument/2006/relationships/image" Target="../media/image7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13" Type="http://schemas.openxmlformats.org/officeDocument/2006/relationships/image" Target="../media/image85.png"/><Relationship Id="rId18" Type="http://schemas.openxmlformats.org/officeDocument/2006/relationships/image" Target="../media/image90.png"/><Relationship Id="rId26" Type="http://schemas.openxmlformats.org/officeDocument/2006/relationships/image" Target="../media/image98.png"/><Relationship Id="rId3" Type="http://schemas.openxmlformats.org/officeDocument/2006/relationships/customXml" Target="../ink/ink11.xml"/><Relationship Id="rId21" Type="http://schemas.openxmlformats.org/officeDocument/2006/relationships/image" Target="../media/image93.png"/><Relationship Id="rId7" Type="http://schemas.openxmlformats.org/officeDocument/2006/relationships/customXml" Target="../ink/ink13.xml"/><Relationship Id="rId12" Type="http://schemas.openxmlformats.org/officeDocument/2006/relationships/image" Target="../media/image84.png"/><Relationship Id="rId17" Type="http://schemas.openxmlformats.org/officeDocument/2006/relationships/image" Target="../media/image89.png"/><Relationship Id="rId25" Type="http://schemas.openxmlformats.org/officeDocument/2006/relationships/image" Target="../media/image97.png"/><Relationship Id="rId2" Type="http://schemas.openxmlformats.org/officeDocument/2006/relationships/image" Target="../media/image79.png"/><Relationship Id="rId16" Type="http://schemas.openxmlformats.org/officeDocument/2006/relationships/image" Target="../media/image88.png"/><Relationship Id="rId20" Type="http://schemas.openxmlformats.org/officeDocument/2006/relationships/image" Target="../media/image92.png"/><Relationship Id="rId29" Type="http://schemas.openxmlformats.org/officeDocument/2006/relationships/image" Target="../media/image10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0.png"/><Relationship Id="rId11" Type="http://schemas.openxmlformats.org/officeDocument/2006/relationships/image" Target="../media/image83.png"/><Relationship Id="rId24" Type="http://schemas.openxmlformats.org/officeDocument/2006/relationships/image" Target="../media/image96.png"/><Relationship Id="rId5" Type="http://schemas.openxmlformats.org/officeDocument/2006/relationships/customXml" Target="../ink/ink12.xml"/><Relationship Id="rId15" Type="http://schemas.openxmlformats.org/officeDocument/2006/relationships/image" Target="../media/image87.png"/><Relationship Id="rId23" Type="http://schemas.openxmlformats.org/officeDocument/2006/relationships/image" Target="../media/image95.png"/><Relationship Id="rId28" Type="http://schemas.openxmlformats.org/officeDocument/2006/relationships/image" Target="../media/image100.png"/><Relationship Id="rId10" Type="http://schemas.openxmlformats.org/officeDocument/2006/relationships/image" Target="../media/image82.png"/><Relationship Id="rId19" Type="http://schemas.openxmlformats.org/officeDocument/2006/relationships/image" Target="../media/image91.png"/><Relationship Id="rId4" Type="http://schemas.openxmlformats.org/officeDocument/2006/relationships/image" Target="../media/image65.png"/><Relationship Id="rId9" Type="http://schemas.openxmlformats.org/officeDocument/2006/relationships/customXml" Target="../ink/ink14.xml"/><Relationship Id="rId14" Type="http://schemas.openxmlformats.org/officeDocument/2006/relationships/image" Target="../media/image86.png"/><Relationship Id="rId22" Type="http://schemas.openxmlformats.org/officeDocument/2006/relationships/image" Target="../media/image94.png"/><Relationship Id="rId27" Type="http://schemas.openxmlformats.org/officeDocument/2006/relationships/image" Target="../media/image99.png"/><Relationship Id="rId30" Type="http://schemas.openxmlformats.org/officeDocument/2006/relationships/image" Target="../media/image102.png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customXml" Target="../ink/ink20.xml"/><Relationship Id="rId18" Type="http://schemas.openxmlformats.org/officeDocument/2006/relationships/image" Target="../media/image112.png"/><Relationship Id="rId26" Type="http://schemas.openxmlformats.org/officeDocument/2006/relationships/image" Target="../media/image120.png"/><Relationship Id="rId39" Type="http://schemas.openxmlformats.org/officeDocument/2006/relationships/image" Target="../media/image133.png"/><Relationship Id="rId21" Type="http://schemas.openxmlformats.org/officeDocument/2006/relationships/image" Target="../media/image115.png"/><Relationship Id="rId34" Type="http://schemas.openxmlformats.org/officeDocument/2006/relationships/image" Target="../media/image128.png"/><Relationship Id="rId42" Type="http://schemas.openxmlformats.org/officeDocument/2006/relationships/image" Target="../media/image136.png"/><Relationship Id="rId47" Type="http://schemas.openxmlformats.org/officeDocument/2006/relationships/image" Target="../media/image141.png"/><Relationship Id="rId50" Type="http://schemas.openxmlformats.org/officeDocument/2006/relationships/image" Target="../media/image144.png"/><Relationship Id="rId7" Type="http://schemas.openxmlformats.org/officeDocument/2006/relationships/customXml" Target="../ink/ink17.xml"/><Relationship Id="rId2" Type="http://schemas.openxmlformats.org/officeDocument/2006/relationships/image" Target="../media/image103.png"/><Relationship Id="rId16" Type="http://schemas.openxmlformats.org/officeDocument/2006/relationships/image" Target="../media/image110.png"/><Relationship Id="rId29" Type="http://schemas.openxmlformats.org/officeDocument/2006/relationships/image" Target="../media/image123.png"/><Relationship Id="rId11" Type="http://schemas.openxmlformats.org/officeDocument/2006/relationships/customXml" Target="../ink/ink19.xml"/><Relationship Id="rId24" Type="http://schemas.openxmlformats.org/officeDocument/2006/relationships/image" Target="../media/image118.png"/><Relationship Id="rId32" Type="http://schemas.openxmlformats.org/officeDocument/2006/relationships/image" Target="../media/image126.png"/><Relationship Id="rId37" Type="http://schemas.openxmlformats.org/officeDocument/2006/relationships/image" Target="../media/image131.png"/><Relationship Id="rId40" Type="http://schemas.openxmlformats.org/officeDocument/2006/relationships/image" Target="../media/image134.png"/><Relationship Id="rId45" Type="http://schemas.openxmlformats.org/officeDocument/2006/relationships/image" Target="../media/image139.png"/><Relationship Id="rId53" Type="http://schemas.openxmlformats.org/officeDocument/2006/relationships/image" Target="../media/image147.png"/><Relationship Id="rId5" Type="http://schemas.openxmlformats.org/officeDocument/2006/relationships/customXml" Target="../ink/ink16.xml"/><Relationship Id="rId10" Type="http://schemas.openxmlformats.org/officeDocument/2006/relationships/image" Target="../media/image107.png"/><Relationship Id="rId19" Type="http://schemas.openxmlformats.org/officeDocument/2006/relationships/image" Target="../media/image113.png"/><Relationship Id="rId31" Type="http://schemas.openxmlformats.org/officeDocument/2006/relationships/image" Target="../media/image125.png"/><Relationship Id="rId44" Type="http://schemas.openxmlformats.org/officeDocument/2006/relationships/image" Target="../media/image138.png"/><Relationship Id="rId52" Type="http://schemas.openxmlformats.org/officeDocument/2006/relationships/image" Target="../media/image146.png"/><Relationship Id="rId4" Type="http://schemas.openxmlformats.org/officeDocument/2006/relationships/image" Target="../media/image104.png"/><Relationship Id="rId9" Type="http://schemas.openxmlformats.org/officeDocument/2006/relationships/customXml" Target="../ink/ink18.xml"/><Relationship Id="rId14" Type="http://schemas.openxmlformats.org/officeDocument/2006/relationships/image" Target="../media/image109.png"/><Relationship Id="rId22" Type="http://schemas.openxmlformats.org/officeDocument/2006/relationships/image" Target="../media/image116.png"/><Relationship Id="rId27" Type="http://schemas.openxmlformats.org/officeDocument/2006/relationships/image" Target="../media/image121.png"/><Relationship Id="rId30" Type="http://schemas.openxmlformats.org/officeDocument/2006/relationships/image" Target="../media/image124.png"/><Relationship Id="rId35" Type="http://schemas.openxmlformats.org/officeDocument/2006/relationships/image" Target="../media/image129.png"/><Relationship Id="rId43" Type="http://schemas.openxmlformats.org/officeDocument/2006/relationships/image" Target="../media/image137.png"/><Relationship Id="rId48" Type="http://schemas.openxmlformats.org/officeDocument/2006/relationships/image" Target="../media/image142.png"/><Relationship Id="rId8" Type="http://schemas.openxmlformats.org/officeDocument/2006/relationships/image" Target="../media/image106.png"/><Relationship Id="rId51" Type="http://schemas.openxmlformats.org/officeDocument/2006/relationships/image" Target="../media/image145.png"/><Relationship Id="rId3" Type="http://schemas.openxmlformats.org/officeDocument/2006/relationships/customXml" Target="../ink/ink15.xml"/><Relationship Id="rId12" Type="http://schemas.openxmlformats.org/officeDocument/2006/relationships/image" Target="../media/image108.png"/><Relationship Id="rId17" Type="http://schemas.openxmlformats.org/officeDocument/2006/relationships/image" Target="../media/image111.png"/><Relationship Id="rId25" Type="http://schemas.openxmlformats.org/officeDocument/2006/relationships/image" Target="../media/image119.png"/><Relationship Id="rId33" Type="http://schemas.openxmlformats.org/officeDocument/2006/relationships/image" Target="../media/image127.png"/><Relationship Id="rId38" Type="http://schemas.openxmlformats.org/officeDocument/2006/relationships/image" Target="../media/image132.png"/><Relationship Id="rId46" Type="http://schemas.openxmlformats.org/officeDocument/2006/relationships/image" Target="../media/image140.png"/><Relationship Id="rId20" Type="http://schemas.openxmlformats.org/officeDocument/2006/relationships/image" Target="../media/image114.png"/><Relationship Id="rId41" Type="http://schemas.openxmlformats.org/officeDocument/2006/relationships/image" Target="../media/image135.png"/><Relationship Id="rId54" Type="http://schemas.openxmlformats.org/officeDocument/2006/relationships/image" Target="../media/image14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5.png"/><Relationship Id="rId15" Type="http://schemas.openxmlformats.org/officeDocument/2006/relationships/customXml" Target="../ink/ink21.xml"/><Relationship Id="rId23" Type="http://schemas.openxmlformats.org/officeDocument/2006/relationships/image" Target="../media/image117.png"/><Relationship Id="rId28" Type="http://schemas.openxmlformats.org/officeDocument/2006/relationships/image" Target="../media/image122.png"/><Relationship Id="rId36" Type="http://schemas.openxmlformats.org/officeDocument/2006/relationships/image" Target="../media/image130.png"/><Relationship Id="rId49" Type="http://schemas.openxmlformats.org/officeDocument/2006/relationships/image" Target="../media/image143.png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55.png"/><Relationship Id="rId18" Type="http://schemas.openxmlformats.org/officeDocument/2006/relationships/image" Target="../media/image160.png"/><Relationship Id="rId26" Type="http://schemas.openxmlformats.org/officeDocument/2006/relationships/image" Target="../media/image168.png"/><Relationship Id="rId3" Type="http://schemas.openxmlformats.org/officeDocument/2006/relationships/customXml" Target="../ink/ink22.xml"/><Relationship Id="rId21" Type="http://schemas.openxmlformats.org/officeDocument/2006/relationships/image" Target="../media/image163.png"/><Relationship Id="rId7" Type="http://schemas.openxmlformats.org/officeDocument/2006/relationships/customXml" Target="../ink/ink24.xml"/><Relationship Id="rId12" Type="http://schemas.openxmlformats.org/officeDocument/2006/relationships/image" Target="../media/image154.png"/><Relationship Id="rId17" Type="http://schemas.openxmlformats.org/officeDocument/2006/relationships/image" Target="../media/image159.png"/><Relationship Id="rId25" Type="http://schemas.openxmlformats.org/officeDocument/2006/relationships/image" Target="../media/image167.png"/><Relationship Id="rId33" Type="http://schemas.openxmlformats.org/officeDocument/2006/relationships/image" Target="../media/image175.png"/><Relationship Id="rId2" Type="http://schemas.openxmlformats.org/officeDocument/2006/relationships/image" Target="../media/image149.png"/><Relationship Id="rId16" Type="http://schemas.openxmlformats.org/officeDocument/2006/relationships/image" Target="../media/image158.png"/><Relationship Id="rId20" Type="http://schemas.openxmlformats.org/officeDocument/2006/relationships/image" Target="../media/image162.png"/><Relationship Id="rId29" Type="http://schemas.openxmlformats.org/officeDocument/2006/relationships/image" Target="../media/image17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1.png"/><Relationship Id="rId11" Type="http://schemas.openxmlformats.org/officeDocument/2006/relationships/customXml" Target="../ink/ink26.xml"/><Relationship Id="rId24" Type="http://schemas.openxmlformats.org/officeDocument/2006/relationships/image" Target="../media/image166.png"/><Relationship Id="rId32" Type="http://schemas.openxmlformats.org/officeDocument/2006/relationships/image" Target="../media/image174.png"/><Relationship Id="rId5" Type="http://schemas.openxmlformats.org/officeDocument/2006/relationships/customXml" Target="../ink/ink23.xml"/><Relationship Id="rId15" Type="http://schemas.openxmlformats.org/officeDocument/2006/relationships/image" Target="../media/image157.png"/><Relationship Id="rId23" Type="http://schemas.openxmlformats.org/officeDocument/2006/relationships/image" Target="../media/image165.png"/><Relationship Id="rId28" Type="http://schemas.openxmlformats.org/officeDocument/2006/relationships/image" Target="../media/image170.png"/><Relationship Id="rId10" Type="http://schemas.openxmlformats.org/officeDocument/2006/relationships/image" Target="../media/image153.png"/><Relationship Id="rId19" Type="http://schemas.openxmlformats.org/officeDocument/2006/relationships/image" Target="../media/image161.png"/><Relationship Id="rId31" Type="http://schemas.openxmlformats.org/officeDocument/2006/relationships/image" Target="../media/image173.png"/><Relationship Id="rId4" Type="http://schemas.openxmlformats.org/officeDocument/2006/relationships/image" Target="../media/image150.png"/><Relationship Id="rId9" Type="http://schemas.openxmlformats.org/officeDocument/2006/relationships/customXml" Target="../ink/ink25.xml"/><Relationship Id="rId14" Type="http://schemas.openxmlformats.org/officeDocument/2006/relationships/image" Target="../media/image156.png"/><Relationship Id="rId22" Type="http://schemas.openxmlformats.org/officeDocument/2006/relationships/image" Target="../media/image164.png"/><Relationship Id="rId27" Type="http://schemas.openxmlformats.org/officeDocument/2006/relationships/image" Target="../media/image169.png"/><Relationship Id="rId30" Type="http://schemas.openxmlformats.org/officeDocument/2006/relationships/image" Target="../media/image172.png"/><Relationship Id="rId8" Type="http://schemas.openxmlformats.org/officeDocument/2006/relationships/image" Target="../media/image152.png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80.png"/><Relationship Id="rId18" Type="http://schemas.openxmlformats.org/officeDocument/2006/relationships/image" Target="../media/image183.png"/><Relationship Id="rId26" Type="http://schemas.openxmlformats.org/officeDocument/2006/relationships/image" Target="../media/image191.png"/><Relationship Id="rId39" Type="http://schemas.openxmlformats.org/officeDocument/2006/relationships/image" Target="../media/image204.png"/><Relationship Id="rId21" Type="http://schemas.openxmlformats.org/officeDocument/2006/relationships/image" Target="../media/image186.png"/><Relationship Id="rId34" Type="http://schemas.openxmlformats.org/officeDocument/2006/relationships/image" Target="../media/image199.png"/><Relationship Id="rId42" Type="http://schemas.openxmlformats.org/officeDocument/2006/relationships/image" Target="../media/image207.png"/><Relationship Id="rId47" Type="http://schemas.openxmlformats.org/officeDocument/2006/relationships/image" Target="../media/image212.png"/><Relationship Id="rId7" Type="http://schemas.openxmlformats.org/officeDocument/2006/relationships/image" Target="../media/image178.png"/><Relationship Id="rId2" Type="http://schemas.openxmlformats.org/officeDocument/2006/relationships/notesSlide" Target="../notesSlides/notesSlide1.xml"/><Relationship Id="rId16" Type="http://schemas.openxmlformats.org/officeDocument/2006/relationships/customXml" Target="../ink/ink33.xml"/><Relationship Id="rId29" Type="http://schemas.openxmlformats.org/officeDocument/2006/relationships/image" Target="../media/image194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8.xml"/><Relationship Id="rId11" Type="http://schemas.openxmlformats.org/officeDocument/2006/relationships/image" Target="../media/image107.png"/><Relationship Id="rId24" Type="http://schemas.openxmlformats.org/officeDocument/2006/relationships/image" Target="../media/image189.png"/><Relationship Id="rId32" Type="http://schemas.openxmlformats.org/officeDocument/2006/relationships/image" Target="../media/image197.png"/><Relationship Id="rId37" Type="http://schemas.openxmlformats.org/officeDocument/2006/relationships/image" Target="../media/image202.png"/><Relationship Id="rId40" Type="http://schemas.openxmlformats.org/officeDocument/2006/relationships/image" Target="../media/image205.png"/><Relationship Id="rId45" Type="http://schemas.openxmlformats.org/officeDocument/2006/relationships/image" Target="../media/image210.png"/><Relationship Id="rId5" Type="http://schemas.openxmlformats.org/officeDocument/2006/relationships/image" Target="../media/image177.png"/><Relationship Id="rId15" Type="http://schemas.openxmlformats.org/officeDocument/2006/relationships/image" Target="../media/image181.png"/><Relationship Id="rId23" Type="http://schemas.openxmlformats.org/officeDocument/2006/relationships/image" Target="../media/image188.png"/><Relationship Id="rId28" Type="http://schemas.openxmlformats.org/officeDocument/2006/relationships/image" Target="../media/image193.png"/><Relationship Id="rId36" Type="http://schemas.openxmlformats.org/officeDocument/2006/relationships/image" Target="../media/image201.png"/><Relationship Id="rId10" Type="http://schemas.openxmlformats.org/officeDocument/2006/relationships/customXml" Target="../ink/ink30.xml"/><Relationship Id="rId19" Type="http://schemas.openxmlformats.org/officeDocument/2006/relationships/image" Target="../media/image184.png"/><Relationship Id="rId31" Type="http://schemas.openxmlformats.org/officeDocument/2006/relationships/image" Target="../media/image196.png"/><Relationship Id="rId44" Type="http://schemas.openxmlformats.org/officeDocument/2006/relationships/image" Target="../media/image209.png"/><Relationship Id="rId4" Type="http://schemas.openxmlformats.org/officeDocument/2006/relationships/customXml" Target="../ink/ink27.xml"/><Relationship Id="rId9" Type="http://schemas.openxmlformats.org/officeDocument/2006/relationships/image" Target="../media/image179.png"/><Relationship Id="rId14" Type="http://schemas.openxmlformats.org/officeDocument/2006/relationships/customXml" Target="../ink/ink32.xml"/><Relationship Id="rId22" Type="http://schemas.openxmlformats.org/officeDocument/2006/relationships/image" Target="../media/image187.png"/><Relationship Id="rId27" Type="http://schemas.openxmlformats.org/officeDocument/2006/relationships/image" Target="../media/image192.png"/><Relationship Id="rId30" Type="http://schemas.openxmlformats.org/officeDocument/2006/relationships/image" Target="../media/image195.png"/><Relationship Id="rId35" Type="http://schemas.openxmlformats.org/officeDocument/2006/relationships/image" Target="../media/image200.png"/><Relationship Id="rId43" Type="http://schemas.openxmlformats.org/officeDocument/2006/relationships/image" Target="../media/image208.png"/><Relationship Id="rId8" Type="http://schemas.openxmlformats.org/officeDocument/2006/relationships/customXml" Target="../ink/ink29.xml"/><Relationship Id="rId3" Type="http://schemas.openxmlformats.org/officeDocument/2006/relationships/image" Target="../media/image176.png"/><Relationship Id="rId12" Type="http://schemas.openxmlformats.org/officeDocument/2006/relationships/customXml" Target="../ink/ink31.xml"/><Relationship Id="rId17" Type="http://schemas.openxmlformats.org/officeDocument/2006/relationships/image" Target="../media/image182.png"/><Relationship Id="rId25" Type="http://schemas.openxmlformats.org/officeDocument/2006/relationships/image" Target="../media/image190.png"/><Relationship Id="rId33" Type="http://schemas.openxmlformats.org/officeDocument/2006/relationships/image" Target="../media/image198.png"/><Relationship Id="rId38" Type="http://schemas.openxmlformats.org/officeDocument/2006/relationships/image" Target="../media/image203.png"/><Relationship Id="rId46" Type="http://schemas.openxmlformats.org/officeDocument/2006/relationships/image" Target="../media/image211.png"/><Relationship Id="rId20" Type="http://schemas.openxmlformats.org/officeDocument/2006/relationships/image" Target="../media/image185.png"/><Relationship Id="rId41" Type="http://schemas.openxmlformats.org/officeDocument/2006/relationships/image" Target="../media/image206.png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17.png"/><Relationship Id="rId18" Type="http://schemas.openxmlformats.org/officeDocument/2006/relationships/image" Target="../media/image221.png"/><Relationship Id="rId26" Type="http://schemas.openxmlformats.org/officeDocument/2006/relationships/image" Target="../media/image229.png"/><Relationship Id="rId3" Type="http://schemas.openxmlformats.org/officeDocument/2006/relationships/image" Target="../media/image213.png"/><Relationship Id="rId21" Type="http://schemas.openxmlformats.org/officeDocument/2006/relationships/image" Target="../media/image224.png"/><Relationship Id="rId34" Type="http://schemas.openxmlformats.org/officeDocument/2006/relationships/image" Target="../media/image237.png"/><Relationship Id="rId7" Type="http://schemas.openxmlformats.org/officeDocument/2006/relationships/image" Target="../media/image180.png"/><Relationship Id="rId12" Type="http://schemas.openxmlformats.org/officeDocument/2006/relationships/image" Target="../media/image216.png"/><Relationship Id="rId17" Type="http://schemas.openxmlformats.org/officeDocument/2006/relationships/image" Target="../media/image220.png"/><Relationship Id="rId25" Type="http://schemas.openxmlformats.org/officeDocument/2006/relationships/image" Target="../media/image228.png"/><Relationship Id="rId33" Type="http://schemas.openxmlformats.org/officeDocument/2006/relationships/image" Target="../media/image236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19.png"/><Relationship Id="rId20" Type="http://schemas.openxmlformats.org/officeDocument/2006/relationships/image" Target="../media/image223.png"/><Relationship Id="rId29" Type="http://schemas.openxmlformats.org/officeDocument/2006/relationships/image" Target="../media/image232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5.xml"/><Relationship Id="rId11" Type="http://schemas.openxmlformats.org/officeDocument/2006/relationships/image" Target="../media/image215.png"/><Relationship Id="rId24" Type="http://schemas.openxmlformats.org/officeDocument/2006/relationships/image" Target="../media/image227.png"/><Relationship Id="rId32" Type="http://schemas.openxmlformats.org/officeDocument/2006/relationships/image" Target="../media/image235.png"/><Relationship Id="rId5" Type="http://schemas.openxmlformats.org/officeDocument/2006/relationships/image" Target="../media/image214.png"/><Relationship Id="rId15" Type="http://schemas.openxmlformats.org/officeDocument/2006/relationships/image" Target="../media/image218.png"/><Relationship Id="rId23" Type="http://schemas.openxmlformats.org/officeDocument/2006/relationships/image" Target="../media/image226.png"/><Relationship Id="rId28" Type="http://schemas.openxmlformats.org/officeDocument/2006/relationships/image" Target="../media/image231.png"/><Relationship Id="rId10" Type="http://schemas.openxmlformats.org/officeDocument/2006/relationships/customXml" Target="../ink/ink37.xml"/><Relationship Id="rId19" Type="http://schemas.openxmlformats.org/officeDocument/2006/relationships/image" Target="../media/image222.png"/><Relationship Id="rId31" Type="http://schemas.openxmlformats.org/officeDocument/2006/relationships/image" Target="../media/image234.png"/><Relationship Id="rId4" Type="http://schemas.openxmlformats.org/officeDocument/2006/relationships/customXml" Target="../ink/ink34.xml"/><Relationship Id="rId9" Type="http://schemas.openxmlformats.org/officeDocument/2006/relationships/image" Target="../media/image181.png"/><Relationship Id="rId14" Type="http://schemas.openxmlformats.org/officeDocument/2006/relationships/customXml" Target="../ink/ink38.xml"/><Relationship Id="rId22" Type="http://schemas.openxmlformats.org/officeDocument/2006/relationships/image" Target="../media/image225.png"/><Relationship Id="rId27" Type="http://schemas.openxmlformats.org/officeDocument/2006/relationships/image" Target="../media/image230.png"/><Relationship Id="rId30" Type="http://schemas.openxmlformats.org/officeDocument/2006/relationships/image" Target="../media/image233.png"/><Relationship Id="rId35" Type="http://schemas.openxmlformats.org/officeDocument/2006/relationships/image" Target="../media/image238.png"/><Relationship Id="rId8" Type="http://schemas.openxmlformats.org/officeDocument/2006/relationships/customXml" Target="../ink/ink36.xml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46.png"/><Relationship Id="rId18" Type="http://schemas.openxmlformats.org/officeDocument/2006/relationships/image" Target="../media/image251.png"/><Relationship Id="rId26" Type="http://schemas.openxmlformats.org/officeDocument/2006/relationships/image" Target="../media/image259.png"/><Relationship Id="rId39" Type="http://schemas.openxmlformats.org/officeDocument/2006/relationships/image" Target="../media/image272.png"/><Relationship Id="rId21" Type="http://schemas.openxmlformats.org/officeDocument/2006/relationships/image" Target="../media/image254.png"/><Relationship Id="rId34" Type="http://schemas.openxmlformats.org/officeDocument/2006/relationships/image" Target="../media/image267.png"/><Relationship Id="rId42" Type="http://schemas.openxmlformats.org/officeDocument/2006/relationships/image" Target="../media/image275.png"/><Relationship Id="rId7" Type="http://schemas.openxmlformats.org/officeDocument/2006/relationships/image" Target="../media/image241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49.png"/><Relationship Id="rId20" Type="http://schemas.openxmlformats.org/officeDocument/2006/relationships/image" Target="../media/image253.png"/><Relationship Id="rId29" Type="http://schemas.openxmlformats.org/officeDocument/2006/relationships/image" Target="../media/image262.png"/><Relationship Id="rId41" Type="http://schemas.openxmlformats.org/officeDocument/2006/relationships/image" Target="../media/image274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0.xml"/><Relationship Id="rId11" Type="http://schemas.openxmlformats.org/officeDocument/2006/relationships/image" Target="../media/image244.png"/><Relationship Id="rId24" Type="http://schemas.openxmlformats.org/officeDocument/2006/relationships/image" Target="../media/image257.png"/><Relationship Id="rId32" Type="http://schemas.openxmlformats.org/officeDocument/2006/relationships/image" Target="../media/image265.png"/><Relationship Id="rId37" Type="http://schemas.openxmlformats.org/officeDocument/2006/relationships/image" Target="../media/image270.png"/><Relationship Id="rId40" Type="http://schemas.openxmlformats.org/officeDocument/2006/relationships/image" Target="../media/image273.png"/><Relationship Id="rId5" Type="http://schemas.openxmlformats.org/officeDocument/2006/relationships/image" Target="../media/image240.png"/><Relationship Id="rId15" Type="http://schemas.openxmlformats.org/officeDocument/2006/relationships/image" Target="../media/image248.png"/><Relationship Id="rId23" Type="http://schemas.openxmlformats.org/officeDocument/2006/relationships/image" Target="../media/image256.png"/><Relationship Id="rId28" Type="http://schemas.openxmlformats.org/officeDocument/2006/relationships/image" Target="../media/image261.png"/><Relationship Id="rId36" Type="http://schemas.openxmlformats.org/officeDocument/2006/relationships/image" Target="../media/image269.png"/><Relationship Id="rId10" Type="http://schemas.openxmlformats.org/officeDocument/2006/relationships/image" Target="../media/image243.png"/><Relationship Id="rId19" Type="http://schemas.openxmlformats.org/officeDocument/2006/relationships/image" Target="../media/image252.png"/><Relationship Id="rId31" Type="http://schemas.openxmlformats.org/officeDocument/2006/relationships/image" Target="../media/image264.png"/><Relationship Id="rId44" Type="http://schemas.openxmlformats.org/officeDocument/2006/relationships/image" Target="../media/image277.png"/><Relationship Id="rId4" Type="http://schemas.openxmlformats.org/officeDocument/2006/relationships/customXml" Target="../ink/ink39.xml"/><Relationship Id="rId9" Type="http://schemas.openxmlformats.org/officeDocument/2006/relationships/image" Target="../media/image242.png"/><Relationship Id="rId14" Type="http://schemas.openxmlformats.org/officeDocument/2006/relationships/image" Target="../media/image247.png"/><Relationship Id="rId22" Type="http://schemas.openxmlformats.org/officeDocument/2006/relationships/image" Target="../media/image255.png"/><Relationship Id="rId27" Type="http://schemas.openxmlformats.org/officeDocument/2006/relationships/image" Target="../media/image260.png"/><Relationship Id="rId30" Type="http://schemas.openxmlformats.org/officeDocument/2006/relationships/image" Target="../media/image263.png"/><Relationship Id="rId35" Type="http://schemas.openxmlformats.org/officeDocument/2006/relationships/image" Target="../media/image268.png"/><Relationship Id="rId43" Type="http://schemas.openxmlformats.org/officeDocument/2006/relationships/image" Target="../media/image276.png"/><Relationship Id="rId8" Type="http://schemas.openxmlformats.org/officeDocument/2006/relationships/customXml" Target="../ink/ink41.xml"/><Relationship Id="rId3" Type="http://schemas.openxmlformats.org/officeDocument/2006/relationships/image" Target="../media/image239.png"/><Relationship Id="rId12" Type="http://schemas.openxmlformats.org/officeDocument/2006/relationships/image" Target="../media/image245.png"/><Relationship Id="rId17" Type="http://schemas.openxmlformats.org/officeDocument/2006/relationships/image" Target="../media/image250.png"/><Relationship Id="rId25" Type="http://schemas.openxmlformats.org/officeDocument/2006/relationships/image" Target="../media/image258.png"/><Relationship Id="rId33" Type="http://schemas.openxmlformats.org/officeDocument/2006/relationships/image" Target="../media/image266.png"/><Relationship Id="rId38" Type="http://schemas.openxmlformats.org/officeDocument/2006/relationships/image" Target="../media/image27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1.png"/><Relationship Id="rId13" Type="http://schemas.openxmlformats.org/officeDocument/2006/relationships/image" Target="../media/image285.png"/><Relationship Id="rId18" Type="http://schemas.openxmlformats.org/officeDocument/2006/relationships/image" Target="../media/image290.png"/><Relationship Id="rId3" Type="http://schemas.openxmlformats.org/officeDocument/2006/relationships/customXml" Target="../ink/ink42.xml"/><Relationship Id="rId7" Type="http://schemas.openxmlformats.org/officeDocument/2006/relationships/customXml" Target="../ink/ink44.xml"/><Relationship Id="rId12" Type="http://schemas.openxmlformats.org/officeDocument/2006/relationships/image" Target="../media/image284.png"/><Relationship Id="rId17" Type="http://schemas.openxmlformats.org/officeDocument/2006/relationships/image" Target="../media/image289.png"/><Relationship Id="rId2" Type="http://schemas.openxmlformats.org/officeDocument/2006/relationships/image" Target="../media/image278.png"/><Relationship Id="rId16" Type="http://schemas.openxmlformats.org/officeDocument/2006/relationships/image" Target="../media/image28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0.png"/><Relationship Id="rId11" Type="http://schemas.openxmlformats.org/officeDocument/2006/relationships/image" Target="../media/image283.png"/><Relationship Id="rId5" Type="http://schemas.openxmlformats.org/officeDocument/2006/relationships/customXml" Target="../ink/ink43.xml"/><Relationship Id="rId15" Type="http://schemas.openxmlformats.org/officeDocument/2006/relationships/image" Target="../media/image287.png"/><Relationship Id="rId10" Type="http://schemas.openxmlformats.org/officeDocument/2006/relationships/image" Target="../media/image282.png"/><Relationship Id="rId4" Type="http://schemas.openxmlformats.org/officeDocument/2006/relationships/image" Target="../media/image279.png"/><Relationship Id="rId9" Type="http://schemas.openxmlformats.org/officeDocument/2006/relationships/customXml" Target="../ink/ink45.xml"/><Relationship Id="rId14" Type="http://schemas.openxmlformats.org/officeDocument/2006/relationships/image" Target="../media/image28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4.png"/><Relationship Id="rId13" Type="http://schemas.openxmlformats.org/officeDocument/2006/relationships/image" Target="../media/image298.png"/><Relationship Id="rId18" Type="http://schemas.openxmlformats.org/officeDocument/2006/relationships/image" Target="../media/image302.png"/><Relationship Id="rId3" Type="http://schemas.openxmlformats.org/officeDocument/2006/relationships/customXml" Target="../ink/ink46.xml"/><Relationship Id="rId7" Type="http://schemas.openxmlformats.org/officeDocument/2006/relationships/customXml" Target="../ink/ink48.xml"/><Relationship Id="rId12" Type="http://schemas.openxmlformats.org/officeDocument/2006/relationships/image" Target="../media/image124.png"/><Relationship Id="rId17" Type="http://schemas.openxmlformats.org/officeDocument/2006/relationships/image" Target="../media/image301.png"/><Relationship Id="rId2" Type="http://schemas.openxmlformats.org/officeDocument/2006/relationships/image" Target="../media/image291.png"/><Relationship Id="rId16" Type="http://schemas.openxmlformats.org/officeDocument/2006/relationships/image" Target="../media/image2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3.png"/><Relationship Id="rId11" Type="http://schemas.openxmlformats.org/officeDocument/2006/relationships/image" Target="../media/image297.png"/><Relationship Id="rId5" Type="http://schemas.openxmlformats.org/officeDocument/2006/relationships/customXml" Target="../ink/ink47.xml"/><Relationship Id="rId15" Type="http://schemas.openxmlformats.org/officeDocument/2006/relationships/image" Target="../media/image300.png"/><Relationship Id="rId10" Type="http://schemas.openxmlformats.org/officeDocument/2006/relationships/image" Target="../media/image296.png"/><Relationship Id="rId4" Type="http://schemas.openxmlformats.org/officeDocument/2006/relationships/image" Target="../media/image292.png"/><Relationship Id="rId9" Type="http://schemas.openxmlformats.org/officeDocument/2006/relationships/image" Target="../media/image295.png"/><Relationship Id="rId14" Type="http://schemas.openxmlformats.org/officeDocument/2006/relationships/image" Target="../media/image29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6.png"/><Relationship Id="rId13" Type="http://schemas.openxmlformats.org/officeDocument/2006/relationships/image" Target="../media/image309.png"/><Relationship Id="rId18" Type="http://schemas.openxmlformats.org/officeDocument/2006/relationships/image" Target="../media/image313.png"/><Relationship Id="rId3" Type="http://schemas.openxmlformats.org/officeDocument/2006/relationships/customXml" Target="../ink/ink49.xml"/><Relationship Id="rId21" Type="http://schemas.openxmlformats.org/officeDocument/2006/relationships/image" Target="../media/image315.png"/><Relationship Id="rId7" Type="http://schemas.openxmlformats.org/officeDocument/2006/relationships/customXml" Target="../ink/ink51.xml"/><Relationship Id="rId12" Type="http://schemas.openxmlformats.org/officeDocument/2006/relationships/image" Target="../media/image308.png"/><Relationship Id="rId17" Type="http://schemas.openxmlformats.org/officeDocument/2006/relationships/customXml" Target="../ink/ink54.xml"/><Relationship Id="rId2" Type="http://schemas.openxmlformats.org/officeDocument/2006/relationships/image" Target="../media/image303.png"/><Relationship Id="rId16" Type="http://schemas.openxmlformats.org/officeDocument/2006/relationships/image" Target="../media/image312.png"/><Relationship Id="rId20" Type="http://schemas.openxmlformats.org/officeDocument/2006/relationships/image" Target="../media/image3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5.png"/><Relationship Id="rId11" Type="http://schemas.openxmlformats.org/officeDocument/2006/relationships/customXml" Target="../ink/ink53.xml"/><Relationship Id="rId5" Type="http://schemas.openxmlformats.org/officeDocument/2006/relationships/customXml" Target="../ink/ink50.xml"/><Relationship Id="rId15" Type="http://schemas.openxmlformats.org/officeDocument/2006/relationships/image" Target="../media/image311.png"/><Relationship Id="rId10" Type="http://schemas.openxmlformats.org/officeDocument/2006/relationships/image" Target="../media/image307.png"/><Relationship Id="rId19" Type="http://schemas.openxmlformats.org/officeDocument/2006/relationships/image" Target="../media/image285.png"/><Relationship Id="rId4" Type="http://schemas.openxmlformats.org/officeDocument/2006/relationships/image" Target="../media/image304.png"/><Relationship Id="rId9" Type="http://schemas.openxmlformats.org/officeDocument/2006/relationships/customXml" Target="../ink/ink52.xml"/><Relationship Id="rId14" Type="http://schemas.openxmlformats.org/officeDocument/2006/relationships/image" Target="../media/image310.png"/><Relationship Id="rId22" Type="http://schemas.openxmlformats.org/officeDocument/2006/relationships/image" Target="../media/image31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0.png"/><Relationship Id="rId13" Type="http://schemas.openxmlformats.org/officeDocument/2006/relationships/customXml" Target="../ink/ink60.xml"/><Relationship Id="rId18" Type="http://schemas.openxmlformats.org/officeDocument/2006/relationships/image" Target="../media/image327.png"/><Relationship Id="rId3" Type="http://schemas.openxmlformats.org/officeDocument/2006/relationships/customXml" Target="../ink/ink55.xml"/><Relationship Id="rId21" Type="http://schemas.openxmlformats.org/officeDocument/2006/relationships/image" Target="../media/image330.png"/><Relationship Id="rId7" Type="http://schemas.openxmlformats.org/officeDocument/2006/relationships/customXml" Target="../ink/ink57.xml"/><Relationship Id="rId12" Type="http://schemas.openxmlformats.org/officeDocument/2006/relationships/image" Target="../media/image322.png"/><Relationship Id="rId17" Type="http://schemas.openxmlformats.org/officeDocument/2006/relationships/image" Target="../media/image326.png"/><Relationship Id="rId2" Type="http://schemas.openxmlformats.org/officeDocument/2006/relationships/image" Target="../media/image317.png"/><Relationship Id="rId16" Type="http://schemas.openxmlformats.org/officeDocument/2006/relationships/image" Target="../media/image325.png"/><Relationship Id="rId20" Type="http://schemas.openxmlformats.org/officeDocument/2006/relationships/image" Target="../media/image3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9.png"/><Relationship Id="rId11" Type="http://schemas.openxmlformats.org/officeDocument/2006/relationships/customXml" Target="../ink/ink59.xml"/><Relationship Id="rId5" Type="http://schemas.openxmlformats.org/officeDocument/2006/relationships/customXml" Target="../ink/ink56.xml"/><Relationship Id="rId15" Type="http://schemas.openxmlformats.org/officeDocument/2006/relationships/image" Target="../media/image324.png"/><Relationship Id="rId10" Type="http://schemas.openxmlformats.org/officeDocument/2006/relationships/image" Target="../media/image321.png"/><Relationship Id="rId19" Type="http://schemas.openxmlformats.org/officeDocument/2006/relationships/image" Target="../media/image328.png"/><Relationship Id="rId4" Type="http://schemas.openxmlformats.org/officeDocument/2006/relationships/image" Target="../media/image318.png"/><Relationship Id="rId9" Type="http://schemas.openxmlformats.org/officeDocument/2006/relationships/customXml" Target="../ink/ink58.xml"/><Relationship Id="rId14" Type="http://schemas.openxmlformats.org/officeDocument/2006/relationships/image" Target="../media/image32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4.png"/><Relationship Id="rId13" Type="http://schemas.openxmlformats.org/officeDocument/2006/relationships/image" Target="../media/image338.png"/><Relationship Id="rId18" Type="http://schemas.openxmlformats.org/officeDocument/2006/relationships/image" Target="../media/image343.png"/><Relationship Id="rId3" Type="http://schemas.openxmlformats.org/officeDocument/2006/relationships/customXml" Target="../ink/ink61.xml"/><Relationship Id="rId7" Type="http://schemas.openxmlformats.org/officeDocument/2006/relationships/customXml" Target="../ink/ink63.xml"/><Relationship Id="rId12" Type="http://schemas.openxmlformats.org/officeDocument/2006/relationships/image" Target="../media/image337.png"/><Relationship Id="rId17" Type="http://schemas.openxmlformats.org/officeDocument/2006/relationships/image" Target="../media/image342.png"/><Relationship Id="rId2" Type="http://schemas.openxmlformats.org/officeDocument/2006/relationships/image" Target="../media/image331.png"/><Relationship Id="rId16" Type="http://schemas.openxmlformats.org/officeDocument/2006/relationships/image" Target="../media/image34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3.png"/><Relationship Id="rId11" Type="http://schemas.openxmlformats.org/officeDocument/2006/relationships/image" Target="../media/image336.png"/><Relationship Id="rId5" Type="http://schemas.openxmlformats.org/officeDocument/2006/relationships/customXml" Target="../ink/ink62.xml"/><Relationship Id="rId15" Type="http://schemas.openxmlformats.org/officeDocument/2006/relationships/image" Target="../media/image340.png"/><Relationship Id="rId10" Type="http://schemas.openxmlformats.org/officeDocument/2006/relationships/image" Target="../media/image335.png"/><Relationship Id="rId19" Type="http://schemas.openxmlformats.org/officeDocument/2006/relationships/image" Target="../media/image344.png"/><Relationship Id="rId4" Type="http://schemas.openxmlformats.org/officeDocument/2006/relationships/image" Target="../media/image332.png"/><Relationship Id="rId9" Type="http://schemas.openxmlformats.org/officeDocument/2006/relationships/customXml" Target="../ink/ink64.xml"/><Relationship Id="rId14" Type="http://schemas.openxmlformats.org/officeDocument/2006/relationships/image" Target="../media/image339.png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51.png"/><Relationship Id="rId18" Type="http://schemas.openxmlformats.org/officeDocument/2006/relationships/image" Target="../media/image356.png"/><Relationship Id="rId26" Type="http://schemas.openxmlformats.org/officeDocument/2006/relationships/image" Target="../media/image361.png"/><Relationship Id="rId3" Type="http://schemas.openxmlformats.org/officeDocument/2006/relationships/image" Target="../media/image345.png"/><Relationship Id="rId21" Type="http://schemas.openxmlformats.org/officeDocument/2006/relationships/image" Target="../media/image358.png"/><Relationship Id="rId34" Type="http://schemas.openxmlformats.org/officeDocument/2006/relationships/image" Target="../media/image369.png"/><Relationship Id="rId7" Type="http://schemas.openxmlformats.org/officeDocument/2006/relationships/image" Target="../media/image347.png"/><Relationship Id="rId12" Type="http://schemas.openxmlformats.org/officeDocument/2006/relationships/image" Target="../media/image350.png"/><Relationship Id="rId17" Type="http://schemas.openxmlformats.org/officeDocument/2006/relationships/image" Target="../media/image355.png"/><Relationship Id="rId25" Type="http://schemas.openxmlformats.org/officeDocument/2006/relationships/image" Target="../media/image360.png"/><Relationship Id="rId33" Type="http://schemas.openxmlformats.org/officeDocument/2006/relationships/image" Target="../media/image368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354.png"/><Relationship Id="rId20" Type="http://schemas.openxmlformats.org/officeDocument/2006/relationships/customXml" Target="../ink/ink69.xml"/><Relationship Id="rId29" Type="http://schemas.openxmlformats.org/officeDocument/2006/relationships/image" Target="../media/image364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66.xml"/><Relationship Id="rId11" Type="http://schemas.openxmlformats.org/officeDocument/2006/relationships/image" Target="../media/image349.png"/><Relationship Id="rId24" Type="http://schemas.openxmlformats.org/officeDocument/2006/relationships/customXml" Target="../ink/ink71.xml"/><Relationship Id="rId32" Type="http://schemas.openxmlformats.org/officeDocument/2006/relationships/image" Target="../media/image367.png"/><Relationship Id="rId5" Type="http://schemas.openxmlformats.org/officeDocument/2006/relationships/image" Target="../media/image346.png"/><Relationship Id="rId15" Type="http://schemas.openxmlformats.org/officeDocument/2006/relationships/image" Target="../media/image353.png"/><Relationship Id="rId23" Type="http://schemas.openxmlformats.org/officeDocument/2006/relationships/image" Target="../media/image359.png"/><Relationship Id="rId28" Type="http://schemas.openxmlformats.org/officeDocument/2006/relationships/image" Target="../media/image363.png"/><Relationship Id="rId10" Type="http://schemas.openxmlformats.org/officeDocument/2006/relationships/customXml" Target="../ink/ink68.xml"/><Relationship Id="rId19" Type="http://schemas.openxmlformats.org/officeDocument/2006/relationships/image" Target="../media/image357.png"/><Relationship Id="rId31" Type="http://schemas.openxmlformats.org/officeDocument/2006/relationships/image" Target="../media/image366.png"/><Relationship Id="rId4" Type="http://schemas.openxmlformats.org/officeDocument/2006/relationships/customXml" Target="../ink/ink65.xml"/><Relationship Id="rId9" Type="http://schemas.openxmlformats.org/officeDocument/2006/relationships/image" Target="../media/image348.png"/><Relationship Id="rId14" Type="http://schemas.openxmlformats.org/officeDocument/2006/relationships/image" Target="../media/image352.png"/><Relationship Id="rId22" Type="http://schemas.openxmlformats.org/officeDocument/2006/relationships/customXml" Target="../ink/ink70.xml"/><Relationship Id="rId27" Type="http://schemas.openxmlformats.org/officeDocument/2006/relationships/image" Target="../media/image362.png"/><Relationship Id="rId30" Type="http://schemas.openxmlformats.org/officeDocument/2006/relationships/image" Target="../media/image365.png"/><Relationship Id="rId35" Type="http://schemas.openxmlformats.org/officeDocument/2006/relationships/image" Target="../media/image370.png"/><Relationship Id="rId8" Type="http://schemas.openxmlformats.org/officeDocument/2006/relationships/customXml" Target="../ink/ink67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customXml" Target="../ink/ink74.xml"/><Relationship Id="rId13" Type="http://schemas.openxmlformats.org/officeDocument/2006/relationships/image" Target="../media/image376.png"/><Relationship Id="rId18" Type="http://schemas.openxmlformats.org/officeDocument/2006/relationships/image" Target="../media/image381.png"/><Relationship Id="rId26" Type="http://schemas.openxmlformats.org/officeDocument/2006/relationships/image" Target="../media/image388.png"/><Relationship Id="rId3" Type="http://schemas.openxmlformats.org/officeDocument/2006/relationships/image" Target="../media/image371.png"/><Relationship Id="rId21" Type="http://schemas.openxmlformats.org/officeDocument/2006/relationships/image" Target="../media/image383.png"/><Relationship Id="rId7" Type="http://schemas.openxmlformats.org/officeDocument/2006/relationships/image" Target="../media/image373.png"/><Relationship Id="rId12" Type="http://schemas.openxmlformats.org/officeDocument/2006/relationships/customXml" Target="../ink/ink76.xml"/><Relationship Id="rId17" Type="http://schemas.openxmlformats.org/officeDocument/2006/relationships/image" Target="../media/image380.png"/><Relationship Id="rId25" Type="http://schemas.openxmlformats.org/officeDocument/2006/relationships/image" Target="../media/image387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379.png"/><Relationship Id="rId20" Type="http://schemas.openxmlformats.org/officeDocument/2006/relationships/image" Target="../media/image260.png"/><Relationship Id="rId29" Type="http://schemas.openxmlformats.org/officeDocument/2006/relationships/image" Target="../media/image391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73.xml"/><Relationship Id="rId11" Type="http://schemas.openxmlformats.org/officeDocument/2006/relationships/image" Target="../media/image375.png"/><Relationship Id="rId24" Type="http://schemas.openxmlformats.org/officeDocument/2006/relationships/image" Target="../media/image386.png"/><Relationship Id="rId5" Type="http://schemas.openxmlformats.org/officeDocument/2006/relationships/image" Target="../media/image372.png"/><Relationship Id="rId15" Type="http://schemas.openxmlformats.org/officeDocument/2006/relationships/image" Target="../media/image378.png"/><Relationship Id="rId23" Type="http://schemas.openxmlformats.org/officeDocument/2006/relationships/image" Target="../media/image385.png"/><Relationship Id="rId28" Type="http://schemas.openxmlformats.org/officeDocument/2006/relationships/image" Target="../media/image390.png"/><Relationship Id="rId10" Type="http://schemas.openxmlformats.org/officeDocument/2006/relationships/customXml" Target="../ink/ink75.xml"/><Relationship Id="rId19" Type="http://schemas.openxmlformats.org/officeDocument/2006/relationships/image" Target="../media/image382.png"/><Relationship Id="rId4" Type="http://schemas.openxmlformats.org/officeDocument/2006/relationships/customXml" Target="../ink/ink72.xml"/><Relationship Id="rId9" Type="http://schemas.openxmlformats.org/officeDocument/2006/relationships/image" Target="../media/image374.png"/><Relationship Id="rId14" Type="http://schemas.openxmlformats.org/officeDocument/2006/relationships/image" Target="../media/image377.png"/><Relationship Id="rId22" Type="http://schemas.openxmlformats.org/officeDocument/2006/relationships/image" Target="../media/image384.png"/><Relationship Id="rId27" Type="http://schemas.openxmlformats.org/officeDocument/2006/relationships/image" Target="../media/image389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customXml" Target="../ink/ink79.xml"/><Relationship Id="rId13" Type="http://schemas.openxmlformats.org/officeDocument/2006/relationships/image" Target="../media/image376.png"/><Relationship Id="rId18" Type="http://schemas.openxmlformats.org/officeDocument/2006/relationships/customXml" Target="../ink/ink83.xml"/><Relationship Id="rId26" Type="http://schemas.openxmlformats.org/officeDocument/2006/relationships/image" Target="../media/image401.png"/><Relationship Id="rId3" Type="http://schemas.openxmlformats.org/officeDocument/2006/relationships/image" Target="../media/image371.png"/><Relationship Id="rId21" Type="http://schemas.openxmlformats.org/officeDocument/2006/relationships/image" Target="../media/image396.png"/><Relationship Id="rId7" Type="http://schemas.openxmlformats.org/officeDocument/2006/relationships/image" Target="../media/image373.png"/><Relationship Id="rId12" Type="http://schemas.openxmlformats.org/officeDocument/2006/relationships/customXml" Target="../ink/ink81.xml"/><Relationship Id="rId17" Type="http://schemas.openxmlformats.org/officeDocument/2006/relationships/image" Target="../media/image394.png"/><Relationship Id="rId25" Type="http://schemas.openxmlformats.org/officeDocument/2006/relationships/image" Target="../media/image400.png"/><Relationship Id="rId2" Type="http://schemas.openxmlformats.org/officeDocument/2006/relationships/notesSlide" Target="../notesSlides/notesSlide6.xml"/><Relationship Id="rId16" Type="http://schemas.openxmlformats.org/officeDocument/2006/relationships/customXml" Target="../ink/ink82.xml"/><Relationship Id="rId20" Type="http://schemas.openxmlformats.org/officeDocument/2006/relationships/image" Target="../media/image395.png"/><Relationship Id="rId29" Type="http://schemas.openxmlformats.org/officeDocument/2006/relationships/image" Target="../media/image404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78.xml"/><Relationship Id="rId11" Type="http://schemas.openxmlformats.org/officeDocument/2006/relationships/image" Target="../media/image375.png"/><Relationship Id="rId24" Type="http://schemas.openxmlformats.org/officeDocument/2006/relationships/image" Target="../media/image399.png"/><Relationship Id="rId5" Type="http://schemas.openxmlformats.org/officeDocument/2006/relationships/image" Target="../media/image372.png"/><Relationship Id="rId15" Type="http://schemas.openxmlformats.org/officeDocument/2006/relationships/image" Target="../media/image393.png"/><Relationship Id="rId23" Type="http://schemas.openxmlformats.org/officeDocument/2006/relationships/image" Target="../media/image398.png"/><Relationship Id="rId28" Type="http://schemas.openxmlformats.org/officeDocument/2006/relationships/image" Target="../media/image403.png"/><Relationship Id="rId10" Type="http://schemas.openxmlformats.org/officeDocument/2006/relationships/customXml" Target="../ink/ink80.xml"/><Relationship Id="rId19" Type="http://schemas.openxmlformats.org/officeDocument/2006/relationships/customXml" Target="../ink/ink84.xml"/><Relationship Id="rId4" Type="http://schemas.openxmlformats.org/officeDocument/2006/relationships/customXml" Target="../ink/ink77.xml"/><Relationship Id="rId9" Type="http://schemas.openxmlformats.org/officeDocument/2006/relationships/image" Target="../media/image374.png"/><Relationship Id="rId14" Type="http://schemas.openxmlformats.org/officeDocument/2006/relationships/image" Target="../media/image392.png"/><Relationship Id="rId22" Type="http://schemas.openxmlformats.org/officeDocument/2006/relationships/image" Target="../media/image397.png"/><Relationship Id="rId27" Type="http://schemas.openxmlformats.org/officeDocument/2006/relationships/image" Target="../media/image402.png"/><Relationship Id="rId30" Type="http://schemas.openxmlformats.org/officeDocument/2006/relationships/image" Target="../media/image405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1.png"/><Relationship Id="rId3" Type="http://schemas.openxmlformats.org/officeDocument/2006/relationships/image" Target="../media/image407.png"/><Relationship Id="rId7" Type="http://schemas.openxmlformats.org/officeDocument/2006/relationships/image" Target="../media/image410.png"/><Relationship Id="rId2" Type="http://schemas.openxmlformats.org/officeDocument/2006/relationships/image" Target="../media/image40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9.png"/><Relationship Id="rId11" Type="http://schemas.openxmlformats.org/officeDocument/2006/relationships/image" Target="../media/image414.png"/><Relationship Id="rId5" Type="http://schemas.openxmlformats.org/officeDocument/2006/relationships/image" Target="../media/image408.png"/><Relationship Id="rId10" Type="http://schemas.openxmlformats.org/officeDocument/2006/relationships/image" Target="../media/image413.png"/><Relationship Id="rId4" Type="http://schemas.microsoft.com/office/2007/relationships/hdphoto" Target="../media/hdphoto1.wdp"/><Relationship Id="rId9" Type="http://schemas.openxmlformats.org/officeDocument/2006/relationships/image" Target="../media/image412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1.png"/><Relationship Id="rId3" Type="http://schemas.openxmlformats.org/officeDocument/2006/relationships/image" Target="../media/image416.png"/><Relationship Id="rId7" Type="http://schemas.openxmlformats.org/officeDocument/2006/relationships/image" Target="../media/image420.png"/><Relationship Id="rId2" Type="http://schemas.openxmlformats.org/officeDocument/2006/relationships/image" Target="../media/image4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9.png"/><Relationship Id="rId5" Type="http://schemas.openxmlformats.org/officeDocument/2006/relationships/image" Target="../media/image418.png"/><Relationship Id="rId4" Type="http://schemas.openxmlformats.org/officeDocument/2006/relationships/image" Target="../media/image417.png"/><Relationship Id="rId9" Type="http://schemas.openxmlformats.org/officeDocument/2006/relationships/image" Target="../media/image46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8.png"/><Relationship Id="rId3" Type="http://schemas.openxmlformats.org/officeDocument/2006/relationships/image" Target="../media/image423.png"/><Relationship Id="rId7" Type="http://schemas.openxmlformats.org/officeDocument/2006/relationships/image" Target="../media/image427.png"/><Relationship Id="rId2" Type="http://schemas.openxmlformats.org/officeDocument/2006/relationships/image" Target="../media/image4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6.png"/><Relationship Id="rId5" Type="http://schemas.openxmlformats.org/officeDocument/2006/relationships/image" Target="../media/image425.png"/><Relationship Id="rId4" Type="http://schemas.openxmlformats.org/officeDocument/2006/relationships/image" Target="../media/image424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customXml" Target="../ink/ink87.xml"/><Relationship Id="rId13" Type="http://schemas.openxmlformats.org/officeDocument/2006/relationships/image" Target="../media/image434.png"/><Relationship Id="rId18" Type="http://schemas.openxmlformats.org/officeDocument/2006/relationships/customXml" Target="../ink/ink90.xml"/><Relationship Id="rId26" Type="http://schemas.openxmlformats.org/officeDocument/2006/relationships/image" Target="../media/image444.png"/><Relationship Id="rId3" Type="http://schemas.openxmlformats.org/officeDocument/2006/relationships/image" Target="../media/image429.png"/><Relationship Id="rId21" Type="http://schemas.openxmlformats.org/officeDocument/2006/relationships/image" Target="../media/image440.png"/><Relationship Id="rId7" Type="http://schemas.openxmlformats.org/officeDocument/2006/relationships/image" Target="../media/image431.png"/><Relationship Id="rId12" Type="http://schemas.openxmlformats.org/officeDocument/2006/relationships/customXml" Target="../ink/ink89.xml"/><Relationship Id="rId17" Type="http://schemas.openxmlformats.org/officeDocument/2006/relationships/image" Target="../media/image437.png"/><Relationship Id="rId25" Type="http://schemas.openxmlformats.org/officeDocument/2006/relationships/customXml" Target="../ink/ink91.xml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436.png"/><Relationship Id="rId20" Type="http://schemas.openxmlformats.org/officeDocument/2006/relationships/image" Target="../media/image439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86.xml"/><Relationship Id="rId11" Type="http://schemas.openxmlformats.org/officeDocument/2006/relationships/image" Target="../media/image433.png"/><Relationship Id="rId24" Type="http://schemas.openxmlformats.org/officeDocument/2006/relationships/image" Target="../media/image443.png"/><Relationship Id="rId5" Type="http://schemas.openxmlformats.org/officeDocument/2006/relationships/image" Target="../media/image430.png"/><Relationship Id="rId15" Type="http://schemas.openxmlformats.org/officeDocument/2006/relationships/image" Target="../media/image435.png"/><Relationship Id="rId23" Type="http://schemas.openxmlformats.org/officeDocument/2006/relationships/image" Target="../media/image442.png"/><Relationship Id="rId10" Type="http://schemas.openxmlformats.org/officeDocument/2006/relationships/customXml" Target="../ink/ink88.xml"/><Relationship Id="rId19" Type="http://schemas.openxmlformats.org/officeDocument/2006/relationships/image" Target="../media/image438.png"/><Relationship Id="rId4" Type="http://schemas.openxmlformats.org/officeDocument/2006/relationships/customXml" Target="../ink/ink85.xml"/><Relationship Id="rId9" Type="http://schemas.openxmlformats.org/officeDocument/2006/relationships/image" Target="../media/image432.png"/><Relationship Id="rId14" Type="http://schemas.openxmlformats.org/officeDocument/2006/relationships/image" Target="../media/image46.png"/><Relationship Id="rId22" Type="http://schemas.openxmlformats.org/officeDocument/2006/relationships/image" Target="../media/image441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7.png"/><Relationship Id="rId13" Type="http://schemas.openxmlformats.org/officeDocument/2006/relationships/image" Target="../media/image451.png"/><Relationship Id="rId18" Type="http://schemas.openxmlformats.org/officeDocument/2006/relationships/image" Target="../media/image456.png"/><Relationship Id="rId3" Type="http://schemas.openxmlformats.org/officeDocument/2006/relationships/customXml" Target="../ink/ink92.xml"/><Relationship Id="rId21" Type="http://schemas.openxmlformats.org/officeDocument/2006/relationships/image" Target="../media/image459.png"/><Relationship Id="rId7" Type="http://schemas.openxmlformats.org/officeDocument/2006/relationships/customXml" Target="../ink/ink94.xml"/><Relationship Id="rId12" Type="http://schemas.openxmlformats.org/officeDocument/2006/relationships/image" Target="../media/image450.png"/><Relationship Id="rId17" Type="http://schemas.openxmlformats.org/officeDocument/2006/relationships/image" Target="../media/image455.png"/><Relationship Id="rId25" Type="http://schemas.openxmlformats.org/officeDocument/2006/relationships/image" Target="../media/image243.png"/><Relationship Id="rId2" Type="http://schemas.openxmlformats.org/officeDocument/2006/relationships/image" Target="../media/image445.png"/><Relationship Id="rId16" Type="http://schemas.openxmlformats.org/officeDocument/2006/relationships/image" Target="../media/image454.png"/><Relationship Id="rId20" Type="http://schemas.openxmlformats.org/officeDocument/2006/relationships/image" Target="../media/image45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6.png"/><Relationship Id="rId11" Type="http://schemas.openxmlformats.org/officeDocument/2006/relationships/image" Target="../media/image449.png"/><Relationship Id="rId24" Type="http://schemas.openxmlformats.org/officeDocument/2006/relationships/image" Target="../media/image462.png"/><Relationship Id="rId5" Type="http://schemas.openxmlformats.org/officeDocument/2006/relationships/customXml" Target="../ink/ink93.xml"/><Relationship Id="rId15" Type="http://schemas.openxmlformats.org/officeDocument/2006/relationships/image" Target="../media/image453.png"/><Relationship Id="rId23" Type="http://schemas.openxmlformats.org/officeDocument/2006/relationships/image" Target="../media/image461.png"/><Relationship Id="rId10" Type="http://schemas.openxmlformats.org/officeDocument/2006/relationships/image" Target="../media/image448.png"/><Relationship Id="rId19" Type="http://schemas.openxmlformats.org/officeDocument/2006/relationships/image" Target="../media/image457.png"/><Relationship Id="rId4" Type="http://schemas.openxmlformats.org/officeDocument/2006/relationships/image" Target="../media/image430.png"/><Relationship Id="rId9" Type="http://schemas.openxmlformats.org/officeDocument/2006/relationships/customXml" Target="../ink/ink95.xml"/><Relationship Id="rId14" Type="http://schemas.openxmlformats.org/officeDocument/2006/relationships/image" Target="../media/image452.png"/><Relationship Id="rId22" Type="http://schemas.openxmlformats.org/officeDocument/2006/relationships/image" Target="../media/image460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7.png"/><Relationship Id="rId13" Type="http://schemas.openxmlformats.org/officeDocument/2006/relationships/image" Target="../media/image469.png"/><Relationship Id="rId18" Type="http://schemas.openxmlformats.org/officeDocument/2006/relationships/image" Target="../media/image474.png"/><Relationship Id="rId3" Type="http://schemas.openxmlformats.org/officeDocument/2006/relationships/customXml" Target="../ink/ink96.xml"/><Relationship Id="rId21" Type="http://schemas.openxmlformats.org/officeDocument/2006/relationships/image" Target="../media/image477.png"/><Relationship Id="rId7" Type="http://schemas.openxmlformats.org/officeDocument/2006/relationships/customXml" Target="../ink/ink98.xml"/><Relationship Id="rId12" Type="http://schemas.openxmlformats.org/officeDocument/2006/relationships/image" Target="../media/image468.png"/><Relationship Id="rId17" Type="http://schemas.openxmlformats.org/officeDocument/2006/relationships/image" Target="../media/image473.png"/><Relationship Id="rId2" Type="http://schemas.openxmlformats.org/officeDocument/2006/relationships/image" Target="../media/image463.png"/><Relationship Id="rId16" Type="http://schemas.openxmlformats.org/officeDocument/2006/relationships/image" Target="../media/image472.png"/><Relationship Id="rId20" Type="http://schemas.openxmlformats.org/officeDocument/2006/relationships/image" Target="../media/image47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5.png"/><Relationship Id="rId11" Type="http://schemas.openxmlformats.org/officeDocument/2006/relationships/image" Target="../media/image467.png"/><Relationship Id="rId24" Type="http://schemas.openxmlformats.org/officeDocument/2006/relationships/image" Target="../media/image480.png"/><Relationship Id="rId5" Type="http://schemas.openxmlformats.org/officeDocument/2006/relationships/customXml" Target="../ink/ink97.xml"/><Relationship Id="rId15" Type="http://schemas.openxmlformats.org/officeDocument/2006/relationships/image" Target="../media/image471.png"/><Relationship Id="rId23" Type="http://schemas.openxmlformats.org/officeDocument/2006/relationships/image" Target="../media/image479.png"/><Relationship Id="rId10" Type="http://schemas.openxmlformats.org/officeDocument/2006/relationships/image" Target="../media/image466.png"/><Relationship Id="rId19" Type="http://schemas.openxmlformats.org/officeDocument/2006/relationships/image" Target="../media/image475.png"/><Relationship Id="rId4" Type="http://schemas.openxmlformats.org/officeDocument/2006/relationships/image" Target="../media/image464.png"/><Relationship Id="rId9" Type="http://schemas.openxmlformats.org/officeDocument/2006/relationships/customXml" Target="../ink/ink99.xml"/><Relationship Id="rId14" Type="http://schemas.openxmlformats.org/officeDocument/2006/relationships/image" Target="../media/image470.png"/><Relationship Id="rId22" Type="http://schemas.openxmlformats.org/officeDocument/2006/relationships/image" Target="../media/image478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7.png"/><Relationship Id="rId13" Type="http://schemas.openxmlformats.org/officeDocument/2006/relationships/image" Target="../media/image486.png"/><Relationship Id="rId18" Type="http://schemas.openxmlformats.org/officeDocument/2006/relationships/image" Target="../media/image491.png"/><Relationship Id="rId3" Type="http://schemas.openxmlformats.org/officeDocument/2006/relationships/customXml" Target="../ink/ink100.xml"/><Relationship Id="rId21" Type="http://schemas.openxmlformats.org/officeDocument/2006/relationships/image" Target="../media/image494.png"/><Relationship Id="rId7" Type="http://schemas.openxmlformats.org/officeDocument/2006/relationships/customXml" Target="../ink/ink102.xml"/><Relationship Id="rId12" Type="http://schemas.openxmlformats.org/officeDocument/2006/relationships/image" Target="../media/image485.png"/><Relationship Id="rId17" Type="http://schemas.openxmlformats.org/officeDocument/2006/relationships/image" Target="../media/image490.png"/><Relationship Id="rId2" Type="http://schemas.openxmlformats.org/officeDocument/2006/relationships/image" Target="../media/image481.png"/><Relationship Id="rId16" Type="http://schemas.openxmlformats.org/officeDocument/2006/relationships/image" Target="../media/image489.png"/><Relationship Id="rId20" Type="http://schemas.openxmlformats.org/officeDocument/2006/relationships/image" Target="../media/image49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3.png"/><Relationship Id="rId11" Type="http://schemas.openxmlformats.org/officeDocument/2006/relationships/customXml" Target="../ink/ink104.xml"/><Relationship Id="rId5" Type="http://schemas.openxmlformats.org/officeDocument/2006/relationships/customXml" Target="../ink/ink101.xml"/><Relationship Id="rId15" Type="http://schemas.openxmlformats.org/officeDocument/2006/relationships/image" Target="../media/image488.png"/><Relationship Id="rId23" Type="http://schemas.openxmlformats.org/officeDocument/2006/relationships/image" Target="../media/image496.png"/><Relationship Id="rId10" Type="http://schemas.openxmlformats.org/officeDocument/2006/relationships/image" Target="../media/image484.png"/><Relationship Id="rId19" Type="http://schemas.openxmlformats.org/officeDocument/2006/relationships/image" Target="../media/image492.png"/><Relationship Id="rId4" Type="http://schemas.openxmlformats.org/officeDocument/2006/relationships/image" Target="../media/image482.png"/><Relationship Id="rId9" Type="http://schemas.openxmlformats.org/officeDocument/2006/relationships/customXml" Target="../ink/ink103.xml"/><Relationship Id="rId14" Type="http://schemas.openxmlformats.org/officeDocument/2006/relationships/image" Target="../media/image487.png"/><Relationship Id="rId22" Type="http://schemas.openxmlformats.org/officeDocument/2006/relationships/image" Target="../media/image495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9.png"/><Relationship Id="rId13" Type="http://schemas.openxmlformats.org/officeDocument/2006/relationships/customXml" Target="../ink/ink110.xml"/><Relationship Id="rId18" Type="http://schemas.openxmlformats.org/officeDocument/2006/relationships/image" Target="../media/image88.png"/><Relationship Id="rId26" Type="http://schemas.openxmlformats.org/officeDocument/2006/relationships/image" Target="../media/image512.png"/><Relationship Id="rId3" Type="http://schemas.openxmlformats.org/officeDocument/2006/relationships/customXml" Target="../ink/ink105.xml"/><Relationship Id="rId21" Type="http://schemas.openxmlformats.org/officeDocument/2006/relationships/image" Target="../media/image507.png"/><Relationship Id="rId7" Type="http://schemas.openxmlformats.org/officeDocument/2006/relationships/customXml" Target="../ink/ink107.xml"/><Relationship Id="rId12" Type="http://schemas.openxmlformats.org/officeDocument/2006/relationships/image" Target="../media/image501.png"/><Relationship Id="rId17" Type="http://schemas.openxmlformats.org/officeDocument/2006/relationships/image" Target="../media/image505.png"/><Relationship Id="rId25" Type="http://schemas.openxmlformats.org/officeDocument/2006/relationships/image" Target="../media/image511.png"/><Relationship Id="rId2" Type="http://schemas.openxmlformats.org/officeDocument/2006/relationships/image" Target="../media/image497.png"/><Relationship Id="rId16" Type="http://schemas.openxmlformats.org/officeDocument/2006/relationships/image" Target="../media/image504.png"/><Relationship Id="rId20" Type="http://schemas.openxmlformats.org/officeDocument/2006/relationships/image" Target="../media/image506.png"/><Relationship Id="rId29" Type="http://schemas.openxmlformats.org/officeDocument/2006/relationships/image" Target="../media/image5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8.png"/><Relationship Id="rId11" Type="http://schemas.openxmlformats.org/officeDocument/2006/relationships/customXml" Target="../ink/ink109.xml"/><Relationship Id="rId24" Type="http://schemas.openxmlformats.org/officeDocument/2006/relationships/image" Target="../media/image510.png"/><Relationship Id="rId5" Type="http://schemas.openxmlformats.org/officeDocument/2006/relationships/customXml" Target="../ink/ink106.xml"/><Relationship Id="rId15" Type="http://schemas.openxmlformats.org/officeDocument/2006/relationships/image" Target="../media/image503.png"/><Relationship Id="rId23" Type="http://schemas.openxmlformats.org/officeDocument/2006/relationships/image" Target="../media/image509.png"/><Relationship Id="rId28" Type="http://schemas.openxmlformats.org/officeDocument/2006/relationships/customXml" Target="../ink/ink112.xml"/><Relationship Id="rId10" Type="http://schemas.openxmlformats.org/officeDocument/2006/relationships/image" Target="../media/image500.png"/><Relationship Id="rId19" Type="http://schemas.openxmlformats.org/officeDocument/2006/relationships/customXml" Target="../ink/ink111.xml"/><Relationship Id="rId4" Type="http://schemas.openxmlformats.org/officeDocument/2006/relationships/image" Target="../media/image430.png"/><Relationship Id="rId9" Type="http://schemas.openxmlformats.org/officeDocument/2006/relationships/customXml" Target="../ink/ink108.xml"/><Relationship Id="rId14" Type="http://schemas.openxmlformats.org/officeDocument/2006/relationships/image" Target="../media/image502.png"/><Relationship Id="rId22" Type="http://schemas.openxmlformats.org/officeDocument/2006/relationships/image" Target="../media/image508.png"/><Relationship Id="rId27" Type="http://schemas.openxmlformats.org/officeDocument/2006/relationships/image" Target="../media/image513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8.png"/><Relationship Id="rId13" Type="http://schemas.openxmlformats.org/officeDocument/2006/relationships/image" Target="../media/image523.png"/><Relationship Id="rId3" Type="http://schemas.openxmlformats.org/officeDocument/2006/relationships/image" Target="../media/image407.png"/><Relationship Id="rId7" Type="http://schemas.openxmlformats.org/officeDocument/2006/relationships/image" Target="../media/image517.png"/><Relationship Id="rId12" Type="http://schemas.openxmlformats.org/officeDocument/2006/relationships/image" Target="../media/image522.png"/><Relationship Id="rId2" Type="http://schemas.openxmlformats.org/officeDocument/2006/relationships/image" Target="../media/image406.jpeg"/><Relationship Id="rId16" Type="http://schemas.openxmlformats.org/officeDocument/2006/relationships/image" Target="../media/image5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6.png"/><Relationship Id="rId11" Type="http://schemas.openxmlformats.org/officeDocument/2006/relationships/image" Target="../media/image521.png"/><Relationship Id="rId5" Type="http://schemas.openxmlformats.org/officeDocument/2006/relationships/image" Target="../media/image515.png"/><Relationship Id="rId15" Type="http://schemas.openxmlformats.org/officeDocument/2006/relationships/image" Target="../media/image525.png"/><Relationship Id="rId10" Type="http://schemas.openxmlformats.org/officeDocument/2006/relationships/image" Target="../media/image520.png"/><Relationship Id="rId4" Type="http://schemas.microsoft.com/office/2007/relationships/hdphoto" Target="../media/hdphoto1.wdp"/><Relationship Id="rId9" Type="http://schemas.openxmlformats.org/officeDocument/2006/relationships/image" Target="../media/image519.png"/><Relationship Id="rId14" Type="http://schemas.openxmlformats.org/officeDocument/2006/relationships/image" Target="../media/image52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8.png"/><Relationship Id="rId2" Type="http://schemas.openxmlformats.org/officeDocument/2006/relationships/image" Target="../media/image5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1.png"/><Relationship Id="rId2" Type="http://schemas.openxmlformats.org/officeDocument/2006/relationships/image" Target="../media/image5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33.png"/><Relationship Id="rId4" Type="http://schemas.openxmlformats.org/officeDocument/2006/relationships/image" Target="../media/image532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0.png"/><Relationship Id="rId13" Type="http://schemas.openxmlformats.org/officeDocument/2006/relationships/image" Target="../media/image545.png"/><Relationship Id="rId18" Type="http://schemas.openxmlformats.org/officeDocument/2006/relationships/image" Target="../media/image549.png"/><Relationship Id="rId3" Type="http://schemas.openxmlformats.org/officeDocument/2006/relationships/image" Target="../media/image535.png"/><Relationship Id="rId7" Type="http://schemas.openxmlformats.org/officeDocument/2006/relationships/image" Target="../media/image539.png"/><Relationship Id="rId12" Type="http://schemas.openxmlformats.org/officeDocument/2006/relationships/image" Target="../media/image544.png"/><Relationship Id="rId17" Type="http://schemas.openxmlformats.org/officeDocument/2006/relationships/image" Target="../media/image325.png"/><Relationship Id="rId2" Type="http://schemas.openxmlformats.org/officeDocument/2006/relationships/image" Target="../media/image534.png"/><Relationship Id="rId16" Type="http://schemas.openxmlformats.org/officeDocument/2006/relationships/image" Target="../media/image548.png"/><Relationship Id="rId20" Type="http://schemas.openxmlformats.org/officeDocument/2006/relationships/image" Target="../media/image5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8.png"/><Relationship Id="rId11" Type="http://schemas.openxmlformats.org/officeDocument/2006/relationships/image" Target="../media/image543.png"/><Relationship Id="rId5" Type="http://schemas.openxmlformats.org/officeDocument/2006/relationships/image" Target="../media/image537.png"/><Relationship Id="rId15" Type="http://schemas.openxmlformats.org/officeDocument/2006/relationships/image" Target="../media/image547.png"/><Relationship Id="rId10" Type="http://schemas.openxmlformats.org/officeDocument/2006/relationships/image" Target="../media/image542.png"/><Relationship Id="rId19" Type="http://schemas.openxmlformats.org/officeDocument/2006/relationships/image" Target="../media/image550.png"/><Relationship Id="rId4" Type="http://schemas.openxmlformats.org/officeDocument/2006/relationships/image" Target="../media/image536.png"/><Relationship Id="rId9" Type="http://schemas.openxmlformats.org/officeDocument/2006/relationships/image" Target="../media/image541.png"/><Relationship Id="rId14" Type="http://schemas.openxmlformats.org/officeDocument/2006/relationships/image" Target="../media/image546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3.png"/><Relationship Id="rId13" Type="http://schemas.openxmlformats.org/officeDocument/2006/relationships/image" Target="../media/image557.png"/><Relationship Id="rId3" Type="http://schemas.openxmlformats.org/officeDocument/2006/relationships/customXml" Target="../ink/ink113.xml"/><Relationship Id="rId7" Type="http://schemas.openxmlformats.org/officeDocument/2006/relationships/customXml" Target="../ink/ink115.xml"/><Relationship Id="rId12" Type="http://schemas.openxmlformats.org/officeDocument/2006/relationships/image" Target="../media/image556.png"/><Relationship Id="rId17" Type="http://schemas.openxmlformats.org/officeDocument/2006/relationships/image" Target="../media/image560.png"/><Relationship Id="rId2" Type="http://schemas.openxmlformats.org/officeDocument/2006/relationships/image" Target="../media/image552.png"/><Relationship Id="rId16" Type="http://schemas.openxmlformats.org/officeDocument/2006/relationships/customXml" Target="../ink/ink1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8.png"/><Relationship Id="rId11" Type="http://schemas.openxmlformats.org/officeDocument/2006/relationships/image" Target="../media/image555.png"/><Relationship Id="rId5" Type="http://schemas.openxmlformats.org/officeDocument/2006/relationships/customXml" Target="../ink/ink114.xml"/><Relationship Id="rId15" Type="http://schemas.openxmlformats.org/officeDocument/2006/relationships/image" Target="../media/image559.png"/><Relationship Id="rId10" Type="http://schemas.openxmlformats.org/officeDocument/2006/relationships/image" Target="../media/image554.png"/><Relationship Id="rId4" Type="http://schemas.openxmlformats.org/officeDocument/2006/relationships/image" Target="../media/image430.png"/><Relationship Id="rId9" Type="http://schemas.openxmlformats.org/officeDocument/2006/relationships/customXml" Target="../ink/ink116.xml"/><Relationship Id="rId14" Type="http://schemas.openxmlformats.org/officeDocument/2006/relationships/image" Target="../media/image558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3.png"/><Relationship Id="rId13" Type="http://schemas.openxmlformats.org/officeDocument/2006/relationships/customXml" Target="../ink/ink123.xml"/><Relationship Id="rId18" Type="http://schemas.openxmlformats.org/officeDocument/2006/relationships/image" Target="../media/image569.png"/><Relationship Id="rId26" Type="http://schemas.openxmlformats.org/officeDocument/2006/relationships/image" Target="../media/image575.png"/><Relationship Id="rId3" Type="http://schemas.openxmlformats.org/officeDocument/2006/relationships/customXml" Target="../ink/ink118.xml"/><Relationship Id="rId21" Type="http://schemas.openxmlformats.org/officeDocument/2006/relationships/image" Target="../media/image571.png"/><Relationship Id="rId7" Type="http://schemas.openxmlformats.org/officeDocument/2006/relationships/customXml" Target="../ink/ink120.xml"/><Relationship Id="rId12" Type="http://schemas.openxmlformats.org/officeDocument/2006/relationships/image" Target="../media/image565.png"/><Relationship Id="rId17" Type="http://schemas.openxmlformats.org/officeDocument/2006/relationships/image" Target="../media/image568.png"/><Relationship Id="rId25" Type="http://schemas.openxmlformats.org/officeDocument/2006/relationships/image" Target="../media/image574.png"/><Relationship Id="rId2" Type="http://schemas.openxmlformats.org/officeDocument/2006/relationships/image" Target="../media/image561.png"/><Relationship Id="rId16" Type="http://schemas.openxmlformats.org/officeDocument/2006/relationships/image" Target="../media/image567.png"/><Relationship Id="rId20" Type="http://schemas.openxmlformats.org/officeDocument/2006/relationships/customXml" Target="../ink/ink124.xml"/><Relationship Id="rId29" Type="http://schemas.openxmlformats.org/officeDocument/2006/relationships/image" Target="../media/image57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2.png"/><Relationship Id="rId11" Type="http://schemas.openxmlformats.org/officeDocument/2006/relationships/customXml" Target="../ink/ink122.xml"/><Relationship Id="rId24" Type="http://schemas.openxmlformats.org/officeDocument/2006/relationships/image" Target="../media/image573.png"/><Relationship Id="rId5" Type="http://schemas.openxmlformats.org/officeDocument/2006/relationships/customXml" Target="../ink/ink119.xml"/><Relationship Id="rId15" Type="http://schemas.openxmlformats.org/officeDocument/2006/relationships/image" Target="../media/image44.png"/><Relationship Id="rId23" Type="http://schemas.openxmlformats.org/officeDocument/2006/relationships/image" Target="../media/image572.png"/><Relationship Id="rId28" Type="http://schemas.openxmlformats.org/officeDocument/2006/relationships/image" Target="../media/image577.png"/><Relationship Id="rId10" Type="http://schemas.openxmlformats.org/officeDocument/2006/relationships/image" Target="../media/image564.png"/><Relationship Id="rId19" Type="http://schemas.openxmlformats.org/officeDocument/2006/relationships/image" Target="../media/image570.png"/><Relationship Id="rId31" Type="http://schemas.openxmlformats.org/officeDocument/2006/relationships/image" Target="../media/image580.png"/><Relationship Id="rId4" Type="http://schemas.openxmlformats.org/officeDocument/2006/relationships/image" Target="../media/image430.png"/><Relationship Id="rId9" Type="http://schemas.openxmlformats.org/officeDocument/2006/relationships/customXml" Target="../ink/ink121.xml"/><Relationship Id="rId14" Type="http://schemas.openxmlformats.org/officeDocument/2006/relationships/image" Target="../media/image566.png"/><Relationship Id="rId22" Type="http://schemas.openxmlformats.org/officeDocument/2006/relationships/image" Target="../media/image328.png"/><Relationship Id="rId27" Type="http://schemas.openxmlformats.org/officeDocument/2006/relationships/image" Target="../media/image576.png"/><Relationship Id="rId30" Type="http://schemas.openxmlformats.org/officeDocument/2006/relationships/image" Target="../media/image579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2.png"/><Relationship Id="rId13" Type="http://schemas.openxmlformats.org/officeDocument/2006/relationships/customXml" Target="../ink/ink130.xml"/><Relationship Id="rId18" Type="http://schemas.openxmlformats.org/officeDocument/2006/relationships/image" Target="../media/image585.png"/><Relationship Id="rId26" Type="http://schemas.openxmlformats.org/officeDocument/2006/relationships/image" Target="../media/image592.png"/><Relationship Id="rId3" Type="http://schemas.openxmlformats.org/officeDocument/2006/relationships/customXml" Target="../ink/ink125.xml"/><Relationship Id="rId21" Type="http://schemas.openxmlformats.org/officeDocument/2006/relationships/image" Target="../media/image587.png"/><Relationship Id="rId7" Type="http://schemas.openxmlformats.org/officeDocument/2006/relationships/customXml" Target="../ink/ink127.xml"/><Relationship Id="rId12" Type="http://schemas.openxmlformats.org/officeDocument/2006/relationships/image" Target="../media/image582.png"/><Relationship Id="rId17" Type="http://schemas.openxmlformats.org/officeDocument/2006/relationships/customXml" Target="../ink/ink132.xml"/><Relationship Id="rId25" Type="http://schemas.openxmlformats.org/officeDocument/2006/relationships/image" Target="../media/image591.png"/><Relationship Id="rId2" Type="http://schemas.openxmlformats.org/officeDocument/2006/relationships/image" Target="../media/image581.png"/><Relationship Id="rId16" Type="http://schemas.openxmlformats.org/officeDocument/2006/relationships/image" Target="../media/image584.png"/><Relationship Id="rId20" Type="http://schemas.openxmlformats.org/officeDocument/2006/relationships/image" Target="../media/image586.png"/><Relationship Id="rId29" Type="http://schemas.openxmlformats.org/officeDocument/2006/relationships/image" Target="../media/image59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1.png"/><Relationship Id="rId11" Type="http://schemas.openxmlformats.org/officeDocument/2006/relationships/customXml" Target="../ink/ink129.xml"/><Relationship Id="rId24" Type="http://schemas.openxmlformats.org/officeDocument/2006/relationships/image" Target="../media/image590.png"/><Relationship Id="rId5" Type="http://schemas.openxmlformats.org/officeDocument/2006/relationships/customXml" Target="../ink/ink126.xml"/><Relationship Id="rId15" Type="http://schemas.openxmlformats.org/officeDocument/2006/relationships/customXml" Target="../ink/ink131.xml"/><Relationship Id="rId23" Type="http://schemas.openxmlformats.org/officeDocument/2006/relationships/image" Target="../media/image589.png"/><Relationship Id="rId28" Type="http://schemas.openxmlformats.org/officeDocument/2006/relationships/image" Target="../media/image594.png"/><Relationship Id="rId10" Type="http://schemas.openxmlformats.org/officeDocument/2006/relationships/image" Target="../media/image433.png"/><Relationship Id="rId19" Type="http://schemas.openxmlformats.org/officeDocument/2006/relationships/image" Target="../media/image286.png"/><Relationship Id="rId31" Type="http://schemas.openxmlformats.org/officeDocument/2006/relationships/image" Target="../media/image597.png"/><Relationship Id="rId4" Type="http://schemas.openxmlformats.org/officeDocument/2006/relationships/image" Target="../media/image430.png"/><Relationship Id="rId9" Type="http://schemas.openxmlformats.org/officeDocument/2006/relationships/customXml" Target="../ink/ink128.xml"/><Relationship Id="rId14" Type="http://schemas.openxmlformats.org/officeDocument/2006/relationships/image" Target="../media/image583.png"/><Relationship Id="rId22" Type="http://schemas.openxmlformats.org/officeDocument/2006/relationships/image" Target="../media/image588.png"/><Relationship Id="rId27" Type="http://schemas.openxmlformats.org/officeDocument/2006/relationships/image" Target="../media/image593.png"/><Relationship Id="rId30" Type="http://schemas.openxmlformats.org/officeDocument/2006/relationships/image" Target="../media/image596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1.png"/><Relationship Id="rId13" Type="http://schemas.openxmlformats.org/officeDocument/2006/relationships/customXml" Target="../ink/ink138.xml"/><Relationship Id="rId18" Type="http://schemas.openxmlformats.org/officeDocument/2006/relationships/image" Target="../media/image606.png"/><Relationship Id="rId26" Type="http://schemas.openxmlformats.org/officeDocument/2006/relationships/image" Target="../media/image613.png"/><Relationship Id="rId3" Type="http://schemas.openxmlformats.org/officeDocument/2006/relationships/customXml" Target="../ink/ink133.xml"/><Relationship Id="rId21" Type="http://schemas.openxmlformats.org/officeDocument/2006/relationships/image" Target="../media/image609.png"/><Relationship Id="rId7" Type="http://schemas.openxmlformats.org/officeDocument/2006/relationships/customXml" Target="../ink/ink135.xml"/><Relationship Id="rId12" Type="http://schemas.openxmlformats.org/officeDocument/2006/relationships/image" Target="../media/image603.png"/><Relationship Id="rId17" Type="http://schemas.openxmlformats.org/officeDocument/2006/relationships/image" Target="../media/image605.png"/><Relationship Id="rId25" Type="http://schemas.openxmlformats.org/officeDocument/2006/relationships/image" Target="../media/image612.png"/><Relationship Id="rId2" Type="http://schemas.openxmlformats.org/officeDocument/2006/relationships/image" Target="../media/image598.png"/><Relationship Id="rId16" Type="http://schemas.openxmlformats.org/officeDocument/2006/relationships/image" Target="../media/image582.png"/><Relationship Id="rId20" Type="http://schemas.openxmlformats.org/officeDocument/2006/relationships/image" Target="../media/image608.png"/><Relationship Id="rId29" Type="http://schemas.openxmlformats.org/officeDocument/2006/relationships/image" Target="../media/image6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00.png"/><Relationship Id="rId11" Type="http://schemas.openxmlformats.org/officeDocument/2006/relationships/customXml" Target="../ink/ink137.xml"/><Relationship Id="rId24" Type="http://schemas.openxmlformats.org/officeDocument/2006/relationships/image" Target="../media/image611.png"/><Relationship Id="rId32" Type="http://schemas.openxmlformats.org/officeDocument/2006/relationships/image" Target="../media/image619.png"/><Relationship Id="rId5" Type="http://schemas.openxmlformats.org/officeDocument/2006/relationships/customXml" Target="../ink/ink134.xml"/><Relationship Id="rId15" Type="http://schemas.openxmlformats.org/officeDocument/2006/relationships/customXml" Target="../ink/ink139.xml"/><Relationship Id="rId23" Type="http://schemas.openxmlformats.org/officeDocument/2006/relationships/customXml" Target="../ink/ink140.xml"/><Relationship Id="rId28" Type="http://schemas.openxmlformats.org/officeDocument/2006/relationships/image" Target="../media/image615.png"/><Relationship Id="rId10" Type="http://schemas.openxmlformats.org/officeDocument/2006/relationships/image" Target="../media/image602.png"/><Relationship Id="rId19" Type="http://schemas.openxmlformats.org/officeDocument/2006/relationships/image" Target="../media/image607.png"/><Relationship Id="rId31" Type="http://schemas.openxmlformats.org/officeDocument/2006/relationships/image" Target="../media/image618.png"/><Relationship Id="rId4" Type="http://schemas.openxmlformats.org/officeDocument/2006/relationships/image" Target="../media/image599.png"/><Relationship Id="rId9" Type="http://schemas.openxmlformats.org/officeDocument/2006/relationships/customXml" Target="../ink/ink136.xml"/><Relationship Id="rId14" Type="http://schemas.openxmlformats.org/officeDocument/2006/relationships/image" Target="../media/image604.png"/><Relationship Id="rId22" Type="http://schemas.openxmlformats.org/officeDocument/2006/relationships/image" Target="../media/image610.png"/><Relationship Id="rId27" Type="http://schemas.openxmlformats.org/officeDocument/2006/relationships/image" Target="../media/image614.png"/><Relationship Id="rId30" Type="http://schemas.openxmlformats.org/officeDocument/2006/relationships/image" Target="../media/image617.png"/></Relationships>
</file>

<file path=ppt/slides/_rels/slide3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24.png"/><Relationship Id="rId18" Type="http://schemas.openxmlformats.org/officeDocument/2006/relationships/image" Target="../media/image629.png"/><Relationship Id="rId26" Type="http://schemas.openxmlformats.org/officeDocument/2006/relationships/image" Target="../media/image637.png"/><Relationship Id="rId3" Type="http://schemas.openxmlformats.org/officeDocument/2006/relationships/customXml" Target="../ink/ink141.xml"/><Relationship Id="rId21" Type="http://schemas.openxmlformats.org/officeDocument/2006/relationships/image" Target="../media/image632.png"/><Relationship Id="rId34" Type="http://schemas.openxmlformats.org/officeDocument/2006/relationships/image" Target="../media/image643.png"/><Relationship Id="rId7" Type="http://schemas.openxmlformats.org/officeDocument/2006/relationships/customXml" Target="../ink/ink143.xml"/><Relationship Id="rId12" Type="http://schemas.openxmlformats.org/officeDocument/2006/relationships/image" Target="../media/image623.png"/><Relationship Id="rId17" Type="http://schemas.openxmlformats.org/officeDocument/2006/relationships/image" Target="../media/image628.png"/><Relationship Id="rId25" Type="http://schemas.openxmlformats.org/officeDocument/2006/relationships/image" Target="../media/image636.png"/><Relationship Id="rId33" Type="http://schemas.openxmlformats.org/officeDocument/2006/relationships/customXml" Target="../ink/ink146.xml"/><Relationship Id="rId2" Type="http://schemas.openxmlformats.org/officeDocument/2006/relationships/image" Target="../media/image620.png"/><Relationship Id="rId16" Type="http://schemas.openxmlformats.org/officeDocument/2006/relationships/image" Target="../media/image627.png"/><Relationship Id="rId20" Type="http://schemas.openxmlformats.org/officeDocument/2006/relationships/image" Target="../media/image631.png"/><Relationship Id="rId29" Type="http://schemas.openxmlformats.org/officeDocument/2006/relationships/image" Target="../media/image6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00.png"/><Relationship Id="rId11" Type="http://schemas.openxmlformats.org/officeDocument/2006/relationships/customXml" Target="../ink/ink145.xml"/><Relationship Id="rId24" Type="http://schemas.openxmlformats.org/officeDocument/2006/relationships/image" Target="../media/image635.png"/><Relationship Id="rId32" Type="http://schemas.openxmlformats.org/officeDocument/2006/relationships/image" Target="../media/image642.png"/><Relationship Id="rId5" Type="http://schemas.openxmlformats.org/officeDocument/2006/relationships/customXml" Target="../ink/ink142.xml"/><Relationship Id="rId15" Type="http://schemas.openxmlformats.org/officeDocument/2006/relationships/image" Target="../media/image626.png"/><Relationship Id="rId23" Type="http://schemas.openxmlformats.org/officeDocument/2006/relationships/image" Target="../media/image634.png"/><Relationship Id="rId28" Type="http://schemas.openxmlformats.org/officeDocument/2006/relationships/image" Target="../media/image638.png"/><Relationship Id="rId10" Type="http://schemas.openxmlformats.org/officeDocument/2006/relationships/image" Target="../media/image604.png"/><Relationship Id="rId19" Type="http://schemas.openxmlformats.org/officeDocument/2006/relationships/image" Target="../media/image630.png"/><Relationship Id="rId31" Type="http://schemas.openxmlformats.org/officeDocument/2006/relationships/image" Target="../media/image641.png"/><Relationship Id="rId4" Type="http://schemas.openxmlformats.org/officeDocument/2006/relationships/image" Target="../media/image621.png"/><Relationship Id="rId9" Type="http://schemas.openxmlformats.org/officeDocument/2006/relationships/customXml" Target="../ink/ink144.xml"/><Relationship Id="rId14" Type="http://schemas.openxmlformats.org/officeDocument/2006/relationships/image" Target="../media/image625.png"/><Relationship Id="rId22" Type="http://schemas.openxmlformats.org/officeDocument/2006/relationships/image" Target="../media/image633.png"/><Relationship Id="rId27" Type="http://schemas.openxmlformats.org/officeDocument/2006/relationships/image" Target="../media/image206.png"/><Relationship Id="rId30" Type="http://schemas.openxmlformats.org/officeDocument/2006/relationships/image" Target="../media/image640.png"/><Relationship Id="rId35" Type="http://schemas.openxmlformats.org/officeDocument/2006/relationships/image" Target="../media/image644.png"/><Relationship Id="rId8" Type="http://schemas.openxmlformats.org/officeDocument/2006/relationships/image" Target="../media/image622.png"/></Relationships>
</file>

<file path=ppt/slides/_rels/slide3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53.png"/><Relationship Id="rId18" Type="http://schemas.openxmlformats.org/officeDocument/2006/relationships/image" Target="../media/image657.png"/><Relationship Id="rId26" Type="http://schemas.openxmlformats.org/officeDocument/2006/relationships/image" Target="../media/image665.png"/><Relationship Id="rId39" Type="http://schemas.openxmlformats.org/officeDocument/2006/relationships/image" Target="../media/image678.png"/><Relationship Id="rId21" Type="http://schemas.openxmlformats.org/officeDocument/2006/relationships/image" Target="../media/image660.png"/><Relationship Id="rId34" Type="http://schemas.openxmlformats.org/officeDocument/2006/relationships/image" Target="../media/image673.png"/><Relationship Id="rId42" Type="http://schemas.openxmlformats.org/officeDocument/2006/relationships/image" Target="../media/image681.png"/><Relationship Id="rId7" Type="http://schemas.openxmlformats.org/officeDocument/2006/relationships/image" Target="../media/image650.png"/><Relationship Id="rId2" Type="http://schemas.openxmlformats.org/officeDocument/2006/relationships/image" Target="../media/image645.png"/><Relationship Id="rId16" Type="http://schemas.openxmlformats.org/officeDocument/2006/relationships/image" Target="../media/image655.png"/><Relationship Id="rId29" Type="http://schemas.openxmlformats.org/officeDocument/2006/relationships/image" Target="../media/image66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9.png"/><Relationship Id="rId11" Type="http://schemas.openxmlformats.org/officeDocument/2006/relationships/image" Target="../media/image652.png"/><Relationship Id="rId24" Type="http://schemas.openxmlformats.org/officeDocument/2006/relationships/image" Target="../media/image663.png"/><Relationship Id="rId32" Type="http://schemas.openxmlformats.org/officeDocument/2006/relationships/image" Target="../media/image671.png"/><Relationship Id="rId37" Type="http://schemas.openxmlformats.org/officeDocument/2006/relationships/image" Target="../media/image676.png"/><Relationship Id="rId40" Type="http://schemas.openxmlformats.org/officeDocument/2006/relationships/image" Target="../media/image679.png"/><Relationship Id="rId45" Type="http://schemas.openxmlformats.org/officeDocument/2006/relationships/image" Target="../media/image684.png"/><Relationship Id="rId5" Type="http://schemas.openxmlformats.org/officeDocument/2006/relationships/image" Target="../media/image648.png"/><Relationship Id="rId15" Type="http://schemas.openxmlformats.org/officeDocument/2006/relationships/image" Target="../media/image654.png"/><Relationship Id="rId23" Type="http://schemas.openxmlformats.org/officeDocument/2006/relationships/image" Target="../media/image662.png"/><Relationship Id="rId28" Type="http://schemas.openxmlformats.org/officeDocument/2006/relationships/image" Target="../media/image667.png"/><Relationship Id="rId36" Type="http://schemas.openxmlformats.org/officeDocument/2006/relationships/image" Target="../media/image675.png"/><Relationship Id="rId10" Type="http://schemas.openxmlformats.org/officeDocument/2006/relationships/customXml" Target="../ink/ink148.xml"/><Relationship Id="rId19" Type="http://schemas.openxmlformats.org/officeDocument/2006/relationships/image" Target="../media/image658.png"/><Relationship Id="rId31" Type="http://schemas.openxmlformats.org/officeDocument/2006/relationships/image" Target="../media/image670.png"/><Relationship Id="rId44" Type="http://schemas.openxmlformats.org/officeDocument/2006/relationships/image" Target="../media/image683.png"/><Relationship Id="rId4" Type="http://schemas.openxmlformats.org/officeDocument/2006/relationships/image" Target="../media/image647.svg"/><Relationship Id="rId9" Type="http://schemas.openxmlformats.org/officeDocument/2006/relationships/image" Target="../media/image651.png"/><Relationship Id="rId14" Type="http://schemas.openxmlformats.org/officeDocument/2006/relationships/customXml" Target="../ink/ink150.xml"/><Relationship Id="rId22" Type="http://schemas.openxmlformats.org/officeDocument/2006/relationships/image" Target="../media/image661.png"/><Relationship Id="rId27" Type="http://schemas.openxmlformats.org/officeDocument/2006/relationships/image" Target="../media/image666.png"/><Relationship Id="rId30" Type="http://schemas.openxmlformats.org/officeDocument/2006/relationships/image" Target="../media/image669.png"/><Relationship Id="rId35" Type="http://schemas.openxmlformats.org/officeDocument/2006/relationships/image" Target="../media/image674.png"/><Relationship Id="rId43" Type="http://schemas.openxmlformats.org/officeDocument/2006/relationships/image" Target="../media/image682.png"/><Relationship Id="rId8" Type="http://schemas.openxmlformats.org/officeDocument/2006/relationships/customXml" Target="../ink/ink147.xml"/><Relationship Id="rId3" Type="http://schemas.openxmlformats.org/officeDocument/2006/relationships/image" Target="../media/image646.png"/><Relationship Id="rId12" Type="http://schemas.openxmlformats.org/officeDocument/2006/relationships/customXml" Target="../ink/ink149.xml"/><Relationship Id="rId17" Type="http://schemas.openxmlformats.org/officeDocument/2006/relationships/image" Target="../media/image656.png"/><Relationship Id="rId25" Type="http://schemas.openxmlformats.org/officeDocument/2006/relationships/image" Target="../media/image664.png"/><Relationship Id="rId33" Type="http://schemas.openxmlformats.org/officeDocument/2006/relationships/image" Target="../media/image672.png"/><Relationship Id="rId38" Type="http://schemas.openxmlformats.org/officeDocument/2006/relationships/image" Target="../media/image677.png"/><Relationship Id="rId20" Type="http://schemas.openxmlformats.org/officeDocument/2006/relationships/image" Target="../media/image659.png"/><Relationship Id="rId41" Type="http://schemas.openxmlformats.org/officeDocument/2006/relationships/image" Target="../media/image680.png"/></Relationships>
</file>

<file path=ppt/slides/_rels/slide3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94.png"/><Relationship Id="rId18" Type="http://schemas.openxmlformats.org/officeDocument/2006/relationships/image" Target="../media/image697.png"/><Relationship Id="rId26" Type="http://schemas.openxmlformats.org/officeDocument/2006/relationships/image" Target="../media/image705.png"/><Relationship Id="rId3" Type="http://schemas.openxmlformats.org/officeDocument/2006/relationships/customXml" Target="../ink/ink151.xml"/><Relationship Id="rId21" Type="http://schemas.openxmlformats.org/officeDocument/2006/relationships/image" Target="../media/image700.png"/><Relationship Id="rId34" Type="http://schemas.openxmlformats.org/officeDocument/2006/relationships/image" Target="../media/image713.png"/><Relationship Id="rId7" Type="http://schemas.openxmlformats.org/officeDocument/2006/relationships/image" Target="../media/image688.png"/><Relationship Id="rId12" Type="http://schemas.openxmlformats.org/officeDocument/2006/relationships/image" Target="../media/image693.png"/><Relationship Id="rId17" Type="http://schemas.openxmlformats.org/officeDocument/2006/relationships/image" Target="../media/image696.png"/><Relationship Id="rId25" Type="http://schemas.openxmlformats.org/officeDocument/2006/relationships/image" Target="../media/image704.png"/><Relationship Id="rId33" Type="http://schemas.openxmlformats.org/officeDocument/2006/relationships/image" Target="../media/image712.png"/><Relationship Id="rId2" Type="http://schemas.openxmlformats.org/officeDocument/2006/relationships/image" Target="../media/image685.png"/><Relationship Id="rId16" Type="http://schemas.openxmlformats.org/officeDocument/2006/relationships/customXml" Target="../ink/ink154.xml"/><Relationship Id="rId20" Type="http://schemas.openxmlformats.org/officeDocument/2006/relationships/image" Target="../media/image699.png"/><Relationship Id="rId29" Type="http://schemas.openxmlformats.org/officeDocument/2006/relationships/image" Target="../media/image70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87.png"/><Relationship Id="rId11" Type="http://schemas.openxmlformats.org/officeDocument/2006/relationships/image" Target="../media/image692.png"/><Relationship Id="rId24" Type="http://schemas.openxmlformats.org/officeDocument/2006/relationships/image" Target="../media/image703.png"/><Relationship Id="rId32" Type="http://schemas.openxmlformats.org/officeDocument/2006/relationships/image" Target="../media/image711.png"/><Relationship Id="rId5" Type="http://schemas.openxmlformats.org/officeDocument/2006/relationships/customXml" Target="../ink/ink152.xml"/><Relationship Id="rId15" Type="http://schemas.openxmlformats.org/officeDocument/2006/relationships/image" Target="../media/image695.png"/><Relationship Id="rId23" Type="http://schemas.openxmlformats.org/officeDocument/2006/relationships/image" Target="../media/image702.png"/><Relationship Id="rId28" Type="http://schemas.openxmlformats.org/officeDocument/2006/relationships/image" Target="../media/image707.png"/><Relationship Id="rId36" Type="http://schemas.openxmlformats.org/officeDocument/2006/relationships/image" Target="../media/image715.png"/><Relationship Id="rId10" Type="http://schemas.openxmlformats.org/officeDocument/2006/relationships/image" Target="../media/image691.png"/><Relationship Id="rId19" Type="http://schemas.openxmlformats.org/officeDocument/2006/relationships/image" Target="../media/image698.png"/><Relationship Id="rId31" Type="http://schemas.openxmlformats.org/officeDocument/2006/relationships/image" Target="../media/image710.png"/><Relationship Id="rId4" Type="http://schemas.openxmlformats.org/officeDocument/2006/relationships/image" Target="../media/image686.png"/><Relationship Id="rId9" Type="http://schemas.openxmlformats.org/officeDocument/2006/relationships/image" Target="../media/image690.png"/><Relationship Id="rId14" Type="http://schemas.openxmlformats.org/officeDocument/2006/relationships/customXml" Target="../ink/ink153.xml"/><Relationship Id="rId22" Type="http://schemas.openxmlformats.org/officeDocument/2006/relationships/image" Target="../media/image701.png"/><Relationship Id="rId27" Type="http://schemas.openxmlformats.org/officeDocument/2006/relationships/image" Target="../media/image706.png"/><Relationship Id="rId30" Type="http://schemas.openxmlformats.org/officeDocument/2006/relationships/image" Target="../media/image709.png"/><Relationship Id="rId35" Type="http://schemas.openxmlformats.org/officeDocument/2006/relationships/image" Target="../media/image714.png"/><Relationship Id="rId8" Type="http://schemas.openxmlformats.org/officeDocument/2006/relationships/image" Target="../media/image68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680D08A-2879-187E-C94A-A168506D7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4232738-8586-51D4-9AD1-0FF2CB4E50A0}"/>
              </a:ext>
            </a:extLst>
          </p:cNvPr>
          <p:cNvSpPr/>
          <p:nvPr/>
        </p:nvSpPr>
        <p:spPr>
          <a:xfrm>
            <a:off x="9644972" y="681479"/>
            <a:ext cx="1211837" cy="327357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040ADD3D-422F-1E0E-1563-650FDCCD3B97}"/>
              </a:ext>
            </a:extLst>
          </p:cNvPr>
          <p:cNvGrpSpPr/>
          <p:nvPr/>
        </p:nvGrpSpPr>
        <p:grpSpPr>
          <a:xfrm>
            <a:off x="9899912" y="642967"/>
            <a:ext cx="918190" cy="409011"/>
            <a:chOff x="9876755" y="634681"/>
            <a:chExt cx="918190" cy="409011"/>
          </a:xfrm>
        </p:grpSpPr>
        <p:grpSp>
          <p:nvGrpSpPr>
            <p:cNvPr id="4" name="群組 3">
              <a:extLst>
                <a:ext uri="{FF2B5EF4-FFF2-40B4-BE49-F238E27FC236}">
                  <a16:creationId xmlns:a16="http://schemas.microsoft.com/office/drawing/2014/main" id="{2032C656-82E8-95D2-3A75-00ADB4010BB8}"/>
                </a:ext>
              </a:extLst>
            </p:cNvPr>
            <p:cNvGrpSpPr/>
            <p:nvPr/>
          </p:nvGrpSpPr>
          <p:grpSpPr>
            <a:xfrm>
              <a:off x="10152928" y="634681"/>
              <a:ext cx="642017" cy="409011"/>
              <a:chOff x="1913836" y="1309536"/>
              <a:chExt cx="642017" cy="409011"/>
            </a:xfrm>
          </p:grpSpPr>
          <p:grpSp>
            <p:nvGrpSpPr>
              <p:cNvPr id="12" name="群組 11">
                <a:extLst>
                  <a:ext uri="{FF2B5EF4-FFF2-40B4-BE49-F238E27FC236}">
                    <a16:creationId xmlns:a16="http://schemas.microsoft.com/office/drawing/2014/main" id="{3B1AED6F-1A85-F1E8-5B2A-E970563A8C4A}"/>
                  </a:ext>
                </a:extLst>
              </p:cNvPr>
              <p:cNvGrpSpPr/>
              <p:nvPr/>
            </p:nvGrpSpPr>
            <p:grpSpPr>
              <a:xfrm>
                <a:off x="2050887" y="1309536"/>
                <a:ext cx="504966" cy="409011"/>
                <a:chOff x="2050887" y="1309536"/>
                <a:chExt cx="504966" cy="409011"/>
              </a:xfrm>
            </p:grpSpPr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8" name="文字方塊 17">
                      <a:extLst>
                        <a:ext uri="{FF2B5EF4-FFF2-40B4-BE49-F238E27FC236}">
                          <a16:creationId xmlns:a16="http://schemas.microsoft.com/office/drawing/2014/main" id="{63B94186-ECA2-6F42-D3A1-10407365963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050887" y="1309536"/>
                      <a:ext cx="295688" cy="4001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000" b="1" i="1" dirty="0" smtClean="0">
                                <a:ln>
                                  <a:solidFill>
                                    <a:schemeClr val="tx1"/>
                                  </a:solidFill>
                                </a:ln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oMath>
                        </m:oMathPara>
                      </a14:m>
                      <a:endParaRPr lang="en-HK" sz="2000" b="1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Handwriting" panose="03010101010101010101" pitchFamily="66" charset="0"/>
                      </a:endParaRPr>
                    </a:p>
                  </p:txBody>
                </p:sp>
              </mc:Choice>
              <mc:Fallback>
                <p:sp>
                  <p:nvSpPr>
                    <p:cNvPr id="18" name="文字方塊 17">
                      <a:extLst>
                        <a:ext uri="{FF2B5EF4-FFF2-40B4-BE49-F238E27FC236}">
                          <a16:creationId xmlns:a16="http://schemas.microsoft.com/office/drawing/2014/main" id="{63B94186-ECA2-6F42-D3A1-10407365963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050887" y="1309536"/>
                      <a:ext cx="295688" cy="400110"/>
                    </a:xfrm>
                    <a:prstGeom prst="rect">
                      <a:avLst/>
                    </a:prstGeom>
                    <a:blipFill>
                      <a:blip r:embed="rId2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9" name="TextBox 15">
                  <a:extLst>
                    <a:ext uri="{FF2B5EF4-FFF2-40B4-BE49-F238E27FC236}">
                      <a16:creationId xmlns:a16="http://schemas.microsoft.com/office/drawing/2014/main" id="{E54FBBE4-3269-E8EE-5B02-CB0ADC8D7B72}"/>
                    </a:ext>
                  </a:extLst>
                </p:cNvPr>
                <p:cNvSpPr txBox="1"/>
                <p:nvPr/>
              </p:nvSpPr>
              <p:spPr>
                <a:xfrm>
                  <a:off x="2311853" y="1318437"/>
                  <a:ext cx="24400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HK" sz="2000" b="1">
                      <a:ln>
                        <a:solidFill>
                          <a:schemeClr val="tx1"/>
                        </a:solidFill>
                      </a:ln>
                      <a:solidFill>
                        <a:sysClr val="windowText" lastClr="000000"/>
                      </a:solidFill>
                      <a:latin typeface="Lucida Calligraphy" panose="03010101010101010101" pitchFamily="66" charset="0"/>
                    </a:rPr>
                    <a:t>C</a:t>
                  </a:r>
                  <a:endParaRPr lang="zh-TW" altLang="en-US" sz="2000" b="1">
                    <a:solidFill>
                      <a:sysClr val="windowText" lastClr="000000"/>
                    </a:solidFill>
                    <a:latin typeface="Lucida Handwriting" panose="03010101010101010101" pitchFamily="66" charset="0"/>
                  </a:endParaRPr>
                </a:p>
              </p:txBody>
            </p:sp>
          </p:grpSp>
          <p:sp>
            <p:nvSpPr>
              <p:cNvPr id="15" name="TextBox 15">
                <a:extLst>
                  <a:ext uri="{FF2B5EF4-FFF2-40B4-BE49-F238E27FC236}">
                    <a16:creationId xmlns:a16="http://schemas.microsoft.com/office/drawing/2014/main" id="{A4B08CD3-2676-1CCD-B7E4-88093D054ACD}"/>
                  </a:ext>
                </a:extLst>
              </p:cNvPr>
              <p:cNvSpPr txBox="1"/>
              <p:nvPr/>
            </p:nvSpPr>
            <p:spPr>
              <a:xfrm>
                <a:off x="1913836" y="1318437"/>
                <a:ext cx="2440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HK" sz="2000" b="1">
                    <a:ln>
                      <a:solidFill>
                        <a:schemeClr val="tx1"/>
                      </a:solidFill>
                    </a:ln>
                    <a:solidFill>
                      <a:sysClr val="windowText" lastClr="000000"/>
                    </a:solidFill>
                    <a:latin typeface="Lucida Calligraphy" panose="03010101010101010101" pitchFamily="66" charset="0"/>
                  </a:rPr>
                  <a:t>S</a:t>
                </a:r>
                <a:endParaRPr lang="zh-TW" altLang="en-US" sz="2000" b="1">
                  <a:solidFill>
                    <a:sysClr val="windowText" lastClr="000000"/>
                  </a:solidFill>
                  <a:latin typeface="Lucida Handwriting" panose="03010101010101010101" pitchFamily="66" charset="0"/>
                </a:endParaRPr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文字方塊 4">
                  <a:extLst>
                    <a:ext uri="{FF2B5EF4-FFF2-40B4-BE49-F238E27FC236}">
                      <a16:creationId xmlns:a16="http://schemas.microsoft.com/office/drawing/2014/main" id="{E6335B5E-A579-A45C-735C-AE9AFCF2E696}"/>
                    </a:ext>
                  </a:extLst>
                </p:cNvPr>
                <p:cNvSpPr txBox="1"/>
                <p:nvPr/>
              </p:nvSpPr>
              <p:spPr>
                <a:xfrm>
                  <a:off x="9876755" y="636817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5" name="文字方塊 4">
                  <a:extLst>
                    <a:ext uri="{FF2B5EF4-FFF2-40B4-BE49-F238E27FC236}">
                      <a16:creationId xmlns:a16="http://schemas.microsoft.com/office/drawing/2014/main" id="{E6335B5E-A579-A45C-735C-AE9AFCF2E6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76755" y="636817"/>
                  <a:ext cx="295688" cy="40011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37" name="圖片 36">
            <a:extLst>
              <a:ext uri="{FF2B5EF4-FFF2-40B4-BE49-F238E27FC236}">
                <a16:creationId xmlns:a16="http://schemas.microsoft.com/office/drawing/2014/main" id="{C539A2BD-0F4B-1A5F-CEA3-0A3EBEA56D2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rcRect l="4821"/>
          <a:stretch>
            <a:fillRect/>
          </a:stretch>
        </p:blipFill>
        <p:spPr>
          <a:xfrm>
            <a:off x="583561" y="3346993"/>
            <a:ext cx="11604209" cy="3444187"/>
          </a:xfrm>
          <a:prstGeom prst="rect">
            <a:avLst/>
          </a:prstGeom>
        </p:spPr>
      </p:pic>
      <p:sp>
        <p:nvSpPr>
          <p:cNvPr id="17" name="文字方塊 16">
            <a:extLst>
              <a:ext uri="{FF2B5EF4-FFF2-40B4-BE49-F238E27FC236}">
                <a16:creationId xmlns:a16="http://schemas.microsoft.com/office/drawing/2014/main" id="{3322E74A-89D5-91F7-D112-74764FDC49AA}"/>
              </a:ext>
            </a:extLst>
          </p:cNvPr>
          <p:cNvSpPr txBox="1"/>
          <p:nvPr/>
        </p:nvSpPr>
        <p:spPr>
          <a:xfrm>
            <a:off x="2156733" y="637111"/>
            <a:ext cx="10432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ysClr val="windowText" lastClr="000000"/>
                </a:solidFill>
                <a:latin typeface="Lucida Handwriting" panose="03010101010101010101" pitchFamily="66" charset="0"/>
              </a:rPr>
              <a:t>$ 260</a:t>
            </a:r>
            <a:endParaRPr lang="en-HK" sz="2000" b="1">
              <a:ln>
                <a:solidFill>
                  <a:schemeClr val="tx1"/>
                </a:solidFill>
              </a:ln>
              <a:solidFill>
                <a:sysClr val="windowText" lastClr="000000"/>
              </a:solidFill>
              <a:latin typeface="Lucida Calligraphy" panose="03010101010101010101" pitchFamily="66" charset="0"/>
            </a:endParaRPr>
          </a:p>
        </p:txBody>
      </p:sp>
      <p:grpSp>
        <p:nvGrpSpPr>
          <p:cNvPr id="21" name="群組 20">
            <a:extLst>
              <a:ext uri="{FF2B5EF4-FFF2-40B4-BE49-F238E27FC236}">
                <a16:creationId xmlns:a16="http://schemas.microsoft.com/office/drawing/2014/main" id="{49B9B56F-E49D-B5D9-4098-98860C738D03}"/>
              </a:ext>
            </a:extLst>
          </p:cNvPr>
          <p:cNvGrpSpPr/>
          <p:nvPr/>
        </p:nvGrpSpPr>
        <p:grpSpPr>
          <a:xfrm>
            <a:off x="38543" y="634681"/>
            <a:ext cx="9861369" cy="410697"/>
            <a:chOff x="38543" y="634681"/>
            <a:chExt cx="9861369" cy="410697"/>
          </a:xfrm>
        </p:grpSpPr>
        <p:sp>
          <p:nvSpPr>
            <p:cNvPr id="22" name="TextBox 15">
              <a:extLst>
                <a:ext uri="{FF2B5EF4-FFF2-40B4-BE49-F238E27FC236}">
                  <a16:creationId xmlns:a16="http://schemas.microsoft.com/office/drawing/2014/main" id="{312A4D79-39F0-3D96-9699-D7F464B4FD5E}"/>
                </a:ext>
              </a:extLst>
            </p:cNvPr>
            <p:cNvSpPr txBox="1"/>
            <p:nvPr/>
          </p:nvSpPr>
          <p:spPr>
            <a:xfrm>
              <a:off x="1819587" y="634681"/>
              <a:ext cx="244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HK" sz="2000" b="1">
                  <a:ln>
                    <a:solidFill>
                      <a:schemeClr val="tx1"/>
                    </a:solidFill>
                  </a:ln>
                  <a:solidFill>
                    <a:sysClr val="windowText" lastClr="000000"/>
                  </a:solidFill>
                  <a:latin typeface="Lucida Calligraphy" panose="03010101010101010101" pitchFamily="66" charset="0"/>
                </a:rPr>
                <a:t>M</a:t>
              </a:r>
              <a:endParaRPr lang="zh-TW" altLang="en-US" sz="2000" b="1">
                <a:solidFill>
                  <a:sysClr val="windowText" lastClr="000000"/>
                </a:solidFill>
                <a:latin typeface="Lucida Handwriting" panose="03010101010101010101" pitchFamily="66" charset="0"/>
              </a:endParaRPr>
            </a:p>
          </p:txBody>
        </p:sp>
        <p:sp>
          <p:nvSpPr>
            <p:cNvPr id="23" name="TextBox 15">
              <a:extLst>
                <a:ext uri="{FF2B5EF4-FFF2-40B4-BE49-F238E27FC236}">
                  <a16:creationId xmlns:a16="http://schemas.microsoft.com/office/drawing/2014/main" id="{08F5763E-AF1B-96B6-24CC-EB0C8B6AA1B6}"/>
                </a:ext>
              </a:extLst>
            </p:cNvPr>
            <p:cNvSpPr txBox="1"/>
            <p:nvPr/>
          </p:nvSpPr>
          <p:spPr>
            <a:xfrm>
              <a:off x="4654484" y="645268"/>
              <a:ext cx="244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HK" sz="2000" b="1">
                  <a:ln>
                    <a:solidFill>
                      <a:schemeClr val="tx1"/>
                    </a:solidFill>
                  </a:ln>
                  <a:solidFill>
                    <a:sysClr val="windowText" lastClr="000000"/>
                  </a:solidFill>
                  <a:latin typeface="Lucida Calligraphy" panose="03010101010101010101" pitchFamily="66" charset="0"/>
                </a:rPr>
                <a:t>D</a:t>
              </a:r>
              <a:endParaRPr lang="zh-TW" altLang="en-US" sz="2000" b="1">
                <a:solidFill>
                  <a:sysClr val="windowText" lastClr="000000"/>
                </a:solidFill>
                <a:latin typeface="Lucida Handwriting" panose="03010101010101010101" pitchFamily="66" charset="0"/>
              </a:endParaRPr>
            </a:p>
          </p:txBody>
        </p:sp>
        <p:sp>
          <p:nvSpPr>
            <p:cNvPr id="24" name="TextBox 15">
              <a:extLst>
                <a:ext uri="{FF2B5EF4-FFF2-40B4-BE49-F238E27FC236}">
                  <a16:creationId xmlns:a16="http://schemas.microsoft.com/office/drawing/2014/main" id="{E2B3036D-3C88-F137-E948-5D87CF578EDB}"/>
                </a:ext>
              </a:extLst>
            </p:cNvPr>
            <p:cNvSpPr txBox="1"/>
            <p:nvPr/>
          </p:nvSpPr>
          <p:spPr>
            <a:xfrm>
              <a:off x="9655912" y="642967"/>
              <a:ext cx="244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HK" sz="2000" b="1">
                  <a:ln>
                    <a:solidFill>
                      <a:schemeClr val="tx1"/>
                    </a:solidFill>
                  </a:ln>
                  <a:solidFill>
                    <a:sysClr val="windowText" lastClr="000000"/>
                  </a:solidFill>
                  <a:latin typeface="Lucida Calligraphy" panose="03010101010101010101" pitchFamily="66" charset="0"/>
                </a:rPr>
                <a:t>P</a:t>
              </a:r>
              <a:endParaRPr lang="zh-TW" altLang="en-US" sz="2000" b="1">
                <a:solidFill>
                  <a:sysClr val="windowText" lastClr="000000"/>
                </a:solidFill>
                <a:latin typeface="Lucida Handwriting" panose="03010101010101010101" pitchFamily="66" charset="0"/>
              </a:endParaRPr>
            </a:p>
          </p:txBody>
        </p:sp>
        <p:sp>
          <p:nvSpPr>
            <p:cNvPr id="25" name="TextBox 15">
              <a:extLst>
                <a:ext uri="{FF2B5EF4-FFF2-40B4-BE49-F238E27FC236}">
                  <a16:creationId xmlns:a16="http://schemas.microsoft.com/office/drawing/2014/main" id="{298F8EA6-1FE9-613D-C40F-4B44BA9D448C}"/>
                </a:ext>
              </a:extLst>
            </p:cNvPr>
            <p:cNvSpPr txBox="1"/>
            <p:nvPr/>
          </p:nvSpPr>
          <p:spPr>
            <a:xfrm>
              <a:off x="7080081" y="643910"/>
              <a:ext cx="244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HK" sz="2000" b="1">
                  <a:ln>
                    <a:solidFill>
                      <a:schemeClr val="tx1"/>
                    </a:solidFill>
                  </a:ln>
                  <a:solidFill>
                    <a:sysClr val="windowText" lastClr="000000"/>
                  </a:solidFill>
                  <a:latin typeface="Lucida Calligraphy" panose="03010101010101010101" pitchFamily="66" charset="0"/>
                </a:rPr>
                <a:t>S</a:t>
              </a:r>
              <a:endParaRPr lang="zh-TW" altLang="en-US" sz="2000" b="1">
                <a:solidFill>
                  <a:sysClr val="windowText" lastClr="000000"/>
                </a:solidFill>
                <a:latin typeface="Lucida Handwriting" panose="03010101010101010101" pitchFamily="66" charset="0"/>
              </a:endParaRPr>
            </a:p>
          </p:txBody>
        </p:sp>
        <p:sp>
          <p:nvSpPr>
            <p:cNvPr id="26" name="TextBox 15">
              <a:extLst>
                <a:ext uri="{FF2B5EF4-FFF2-40B4-BE49-F238E27FC236}">
                  <a16:creationId xmlns:a16="http://schemas.microsoft.com/office/drawing/2014/main" id="{82B38F1B-AB3F-1495-479B-1B364EE30B5A}"/>
                </a:ext>
              </a:extLst>
            </p:cNvPr>
            <p:cNvSpPr txBox="1"/>
            <p:nvPr/>
          </p:nvSpPr>
          <p:spPr>
            <a:xfrm>
              <a:off x="38543" y="645268"/>
              <a:ext cx="244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HK" sz="2000" b="1">
                  <a:ln>
                    <a:solidFill>
                      <a:schemeClr val="tx1"/>
                    </a:solidFill>
                  </a:ln>
                  <a:solidFill>
                    <a:sysClr val="windowText" lastClr="000000"/>
                  </a:solidFill>
                  <a:latin typeface="Lucida Calligraphy" panose="03010101010101010101" pitchFamily="66" charset="0"/>
                </a:rPr>
                <a:t>C</a:t>
              </a:r>
              <a:endParaRPr lang="zh-TW" altLang="en-US" sz="2000" b="1">
                <a:solidFill>
                  <a:sysClr val="windowText" lastClr="000000"/>
                </a:solidFill>
                <a:latin typeface="Lucida Handwriting" panose="03010101010101010101" pitchFamily="66" charset="0"/>
              </a:endParaRPr>
            </a:p>
          </p:txBody>
        </p:sp>
      </p:grpSp>
      <p:grpSp>
        <p:nvGrpSpPr>
          <p:cNvPr id="118" name="群組 117">
            <a:extLst>
              <a:ext uri="{FF2B5EF4-FFF2-40B4-BE49-F238E27FC236}">
                <a16:creationId xmlns:a16="http://schemas.microsoft.com/office/drawing/2014/main" id="{15381CAF-4321-B043-4AA7-DEAAC94EC745}"/>
              </a:ext>
            </a:extLst>
          </p:cNvPr>
          <p:cNvGrpSpPr/>
          <p:nvPr/>
        </p:nvGrpSpPr>
        <p:grpSpPr>
          <a:xfrm>
            <a:off x="1871742" y="1067778"/>
            <a:ext cx="1468501" cy="409011"/>
            <a:chOff x="1498603" y="1408278"/>
            <a:chExt cx="1468501" cy="409011"/>
          </a:xfrm>
        </p:grpSpPr>
        <p:sp>
          <p:nvSpPr>
            <p:cNvPr id="119" name="文字方塊 118">
              <a:extLst>
                <a:ext uri="{FF2B5EF4-FFF2-40B4-BE49-F238E27FC236}">
                  <a16:creationId xmlns:a16="http://schemas.microsoft.com/office/drawing/2014/main" id="{4FD9948E-8EAA-0838-E946-8B45BC7EC9C2}"/>
                </a:ext>
              </a:extLst>
            </p:cNvPr>
            <p:cNvSpPr txBox="1"/>
            <p:nvPr/>
          </p:nvSpPr>
          <p:spPr>
            <a:xfrm>
              <a:off x="1498603" y="1417179"/>
              <a:ext cx="45717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000" b="1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120" name="文字方塊 119">
              <a:extLst>
                <a:ext uri="{FF2B5EF4-FFF2-40B4-BE49-F238E27FC236}">
                  <a16:creationId xmlns:a16="http://schemas.microsoft.com/office/drawing/2014/main" id="{17951263-AEDA-E4E7-2E66-0D0E26294381}"/>
                </a:ext>
              </a:extLst>
            </p:cNvPr>
            <p:cNvSpPr txBox="1"/>
            <p:nvPr/>
          </p:nvSpPr>
          <p:spPr>
            <a:xfrm>
              <a:off x="2008473" y="1417179"/>
              <a:ext cx="95863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Handwriting" panose="03010101010101010101" pitchFamily="66" charset="0"/>
                </a:rPr>
                <a:t>30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%</a:t>
              </a:r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1" name="文字方塊 120">
                  <a:extLst>
                    <a:ext uri="{FF2B5EF4-FFF2-40B4-BE49-F238E27FC236}">
                      <a16:creationId xmlns:a16="http://schemas.microsoft.com/office/drawing/2014/main" id="{D5377B7B-9DD9-AEE0-5EB0-BAF94A1D449F}"/>
                    </a:ext>
                  </a:extLst>
                </p:cNvPr>
                <p:cNvSpPr txBox="1"/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121" name="文字方塊 120">
                  <a:extLst>
                    <a:ext uri="{FF2B5EF4-FFF2-40B4-BE49-F238E27FC236}">
                      <a16:creationId xmlns:a16="http://schemas.microsoft.com/office/drawing/2014/main" id="{D5377B7B-9DD9-AEE0-5EB0-BAF94A1D44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22" name="TextBox 15">
            <a:extLst>
              <a:ext uri="{FF2B5EF4-FFF2-40B4-BE49-F238E27FC236}">
                <a16:creationId xmlns:a16="http://schemas.microsoft.com/office/drawing/2014/main" id="{A521D5DF-AEEE-EC84-7D2A-2863E9D027DB}"/>
              </a:ext>
            </a:extLst>
          </p:cNvPr>
          <p:cNvSpPr txBox="1"/>
          <p:nvPr/>
        </p:nvSpPr>
        <p:spPr>
          <a:xfrm>
            <a:off x="1713013" y="1076679"/>
            <a:ext cx="2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ysClr val="windowText" lastClr="000000"/>
                </a:solidFill>
                <a:latin typeface="Lucida Calligraphy" panose="03010101010101010101" pitchFamily="66" charset="0"/>
              </a:rPr>
              <a:t>C</a:t>
            </a:r>
            <a:endParaRPr lang="zh-TW" altLang="en-US" sz="2000" b="1">
              <a:solidFill>
                <a:sysClr val="windowText" lastClr="000000"/>
              </a:solidFill>
              <a:latin typeface="Lucida Handwriting" panose="03010101010101010101" pitchFamily="66" charset="0"/>
            </a:endParaRPr>
          </a:p>
        </p:txBody>
      </p:sp>
      <p:grpSp>
        <p:nvGrpSpPr>
          <p:cNvPr id="184" name="群組 183">
            <a:extLst>
              <a:ext uri="{FF2B5EF4-FFF2-40B4-BE49-F238E27FC236}">
                <a16:creationId xmlns:a16="http://schemas.microsoft.com/office/drawing/2014/main" id="{E7849A63-1023-D775-3ACA-384E2C37A4F6}"/>
              </a:ext>
            </a:extLst>
          </p:cNvPr>
          <p:cNvGrpSpPr/>
          <p:nvPr/>
        </p:nvGrpSpPr>
        <p:grpSpPr>
          <a:xfrm>
            <a:off x="3082171" y="1063818"/>
            <a:ext cx="992611" cy="418886"/>
            <a:chOff x="3082171" y="1063818"/>
            <a:chExt cx="992611" cy="418886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3" name="文字方塊 122">
                  <a:extLst>
                    <a:ext uri="{FF2B5EF4-FFF2-40B4-BE49-F238E27FC236}">
                      <a16:creationId xmlns:a16="http://schemas.microsoft.com/office/drawing/2014/main" id="{8D3413E2-A0CF-9CCF-7CDB-02574152E5A2}"/>
                    </a:ext>
                  </a:extLst>
                </p:cNvPr>
                <p:cNvSpPr txBox="1"/>
                <p:nvPr/>
              </p:nvSpPr>
              <p:spPr>
                <a:xfrm>
                  <a:off x="3082171" y="1063818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123" name="文字方塊 122">
                  <a:extLst>
                    <a:ext uri="{FF2B5EF4-FFF2-40B4-BE49-F238E27FC236}">
                      <a16:creationId xmlns:a16="http://schemas.microsoft.com/office/drawing/2014/main" id="{8D3413E2-A0CF-9CCF-7CDB-02574152E5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82171" y="1063818"/>
                  <a:ext cx="295688" cy="40011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4" name="文字方塊 123">
              <a:extLst>
                <a:ext uri="{FF2B5EF4-FFF2-40B4-BE49-F238E27FC236}">
                  <a16:creationId xmlns:a16="http://schemas.microsoft.com/office/drawing/2014/main" id="{DD15CF6E-87FF-218B-52B5-19F02DAE0F80}"/>
                </a:ext>
              </a:extLst>
            </p:cNvPr>
            <p:cNvSpPr txBox="1"/>
            <p:nvPr/>
          </p:nvSpPr>
          <p:spPr>
            <a:xfrm>
              <a:off x="3346602" y="1082594"/>
              <a:ext cx="72818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ysClr val="windowText" lastClr="000000"/>
                  </a:solidFill>
                  <a:latin typeface="Lucida Handwriting" panose="03010101010101010101" pitchFamily="66" charset="0"/>
                </a:rPr>
                <a:t>260</a:t>
              </a:r>
              <a:endParaRPr lang="en-HK" sz="2000" b="1">
                <a:ln>
                  <a:solidFill>
                    <a:schemeClr val="tx1"/>
                  </a:solidFill>
                </a:ln>
                <a:solidFill>
                  <a:sysClr val="windowText" lastClr="000000"/>
                </a:solidFill>
                <a:latin typeface="Lucida Calligraphy" panose="03010101010101010101" pitchFamily="66" charset="0"/>
              </a:endParaRPr>
            </a:p>
          </p:txBody>
        </p:sp>
      </p:grpSp>
      <p:grpSp>
        <p:nvGrpSpPr>
          <p:cNvPr id="128" name="群組 127">
            <a:extLst>
              <a:ext uri="{FF2B5EF4-FFF2-40B4-BE49-F238E27FC236}">
                <a16:creationId xmlns:a16="http://schemas.microsoft.com/office/drawing/2014/main" id="{EDEF8A1D-2EA1-97CF-22E6-8EA1089E8683}"/>
              </a:ext>
            </a:extLst>
          </p:cNvPr>
          <p:cNvGrpSpPr/>
          <p:nvPr/>
        </p:nvGrpSpPr>
        <p:grpSpPr>
          <a:xfrm>
            <a:off x="4553889" y="1066723"/>
            <a:ext cx="1468501" cy="409011"/>
            <a:chOff x="1498603" y="1408278"/>
            <a:chExt cx="1468501" cy="409011"/>
          </a:xfrm>
        </p:grpSpPr>
        <p:sp>
          <p:nvSpPr>
            <p:cNvPr id="129" name="文字方塊 128">
              <a:extLst>
                <a:ext uri="{FF2B5EF4-FFF2-40B4-BE49-F238E27FC236}">
                  <a16:creationId xmlns:a16="http://schemas.microsoft.com/office/drawing/2014/main" id="{E6ADEDE0-9B1B-F01D-C21C-AC5F06C60610}"/>
                </a:ext>
              </a:extLst>
            </p:cNvPr>
            <p:cNvSpPr txBox="1"/>
            <p:nvPr/>
          </p:nvSpPr>
          <p:spPr>
            <a:xfrm>
              <a:off x="1498603" y="1417179"/>
              <a:ext cx="45717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000" b="1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130" name="文字方塊 129">
              <a:extLst>
                <a:ext uri="{FF2B5EF4-FFF2-40B4-BE49-F238E27FC236}">
                  <a16:creationId xmlns:a16="http://schemas.microsoft.com/office/drawing/2014/main" id="{196034C6-E588-2C49-2BBD-4C63DA35D3D9}"/>
                </a:ext>
              </a:extLst>
            </p:cNvPr>
            <p:cNvSpPr txBox="1"/>
            <p:nvPr/>
          </p:nvSpPr>
          <p:spPr>
            <a:xfrm>
              <a:off x="2008473" y="1417179"/>
              <a:ext cx="95863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FFC000"/>
                  </a:solidFill>
                  <a:latin typeface="Lucida Handwriting" panose="03010101010101010101" pitchFamily="66" charset="0"/>
                </a:rPr>
                <a:t>15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%</a:t>
              </a:r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1" name="文字方塊 130">
                  <a:extLst>
                    <a:ext uri="{FF2B5EF4-FFF2-40B4-BE49-F238E27FC236}">
                      <a16:creationId xmlns:a16="http://schemas.microsoft.com/office/drawing/2014/main" id="{5C747C84-10CF-8D39-9D60-5517B6DEFE82}"/>
                    </a:ext>
                  </a:extLst>
                </p:cNvPr>
                <p:cNvSpPr txBox="1"/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131" name="文字方塊 130">
                  <a:extLst>
                    <a:ext uri="{FF2B5EF4-FFF2-40B4-BE49-F238E27FC236}">
                      <a16:creationId xmlns:a16="http://schemas.microsoft.com/office/drawing/2014/main" id="{5C747C84-10CF-8D39-9D60-5517B6DEFE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3" name="群組 132">
            <a:extLst>
              <a:ext uri="{FF2B5EF4-FFF2-40B4-BE49-F238E27FC236}">
                <a16:creationId xmlns:a16="http://schemas.microsoft.com/office/drawing/2014/main" id="{07CCA31E-8BAF-2836-CA91-F816EE3087C1}"/>
              </a:ext>
            </a:extLst>
          </p:cNvPr>
          <p:cNvGrpSpPr/>
          <p:nvPr/>
        </p:nvGrpSpPr>
        <p:grpSpPr>
          <a:xfrm>
            <a:off x="7069563" y="1042363"/>
            <a:ext cx="509893" cy="413645"/>
            <a:chOff x="2867966" y="1459294"/>
            <a:chExt cx="509893" cy="413645"/>
          </a:xfrm>
        </p:grpSpPr>
        <p:sp>
          <p:nvSpPr>
            <p:cNvPr id="134" name="TextBox 15">
              <a:extLst>
                <a:ext uri="{FF2B5EF4-FFF2-40B4-BE49-F238E27FC236}">
                  <a16:creationId xmlns:a16="http://schemas.microsoft.com/office/drawing/2014/main" id="{D2950964-79AA-DAA9-0C47-AB3A20F23268}"/>
                </a:ext>
              </a:extLst>
            </p:cNvPr>
            <p:cNvSpPr txBox="1"/>
            <p:nvPr/>
          </p:nvSpPr>
          <p:spPr>
            <a:xfrm>
              <a:off x="2867966" y="1472829"/>
              <a:ext cx="244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HK" sz="2000" b="1">
                  <a:ln>
                    <a:solidFill>
                      <a:schemeClr val="tx1"/>
                    </a:solidFill>
                  </a:ln>
                  <a:solidFill>
                    <a:sysClr val="windowText" lastClr="000000"/>
                  </a:solidFill>
                  <a:latin typeface="Lucida Calligraphy" panose="03010101010101010101" pitchFamily="66" charset="0"/>
                </a:rPr>
                <a:t>S</a:t>
              </a:r>
              <a:endParaRPr lang="zh-TW" altLang="en-US" sz="2000" b="1">
                <a:solidFill>
                  <a:sysClr val="windowText" lastClr="000000"/>
                </a:solidFill>
                <a:latin typeface="Lucida Handwriting" panose="03010101010101010101" pitchFamily="66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5" name="文字方塊 134">
                  <a:extLst>
                    <a:ext uri="{FF2B5EF4-FFF2-40B4-BE49-F238E27FC236}">
                      <a16:creationId xmlns:a16="http://schemas.microsoft.com/office/drawing/2014/main" id="{01BA3F13-FC1A-AD9A-A30E-48A0B90DF5FB}"/>
                    </a:ext>
                  </a:extLst>
                </p:cNvPr>
                <p:cNvSpPr txBox="1"/>
                <p:nvPr/>
              </p:nvSpPr>
              <p:spPr>
                <a:xfrm>
                  <a:off x="3082171" y="1459294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135" name="文字方塊 134">
                  <a:extLst>
                    <a:ext uri="{FF2B5EF4-FFF2-40B4-BE49-F238E27FC236}">
                      <a16:creationId xmlns:a16="http://schemas.microsoft.com/office/drawing/2014/main" id="{01BA3F13-FC1A-AD9A-A30E-48A0B90DF5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82171" y="1459294"/>
                  <a:ext cx="295688" cy="40011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36" name="文字方塊 135">
            <a:extLst>
              <a:ext uri="{FF2B5EF4-FFF2-40B4-BE49-F238E27FC236}">
                <a16:creationId xmlns:a16="http://schemas.microsoft.com/office/drawing/2014/main" id="{0AE2EC0D-21DD-AAAC-8B70-EF2EE2FCC3CA}"/>
              </a:ext>
            </a:extLst>
          </p:cNvPr>
          <p:cNvSpPr txBox="1"/>
          <p:nvPr/>
        </p:nvSpPr>
        <p:spPr>
          <a:xfrm>
            <a:off x="7513608" y="1056585"/>
            <a:ext cx="6994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ysClr val="windowText" lastClr="000000"/>
                </a:solidFill>
                <a:latin typeface="Lucida Handwriting" panose="03010101010101010101" pitchFamily="66" charset="0"/>
              </a:rPr>
              <a:t>260</a:t>
            </a:r>
            <a:endParaRPr lang="en-HK" sz="2000" b="1">
              <a:ln>
                <a:solidFill>
                  <a:schemeClr val="tx1"/>
                </a:solidFill>
              </a:ln>
              <a:solidFill>
                <a:sysClr val="windowText" lastClr="000000"/>
              </a:solidFill>
              <a:latin typeface="Lucida Calligraphy" panose="03010101010101010101" pitchFamily="66" charset="0"/>
            </a:endParaRPr>
          </a:p>
        </p:txBody>
      </p:sp>
      <p:grpSp>
        <p:nvGrpSpPr>
          <p:cNvPr id="137" name="群組 136">
            <a:extLst>
              <a:ext uri="{FF2B5EF4-FFF2-40B4-BE49-F238E27FC236}">
                <a16:creationId xmlns:a16="http://schemas.microsoft.com/office/drawing/2014/main" id="{499B1192-A51C-07BF-3671-7958DF88FBCB}"/>
              </a:ext>
            </a:extLst>
          </p:cNvPr>
          <p:cNvGrpSpPr/>
          <p:nvPr/>
        </p:nvGrpSpPr>
        <p:grpSpPr>
          <a:xfrm>
            <a:off x="8035097" y="1042363"/>
            <a:ext cx="1468501" cy="409011"/>
            <a:chOff x="1498603" y="1408278"/>
            <a:chExt cx="1468501" cy="409011"/>
          </a:xfrm>
        </p:grpSpPr>
        <p:sp>
          <p:nvSpPr>
            <p:cNvPr id="138" name="文字方塊 137">
              <a:extLst>
                <a:ext uri="{FF2B5EF4-FFF2-40B4-BE49-F238E27FC236}">
                  <a16:creationId xmlns:a16="http://schemas.microsoft.com/office/drawing/2014/main" id="{6FA1EB96-24A2-584E-8988-64E438F9C1A0}"/>
                </a:ext>
              </a:extLst>
            </p:cNvPr>
            <p:cNvSpPr txBox="1"/>
            <p:nvPr/>
          </p:nvSpPr>
          <p:spPr>
            <a:xfrm>
              <a:off x="1498603" y="1417179"/>
              <a:ext cx="45717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000" b="1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139" name="文字方塊 138">
              <a:extLst>
                <a:ext uri="{FF2B5EF4-FFF2-40B4-BE49-F238E27FC236}">
                  <a16:creationId xmlns:a16="http://schemas.microsoft.com/office/drawing/2014/main" id="{F12B177A-0E89-1175-798B-9813D83018BA}"/>
                </a:ext>
              </a:extLst>
            </p:cNvPr>
            <p:cNvSpPr txBox="1"/>
            <p:nvPr/>
          </p:nvSpPr>
          <p:spPr>
            <a:xfrm>
              <a:off x="2008473" y="1417179"/>
              <a:ext cx="95863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FFC000"/>
                  </a:solidFill>
                  <a:latin typeface="Lucida Handwriting" panose="03010101010101010101" pitchFamily="66" charset="0"/>
                </a:rPr>
                <a:t>15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%</a:t>
              </a:r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0" name="文字方塊 139">
                  <a:extLst>
                    <a:ext uri="{FF2B5EF4-FFF2-40B4-BE49-F238E27FC236}">
                      <a16:creationId xmlns:a16="http://schemas.microsoft.com/office/drawing/2014/main" id="{7ECB70D6-549A-F221-C2D2-7D9EC8602B04}"/>
                    </a:ext>
                  </a:extLst>
                </p:cNvPr>
                <p:cNvSpPr txBox="1"/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140" name="文字方塊 139">
                  <a:extLst>
                    <a:ext uri="{FF2B5EF4-FFF2-40B4-BE49-F238E27FC236}">
                      <a16:creationId xmlns:a16="http://schemas.microsoft.com/office/drawing/2014/main" id="{7ECB70D6-549A-F221-C2D2-7D9EC8602B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5" name="群組 184">
            <a:extLst>
              <a:ext uri="{FF2B5EF4-FFF2-40B4-BE49-F238E27FC236}">
                <a16:creationId xmlns:a16="http://schemas.microsoft.com/office/drawing/2014/main" id="{E2088B9C-82F4-ADD9-3F39-B873F0B40AB7}"/>
              </a:ext>
            </a:extLst>
          </p:cNvPr>
          <p:cNvGrpSpPr/>
          <p:nvPr/>
        </p:nvGrpSpPr>
        <p:grpSpPr>
          <a:xfrm>
            <a:off x="2377383" y="4869044"/>
            <a:ext cx="1627230" cy="409011"/>
            <a:chOff x="2377383" y="4759715"/>
            <a:chExt cx="1627230" cy="409011"/>
          </a:xfrm>
        </p:grpSpPr>
        <p:grpSp>
          <p:nvGrpSpPr>
            <p:cNvPr id="145" name="群組 144">
              <a:extLst>
                <a:ext uri="{FF2B5EF4-FFF2-40B4-BE49-F238E27FC236}">
                  <a16:creationId xmlns:a16="http://schemas.microsoft.com/office/drawing/2014/main" id="{B46B485D-3527-4657-FB3E-DD0A488C02E3}"/>
                </a:ext>
              </a:extLst>
            </p:cNvPr>
            <p:cNvGrpSpPr/>
            <p:nvPr/>
          </p:nvGrpSpPr>
          <p:grpSpPr>
            <a:xfrm>
              <a:off x="2536112" y="4759715"/>
              <a:ext cx="1468501" cy="409011"/>
              <a:chOff x="1498603" y="1408278"/>
              <a:chExt cx="1468501" cy="409011"/>
            </a:xfrm>
          </p:grpSpPr>
          <p:sp>
            <p:nvSpPr>
              <p:cNvPr id="146" name="文字方塊 145">
                <a:extLst>
                  <a:ext uri="{FF2B5EF4-FFF2-40B4-BE49-F238E27FC236}">
                    <a16:creationId xmlns:a16="http://schemas.microsoft.com/office/drawing/2014/main" id="{5D3E363B-735D-5D95-4D55-FBD086DE1597}"/>
                  </a:ext>
                </a:extLst>
              </p:cNvPr>
              <p:cNvSpPr txBox="1"/>
              <p:nvPr/>
            </p:nvSpPr>
            <p:spPr>
              <a:xfrm>
                <a:off x="1498603" y="1417179"/>
                <a:ext cx="45717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(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1</a:t>
                </a:r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rgbClr val="92D050"/>
                  </a:solidFill>
                  <a:latin typeface="Lucida Calligraphy" panose="03010101010101010101" pitchFamily="66" charset="0"/>
                </a:endParaRPr>
              </a:p>
            </p:txBody>
          </p:sp>
          <p:sp>
            <p:nvSpPr>
              <p:cNvPr id="147" name="文字方塊 146">
                <a:extLst>
                  <a:ext uri="{FF2B5EF4-FFF2-40B4-BE49-F238E27FC236}">
                    <a16:creationId xmlns:a16="http://schemas.microsoft.com/office/drawing/2014/main" id="{759168D1-613C-C163-0073-7EA380C8A5E9}"/>
                  </a:ext>
                </a:extLst>
              </p:cNvPr>
              <p:cNvSpPr txBox="1"/>
              <p:nvPr/>
            </p:nvSpPr>
            <p:spPr>
              <a:xfrm>
                <a:off x="2008473" y="1417179"/>
                <a:ext cx="95863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00B0F0"/>
                    </a:solidFill>
                    <a:latin typeface="Lucida Handwriting" panose="03010101010101010101" pitchFamily="66" charset="0"/>
                  </a:rPr>
                  <a:t>30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%</a:t>
                </a:r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)</a:t>
                </a: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48" name="文字方塊 147">
                    <a:extLst>
                      <a:ext uri="{FF2B5EF4-FFF2-40B4-BE49-F238E27FC236}">
                        <a16:creationId xmlns:a16="http://schemas.microsoft.com/office/drawing/2014/main" id="{7F403975-819E-9DF2-CD1F-94B2CA03E8A0}"/>
                      </a:ext>
                    </a:extLst>
                  </p:cNvPr>
                  <p:cNvSpPr txBox="1"/>
                  <p:nvPr/>
                </p:nvSpPr>
                <p:spPr>
                  <a:xfrm>
                    <a:off x="1807935" y="1408278"/>
                    <a:ext cx="295688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1" i="1" dirty="0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oMath>
                      </m:oMathPara>
                    </a14:m>
                    <a:endParaRPr lang="en-HK" sz="2000" b="1">
                      <a:ln>
                        <a:solidFill>
                          <a:schemeClr val="tx1"/>
                        </a:solidFill>
                      </a:ln>
                      <a:solidFill>
                        <a:schemeClr val="tx1"/>
                      </a:solidFill>
                      <a:latin typeface="Lucida Handwriting" panose="03010101010101010101" pitchFamily="66" charset="0"/>
                    </a:endParaRPr>
                  </a:p>
                </p:txBody>
              </p:sp>
            </mc:Choice>
            <mc:Fallback>
              <p:sp>
                <p:nvSpPr>
                  <p:cNvPr id="148" name="文字方塊 147">
                    <a:extLst>
                      <a:ext uri="{FF2B5EF4-FFF2-40B4-BE49-F238E27FC236}">
                        <a16:creationId xmlns:a16="http://schemas.microsoft.com/office/drawing/2014/main" id="{7F403975-819E-9DF2-CD1F-94B2CA03E8A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07935" y="1408278"/>
                    <a:ext cx="295688" cy="400110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49" name="TextBox 15">
              <a:extLst>
                <a:ext uri="{FF2B5EF4-FFF2-40B4-BE49-F238E27FC236}">
                  <a16:creationId xmlns:a16="http://schemas.microsoft.com/office/drawing/2014/main" id="{820BD794-026B-4503-9432-9C34693F7AF6}"/>
                </a:ext>
              </a:extLst>
            </p:cNvPr>
            <p:cNvSpPr txBox="1"/>
            <p:nvPr/>
          </p:nvSpPr>
          <p:spPr>
            <a:xfrm>
              <a:off x="2377383" y="4768616"/>
              <a:ext cx="244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HK" sz="2000" b="1">
                  <a:ln>
                    <a:solidFill>
                      <a:schemeClr val="tx1"/>
                    </a:solidFill>
                  </a:ln>
                  <a:solidFill>
                    <a:sysClr val="windowText" lastClr="000000"/>
                  </a:solidFill>
                  <a:latin typeface="Lucida Calligraphy" panose="03010101010101010101" pitchFamily="66" charset="0"/>
                </a:rPr>
                <a:t>C</a:t>
              </a:r>
              <a:endParaRPr lang="zh-TW" altLang="en-US" sz="2000" b="1">
                <a:solidFill>
                  <a:sysClr val="windowText" lastClr="000000"/>
                </a:solidFill>
                <a:latin typeface="Lucida Handwriting" panose="03010101010101010101" pitchFamily="66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50" name="文字方塊 149">
                <a:extLst>
                  <a:ext uri="{FF2B5EF4-FFF2-40B4-BE49-F238E27FC236}">
                    <a16:creationId xmlns:a16="http://schemas.microsoft.com/office/drawing/2014/main" id="{922FDD37-7E0B-256B-3195-9B0B9D92491A}"/>
                  </a:ext>
                </a:extLst>
              </p:cNvPr>
              <p:cNvSpPr txBox="1"/>
              <p:nvPr/>
            </p:nvSpPr>
            <p:spPr>
              <a:xfrm>
                <a:off x="3746541" y="486508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50" name="文字方塊 149">
                <a:extLst>
                  <a:ext uri="{FF2B5EF4-FFF2-40B4-BE49-F238E27FC236}">
                    <a16:creationId xmlns:a16="http://schemas.microsoft.com/office/drawing/2014/main" id="{922FDD37-7E0B-256B-3195-9B0B9D9249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6541" y="4865084"/>
                <a:ext cx="295688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1" name="文字方塊 150">
            <a:extLst>
              <a:ext uri="{FF2B5EF4-FFF2-40B4-BE49-F238E27FC236}">
                <a16:creationId xmlns:a16="http://schemas.microsoft.com/office/drawing/2014/main" id="{12C69B1C-3BA9-03AB-6A15-F97B6EC71697}"/>
              </a:ext>
            </a:extLst>
          </p:cNvPr>
          <p:cNvSpPr txBox="1"/>
          <p:nvPr/>
        </p:nvSpPr>
        <p:spPr>
          <a:xfrm>
            <a:off x="4010972" y="4883860"/>
            <a:ext cx="7281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ysClr val="windowText" lastClr="000000"/>
                </a:solidFill>
                <a:latin typeface="Lucida Handwriting" panose="03010101010101010101" pitchFamily="66" charset="0"/>
              </a:rPr>
              <a:t>260</a:t>
            </a:r>
            <a:endParaRPr lang="en-HK" sz="2000" b="1">
              <a:ln>
                <a:solidFill>
                  <a:schemeClr val="tx1"/>
                </a:solidFill>
              </a:ln>
              <a:solidFill>
                <a:sysClr val="windowText" lastClr="000000"/>
              </a:solidFill>
              <a:latin typeface="Lucida Calligraphy" panose="03010101010101010101" pitchFamily="66" charset="0"/>
            </a:endParaRPr>
          </a:p>
        </p:txBody>
      </p:sp>
      <p:grpSp>
        <p:nvGrpSpPr>
          <p:cNvPr id="152" name="群組 151">
            <a:extLst>
              <a:ext uri="{FF2B5EF4-FFF2-40B4-BE49-F238E27FC236}">
                <a16:creationId xmlns:a16="http://schemas.microsoft.com/office/drawing/2014/main" id="{8AEDFE2B-14F1-2F93-CBA5-8751F87CEDCC}"/>
              </a:ext>
            </a:extLst>
          </p:cNvPr>
          <p:cNvGrpSpPr/>
          <p:nvPr/>
        </p:nvGrpSpPr>
        <p:grpSpPr>
          <a:xfrm>
            <a:off x="3532336" y="5260560"/>
            <a:ext cx="509893" cy="413645"/>
            <a:chOff x="2867966" y="1459294"/>
            <a:chExt cx="509893" cy="413645"/>
          </a:xfrm>
        </p:grpSpPr>
        <p:sp>
          <p:nvSpPr>
            <p:cNvPr id="153" name="TextBox 15">
              <a:extLst>
                <a:ext uri="{FF2B5EF4-FFF2-40B4-BE49-F238E27FC236}">
                  <a16:creationId xmlns:a16="http://schemas.microsoft.com/office/drawing/2014/main" id="{0BF0D036-5AB3-0B5B-7AB0-19605EA8426F}"/>
                </a:ext>
              </a:extLst>
            </p:cNvPr>
            <p:cNvSpPr txBox="1"/>
            <p:nvPr/>
          </p:nvSpPr>
          <p:spPr>
            <a:xfrm>
              <a:off x="2867966" y="1472829"/>
              <a:ext cx="244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HK" sz="2000" b="1">
                  <a:ln>
                    <a:solidFill>
                      <a:schemeClr val="tx1"/>
                    </a:solidFill>
                  </a:ln>
                  <a:solidFill>
                    <a:sysClr val="windowText" lastClr="000000"/>
                  </a:solidFill>
                  <a:latin typeface="Lucida Calligraphy" panose="03010101010101010101" pitchFamily="66" charset="0"/>
                </a:rPr>
                <a:t>C</a:t>
              </a:r>
              <a:endParaRPr lang="zh-TW" altLang="en-US" sz="2000" b="1">
                <a:solidFill>
                  <a:sysClr val="windowText" lastClr="000000"/>
                </a:solidFill>
                <a:latin typeface="Lucida Handwriting" panose="03010101010101010101" pitchFamily="66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4" name="文字方塊 153">
                  <a:extLst>
                    <a:ext uri="{FF2B5EF4-FFF2-40B4-BE49-F238E27FC236}">
                      <a16:creationId xmlns:a16="http://schemas.microsoft.com/office/drawing/2014/main" id="{F16CBB59-FA8D-5A79-FB01-9414C9FADAB7}"/>
                    </a:ext>
                  </a:extLst>
                </p:cNvPr>
                <p:cNvSpPr txBox="1"/>
                <p:nvPr/>
              </p:nvSpPr>
              <p:spPr>
                <a:xfrm>
                  <a:off x="3082171" y="1459294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154" name="文字方塊 153">
                  <a:extLst>
                    <a:ext uri="{FF2B5EF4-FFF2-40B4-BE49-F238E27FC236}">
                      <a16:creationId xmlns:a16="http://schemas.microsoft.com/office/drawing/2014/main" id="{F16CBB59-FA8D-5A79-FB01-9414C9FADA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82171" y="1459294"/>
                  <a:ext cx="295688" cy="40011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55" name="文字方塊 154">
            <a:extLst>
              <a:ext uri="{FF2B5EF4-FFF2-40B4-BE49-F238E27FC236}">
                <a16:creationId xmlns:a16="http://schemas.microsoft.com/office/drawing/2014/main" id="{2CBD89E5-0E9C-9AE1-2C87-070C1F6E1BC7}"/>
              </a:ext>
            </a:extLst>
          </p:cNvPr>
          <p:cNvSpPr txBox="1"/>
          <p:nvPr/>
        </p:nvSpPr>
        <p:spPr>
          <a:xfrm>
            <a:off x="3997210" y="5278774"/>
            <a:ext cx="7281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ysClr val="windowText" lastClr="000000"/>
                </a:solidFill>
                <a:latin typeface="Lucida Handwriting" panose="03010101010101010101" pitchFamily="66" charset="0"/>
              </a:rPr>
              <a:t>200</a:t>
            </a:r>
            <a:endParaRPr lang="en-HK" sz="2000" b="1">
              <a:ln>
                <a:solidFill>
                  <a:schemeClr val="tx1"/>
                </a:solidFill>
              </a:ln>
              <a:solidFill>
                <a:sysClr val="windowText" lastClr="000000"/>
              </a:solidFill>
              <a:latin typeface="Lucida Calligraphy" panose="03010101010101010101" pitchFamily="66" charset="0"/>
            </a:endParaRPr>
          </a:p>
        </p:txBody>
      </p:sp>
      <p:grpSp>
        <p:nvGrpSpPr>
          <p:cNvPr id="186" name="群組 185">
            <a:extLst>
              <a:ext uri="{FF2B5EF4-FFF2-40B4-BE49-F238E27FC236}">
                <a16:creationId xmlns:a16="http://schemas.microsoft.com/office/drawing/2014/main" id="{CBE88E31-B80D-093C-9D1D-DA1526EC1846}"/>
              </a:ext>
            </a:extLst>
          </p:cNvPr>
          <p:cNvGrpSpPr/>
          <p:nvPr/>
        </p:nvGrpSpPr>
        <p:grpSpPr>
          <a:xfrm>
            <a:off x="5999086" y="4877945"/>
            <a:ext cx="2434035" cy="414332"/>
            <a:chOff x="5999086" y="4768616"/>
            <a:chExt cx="2434035" cy="414332"/>
          </a:xfrm>
        </p:grpSpPr>
        <p:grpSp>
          <p:nvGrpSpPr>
            <p:cNvPr id="156" name="群組 155">
              <a:extLst>
                <a:ext uri="{FF2B5EF4-FFF2-40B4-BE49-F238E27FC236}">
                  <a16:creationId xmlns:a16="http://schemas.microsoft.com/office/drawing/2014/main" id="{A7EEB340-9B25-D8FA-169C-DAB1C52AF365}"/>
                </a:ext>
              </a:extLst>
            </p:cNvPr>
            <p:cNvGrpSpPr/>
            <p:nvPr/>
          </p:nvGrpSpPr>
          <p:grpSpPr>
            <a:xfrm>
              <a:off x="5999086" y="4768616"/>
              <a:ext cx="509893" cy="413645"/>
              <a:chOff x="2867966" y="1459294"/>
              <a:chExt cx="509893" cy="413645"/>
            </a:xfrm>
          </p:grpSpPr>
          <p:sp>
            <p:nvSpPr>
              <p:cNvPr id="157" name="TextBox 15">
                <a:extLst>
                  <a:ext uri="{FF2B5EF4-FFF2-40B4-BE49-F238E27FC236}">
                    <a16:creationId xmlns:a16="http://schemas.microsoft.com/office/drawing/2014/main" id="{C6466244-9D46-F7E2-3338-35FB9662DFAC}"/>
                  </a:ext>
                </a:extLst>
              </p:cNvPr>
              <p:cNvSpPr txBox="1"/>
              <p:nvPr/>
            </p:nvSpPr>
            <p:spPr>
              <a:xfrm>
                <a:off x="2867966" y="1472829"/>
                <a:ext cx="2440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HK" sz="2000" b="1">
                    <a:ln>
                      <a:solidFill>
                        <a:schemeClr val="tx1"/>
                      </a:solidFill>
                    </a:ln>
                    <a:solidFill>
                      <a:sysClr val="windowText" lastClr="000000"/>
                    </a:solidFill>
                    <a:latin typeface="Lucida Calligraphy" panose="03010101010101010101" pitchFamily="66" charset="0"/>
                  </a:rPr>
                  <a:t>S</a:t>
                </a:r>
                <a:endParaRPr lang="zh-TW" altLang="en-US" sz="2000" b="1">
                  <a:solidFill>
                    <a:sysClr val="windowText" lastClr="000000"/>
                  </a:solidFill>
                  <a:latin typeface="Lucida Handwriting" panose="03010101010101010101" pitchFamily="66" charset="0"/>
                </a:endParaRP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58" name="文字方塊 157">
                    <a:extLst>
                      <a:ext uri="{FF2B5EF4-FFF2-40B4-BE49-F238E27FC236}">
                        <a16:creationId xmlns:a16="http://schemas.microsoft.com/office/drawing/2014/main" id="{FC0B4D7D-42FA-2D6B-707B-E017ECFF358E}"/>
                      </a:ext>
                    </a:extLst>
                  </p:cNvPr>
                  <p:cNvSpPr txBox="1"/>
                  <p:nvPr/>
                </p:nvSpPr>
                <p:spPr>
                  <a:xfrm>
                    <a:off x="3082171" y="1459294"/>
                    <a:ext cx="295688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1" i="1" dirty="0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</m:oMath>
                      </m:oMathPara>
                    </a14:m>
                    <a:endParaRPr lang="en-HK" sz="2000" b="1">
                      <a:ln>
                        <a:solidFill>
                          <a:schemeClr val="tx1"/>
                        </a:solidFill>
                      </a:ln>
                      <a:solidFill>
                        <a:schemeClr val="tx1"/>
                      </a:solidFill>
                      <a:latin typeface="Lucida Handwriting" panose="03010101010101010101" pitchFamily="66" charset="0"/>
                    </a:endParaRPr>
                  </a:p>
                </p:txBody>
              </p:sp>
            </mc:Choice>
            <mc:Fallback>
              <p:sp>
                <p:nvSpPr>
                  <p:cNvPr id="158" name="文字方塊 157">
                    <a:extLst>
                      <a:ext uri="{FF2B5EF4-FFF2-40B4-BE49-F238E27FC236}">
                        <a16:creationId xmlns:a16="http://schemas.microsoft.com/office/drawing/2014/main" id="{FC0B4D7D-42FA-2D6B-707B-E017ECFF358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082171" y="1459294"/>
                    <a:ext cx="295688" cy="400110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59" name="文字方塊 158">
              <a:extLst>
                <a:ext uri="{FF2B5EF4-FFF2-40B4-BE49-F238E27FC236}">
                  <a16:creationId xmlns:a16="http://schemas.microsoft.com/office/drawing/2014/main" id="{41D69F18-7CDA-950B-2ECF-0F48FDCB7664}"/>
                </a:ext>
              </a:extLst>
            </p:cNvPr>
            <p:cNvSpPr txBox="1"/>
            <p:nvPr/>
          </p:nvSpPr>
          <p:spPr>
            <a:xfrm>
              <a:off x="6443131" y="4782838"/>
              <a:ext cx="69942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ysClr val="windowText" lastClr="000000"/>
                  </a:solidFill>
                  <a:latin typeface="Lucida Handwriting" panose="03010101010101010101" pitchFamily="66" charset="0"/>
                </a:rPr>
                <a:t>260</a:t>
              </a:r>
              <a:endParaRPr lang="en-HK" sz="2000" b="1">
                <a:ln>
                  <a:solidFill>
                    <a:schemeClr val="tx1"/>
                  </a:solidFill>
                </a:ln>
                <a:solidFill>
                  <a:sysClr val="windowText" lastClr="000000"/>
                </a:solidFill>
                <a:latin typeface="Lucida Calligraphy" panose="03010101010101010101" pitchFamily="66" charset="0"/>
              </a:endParaRPr>
            </a:p>
          </p:txBody>
        </p:sp>
        <p:grpSp>
          <p:nvGrpSpPr>
            <p:cNvPr id="160" name="群組 159">
              <a:extLst>
                <a:ext uri="{FF2B5EF4-FFF2-40B4-BE49-F238E27FC236}">
                  <a16:creationId xmlns:a16="http://schemas.microsoft.com/office/drawing/2014/main" id="{377F9F08-AFF2-E9AC-DD54-95E7B023F683}"/>
                </a:ext>
              </a:extLst>
            </p:cNvPr>
            <p:cNvGrpSpPr/>
            <p:nvPr/>
          </p:nvGrpSpPr>
          <p:grpSpPr>
            <a:xfrm>
              <a:off x="6964620" y="4768616"/>
              <a:ext cx="1468501" cy="409011"/>
              <a:chOff x="1498603" y="1408278"/>
              <a:chExt cx="1468501" cy="409011"/>
            </a:xfrm>
          </p:grpSpPr>
          <p:sp>
            <p:nvSpPr>
              <p:cNvPr id="161" name="文字方塊 160">
                <a:extLst>
                  <a:ext uri="{FF2B5EF4-FFF2-40B4-BE49-F238E27FC236}">
                    <a16:creationId xmlns:a16="http://schemas.microsoft.com/office/drawing/2014/main" id="{7556CD77-2C39-2456-DFE6-5ACFA9BE469D}"/>
                  </a:ext>
                </a:extLst>
              </p:cNvPr>
              <p:cNvSpPr txBox="1"/>
              <p:nvPr/>
            </p:nvSpPr>
            <p:spPr>
              <a:xfrm>
                <a:off x="1498603" y="1417179"/>
                <a:ext cx="45717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(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1</a:t>
                </a:r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rgbClr val="92D050"/>
                  </a:solidFill>
                  <a:latin typeface="Lucida Calligraphy" panose="03010101010101010101" pitchFamily="66" charset="0"/>
                </a:endParaRPr>
              </a:p>
            </p:txBody>
          </p:sp>
          <p:sp>
            <p:nvSpPr>
              <p:cNvPr id="162" name="文字方塊 161">
                <a:extLst>
                  <a:ext uri="{FF2B5EF4-FFF2-40B4-BE49-F238E27FC236}">
                    <a16:creationId xmlns:a16="http://schemas.microsoft.com/office/drawing/2014/main" id="{E1832E13-E8F4-79A1-DA89-52F9CFD3551C}"/>
                  </a:ext>
                </a:extLst>
              </p:cNvPr>
              <p:cNvSpPr txBox="1"/>
              <p:nvPr/>
            </p:nvSpPr>
            <p:spPr>
              <a:xfrm>
                <a:off x="2008473" y="1417179"/>
                <a:ext cx="95863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C000"/>
                    </a:solidFill>
                    <a:latin typeface="Lucida Handwriting" panose="03010101010101010101" pitchFamily="66" charset="0"/>
                  </a:rPr>
                  <a:t>15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%</a:t>
                </a:r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)</a:t>
                </a: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63" name="文字方塊 162">
                    <a:extLst>
                      <a:ext uri="{FF2B5EF4-FFF2-40B4-BE49-F238E27FC236}">
                        <a16:creationId xmlns:a16="http://schemas.microsoft.com/office/drawing/2014/main" id="{DB5E959E-FF5D-C403-B56B-200C7E9E2449}"/>
                      </a:ext>
                    </a:extLst>
                  </p:cNvPr>
                  <p:cNvSpPr txBox="1"/>
                  <p:nvPr/>
                </p:nvSpPr>
                <p:spPr>
                  <a:xfrm>
                    <a:off x="1807935" y="1408278"/>
                    <a:ext cx="295688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1" i="1" dirty="0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oMath>
                      </m:oMathPara>
                    </a14:m>
                    <a:endParaRPr lang="en-HK" sz="2000" b="1">
                      <a:ln>
                        <a:solidFill>
                          <a:schemeClr val="tx1"/>
                        </a:solidFill>
                      </a:ln>
                      <a:solidFill>
                        <a:schemeClr val="tx1"/>
                      </a:solidFill>
                      <a:latin typeface="Lucida Handwriting" panose="03010101010101010101" pitchFamily="66" charset="0"/>
                    </a:endParaRPr>
                  </a:p>
                </p:txBody>
              </p:sp>
            </mc:Choice>
            <mc:Fallback>
              <p:sp>
                <p:nvSpPr>
                  <p:cNvPr id="163" name="文字方塊 162">
                    <a:extLst>
                      <a:ext uri="{FF2B5EF4-FFF2-40B4-BE49-F238E27FC236}">
                        <a16:creationId xmlns:a16="http://schemas.microsoft.com/office/drawing/2014/main" id="{DB5E959E-FF5D-C403-B56B-200C7E9E244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07935" y="1408278"/>
                    <a:ext cx="295688" cy="400110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187" name="群組 186">
            <a:extLst>
              <a:ext uri="{FF2B5EF4-FFF2-40B4-BE49-F238E27FC236}">
                <a16:creationId xmlns:a16="http://schemas.microsoft.com/office/drawing/2014/main" id="{F12957CB-2FFB-6A28-FC72-1EB0E572330D}"/>
              </a:ext>
            </a:extLst>
          </p:cNvPr>
          <p:cNvGrpSpPr/>
          <p:nvPr/>
        </p:nvGrpSpPr>
        <p:grpSpPr>
          <a:xfrm>
            <a:off x="5993768" y="5250029"/>
            <a:ext cx="1148787" cy="421647"/>
            <a:chOff x="5993768" y="5140700"/>
            <a:chExt cx="1148787" cy="421647"/>
          </a:xfrm>
        </p:grpSpPr>
        <p:grpSp>
          <p:nvGrpSpPr>
            <p:cNvPr id="164" name="群組 163">
              <a:extLst>
                <a:ext uri="{FF2B5EF4-FFF2-40B4-BE49-F238E27FC236}">
                  <a16:creationId xmlns:a16="http://schemas.microsoft.com/office/drawing/2014/main" id="{76E94A12-C1B8-55D9-FC99-E4D1B613E3F4}"/>
                </a:ext>
              </a:extLst>
            </p:cNvPr>
            <p:cNvGrpSpPr/>
            <p:nvPr/>
          </p:nvGrpSpPr>
          <p:grpSpPr>
            <a:xfrm>
              <a:off x="5993768" y="5140700"/>
              <a:ext cx="509893" cy="413645"/>
              <a:chOff x="2867966" y="1459294"/>
              <a:chExt cx="509893" cy="413645"/>
            </a:xfrm>
          </p:grpSpPr>
          <p:sp>
            <p:nvSpPr>
              <p:cNvPr id="165" name="TextBox 15">
                <a:extLst>
                  <a:ext uri="{FF2B5EF4-FFF2-40B4-BE49-F238E27FC236}">
                    <a16:creationId xmlns:a16="http://schemas.microsoft.com/office/drawing/2014/main" id="{CE2DC2FE-3225-BDF7-2DED-9BC0B73E81B2}"/>
                  </a:ext>
                </a:extLst>
              </p:cNvPr>
              <p:cNvSpPr txBox="1"/>
              <p:nvPr/>
            </p:nvSpPr>
            <p:spPr>
              <a:xfrm>
                <a:off x="2867966" y="1472829"/>
                <a:ext cx="2440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HK" sz="2000" b="1">
                    <a:ln>
                      <a:solidFill>
                        <a:schemeClr val="tx1"/>
                      </a:solidFill>
                    </a:ln>
                    <a:solidFill>
                      <a:sysClr val="windowText" lastClr="000000"/>
                    </a:solidFill>
                    <a:latin typeface="Lucida Calligraphy" panose="03010101010101010101" pitchFamily="66" charset="0"/>
                  </a:rPr>
                  <a:t>S</a:t>
                </a:r>
                <a:endParaRPr lang="zh-TW" altLang="en-US" sz="2000" b="1">
                  <a:solidFill>
                    <a:sysClr val="windowText" lastClr="000000"/>
                  </a:solidFill>
                  <a:latin typeface="Lucida Handwriting" panose="03010101010101010101" pitchFamily="66" charset="0"/>
                </a:endParaRP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66" name="文字方塊 165">
                    <a:extLst>
                      <a:ext uri="{FF2B5EF4-FFF2-40B4-BE49-F238E27FC236}">
                        <a16:creationId xmlns:a16="http://schemas.microsoft.com/office/drawing/2014/main" id="{4B3BB192-2010-141D-C1D0-B6C0528BF1B5}"/>
                      </a:ext>
                    </a:extLst>
                  </p:cNvPr>
                  <p:cNvSpPr txBox="1"/>
                  <p:nvPr/>
                </p:nvSpPr>
                <p:spPr>
                  <a:xfrm>
                    <a:off x="3082171" y="1459294"/>
                    <a:ext cx="295688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1" i="1" dirty="0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</m:oMath>
                      </m:oMathPara>
                    </a14:m>
                    <a:endParaRPr lang="en-HK" sz="2000" b="1">
                      <a:ln>
                        <a:solidFill>
                          <a:schemeClr val="tx1"/>
                        </a:solidFill>
                      </a:ln>
                      <a:solidFill>
                        <a:schemeClr val="tx1"/>
                      </a:solidFill>
                      <a:latin typeface="Lucida Handwriting" panose="03010101010101010101" pitchFamily="66" charset="0"/>
                    </a:endParaRPr>
                  </a:p>
                </p:txBody>
              </p:sp>
            </mc:Choice>
            <mc:Fallback>
              <p:sp>
                <p:nvSpPr>
                  <p:cNvPr id="166" name="文字方塊 165">
                    <a:extLst>
                      <a:ext uri="{FF2B5EF4-FFF2-40B4-BE49-F238E27FC236}">
                        <a16:creationId xmlns:a16="http://schemas.microsoft.com/office/drawing/2014/main" id="{4B3BB192-2010-141D-C1D0-B6C0528BF1B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082171" y="1459294"/>
                    <a:ext cx="295688" cy="400110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67" name="文字方塊 166">
              <a:extLst>
                <a:ext uri="{FF2B5EF4-FFF2-40B4-BE49-F238E27FC236}">
                  <a16:creationId xmlns:a16="http://schemas.microsoft.com/office/drawing/2014/main" id="{47E2EF9C-BE25-8C2F-086A-0B754575611E}"/>
                </a:ext>
              </a:extLst>
            </p:cNvPr>
            <p:cNvSpPr txBox="1"/>
            <p:nvPr/>
          </p:nvSpPr>
          <p:spPr>
            <a:xfrm>
              <a:off x="6443131" y="5162237"/>
              <a:ext cx="69942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ysClr val="windowText" lastClr="000000"/>
                  </a:solidFill>
                  <a:latin typeface="Lucida Handwriting" panose="03010101010101010101" pitchFamily="66" charset="0"/>
                </a:rPr>
                <a:t>221</a:t>
              </a:r>
              <a:endParaRPr lang="en-HK" sz="2000" b="1">
                <a:ln>
                  <a:solidFill>
                    <a:schemeClr val="tx1"/>
                  </a:solidFill>
                </a:ln>
                <a:solidFill>
                  <a:sysClr val="windowText" lastClr="000000"/>
                </a:solidFill>
                <a:latin typeface="Lucida Calligraphy" panose="03010101010101010101" pitchFamily="66" charset="0"/>
              </a:endParaRPr>
            </a:p>
          </p:txBody>
        </p:sp>
      </p:grpSp>
      <p:grpSp>
        <p:nvGrpSpPr>
          <p:cNvPr id="188" name="群組 187">
            <a:extLst>
              <a:ext uri="{FF2B5EF4-FFF2-40B4-BE49-F238E27FC236}">
                <a16:creationId xmlns:a16="http://schemas.microsoft.com/office/drawing/2014/main" id="{41F5AE56-9B06-DFB7-C097-65F047F8E853}"/>
              </a:ext>
            </a:extLst>
          </p:cNvPr>
          <p:cNvGrpSpPr/>
          <p:nvPr/>
        </p:nvGrpSpPr>
        <p:grpSpPr>
          <a:xfrm>
            <a:off x="4400990" y="6023997"/>
            <a:ext cx="2003046" cy="443784"/>
            <a:chOff x="4400990" y="5914668"/>
            <a:chExt cx="2003046" cy="443784"/>
          </a:xfrm>
        </p:grpSpPr>
        <p:grpSp>
          <p:nvGrpSpPr>
            <p:cNvPr id="170" name="群組 169">
              <a:extLst>
                <a:ext uri="{FF2B5EF4-FFF2-40B4-BE49-F238E27FC236}">
                  <a16:creationId xmlns:a16="http://schemas.microsoft.com/office/drawing/2014/main" id="{85BCF53F-9FFA-8B8A-474E-E247926C5F38}"/>
                </a:ext>
              </a:extLst>
            </p:cNvPr>
            <p:cNvGrpSpPr/>
            <p:nvPr/>
          </p:nvGrpSpPr>
          <p:grpSpPr>
            <a:xfrm>
              <a:off x="4400990" y="5944807"/>
              <a:ext cx="509893" cy="413645"/>
              <a:chOff x="2867966" y="1459294"/>
              <a:chExt cx="509893" cy="413645"/>
            </a:xfrm>
          </p:grpSpPr>
          <p:sp>
            <p:nvSpPr>
              <p:cNvPr id="171" name="TextBox 15">
                <a:extLst>
                  <a:ext uri="{FF2B5EF4-FFF2-40B4-BE49-F238E27FC236}">
                    <a16:creationId xmlns:a16="http://schemas.microsoft.com/office/drawing/2014/main" id="{0B3331AE-AC6D-4BB6-E068-3E84B3222E3E}"/>
                  </a:ext>
                </a:extLst>
              </p:cNvPr>
              <p:cNvSpPr txBox="1"/>
              <p:nvPr/>
            </p:nvSpPr>
            <p:spPr>
              <a:xfrm>
                <a:off x="2867966" y="1472829"/>
                <a:ext cx="2440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HK" sz="2000" b="1">
                    <a:ln>
                      <a:solidFill>
                        <a:schemeClr val="tx1"/>
                      </a:solidFill>
                    </a:ln>
                    <a:solidFill>
                      <a:sysClr val="windowText" lastClr="000000"/>
                    </a:solidFill>
                    <a:latin typeface="Lucida Calligraphy" panose="03010101010101010101" pitchFamily="66" charset="0"/>
                  </a:rPr>
                  <a:t>P</a:t>
                </a:r>
                <a:endParaRPr lang="zh-TW" altLang="en-US" sz="2000" b="1">
                  <a:solidFill>
                    <a:sysClr val="windowText" lastClr="000000"/>
                  </a:solidFill>
                  <a:latin typeface="Lucida Handwriting" panose="03010101010101010101" pitchFamily="66" charset="0"/>
                </a:endParaRP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72" name="文字方塊 171">
                    <a:extLst>
                      <a:ext uri="{FF2B5EF4-FFF2-40B4-BE49-F238E27FC236}">
                        <a16:creationId xmlns:a16="http://schemas.microsoft.com/office/drawing/2014/main" id="{D4816963-95AE-40A8-F0CF-CE74BE50EEC6}"/>
                      </a:ext>
                    </a:extLst>
                  </p:cNvPr>
                  <p:cNvSpPr txBox="1"/>
                  <p:nvPr/>
                </p:nvSpPr>
                <p:spPr>
                  <a:xfrm>
                    <a:off x="3082171" y="1459294"/>
                    <a:ext cx="295688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1" i="1" dirty="0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</m:oMath>
                      </m:oMathPara>
                    </a14:m>
                    <a:endParaRPr lang="en-HK" sz="2000" b="1">
                      <a:ln>
                        <a:solidFill>
                          <a:schemeClr val="tx1"/>
                        </a:solidFill>
                      </a:ln>
                      <a:solidFill>
                        <a:schemeClr val="tx1"/>
                      </a:solidFill>
                      <a:latin typeface="Lucida Handwriting" panose="03010101010101010101" pitchFamily="66" charset="0"/>
                    </a:endParaRPr>
                  </a:p>
                </p:txBody>
              </p:sp>
            </mc:Choice>
            <mc:Fallback>
              <p:sp>
                <p:nvSpPr>
                  <p:cNvPr id="172" name="文字方塊 171">
                    <a:extLst>
                      <a:ext uri="{FF2B5EF4-FFF2-40B4-BE49-F238E27FC236}">
                        <a16:creationId xmlns:a16="http://schemas.microsoft.com/office/drawing/2014/main" id="{D4816963-95AE-40A8-F0CF-CE74BE50EEC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082171" y="1459294"/>
                    <a:ext cx="295688" cy="400110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76" name="群組 175">
              <a:extLst>
                <a:ext uri="{FF2B5EF4-FFF2-40B4-BE49-F238E27FC236}">
                  <a16:creationId xmlns:a16="http://schemas.microsoft.com/office/drawing/2014/main" id="{0783D4D3-AB33-6676-A86B-E70402C11312}"/>
                </a:ext>
              </a:extLst>
            </p:cNvPr>
            <p:cNvGrpSpPr/>
            <p:nvPr/>
          </p:nvGrpSpPr>
          <p:grpSpPr>
            <a:xfrm>
              <a:off x="4858992" y="5914668"/>
              <a:ext cx="1545044" cy="424768"/>
              <a:chOff x="6271825" y="4244565"/>
              <a:chExt cx="1545044" cy="424768"/>
            </a:xfrm>
          </p:grpSpPr>
          <p:sp>
            <p:nvSpPr>
              <p:cNvPr id="173" name="文字方塊 172">
                <a:extLst>
                  <a:ext uri="{FF2B5EF4-FFF2-40B4-BE49-F238E27FC236}">
                    <a16:creationId xmlns:a16="http://schemas.microsoft.com/office/drawing/2014/main" id="{275360A0-E224-B04A-63F7-E163FEC53B55}"/>
                  </a:ext>
                </a:extLst>
              </p:cNvPr>
              <p:cNvSpPr txBox="1"/>
              <p:nvPr/>
            </p:nvSpPr>
            <p:spPr>
              <a:xfrm>
                <a:off x="6271825" y="4269223"/>
                <a:ext cx="69942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ysClr val="windowText" lastClr="000000"/>
                    </a:solidFill>
                    <a:latin typeface="Lucida Handwriting" panose="03010101010101010101" pitchFamily="66" charset="0"/>
                  </a:rPr>
                  <a:t>221</a:t>
                </a:r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ysClr val="windowText" lastClr="000000"/>
                  </a:solidFill>
                  <a:latin typeface="Lucida Calligraphy" panose="03010101010101010101" pitchFamily="66" charset="0"/>
                </a:endParaRP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74" name="文字方塊 173">
                    <a:extLst>
                      <a:ext uri="{FF2B5EF4-FFF2-40B4-BE49-F238E27FC236}">
                        <a16:creationId xmlns:a16="http://schemas.microsoft.com/office/drawing/2014/main" id="{74DFC932-5972-8266-06AA-7A767A026C43}"/>
                      </a:ext>
                    </a:extLst>
                  </p:cNvPr>
                  <p:cNvSpPr txBox="1"/>
                  <p:nvPr/>
                </p:nvSpPr>
                <p:spPr>
                  <a:xfrm>
                    <a:off x="6860101" y="4244565"/>
                    <a:ext cx="295688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1" i="1" dirty="0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oMath>
                      </m:oMathPara>
                    </a14:m>
                    <a:endParaRPr lang="en-HK" sz="2000" b="1">
                      <a:ln>
                        <a:solidFill>
                          <a:schemeClr val="tx1"/>
                        </a:solidFill>
                      </a:ln>
                      <a:solidFill>
                        <a:schemeClr val="tx1"/>
                      </a:solidFill>
                      <a:latin typeface="Lucida Handwriting" panose="03010101010101010101" pitchFamily="66" charset="0"/>
                    </a:endParaRPr>
                  </a:p>
                </p:txBody>
              </p:sp>
            </mc:Choice>
            <mc:Fallback>
              <p:sp>
                <p:nvSpPr>
                  <p:cNvPr id="174" name="文字方塊 173">
                    <a:extLst>
                      <a:ext uri="{FF2B5EF4-FFF2-40B4-BE49-F238E27FC236}">
                        <a16:creationId xmlns:a16="http://schemas.microsoft.com/office/drawing/2014/main" id="{74DFC932-5972-8266-06AA-7A767A026C4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860101" y="4244565"/>
                    <a:ext cx="295688" cy="400110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75" name="文字方塊 174">
                <a:extLst>
                  <a:ext uri="{FF2B5EF4-FFF2-40B4-BE49-F238E27FC236}">
                    <a16:creationId xmlns:a16="http://schemas.microsoft.com/office/drawing/2014/main" id="{51B80058-AF18-6CF1-B867-E213FD50BE2F}"/>
                  </a:ext>
                </a:extLst>
              </p:cNvPr>
              <p:cNvSpPr txBox="1"/>
              <p:nvPr/>
            </p:nvSpPr>
            <p:spPr>
              <a:xfrm>
                <a:off x="7088689" y="4266470"/>
                <a:ext cx="72818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ysClr val="windowText" lastClr="000000"/>
                    </a:solidFill>
                    <a:latin typeface="Lucida Handwriting" panose="03010101010101010101" pitchFamily="66" charset="0"/>
                  </a:rPr>
                  <a:t>200</a:t>
                </a:r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ysClr val="windowText" lastClr="000000"/>
                  </a:solidFill>
                  <a:latin typeface="Lucida Calligraphy" panose="03010101010101010101" pitchFamily="66" charset="0"/>
                </a:endParaRPr>
              </a:p>
            </p:txBody>
          </p:sp>
        </p:grpSp>
      </p:grpSp>
      <p:grpSp>
        <p:nvGrpSpPr>
          <p:cNvPr id="179" name="群組 178">
            <a:extLst>
              <a:ext uri="{FF2B5EF4-FFF2-40B4-BE49-F238E27FC236}">
                <a16:creationId xmlns:a16="http://schemas.microsoft.com/office/drawing/2014/main" id="{41DD5B68-5FCE-EB6B-344E-0B4B8A193675}"/>
              </a:ext>
            </a:extLst>
          </p:cNvPr>
          <p:cNvGrpSpPr/>
          <p:nvPr/>
        </p:nvGrpSpPr>
        <p:grpSpPr>
          <a:xfrm>
            <a:off x="4615195" y="6420610"/>
            <a:ext cx="1050726" cy="404319"/>
            <a:chOff x="6028028" y="4641178"/>
            <a:chExt cx="1050726" cy="404319"/>
          </a:xfrm>
        </p:grpSpPr>
        <p:sp>
          <p:nvSpPr>
            <p:cNvPr id="177" name="文字方塊 176">
              <a:extLst>
                <a:ext uri="{FF2B5EF4-FFF2-40B4-BE49-F238E27FC236}">
                  <a16:creationId xmlns:a16="http://schemas.microsoft.com/office/drawing/2014/main" id="{06977160-14B0-6C1E-CBB1-7C1D3649EDA8}"/>
                </a:ext>
              </a:extLst>
            </p:cNvPr>
            <p:cNvSpPr txBox="1"/>
            <p:nvPr/>
          </p:nvSpPr>
          <p:spPr>
            <a:xfrm>
              <a:off x="6271825" y="4645387"/>
              <a:ext cx="80692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ysClr val="windowText" lastClr="000000"/>
                  </a:solidFill>
                  <a:latin typeface="Lucida Handwriting" panose="03010101010101010101" pitchFamily="66" charset="0"/>
                </a:rPr>
                <a:t>$ 21</a:t>
              </a:r>
              <a:endParaRPr lang="en-HK" sz="2000" b="1">
                <a:ln>
                  <a:solidFill>
                    <a:schemeClr val="tx1"/>
                  </a:solidFill>
                </a:ln>
                <a:solidFill>
                  <a:sysClr val="windowText" lastClr="000000"/>
                </a:solidFill>
                <a:latin typeface="Lucida Calligraphy" panose="03010101010101010101" pitchFamily="66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8" name="文字方塊 177">
                  <a:extLst>
                    <a:ext uri="{FF2B5EF4-FFF2-40B4-BE49-F238E27FC236}">
                      <a16:creationId xmlns:a16="http://schemas.microsoft.com/office/drawing/2014/main" id="{01EC3E71-42DB-E957-07BF-8724993C9743}"/>
                    </a:ext>
                  </a:extLst>
                </p:cNvPr>
                <p:cNvSpPr txBox="1"/>
                <p:nvPr/>
              </p:nvSpPr>
              <p:spPr>
                <a:xfrm>
                  <a:off x="6028028" y="4641178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178" name="文字方塊 177">
                  <a:extLst>
                    <a:ext uri="{FF2B5EF4-FFF2-40B4-BE49-F238E27FC236}">
                      <a16:creationId xmlns:a16="http://schemas.microsoft.com/office/drawing/2014/main" id="{01EC3E71-42DB-E957-07BF-8724993C97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28028" y="4641178"/>
                  <a:ext cx="295688" cy="400110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8" name="群組 37">
            <a:extLst>
              <a:ext uri="{FF2B5EF4-FFF2-40B4-BE49-F238E27FC236}">
                <a16:creationId xmlns:a16="http://schemas.microsoft.com/office/drawing/2014/main" id="{A3DD48C4-C74B-208A-7775-CA12AA4BD2B5}"/>
              </a:ext>
            </a:extLst>
          </p:cNvPr>
          <p:cNvGrpSpPr/>
          <p:nvPr/>
        </p:nvGrpSpPr>
        <p:grpSpPr>
          <a:xfrm>
            <a:off x="4363996" y="5650139"/>
            <a:ext cx="1211837" cy="409011"/>
            <a:chOff x="9462050" y="3558445"/>
            <a:chExt cx="1211837" cy="409011"/>
          </a:xfrm>
        </p:grpSpPr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ED2DD5E6-7B79-B585-3057-4D1D9BE9928B}"/>
                </a:ext>
              </a:extLst>
            </p:cNvPr>
            <p:cNvSpPr/>
            <p:nvPr/>
          </p:nvSpPr>
          <p:spPr>
            <a:xfrm>
              <a:off x="9462050" y="3596957"/>
              <a:ext cx="1211837" cy="327357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grpSp>
          <p:nvGrpSpPr>
            <p:cNvPr id="29" name="群組 28">
              <a:extLst>
                <a:ext uri="{FF2B5EF4-FFF2-40B4-BE49-F238E27FC236}">
                  <a16:creationId xmlns:a16="http://schemas.microsoft.com/office/drawing/2014/main" id="{1ADCD203-E043-440D-8184-B4BBD0A0E78C}"/>
                </a:ext>
              </a:extLst>
            </p:cNvPr>
            <p:cNvGrpSpPr/>
            <p:nvPr/>
          </p:nvGrpSpPr>
          <p:grpSpPr>
            <a:xfrm>
              <a:off x="9716990" y="3558445"/>
              <a:ext cx="918190" cy="409011"/>
              <a:chOff x="9876755" y="634681"/>
              <a:chExt cx="918190" cy="409011"/>
            </a:xfrm>
          </p:grpSpPr>
          <p:grpSp>
            <p:nvGrpSpPr>
              <p:cNvPr id="30" name="群組 29">
                <a:extLst>
                  <a:ext uri="{FF2B5EF4-FFF2-40B4-BE49-F238E27FC236}">
                    <a16:creationId xmlns:a16="http://schemas.microsoft.com/office/drawing/2014/main" id="{1EDA2390-7A4E-25C0-3269-DBA89EE29C25}"/>
                  </a:ext>
                </a:extLst>
              </p:cNvPr>
              <p:cNvGrpSpPr/>
              <p:nvPr/>
            </p:nvGrpSpPr>
            <p:grpSpPr>
              <a:xfrm>
                <a:off x="10152928" y="634681"/>
                <a:ext cx="642017" cy="409011"/>
                <a:chOff x="1913836" y="1309536"/>
                <a:chExt cx="642017" cy="409011"/>
              </a:xfrm>
            </p:grpSpPr>
            <p:grpSp>
              <p:nvGrpSpPr>
                <p:cNvPr id="32" name="群組 31">
                  <a:extLst>
                    <a:ext uri="{FF2B5EF4-FFF2-40B4-BE49-F238E27FC236}">
                      <a16:creationId xmlns:a16="http://schemas.microsoft.com/office/drawing/2014/main" id="{04E82E95-A002-9062-4E4E-E2B39ECE374D}"/>
                    </a:ext>
                  </a:extLst>
                </p:cNvPr>
                <p:cNvGrpSpPr/>
                <p:nvPr/>
              </p:nvGrpSpPr>
              <p:grpSpPr>
                <a:xfrm>
                  <a:off x="2050887" y="1309536"/>
                  <a:ext cx="504966" cy="409011"/>
                  <a:chOff x="2050887" y="1309536"/>
                  <a:chExt cx="504966" cy="409011"/>
                </a:xfrm>
              </p:grpSpPr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34" name="文字方塊 33">
                        <a:extLst>
                          <a:ext uri="{FF2B5EF4-FFF2-40B4-BE49-F238E27FC236}">
                            <a16:creationId xmlns:a16="http://schemas.microsoft.com/office/drawing/2014/main" id="{2FEE1BF1-87D3-15F5-5E26-6AFEA8CCA921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2050887" y="1309536"/>
                        <a:ext cx="295688" cy="40011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2000" b="1" i="1" dirty="0" smtClean="0">
                                  <a:ln>
                                    <a:solidFill>
                                      <a:schemeClr val="tx1"/>
                                    </a:solidFill>
                                  </a:ln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oMath>
                          </m:oMathPara>
                        </a14:m>
                        <a:endParaRPr lang="en-HK" sz="2000" b="1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Handwriting" panose="03010101010101010101" pitchFamily="66" charset="0"/>
                        </a:endParaRPr>
                      </a:p>
                    </p:txBody>
                  </p:sp>
                </mc:Choice>
                <mc:Fallback>
                  <p:sp>
                    <p:nvSpPr>
                      <p:cNvPr id="34" name="文字方塊 33">
                        <a:extLst>
                          <a:ext uri="{FF2B5EF4-FFF2-40B4-BE49-F238E27FC236}">
                            <a16:creationId xmlns:a16="http://schemas.microsoft.com/office/drawing/2014/main" id="{2FEE1BF1-87D3-15F5-5E26-6AFEA8CCA921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050887" y="1309536"/>
                        <a:ext cx="295688" cy="400110"/>
                      </a:xfrm>
                      <a:prstGeom prst="rect">
                        <a:avLst/>
                      </a:prstGeom>
                      <a:blipFill>
                        <a:blip r:embed="rId19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35" name="TextBox 15">
                    <a:extLst>
                      <a:ext uri="{FF2B5EF4-FFF2-40B4-BE49-F238E27FC236}">
                        <a16:creationId xmlns:a16="http://schemas.microsoft.com/office/drawing/2014/main" id="{CDDEA8A5-A796-B808-88DD-0BC5155B0096}"/>
                      </a:ext>
                    </a:extLst>
                  </p:cNvPr>
                  <p:cNvSpPr txBox="1"/>
                  <p:nvPr/>
                </p:nvSpPr>
                <p:spPr>
                  <a:xfrm>
                    <a:off x="2311853" y="1318437"/>
                    <a:ext cx="244000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HK" sz="2000" b="1">
                        <a:ln>
                          <a:solidFill>
                            <a:schemeClr val="tx1"/>
                          </a:solidFill>
                        </a:ln>
                        <a:solidFill>
                          <a:sysClr val="windowText" lastClr="000000"/>
                        </a:solidFill>
                        <a:latin typeface="Lucida Calligraphy" panose="03010101010101010101" pitchFamily="66" charset="0"/>
                      </a:rPr>
                      <a:t>C</a:t>
                    </a:r>
                    <a:endParaRPr lang="zh-TW" altLang="en-US" sz="2000" b="1">
                      <a:solidFill>
                        <a:sysClr val="windowText" lastClr="000000"/>
                      </a:solidFill>
                      <a:latin typeface="Lucida Handwriting" panose="03010101010101010101" pitchFamily="66" charset="0"/>
                    </a:endParaRPr>
                  </a:p>
                </p:txBody>
              </p:sp>
            </p:grpSp>
            <p:sp>
              <p:nvSpPr>
                <p:cNvPr id="33" name="TextBox 15">
                  <a:extLst>
                    <a:ext uri="{FF2B5EF4-FFF2-40B4-BE49-F238E27FC236}">
                      <a16:creationId xmlns:a16="http://schemas.microsoft.com/office/drawing/2014/main" id="{16F3D17C-2452-14BE-0799-ABBC00E17A8A}"/>
                    </a:ext>
                  </a:extLst>
                </p:cNvPr>
                <p:cNvSpPr txBox="1"/>
                <p:nvPr/>
              </p:nvSpPr>
              <p:spPr>
                <a:xfrm>
                  <a:off x="1913836" y="1318437"/>
                  <a:ext cx="24400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HK" sz="2000" b="1">
                      <a:ln>
                        <a:solidFill>
                          <a:schemeClr val="tx1"/>
                        </a:solidFill>
                      </a:ln>
                      <a:solidFill>
                        <a:sysClr val="windowText" lastClr="000000"/>
                      </a:solidFill>
                      <a:latin typeface="Lucida Calligraphy" panose="03010101010101010101" pitchFamily="66" charset="0"/>
                    </a:rPr>
                    <a:t>S</a:t>
                  </a:r>
                  <a:endParaRPr lang="zh-TW" altLang="en-US" sz="2000" b="1">
                    <a:solidFill>
                      <a:sysClr val="windowText" lastClr="000000"/>
                    </a:solidFill>
                    <a:latin typeface="Lucida Handwriting" panose="03010101010101010101" pitchFamily="66" charset="0"/>
                  </a:endParaRPr>
                </a:p>
              </p:txBody>
            </p:sp>
          </p:grp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1" name="文字方塊 30">
                    <a:extLst>
                      <a:ext uri="{FF2B5EF4-FFF2-40B4-BE49-F238E27FC236}">
                        <a16:creationId xmlns:a16="http://schemas.microsoft.com/office/drawing/2014/main" id="{277E7247-DD04-4979-794B-0317213028AC}"/>
                      </a:ext>
                    </a:extLst>
                  </p:cNvPr>
                  <p:cNvSpPr txBox="1"/>
                  <p:nvPr/>
                </p:nvSpPr>
                <p:spPr>
                  <a:xfrm>
                    <a:off x="9876755" y="636817"/>
                    <a:ext cx="295688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1" i="1" dirty="0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</m:oMath>
                      </m:oMathPara>
                    </a14:m>
                    <a:endParaRPr lang="en-HK" sz="2000" b="1">
                      <a:ln>
                        <a:solidFill>
                          <a:schemeClr val="tx1"/>
                        </a:solidFill>
                      </a:ln>
                      <a:solidFill>
                        <a:schemeClr val="tx1"/>
                      </a:solidFill>
                      <a:latin typeface="Lucida Handwriting" panose="03010101010101010101" pitchFamily="66" charset="0"/>
                    </a:endParaRPr>
                  </a:p>
                </p:txBody>
              </p:sp>
            </mc:Choice>
            <mc:Fallback>
              <p:sp>
                <p:nvSpPr>
                  <p:cNvPr id="31" name="文字方塊 30">
                    <a:extLst>
                      <a:ext uri="{FF2B5EF4-FFF2-40B4-BE49-F238E27FC236}">
                        <a16:creationId xmlns:a16="http://schemas.microsoft.com/office/drawing/2014/main" id="{277E7247-DD04-4979-794B-0317213028A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876755" y="636817"/>
                    <a:ext cx="295688" cy="400110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36" name="TextBox 15">
              <a:extLst>
                <a:ext uri="{FF2B5EF4-FFF2-40B4-BE49-F238E27FC236}">
                  <a16:creationId xmlns:a16="http://schemas.microsoft.com/office/drawing/2014/main" id="{80E87DE6-2524-64FE-52A5-14493DE2FB6A}"/>
                </a:ext>
              </a:extLst>
            </p:cNvPr>
            <p:cNvSpPr txBox="1"/>
            <p:nvPr/>
          </p:nvSpPr>
          <p:spPr>
            <a:xfrm>
              <a:off x="9497291" y="3567346"/>
              <a:ext cx="244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HK" sz="2000" b="1">
                  <a:ln>
                    <a:solidFill>
                      <a:schemeClr val="tx1"/>
                    </a:solidFill>
                  </a:ln>
                  <a:solidFill>
                    <a:sysClr val="windowText" lastClr="000000"/>
                  </a:solidFill>
                  <a:latin typeface="Lucida Calligraphy" panose="03010101010101010101" pitchFamily="66" charset="0"/>
                </a:rPr>
                <a:t>P</a:t>
              </a:r>
              <a:endParaRPr lang="zh-TW" altLang="en-US" sz="2000" b="1">
                <a:solidFill>
                  <a:sysClr val="windowText" lastClr="000000"/>
                </a:solidFill>
                <a:latin typeface="Lucida Handwriting" panose="03010101010101010101" pitchFamily="66" charset="0"/>
              </a:endParaRPr>
            </a:p>
          </p:txBody>
        </p:sp>
      </p:grpSp>
      <p:grpSp>
        <p:nvGrpSpPr>
          <p:cNvPr id="40" name="群組 39">
            <a:extLst>
              <a:ext uri="{FF2B5EF4-FFF2-40B4-BE49-F238E27FC236}">
                <a16:creationId xmlns:a16="http://schemas.microsoft.com/office/drawing/2014/main" id="{AB91D3AB-9436-EB26-7D53-1DC48B9CAFEF}"/>
              </a:ext>
            </a:extLst>
          </p:cNvPr>
          <p:cNvGrpSpPr/>
          <p:nvPr/>
        </p:nvGrpSpPr>
        <p:grpSpPr>
          <a:xfrm>
            <a:off x="2301862" y="4464974"/>
            <a:ext cx="4201799" cy="402090"/>
            <a:chOff x="2306091" y="3048768"/>
            <a:chExt cx="4201799" cy="402090"/>
          </a:xfrm>
        </p:grpSpPr>
        <p:sp>
          <p:nvSpPr>
            <p:cNvPr id="27" name="TextBox 15">
              <a:extLst>
                <a:ext uri="{FF2B5EF4-FFF2-40B4-BE49-F238E27FC236}">
                  <a16:creationId xmlns:a16="http://schemas.microsoft.com/office/drawing/2014/main" id="{F59874EA-62B4-ED94-B4AF-83DB435B5A87}"/>
                </a:ext>
              </a:extLst>
            </p:cNvPr>
            <p:cNvSpPr txBox="1"/>
            <p:nvPr/>
          </p:nvSpPr>
          <p:spPr>
            <a:xfrm>
              <a:off x="2306091" y="3050748"/>
              <a:ext cx="420179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HK" sz="2000" b="1">
                  <a:ln>
                    <a:solidFill>
                      <a:schemeClr val="tx1"/>
                    </a:solidFill>
                  </a:ln>
                  <a:solidFill>
                    <a:sysClr val="windowText" lastClr="000000"/>
                  </a:solidFill>
                  <a:latin typeface="Lucida Calligraphy" panose="03010101010101010101" pitchFamily="66" charset="0"/>
                </a:rPr>
                <a:t>Let     be the cost of the cake.</a:t>
              </a:r>
              <a:endParaRPr lang="zh-TW" altLang="en-US" sz="2000" b="1">
                <a:solidFill>
                  <a:sysClr val="windowText" lastClr="000000"/>
                </a:solidFill>
                <a:latin typeface="Lucida Handwriting" panose="03010101010101010101" pitchFamily="66" charset="0"/>
              </a:endParaRPr>
            </a:p>
          </p:txBody>
        </p:sp>
        <p:sp>
          <p:nvSpPr>
            <p:cNvPr id="39" name="TextBox 15">
              <a:extLst>
                <a:ext uri="{FF2B5EF4-FFF2-40B4-BE49-F238E27FC236}">
                  <a16:creationId xmlns:a16="http://schemas.microsoft.com/office/drawing/2014/main" id="{D658C084-A094-CF14-8481-395F482C89C4}"/>
                </a:ext>
              </a:extLst>
            </p:cNvPr>
            <p:cNvSpPr txBox="1"/>
            <p:nvPr/>
          </p:nvSpPr>
          <p:spPr>
            <a:xfrm>
              <a:off x="2989966" y="3048768"/>
              <a:ext cx="244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HK" sz="2000" b="1">
                  <a:ln>
                    <a:solidFill>
                      <a:schemeClr val="tx1"/>
                    </a:solidFill>
                  </a:ln>
                  <a:solidFill>
                    <a:sysClr val="windowText" lastClr="000000"/>
                  </a:solidFill>
                  <a:latin typeface="Lucida Calligraphy" panose="03010101010101010101" pitchFamily="66" charset="0"/>
                </a:rPr>
                <a:t>C</a:t>
              </a:r>
              <a:endParaRPr lang="zh-TW" altLang="en-US" sz="2000" b="1">
                <a:solidFill>
                  <a:sysClr val="windowText" lastClr="000000"/>
                </a:solidFill>
                <a:latin typeface="Lucida Handwriting" panose="03010101010101010101" pitchFamily="66" charset="0"/>
              </a:endParaRPr>
            </a:p>
          </p:txBody>
        </p:sp>
      </p:grpSp>
      <p:grpSp>
        <p:nvGrpSpPr>
          <p:cNvPr id="50" name="群組 49">
            <a:extLst>
              <a:ext uri="{FF2B5EF4-FFF2-40B4-BE49-F238E27FC236}">
                <a16:creationId xmlns:a16="http://schemas.microsoft.com/office/drawing/2014/main" id="{6A326A00-ABE7-F372-81E6-6CD998635828}"/>
              </a:ext>
            </a:extLst>
          </p:cNvPr>
          <p:cNvGrpSpPr/>
          <p:nvPr/>
        </p:nvGrpSpPr>
        <p:grpSpPr>
          <a:xfrm>
            <a:off x="2019593" y="4450891"/>
            <a:ext cx="357790" cy="400110"/>
            <a:chOff x="9365100" y="4544873"/>
            <a:chExt cx="357790" cy="400110"/>
          </a:xfrm>
        </p:grpSpPr>
        <p:sp>
          <p:nvSpPr>
            <p:cNvPr id="51" name="橢圓 50">
              <a:extLst>
                <a:ext uri="{FF2B5EF4-FFF2-40B4-BE49-F238E27FC236}">
                  <a16:creationId xmlns:a16="http://schemas.microsoft.com/office/drawing/2014/main" id="{51428CF3-6F1F-91BF-8148-B692DB8BC113}"/>
                </a:ext>
              </a:extLst>
            </p:cNvPr>
            <p:cNvSpPr/>
            <p:nvPr/>
          </p:nvSpPr>
          <p:spPr>
            <a:xfrm>
              <a:off x="9408368" y="4581128"/>
              <a:ext cx="288032" cy="2880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sp>
          <p:nvSpPr>
            <p:cNvPr id="52" name="文字方塊 51">
              <a:extLst>
                <a:ext uri="{FF2B5EF4-FFF2-40B4-BE49-F238E27FC236}">
                  <a16:creationId xmlns:a16="http://schemas.microsoft.com/office/drawing/2014/main" id="{A35F9600-81EA-7436-E079-0BD920AAB896}"/>
                </a:ext>
              </a:extLst>
            </p:cNvPr>
            <p:cNvSpPr txBox="1"/>
            <p:nvPr/>
          </p:nvSpPr>
          <p:spPr>
            <a:xfrm>
              <a:off x="9365100" y="4544873"/>
              <a:ext cx="35779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p:grpSp>
        <p:nvGrpSpPr>
          <p:cNvPr id="53" name="群組 52">
            <a:extLst>
              <a:ext uri="{FF2B5EF4-FFF2-40B4-BE49-F238E27FC236}">
                <a16:creationId xmlns:a16="http://schemas.microsoft.com/office/drawing/2014/main" id="{2CD93521-3C4F-4D01-D2E5-C6C278E0D70C}"/>
              </a:ext>
            </a:extLst>
          </p:cNvPr>
          <p:cNvGrpSpPr/>
          <p:nvPr/>
        </p:nvGrpSpPr>
        <p:grpSpPr>
          <a:xfrm>
            <a:off x="1819055" y="3175323"/>
            <a:ext cx="357790" cy="400110"/>
            <a:chOff x="9365100" y="4544873"/>
            <a:chExt cx="357790" cy="400110"/>
          </a:xfrm>
        </p:grpSpPr>
        <p:sp>
          <p:nvSpPr>
            <p:cNvPr id="54" name="橢圓 53">
              <a:extLst>
                <a:ext uri="{FF2B5EF4-FFF2-40B4-BE49-F238E27FC236}">
                  <a16:creationId xmlns:a16="http://schemas.microsoft.com/office/drawing/2014/main" id="{FCCA973B-E85C-B0AD-924F-77A074848DA4}"/>
                </a:ext>
              </a:extLst>
            </p:cNvPr>
            <p:cNvSpPr/>
            <p:nvPr/>
          </p:nvSpPr>
          <p:spPr>
            <a:xfrm>
              <a:off x="9408368" y="4581128"/>
              <a:ext cx="288032" cy="2880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sp>
          <p:nvSpPr>
            <p:cNvPr id="55" name="文字方塊 54">
              <a:extLst>
                <a:ext uri="{FF2B5EF4-FFF2-40B4-BE49-F238E27FC236}">
                  <a16:creationId xmlns:a16="http://schemas.microsoft.com/office/drawing/2014/main" id="{964670E9-F9AA-2734-1DF4-DB87B557C14C}"/>
                </a:ext>
              </a:extLst>
            </p:cNvPr>
            <p:cNvSpPr txBox="1"/>
            <p:nvPr/>
          </p:nvSpPr>
          <p:spPr>
            <a:xfrm>
              <a:off x="9365100" y="4544873"/>
              <a:ext cx="35779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p:grpSp>
        <p:nvGrpSpPr>
          <p:cNvPr id="56" name="群組 55">
            <a:extLst>
              <a:ext uri="{FF2B5EF4-FFF2-40B4-BE49-F238E27FC236}">
                <a16:creationId xmlns:a16="http://schemas.microsoft.com/office/drawing/2014/main" id="{3DE7EEA0-B069-3614-3BB1-525A33B8B102}"/>
              </a:ext>
            </a:extLst>
          </p:cNvPr>
          <p:cNvGrpSpPr/>
          <p:nvPr/>
        </p:nvGrpSpPr>
        <p:grpSpPr>
          <a:xfrm>
            <a:off x="4521237" y="3669332"/>
            <a:ext cx="357790" cy="400110"/>
            <a:chOff x="9365100" y="4544873"/>
            <a:chExt cx="357790" cy="400110"/>
          </a:xfrm>
        </p:grpSpPr>
        <p:sp>
          <p:nvSpPr>
            <p:cNvPr id="57" name="橢圓 56">
              <a:extLst>
                <a:ext uri="{FF2B5EF4-FFF2-40B4-BE49-F238E27FC236}">
                  <a16:creationId xmlns:a16="http://schemas.microsoft.com/office/drawing/2014/main" id="{40A50C3F-EF5E-39C7-61C7-DB6D4893EE53}"/>
                </a:ext>
              </a:extLst>
            </p:cNvPr>
            <p:cNvSpPr/>
            <p:nvPr/>
          </p:nvSpPr>
          <p:spPr>
            <a:xfrm>
              <a:off x="9408368" y="4581128"/>
              <a:ext cx="288032" cy="2880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sp>
          <p:nvSpPr>
            <p:cNvPr id="58" name="文字方塊 57">
              <a:extLst>
                <a:ext uri="{FF2B5EF4-FFF2-40B4-BE49-F238E27FC236}">
                  <a16:creationId xmlns:a16="http://schemas.microsoft.com/office/drawing/2014/main" id="{BAD0BD72-E1A6-023F-A868-CEB6088262B2}"/>
                </a:ext>
              </a:extLst>
            </p:cNvPr>
            <p:cNvSpPr txBox="1"/>
            <p:nvPr/>
          </p:nvSpPr>
          <p:spPr>
            <a:xfrm>
              <a:off x="9365100" y="4544873"/>
              <a:ext cx="35779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3</a:t>
              </a:r>
              <a:endParaRPr lang="en-HK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p:grpSp>
        <p:nvGrpSpPr>
          <p:cNvPr id="59" name="群組 58">
            <a:extLst>
              <a:ext uri="{FF2B5EF4-FFF2-40B4-BE49-F238E27FC236}">
                <a16:creationId xmlns:a16="http://schemas.microsoft.com/office/drawing/2014/main" id="{3D1F211A-A7E5-803B-E023-29A8515A0A53}"/>
              </a:ext>
            </a:extLst>
          </p:cNvPr>
          <p:cNvGrpSpPr/>
          <p:nvPr/>
        </p:nvGrpSpPr>
        <p:grpSpPr>
          <a:xfrm>
            <a:off x="2867996" y="3674439"/>
            <a:ext cx="357790" cy="400110"/>
            <a:chOff x="9365100" y="4544873"/>
            <a:chExt cx="357790" cy="400110"/>
          </a:xfrm>
        </p:grpSpPr>
        <p:sp>
          <p:nvSpPr>
            <p:cNvPr id="60" name="橢圓 59">
              <a:extLst>
                <a:ext uri="{FF2B5EF4-FFF2-40B4-BE49-F238E27FC236}">
                  <a16:creationId xmlns:a16="http://schemas.microsoft.com/office/drawing/2014/main" id="{59969755-1F0C-E719-ECE6-2CAF65369176}"/>
                </a:ext>
              </a:extLst>
            </p:cNvPr>
            <p:cNvSpPr/>
            <p:nvPr/>
          </p:nvSpPr>
          <p:spPr>
            <a:xfrm>
              <a:off x="9408368" y="4581128"/>
              <a:ext cx="288032" cy="2880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sp>
          <p:nvSpPr>
            <p:cNvPr id="61" name="文字方塊 60">
              <a:extLst>
                <a:ext uri="{FF2B5EF4-FFF2-40B4-BE49-F238E27FC236}">
                  <a16:creationId xmlns:a16="http://schemas.microsoft.com/office/drawing/2014/main" id="{50C24890-6B76-2443-6F69-7A78144DD191}"/>
                </a:ext>
              </a:extLst>
            </p:cNvPr>
            <p:cNvSpPr txBox="1"/>
            <p:nvPr/>
          </p:nvSpPr>
          <p:spPr>
            <a:xfrm>
              <a:off x="9365100" y="4544873"/>
              <a:ext cx="35779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4</a:t>
              </a:r>
              <a:endParaRPr lang="en-HK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p:grpSp>
        <p:nvGrpSpPr>
          <p:cNvPr id="62" name="群組 61">
            <a:extLst>
              <a:ext uri="{FF2B5EF4-FFF2-40B4-BE49-F238E27FC236}">
                <a16:creationId xmlns:a16="http://schemas.microsoft.com/office/drawing/2014/main" id="{A0DFC5B4-BF37-56BF-EA72-331E76882B1F}"/>
              </a:ext>
            </a:extLst>
          </p:cNvPr>
          <p:cNvGrpSpPr/>
          <p:nvPr/>
        </p:nvGrpSpPr>
        <p:grpSpPr>
          <a:xfrm>
            <a:off x="8611881" y="3682328"/>
            <a:ext cx="357790" cy="400110"/>
            <a:chOff x="9365100" y="4544873"/>
            <a:chExt cx="357790" cy="400110"/>
          </a:xfrm>
        </p:grpSpPr>
        <p:sp>
          <p:nvSpPr>
            <p:cNvPr id="63" name="橢圓 62">
              <a:extLst>
                <a:ext uri="{FF2B5EF4-FFF2-40B4-BE49-F238E27FC236}">
                  <a16:creationId xmlns:a16="http://schemas.microsoft.com/office/drawing/2014/main" id="{EDC79C37-1BDA-78C9-B604-814CB031E927}"/>
                </a:ext>
              </a:extLst>
            </p:cNvPr>
            <p:cNvSpPr/>
            <p:nvPr/>
          </p:nvSpPr>
          <p:spPr>
            <a:xfrm>
              <a:off x="9408368" y="4581128"/>
              <a:ext cx="288032" cy="2880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sp>
          <p:nvSpPr>
            <p:cNvPr id="64" name="文字方塊 63">
              <a:extLst>
                <a:ext uri="{FF2B5EF4-FFF2-40B4-BE49-F238E27FC236}">
                  <a16:creationId xmlns:a16="http://schemas.microsoft.com/office/drawing/2014/main" id="{249150DC-1F73-98A5-73E8-0C855BDE5BB5}"/>
                </a:ext>
              </a:extLst>
            </p:cNvPr>
            <p:cNvSpPr txBox="1"/>
            <p:nvPr/>
          </p:nvSpPr>
          <p:spPr>
            <a:xfrm>
              <a:off x="9365100" y="4544873"/>
              <a:ext cx="35779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5</a:t>
              </a:r>
              <a:endParaRPr lang="en-HK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p:grpSp>
        <p:nvGrpSpPr>
          <p:cNvPr id="65" name="群組 64">
            <a:extLst>
              <a:ext uri="{FF2B5EF4-FFF2-40B4-BE49-F238E27FC236}">
                <a16:creationId xmlns:a16="http://schemas.microsoft.com/office/drawing/2014/main" id="{73908DD6-8BF3-2263-14D0-86AC2C2D99BB}"/>
              </a:ext>
            </a:extLst>
          </p:cNvPr>
          <p:cNvGrpSpPr/>
          <p:nvPr/>
        </p:nvGrpSpPr>
        <p:grpSpPr>
          <a:xfrm>
            <a:off x="2019593" y="4877945"/>
            <a:ext cx="357790" cy="400110"/>
            <a:chOff x="9365100" y="4544873"/>
            <a:chExt cx="357790" cy="400110"/>
          </a:xfrm>
        </p:grpSpPr>
        <p:sp>
          <p:nvSpPr>
            <p:cNvPr id="66" name="橢圓 65">
              <a:extLst>
                <a:ext uri="{FF2B5EF4-FFF2-40B4-BE49-F238E27FC236}">
                  <a16:creationId xmlns:a16="http://schemas.microsoft.com/office/drawing/2014/main" id="{7961FF4C-B664-1850-16D0-F76F70857EF2}"/>
                </a:ext>
              </a:extLst>
            </p:cNvPr>
            <p:cNvSpPr/>
            <p:nvPr/>
          </p:nvSpPr>
          <p:spPr>
            <a:xfrm>
              <a:off x="9408368" y="4581128"/>
              <a:ext cx="288032" cy="2880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sp>
          <p:nvSpPr>
            <p:cNvPr id="67" name="文字方塊 66">
              <a:extLst>
                <a:ext uri="{FF2B5EF4-FFF2-40B4-BE49-F238E27FC236}">
                  <a16:creationId xmlns:a16="http://schemas.microsoft.com/office/drawing/2014/main" id="{E55C37B8-AB53-0CD0-DE80-96B07A91AD1E}"/>
                </a:ext>
              </a:extLst>
            </p:cNvPr>
            <p:cNvSpPr txBox="1"/>
            <p:nvPr/>
          </p:nvSpPr>
          <p:spPr>
            <a:xfrm>
              <a:off x="9365100" y="4544873"/>
              <a:ext cx="35779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p:grpSp>
        <p:nvGrpSpPr>
          <p:cNvPr id="68" name="群組 67">
            <a:extLst>
              <a:ext uri="{FF2B5EF4-FFF2-40B4-BE49-F238E27FC236}">
                <a16:creationId xmlns:a16="http://schemas.microsoft.com/office/drawing/2014/main" id="{23AC5F45-37F6-CFCD-8BF3-C25C0D10CEF3}"/>
              </a:ext>
            </a:extLst>
          </p:cNvPr>
          <p:cNvGrpSpPr/>
          <p:nvPr/>
        </p:nvGrpSpPr>
        <p:grpSpPr>
          <a:xfrm>
            <a:off x="7435209" y="4625273"/>
            <a:ext cx="357790" cy="400110"/>
            <a:chOff x="9365100" y="4544873"/>
            <a:chExt cx="357790" cy="400110"/>
          </a:xfrm>
        </p:grpSpPr>
        <p:sp>
          <p:nvSpPr>
            <p:cNvPr id="69" name="橢圓 68">
              <a:extLst>
                <a:ext uri="{FF2B5EF4-FFF2-40B4-BE49-F238E27FC236}">
                  <a16:creationId xmlns:a16="http://schemas.microsoft.com/office/drawing/2014/main" id="{7070EFDD-9FA7-8DF0-A1C7-00578998C7A6}"/>
                </a:ext>
              </a:extLst>
            </p:cNvPr>
            <p:cNvSpPr/>
            <p:nvPr/>
          </p:nvSpPr>
          <p:spPr>
            <a:xfrm>
              <a:off x="9408368" y="4581128"/>
              <a:ext cx="288032" cy="2880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sp>
          <p:nvSpPr>
            <p:cNvPr id="70" name="文字方塊 69">
              <a:extLst>
                <a:ext uri="{FF2B5EF4-FFF2-40B4-BE49-F238E27FC236}">
                  <a16:creationId xmlns:a16="http://schemas.microsoft.com/office/drawing/2014/main" id="{E4A7FCA4-FDBB-76CD-CEBA-45F36D4B9EE8}"/>
                </a:ext>
              </a:extLst>
            </p:cNvPr>
            <p:cNvSpPr txBox="1"/>
            <p:nvPr/>
          </p:nvSpPr>
          <p:spPr>
            <a:xfrm>
              <a:off x="9365100" y="4544873"/>
              <a:ext cx="35779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3</a:t>
              </a:r>
              <a:endParaRPr lang="en-HK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p:grpSp>
        <p:nvGrpSpPr>
          <p:cNvPr id="71" name="群組 70">
            <a:extLst>
              <a:ext uri="{FF2B5EF4-FFF2-40B4-BE49-F238E27FC236}">
                <a16:creationId xmlns:a16="http://schemas.microsoft.com/office/drawing/2014/main" id="{D5CD27FD-9DE1-D97C-C994-37F818DFF3EC}"/>
              </a:ext>
            </a:extLst>
          </p:cNvPr>
          <p:cNvGrpSpPr/>
          <p:nvPr/>
        </p:nvGrpSpPr>
        <p:grpSpPr>
          <a:xfrm>
            <a:off x="5683166" y="4883860"/>
            <a:ext cx="357790" cy="400110"/>
            <a:chOff x="9365100" y="4544873"/>
            <a:chExt cx="357790" cy="400110"/>
          </a:xfrm>
        </p:grpSpPr>
        <p:sp>
          <p:nvSpPr>
            <p:cNvPr id="72" name="橢圓 71">
              <a:extLst>
                <a:ext uri="{FF2B5EF4-FFF2-40B4-BE49-F238E27FC236}">
                  <a16:creationId xmlns:a16="http://schemas.microsoft.com/office/drawing/2014/main" id="{2402008C-650F-C2F0-879F-24E431584AC9}"/>
                </a:ext>
              </a:extLst>
            </p:cNvPr>
            <p:cNvSpPr/>
            <p:nvPr/>
          </p:nvSpPr>
          <p:spPr>
            <a:xfrm>
              <a:off x="9408368" y="4581128"/>
              <a:ext cx="288032" cy="2880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sp>
          <p:nvSpPr>
            <p:cNvPr id="73" name="文字方塊 72">
              <a:extLst>
                <a:ext uri="{FF2B5EF4-FFF2-40B4-BE49-F238E27FC236}">
                  <a16:creationId xmlns:a16="http://schemas.microsoft.com/office/drawing/2014/main" id="{6BA6AB27-00E7-32DC-EDD0-5F2F5C419CA3}"/>
                </a:ext>
              </a:extLst>
            </p:cNvPr>
            <p:cNvSpPr txBox="1"/>
            <p:nvPr/>
          </p:nvSpPr>
          <p:spPr>
            <a:xfrm>
              <a:off x="9365100" y="4544873"/>
              <a:ext cx="35779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4</a:t>
              </a:r>
              <a:endParaRPr lang="en-HK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p:grpSp>
        <p:nvGrpSpPr>
          <p:cNvPr id="74" name="群組 73">
            <a:extLst>
              <a:ext uri="{FF2B5EF4-FFF2-40B4-BE49-F238E27FC236}">
                <a16:creationId xmlns:a16="http://schemas.microsoft.com/office/drawing/2014/main" id="{2DD18F2E-F620-EE70-768F-1A83CFED362E}"/>
              </a:ext>
            </a:extLst>
          </p:cNvPr>
          <p:cNvGrpSpPr/>
          <p:nvPr/>
        </p:nvGrpSpPr>
        <p:grpSpPr>
          <a:xfrm>
            <a:off x="3996075" y="5678884"/>
            <a:ext cx="357790" cy="400110"/>
            <a:chOff x="9365100" y="4544873"/>
            <a:chExt cx="357790" cy="400110"/>
          </a:xfrm>
        </p:grpSpPr>
        <p:sp>
          <p:nvSpPr>
            <p:cNvPr id="75" name="橢圓 74">
              <a:extLst>
                <a:ext uri="{FF2B5EF4-FFF2-40B4-BE49-F238E27FC236}">
                  <a16:creationId xmlns:a16="http://schemas.microsoft.com/office/drawing/2014/main" id="{83133962-18AC-55E1-B5E0-A8547B9DD7E8}"/>
                </a:ext>
              </a:extLst>
            </p:cNvPr>
            <p:cNvSpPr/>
            <p:nvPr/>
          </p:nvSpPr>
          <p:spPr>
            <a:xfrm>
              <a:off x="9408368" y="4581128"/>
              <a:ext cx="288032" cy="2880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sp>
          <p:nvSpPr>
            <p:cNvPr id="76" name="文字方塊 75">
              <a:extLst>
                <a:ext uri="{FF2B5EF4-FFF2-40B4-BE49-F238E27FC236}">
                  <a16:creationId xmlns:a16="http://schemas.microsoft.com/office/drawing/2014/main" id="{5E17C8E2-C5D4-2853-C484-D703E055DD9C}"/>
                </a:ext>
              </a:extLst>
            </p:cNvPr>
            <p:cNvSpPr txBox="1"/>
            <p:nvPr/>
          </p:nvSpPr>
          <p:spPr>
            <a:xfrm>
              <a:off x="9365100" y="4544873"/>
              <a:ext cx="35779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5</a:t>
              </a:r>
              <a:endParaRPr lang="en-HK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p:grpSp>
        <p:nvGrpSpPr>
          <p:cNvPr id="77" name="群組 76">
            <a:extLst>
              <a:ext uri="{FF2B5EF4-FFF2-40B4-BE49-F238E27FC236}">
                <a16:creationId xmlns:a16="http://schemas.microsoft.com/office/drawing/2014/main" id="{C643FDF2-2321-4896-31DE-0FD86D6A6790}"/>
              </a:ext>
            </a:extLst>
          </p:cNvPr>
          <p:cNvGrpSpPr/>
          <p:nvPr/>
        </p:nvGrpSpPr>
        <p:grpSpPr>
          <a:xfrm>
            <a:off x="-4229" y="364644"/>
            <a:ext cx="10538698" cy="335206"/>
            <a:chOff x="-4229" y="265254"/>
            <a:chExt cx="10538698" cy="335206"/>
          </a:xfrm>
          <a:solidFill>
            <a:srgbClr val="FFFF00"/>
          </a:solidFill>
        </p:grpSpPr>
        <p:sp>
          <p:nvSpPr>
            <p:cNvPr id="78" name="矩形 77">
              <a:extLst>
                <a:ext uri="{FF2B5EF4-FFF2-40B4-BE49-F238E27FC236}">
                  <a16:creationId xmlns:a16="http://schemas.microsoft.com/office/drawing/2014/main" id="{E5F7C65A-286F-5054-3678-E04DF5524C0C}"/>
                </a:ext>
              </a:extLst>
            </p:cNvPr>
            <p:cNvSpPr/>
            <p:nvPr/>
          </p:nvSpPr>
          <p:spPr>
            <a:xfrm>
              <a:off x="-4229" y="265254"/>
              <a:ext cx="719606" cy="327357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690F4A8D-DEE1-19CD-B729-96FB9B5E804B}"/>
                </a:ext>
              </a:extLst>
            </p:cNvPr>
            <p:cNvSpPr/>
            <p:nvPr/>
          </p:nvSpPr>
          <p:spPr>
            <a:xfrm>
              <a:off x="7064245" y="269198"/>
              <a:ext cx="1811853" cy="327357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sp>
          <p:nvSpPr>
            <p:cNvPr id="80" name="矩形 79">
              <a:extLst>
                <a:ext uri="{FF2B5EF4-FFF2-40B4-BE49-F238E27FC236}">
                  <a16:creationId xmlns:a16="http://schemas.microsoft.com/office/drawing/2014/main" id="{B2FD54C4-542C-EB9A-B168-C5C073560F99}"/>
                </a:ext>
              </a:extLst>
            </p:cNvPr>
            <p:cNvSpPr/>
            <p:nvPr/>
          </p:nvSpPr>
          <p:spPr>
            <a:xfrm>
              <a:off x="9628542" y="273103"/>
              <a:ext cx="905927" cy="327357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</p:grpSp>
      <p:sp>
        <p:nvSpPr>
          <p:cNvPr id="81" name="TextBox 15">
            <a:extLst>
              <a:ext uri="{FF2B5EF4-FFF2-40B4-BE49-F238E27FC236}">
                <a16:creationId xmlns:a16="http://schemas.microsoft.com/office/drawing/2014/main" id="{6E3E9442-DACD-0DF3-F711-249CBDE59B5B}"/>
              </a:ext>
            </a:extLst>
          </p:cNvPr>
          <p:cNvSpPr txBox="1"/>
          <p:nvPr/>
        </p:nvSpPr>
        <p:spPr>
          <a:xfrm>
            <a:off x="9531597" y="333961"/>
            <a:ext cx="10632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ysClr val="windowText" lastClr="000000"/>
                </a:solidFill>
                <a:latin typeface="Lucida Calligraphy" panose="03010101010101010101" pitchFamily="66" charset="0"/>
              </a:rPr>
              <a:t>Profit</a:t>
            </a:r>
            <a:endParaRPr lang="zh-TW" altLang="en-US" sz="2000" b="1">
              <a:solidFill>
                <a:sysClr val="windowText" lastClr="000000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82" name="TextBox 15">
            <a:extLst>
              <a:ext uri="{FF2B5EF4-FFF2-40B4-BE49-F238E27FC236}">
                <a16:creationId xmlns:a16="http://schemas.microsoft.com/office/drawing/2014/main" id="{5ED7BD9E-5839-ABE9-A498-FB01358AE9FE}"/>
              </a:ext>
            </a:extLst>
          </p:cNvPr>
          <p:cNvSpPr txBox="1"/>
          <p:nvPr/>
        </p:nvSpPr>
        <p:spPr>
          <a:xfrm>
            <a:off x="1718984" y="333961"/>
            <a:ext cx="20973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ysClr val="windowText" lastClr="000000"/>
                </a:solidFill>
                <a:latin typeface="Lucida Calligraphy" panose="03010101010101010101" pitchFamily="66" charset="0"/>
              </a:rPr>
              <a:t>Marked Price</a:t>
            </a:r>
            <a:endParaRPr lang="zh-TW" altLang="en-US" sz="2000" b="1">
              <a:solidFill>
                <a:sysClr val="windowText" lastClr="000000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83" name="TextBox 15">
            <a:extLst>
              <a:ext uri="{FF2B5EF4-FFF2-40B4-BE49-F238E27FC236}">
                <a16:creationId xmlns:a16="http://schemas.microsoft.com/office/drawing/2014/main" id="{161F5D42-1961-C569-0403-3496A8F9E004}"/>
              </a:ext>
            </a:extLst>
          </p:cNvPr>
          <p:cNvSpPr txBox="1"/>
          <p:nvPr/>
        </p:nvSpPr>
        <p:spPr>
          <a:xfrm>
            <a:off x="-95036" y="336262"/>
            <a:ext cx="8402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ysClr val="windowText" lastClr="000000"/>
                </a:solidFill>
                <a:latin typeface="Lucida Calligraphy" panose="03010101010101010101" pitchFamily="66" charset="0"/>
              </a:rPr>
              <a:t>Cost</a:t>
            </a:r>
            <a:endParaRPr lang="zh-TW" altLang="en-US" sz="2000" b="1">
              <a:solidFill>
                <a:sysClr val="windowText" lastClr="000000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84" name="TextBox 15">
            <a:extLst>
              <a:ext uri="{FF2B5EF4-FFF2-40B4-BE49-F238E27FC236}">
                <a16:creationId xmlns:a16="http://schemas.microsoft.com/office/drawing/2014/main" id="{8F62840F-2491-05D0-71B4-107E534A0C32}"/>
              </a:ext>
            </a:extLst>
          </p:cNvPr>
          <p:cNvSpPr txBox="1"/>
          <p:nvPr/>
        </p:nvSpPr>
        <p:spPr>
          <a:xfrm>
            <a:off x="4491803" y="336262"/>
            <a:ext cx="15491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ysClr val="windowText" lastClr="000000"/>
                </a:solidFill>
                <a:latin typeface="Lucida Calligraphy" panose="03010101010101010101" pitchFamily="66" charset="0"/>
              </a:rPr>
              <a:t>Discount</a:t>
            </a:r>
            <a:endParaRPr lang="zh-TW" altLang="en-US" sz="2000" b="1">
              <a:solidFill>
                <a:sysClr val="windowText" lastClr="000000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85" name="TextBox 15">
            <a:extLst>
              <a:ext uri="{FF2B5EF4-FFF2-40B4-BE49-F238E27FC236}">
                <a16:creationId xmlns:a16="http://schemas.microsoft.com/office/drawing/2014/main" id="{2F942800-D190-CB75-8322-C658C6058C76}"/>
              </a:ext>
            </a:extLst>
          </p:cNvPr>
          <p:cNvSpPr txBox="1"/>
          <p:nvPr/>
        </p:nvSpPr>
        <p:spPr>
          <a:xfrm>
            <a:off x="6986257" y="334904"/>
            <a:ext cx="19876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ysClr val="windowText" lastClr="000000"/>
                </a:solidFill>
                <a:latin typeface="Lucida Calligraphy" panose="03010101010101010101" pitchFamily="66" charset="0"/>
              </a:rPr>
              <a:t>Selling Price</a:t>
            </a:r>
            <a:endParaRPr lang="zh-TW" altLang="en-US" sz="2000" b="1">
              <a:solidFill>
                <a:sysClr val="windowText" lastClr="000000"/>
              </a:solidFill>
              <a:latin typeface="Lucida Handwriting" panose="03010101010101010101" pitchFamily="66" charset="0"/>
            </a:endParaRPr>
          </a:p>
        </p:txBody>
      </p:sp>
      <p:grpSp>
        <p:nvGrpSpPr>
          <p:cNvPr id="86" name="群組 85">
            <a:extLst>
              <a:ext uri="{FF2B5EF4-FFF2-40B4-BE49-F238E27FC236}">
                <a16:creationId xmlns:a16="http://schemas.microsoft.com/office/drawing/2014/main" id="{1BBFF38C-A669-C41F-CAC8-1664F7689479}"/>
              </a:ext>
            </a:extLst>
          </p:cNvPr>
          <p:cNvGrpSpPr/>
          <p:nvPr/>
        </p:nvGrpSpPr>
        <p:grpSpPr>
          <a:xfrm>
            <a:off x="5399566" y="99390"/>
            <a:ext cx="1464991" cy="405923"/>
            <a:chOff x="4756910" y="1063519"/>
            <a:chExt cx="1464991" cy="405923"/>
          </a:xfrm>
        </p:grpSpPr>
        <p:sp>
          <p:nvSpPr>
            <p:cNvPr id="87" name="文字方塊 86">
              <a:extLst>
                <a:ext uri="{FF2B5EF4-FFF2-40B4-BE49-F238E27FC236}">
                  <a16:creationId xmlns:a16="http://schemas.microsoft.com/office/drawing/2014/main" id="{3FCB622E-4878-A97D-3CF3-FD75EF047655}"/>
                </a:ext>
              </a:extLst>
            </p:cNvPr>
            <p:cNvSpPr txBox="1"/>
            <p:nvPr/>
          </p:nvSpPr>
          <p:spPr>
            <a:xfrm>
              <a:off x="4756910" y="1069332"/>
              <a:ext cx="73045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FFC000"/>
                  </a:solidFill>
                  <a:latin typeface="Lucida Handwriting" panose="03010101010101010101" pitchFamily="66" charset="0"/>
                </a:rPr>
                <a:t>15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% </a:t>
              </a:r>
              <a:endParaRPr lang="zh-TW" altLang="en-US" sz="2000" b="1">
                <a:solidFill>
                  <a:sysClr val="windowText" lastClr="000000"/>
                </a:solidFill>
                <a:latin typeface="Lucida Handwriting" panose="03010101010101010101" pitchFamily="66" charset="0"/>
              </a:endParaRPr>
            </a:p>
          </p:txBody>
        </p:sp>
        <p:sp>
          <p:nvSpPr>
            <p:cNvPr id="88" name="文字方塊 87">
              <a:extLst>
                <a:ext uri="{FF2B5EF4-FFF2-40B4-BE49-F238E27FC236}">
                  <a16:creationId xmlns:a16="http://schemas.microsoft.com/office/drawing/2014/main" id="{46C122C1-1506-53DC-3C03-78690C3FB98C}"/>
                </a:ext>
              </a:extLst>
            </p:cNvPr>
            <p:cNvSpPr txBox="1"/>
            <p:nvPr/>
          </p:nvSpPr>
          <p:spPr>
            <a:xfrm>
              <a:off x="5379734" y="1063519"/>
              <a:ext cx="84216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K" sz="2000" b="1">
                  <a:ln>
                    <a:solidFill>
                      <a:schemeClr val="tx1"/>
                    </a:solidFill>
                  </a:ln>
                  <a:solidFill>
                    <a:sysClr val="windowText" lastClr="000000"/>
                  </a:solidFill>
                  <a:latin typeface="Lucida Calligraphy" panose="03010101010101010101" pitchFamily="66" charset="0"/>
                </a:rPr>
                <a:t>OFF</a:t>
              </a:r>
              <a:endParaRPr lang="zh-TW" altLang="en-US" sz="2000" b="1">
                <a:solidFill>
                  <a:sysClr val="windowText" lastClr="000000"/>
                </a:solidFill>
                <a:latin typeface="Lucida Handwriting" panose="03010101010101010101" pitchFamily="66" charset="0"/>
              </a:endParaRPr>
            </a:p>
          </p:txBody>
        </p:sp>
      </p:grpSp>
      <p:grpSp>
        <p:nvGrpSpPr>
          <p:cNvPr id="89" name="群組 88">
            <a:extLst>
              <a:ext uri="{FF2B5EF4-FFF2-40B4-BE49-F238E27FC236}">
                <a16:creationId xmlns:a16="http://schemas.microsoft.com/office/drawing/2014/main" id="{3CD585CD-1977-DCD7-FC22-6C28E1458A39}"/>
              </a:ext>
            </a:extLst>
          </p:cNvPr>
          <p:cNvGrpSpPr/>
          <p:nvPr/>
        </p:nvGrpSpPr>
        <p:grpSpPr>
          <a:xfrm>
            <a:off x="3108710" y="81456"/>
            <a:ext cx="1159169" cy="409011"/>
            <a:chOff x="1807935" y="1408278"/>
            <a:chExt cx="1159169" cy="409011"/>
          </a:xfrm>
        </p:grpSpPr>
        <p:sp>
          <p:nvSpPr>
            <p:cNvPr id="90" name="文字方塊 89">
              <a:extLst>
                <a:ext uri="{FF2B5EF4-FFF2-40B4-BE49-F238E27FC236}">
                  <a16:creationId xmlns:a16="http://schemas.microsoft.com/office/drawing/2014/main" id="{0FA4C948-BD2D-7DF5-F65D-55657AEDB5A0}"/>
                </a:ext>
              </a:extLst>
            </p:cNvPr>
            <p:cNvSpPr txBox="1"/>
            <p:nvPr/>
          </p:nvSpPr>
          <p:spPr>
            <a:xfrm>
              <a:off x="2008473" y="1417179"/>
              <a:ext cx="95863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Handwriting" panose="03010101010101010101" pitchFamily="66" charset="0"/>
                </a:rPr>
                <a:t>30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%</a:t>
              </a:r>
              <a:endPara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1" name="文字方塊 90">
                  <a:extLst>
                    <a:ext uri="{FF2B5EF4-FFF2-40B4-BE49-F238E27FC236}">
                      <a16:creationId xmlns:a16="http://schemas.microsoft.com/office/drawing/2014/main" id="{7D316B60-D335-9A98-0870-896F798D288E}"/>
                    </a:ext>
                  </a:extLst>
                </p:cNvPr>
                <p:cNvSpPr txBox="1"/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91" name="文字方塊 90">
                  <a:extLst>
                    <a:ext uri="{FF2B5EF4-FFF2-40B4-BE49-F238E27FC236}">
                      <a16:creationId xmlns:a16="http://schemas.microsoft.com/office/drawing/2014/main" id="{7D316B60-D335-9A98-0870-896F798D28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2" name="群組 91">
            <a:extLst>
              <a:ext uri="{FF2B5EF4-FFF2-40B4-BE49-F238E27FC236}">
                <a16:creationId xmlns:a16="http://schemas.microsoft.com/office/drawing/2014/main" id="{2F256605-41E3-FC18-C5DE-B753B1A8474E}"/>
              </a:ext>
            </a:extLst>
          </p:cNvPr>
          <p:cNvGrpSpPr/>
          <p:nvPr/>
        </p:nvGrpSpPr>
        <p:grpSpPr>
          <a:xfrm>
            <a:off x="0" y="0"/>
            <a:ext cx="357790" cy="400110"/>
            <a:chOff x="9365100" y="4544873"/>
            <a:chExt cx="357790" cy="400110"/>
          </a:xfrm>
        </p:grpSpPr>
        <p:sp>
          <p:nvSpPr>
            <p:cNvPr id="93" name="橢圓 92">
              <a:extLst>
                <a:ext uri="{FF2B5EF4-FFF2-40B4-BE49-F238E27FC236}">
                  <a16:creationId xmlns:a16="http://schemas.microsoft.com/office/drawing/2014/main" id="{D0999967-B76C-B64D-BD15-CE06767370DC}"/>
                </a:ext>
              </a:extLst>
            </p:cNvPr>
            <p:cNvSpPr/>
            <p:nvPr/>
          </p:nvSpPr>
          <p:spPr>
            <a:xfrm>
              <a:off x="9408368" y="4581128"/>
              <a:ext cx="288032" cy="2880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sp>
          <p:nvSpPr>
            <p:cNvPr id="94" name="文字方塊 93">
              <a:extLst>
                <a:ext uri="{FF2B5EF4-FFF2-40B4-BE49-F238E27FC236}">
                  <a16:creationId xmlns:a16="http://schemas.microsoft.com/office/drawing/2014/main" id="{83451F43-D370-3A6C-3B2F-D2D308E25A9B}"/>
                </a:ext>
              </a:extLst>
            </p:cNvPr>
            <p:cNvSpPr txBox="1"/>
            <p:nvPr/>
          </p:nvSpPr>
          <p:spPr>
            <a:xfrm>
              <a:off x="9365100" y="4544873"/>
              <a:ext cx="35779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p:grpSp>
        <p:nvGrpSpPr>
          <p:cNvPr id="95" name="群組 94">
            <a:extLst>
              <a:ext uri="{FF2B5EF4-FFF2-40B4-BE49-F238E27FC236}">
                <a16:creationId xmlns:a16="http://schemas.microsoft.com/office/drawing/2014/main" id="{BB5357FF-7F72-4F98-BF36-3BF692D9A254}"/>
              </a:ext>
            </a:extLst>
          </p:cNvPr>
          <p:cNvGrpSpPr/>
          <p:nvPr/>
        </p:nvGrpSpPr>
        <p:grpSpPr>
          <a:xfrm>
            <a:off x="1793457" y="-2174"/>
            <a:ext cx="357790" cy="400110"/>
            <a:chOff x="9365100" y="4544873"/>
            <a:chExt cx="357790" cy="400110"/>
          </a:xfrm>
        </p:grpSpPr>
        <p:sp>
          <p:nvSpPr>
            <p:cNvPr id="96" name="橢圓 95">
              <a:extLst>
                <a:ext uri="{FF2B5EF4-FFF2-40B4-BE49-F238E27FC236}">
                  <a16:creationId xmlns:a16="http://schemas.microsoft.com/office/drawing/2014/main" id="{238D62A2-0CA1-5E67-CFBF-5D28D2B936EB}"/>
                </a:ext>
              </a:extLst>
            </p:cNvPr>
            <p:cNvSpPr/>
            <p:nvPr/>
          </p:nvSpPr>
          <p:spPr>
            <a:xfrm>
              <a:off x="9408368" y="4581128"/>
              <a:ext cx="288032" cy="2880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sp>
          <p:nvSpPr>
            <p:cNvPr id="97" name="文字方塊 96">
              <a:extLst>
                <a:ext uri="{FF2B5EF4-FFF2-40B4-BE49-F238E27FC236}">
                  <a16:creationId xmlns:a16="http://schemas.microsoft.com/office/drawing/2014/main" id="{63586A5C-FCFD-F116-2A81-21EA2B2C79FD}"/>
                </a:ext>
              </a:extLst>
            </p:cNvPr>
            <p:cNvSpPr txBox="1"/>
            <p:nvPr/>
          </p:nvSpPr>
          <p:spPr>
            <a:xfrm>
              <a:off x="9365100" y="4544873"/>
              <a:ext cx="35779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p:grpSp>
        <p:nvGrpSpPr>
          <p:cNvPr id="98" name="群組 97">
            <a:extLst>
              <a:ext uri="{FF2B5EF4-FFF2-40B4-BE49-F238E27FC236}">
                <a16:creationId xmlns:a16="http://schemas.microsoft.com/office/drawing/2014/main" id="{3238D4A2-FDF0-5E3D-3B40-C42F25A37FBA}"/>
              </a:ext>
            </a:extLst>
          </p:cNvPr>
          <p:cNvGrpSpPr/>
          <p:nvPr/>
        </p:nvGrpSpPr>
        <p:grpSpPr>
          <a:xfrm>
            <a:off x="4620122" y="0"/>
            <a:ext cx="357790" cy="400110"/>
            <a:chOff x="9365100" y="4544873"/>
            <a:chExt cx="357790" cy="400110"/>
          </a:xfrm>
        </p:grpSpPr>
        <p:sp>
          <p:nvSpPr>
            <p:cNvPr id="99" name="橢圓 98">
              <a:extLst>
                <a:ext uri="{FF2B5EF4-FFF2-40B4-BE49-F238E27FC236}">
                  <a16:creationId xmlns:a16="http://schemas.microsoft.com/office/drawing/2014/main" id="{15D21B66-24D6-DAFE-ABB0-2F8EDA19EEBB}"/>
                </a:ext>
              </a:extLst>
            </p:cNvPr>
            <p:cNvSpPr/>
            <p:nvPr/>
          </p:nvSpPr>
          <p:spPr>
            <a:xfrm>
              <a:off x="9408368" y="4581128"/>
              <a:ext cx="288032" cy="2880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sp>
          <p:nvSpPr>
            <p:cNvPr id="100" name="文字方塊 99">
              <a:extLst>
                <a:ext uri="{FF2B5EF4-FFF2-40B4-BE49-F238E27FC236}">
                  <a16:creationId xmlns:a16="http://schemas.microsoft.com/office/drawing/2014/main" id="{E7E95952-83BD-65BE-9DDA-E56B3B3900BB}"/>
                </a:ext>
              </a:extLst>
            </p:cNvPr>
            <p:cNvSpPr txBox="1"/>
            <p:nvPr/>
          </p:nvSpPr>
          <p:spPr>
            <a:xfrm>
              <a:off x="9365100" y="4544873"/>
              <a:ext cx="35779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3</a:t>
              </a:r>
              <a:endParaRPr lang="en-HK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p:grpSp>
        <p:nvGrpSpPr>
          <p:cNvPr id="101" name="群組 100">
            <a:extLst>
              <a:ext uri="{FF2B5EF4-FFF2-40B4-BE49-F238E27FC236}">
                <a16:creationId xmlns:a16="http://schemas.microsoft.com/office/drawing/2014/main" id="{33DE7B1A-D174-8DA7-C23F-D7C197617C02}"/>
              </a:ext>
            </a:extLst>
          </p:cNvPr>
          <p:cNvGrpSpPr/>
          <p:nvPr/>
        </p:nvGrpSpPr>
        <p:grpSpPr>
          <a:xfrm>
            <a:off x="7066259" y="0"/>
            <a:ext cx="357790" cy="400110"/>
            <a:chOff x="9365100" y="4544873"/>
            <a:chExt cx="357790" cy="400110"/>
          </a:xfrm>
        </p:grpSpPr>
        <p:sp>
          <p:nvSpPr>
            <p:cNvPr id="102" name="橢圓 101">
              <a:extLst>
                <a:ext uri="{FF2B5EF4-FFF2-40B4-BE49-F238E27FC236}">
                  <a16:creationId xmlns:a16="http://schemas.microsoft.com/office/drawing/2014/main" id="{4751B022-3D6B-3D41-94B0-F21D5D339667}"/>
                </a:ext>
              </a:extLst>
            </p:cNvPr>
            <p:cNvSpPr/>
            <p:nvPr/>
          </p:nvSpPr>
          <p:spPr>
            <a:xfrm>
              <a:off x="9408368" y="4581128"/>
              <a:ext cx="288032" cy="2880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sp>
          <p:nvSpPr>
            <p:cNvPr id="103" name="文字方塊 102">
              <a:extLst>
                <a:ext uri="{FF2B5EF4-FFF2-40B4-BE49-F238E27FC236}">
                  <a16:creationId xmlns:a16="http://schemas.microsoft.com/office/drawing/2014/main" id="{D3FBF2BD-20F4-01E1-1438-26DE9FC5558D}"/>
                </a:ext>
              </a:extLst>
            </p:cNvPr>
            <p:cNvSpPr txBox="1"/>
            <p:nvPr/>
          </p:nvSpPr>
          <p:spPr>
            <a:xfrm>
              <a:off x="9365100" y="4544873"/>
              <a:ext cx="35779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4</a:t>
              </a:r>
              <a:endParaRPr lang="en-HK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p:grpSp>
        <p:nvGrpSpPr>
          <p:cNvPr id="104" name="群組 103">
            <a:extLst>
              <a:ext uri="{FF2B5EF4-FFF2-40B4-BE49-F238E27FC236}">
                <a16:creationId xmlns:a16="http://schemas.microsoft.com/office/drawing/2014/main" id="{D68B2611-BD68-79CB-3ABD-B3E860D58CFE}"/>
              </a:ext>
            </a:extLst>
          </p:cNvPr>
          <p:cNvGrpSpPr/>
          <p:nvPr/>
        </p:nvGrpSpPr>
        <p:grpSpPr>
          <a:xfrm>
            <a:off x="9621815" y="0"/>
            <a:ext cx="357790" cy="400110"/>
            <a:chOff x="9365100" y="4544873"/>
            <a:chExt cx="357790" cy="400110"/>
          </a:xfrm>
        </p:grpSpPr>
        <p:sp>
          <p:nvSpPr>
            <p:cNvPr id="105" name="橢圓 104">
              <a:extLst>
                <a:ext uri="{FF2B5EF4-FFF2-40B4-BE49-F238E27FC236}">
                  <a16:creationId xmlns:a16="http://schemas.microsoft.com/office/drawing/2014/main" id="{8E53E435-F990-9058-C50D-BBCC3AA17271}"/>
                </a:ext>
              </a:extLst>
            </p:cNvPr>
            <p:cNvSpPr/>
            <p:nvPr/>
          </p:nvSpPr>
          <p:spPr>
            <a:xfrm>
              <a:off x="9408368" y="4581128"/>
              <a:ext cx="288032" cy="2880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sp>
          <p:nvSpPr>
            <p:cNvPr id="106" name="文字方塊 105">
              <a:extLst>
                <a:ext uri="{FF2B5EF4-FFF2-40B4-BE49-F238E27FC236}">
                  <a16:creationId xmlns:a16="http://schemas.microsoft.com/office/drawing/2014/main" id="{1457D0D4-168B-6945-82B2-065626C890DE}"/>
                </a:ext>
              </a:extLst>
            </p:cNvPr>
            <p:cNvSpPr txBox="1"/>
            <p:nvPr/>
          </p:nvSpPr>
          <p:spPr>
            <a:xfrm>
              <a:off x="9365100" y="4544873"/>
              <a:ext cx="35779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5</a:t>
              </a:r>
              <a:endParaRPr lang="en-HK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p:pic>
        <p:nvPicPr>
          <p:cNvPr id="108" name="圖片 107">
            <a:extLst>
              <a:ext uri="{FF2B5EF4-FFF2-40B4-BE49-F238E27FC236}">
                <a16:creationId xmlns:a16="http://schemas.microsoft.com/office/drawing/2014/main" id="{33357536-C201-2EF9-C8FD-893034AF4CC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969671" y="5728648"/>
            <a:ext cx="3134162" cy="1047896"/>
          </a:xfrm>
          <a:prstGeom prst="rect">
            <a:avLst/>
          </a:prstGeom>
        </p:spPr>
      </p:pic>
      <p:grpSp>
        <p:nvGrpSpPr>
          <p:cNvPr id="181" name="群組 180">
            <a:extLst>
              <a:ext uri="{FF2B5EF4-FFF2-40B4-BE49-F238E27FC236}">
                <a16:creationId xmlns:a16="http://schemas.microsoft.com/office/drawing/2014/main" id="{47A88DBF-C995-2CBA-50B2-2C88889EEB40}"/>
              </a:ext>
            </a:extLst>
          </p:cNvPr>
          <p:cNvGrpSpPr/>
          <p:nvPr/>
        </p:nvGrpSpPr>
        <p:grpSpPr>
          <a:xfrm>
            <a:off x="987482" y="3675593"/>
            <a:ext cx="357790" cy="400110"/>
            <a:chOff x="9365100" y="4544873"/>
            <a:chExt cx="357790" cy="400110"/>
          </a:xfrm>
        </p:grpSpPr>
        <p:sp>
          <p:nvSpPr>
            <p:cNvPr id="182" name="橢圓 181">
              <a:extLst>
                <a:ext uri="{FF2B5EF4-FFF2-40B4-BE49-F238E27FC236}">
                  <a16:creationId xmlns:a16="http://schemas.microsoft.com/office/drawing/2014/main" id="{3703E8C0-D637-E3C8-255A-80207DA98E03}"/>
                </a:ext>
              </a:extLst>
            </p:cNvPr>
            <p:cNvSpPr/>
            <p:nvPr/>
          </p:nvSpPr>
          <p:spPr>
            <a:xfrm>
              <a:off x="9408368" y="4581128"/>
              <a:ext cx="288032" cy="2880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sp>
          <p:nvSpPr>
            <p:cNvPr id="183" name="文字方塊 182">
              <a:extLst>
                <a:ext uri="{FF2B5EF4-FFF2-40B4-BE49-F238E27FC236}">
                  <a16:creationId xmlns:a16="http://schemas.microsoft.com/office/drawing/2014/main" id="{F8A735FD-9C43-6437-2435-D80BC61F69B0}"/>
                </a:ext>
              </a:extLst>
            </p:cNvPr>
            <p:cNvSpPr txBox="1"/>
            <p:nvPr/>
          </p:nvSpPr>
          <p:spPr>
            <a:xfrm>
              <a:off x="9365100" y="4544873"/>
              <a:ext cx="35779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p:grpSp>
        <p:nvGrpSpPr>
          <p:cNvPr id="6" name="群組 5">
            <a:extLst>
              <a:ext uri="{FF2B5EF4-FFF2-40B4-BE49-F238E27FC236}">
                <a16:creationId xmlns:a16="http://schemas.microsoft.com/office/drawing/2014/main" id="{FB72DBA5-3F19-F478-E23F-AD1651897282}"/>
              </a:ext>
            </a:extLst>
          </p:cNvPr>
          <p:cNvGrpSpPr/>
          <p:nvPr/>
        </p:nvGrpSpPr>
        <p:grpSpPr>
          <a:xfrm>
            <a:off x="2244081" y="1600596"/>
            <a:ext cx="6972798" cy="1235520"/>
            <a:chOff x="2244081" y="1501206"/>
            <a:chExt cx="6972798" cy="1235520"/>
          </a:xfrm>
        </p:grpSpPr>
        <p:sp>
          <p:nvSpPr>
            <p:cNvPr id="7" name="文字方塊 6">
              <a:extLst>
                <a:ext uri="{FF2B5EF4-FFF2-40B4-BE49-F238E27FC236}">
                  <a16:creationId xmlns:a16="http://schemas.microsoft.com/office/drawing/2014/main" id="{25F118E2-E826-B057-B803-07394247B631}"/>
                </a:ext>
              </a:extLst>
            </p:cNvPr>
            <p:cNvSpPr txBox="1"/>
            <p:nvPr/>
          </p:nvSpPr>
          <p:spPr>
            <a:xfrm>
              <a:off x="2244081" y="1657301"/>
              <a:ext cx="6149291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TW" altLang="en-US" sz="2400" b="0" i="0">
                  <a:solidFill>
                    <a:srgbClr val="262626"/>
                  </a:solidFill>
                  <a:effectLst/>
                  <a:latin typeface="標楷體" panose="03000509000000000000" pitchFamily="65" charset="-120"/>
                  <a:ea typeface="標楷體" panose="03000509000000000000" pitchFamily="65" charset="-120"/>
                </a:rPr>
                <a:t>一成本二標價，三折四售，五</a:t>
              </a:r>
              <a:r>
                <a:rPr lang="zh-TW" altLang="en-US" sz="2400">
                  <a:solidFill>
                    <a:srgbClr val="262626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倍</a:t>
              </a:r>
              <a:r>
                <a:rPr lang="zh-TW" altLang="en-US" sz="2400" b="0" i="0">
                  <a:solidFill>
                    <a:srgbClr val="262626"/>
                  </a:solidFill>
                  <a:effectLst/>
                  <a:latin typeface="標楷體" panose="03000509000000000000" pitchFamily="65" charset="-120"/>
                  <a:ea typeface="標楷體" panose="03000509000000000000" pitchFamily="65" charset="-120"/>
                </a:rPr>
                <a:t>利潤笑哈哈</a:t>
              </a:r>
              <a:endParaRPr lang="zh-HK" altLang="en-US" sz="240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82D2D841-B0C3-FD31-18CB-1FE3F24DD3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rcRect l="14154" t="3420" r="14997" b="3454"/>
            <a:stretch/>
          </p:blipFill>
          <p:spPr>
            <a:xfrm rot="875256">
              <a:off x="8276915" y="1501206"/>
              <a:ext cx="939964" cy="1235520"/>
            </a:xfrm>
            <a:prstGeom prst="rect">
              <a:avLst/>
            </a:prstGeom>
          </p:spPr>
        </p:pic>
      </p:grpSp>
      <p:sp>
        <p:nvSpPr>
          <p:cNvPr id="9" name="TextBox 15">
            <a:extLst>
              <a:ext uri="{FF2B5EF4-FFF2-40B4-BE49-F238E27FC236}">
                <a16:creationId xmlns:a16="http://schemas.microsoft.com/office/drawing/2014/main" id="{27115173-BBAA-5384-79F2-C53BBD8F82B9}"/>
              </a:ext>
            </a:extLst>
          </p:cNvPr>
          <p:cNvSpPr txBox="1"/>
          <p:nvPr/>
        </p:nvSpPr>
        <p:spPr>
          <a:xfrm>
            <a:off x="237050" y="0"/>
            <a:ext cx="13014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ysClr val="windowText" lastClr="000000"/>
                </a:solidFill>
                <a:latin typeface="Lucida Calligraphy" panose="03010101010101010101" pitchFamily="66" charset="0"/>
              </a:rPr>
              <a:t>CMDSP</a:t>
            </a:r>
            <a:endParaRPr lang="zh-TW" altLang="en-US" sz="2000" b="1">
              <a:solidFill>
                <a:sysClr val="windowText" lastClr="000000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A27B6A6-0ED7-C7AC-12AF-E1C9B6E4BA10}"/>
              </a:ext>
            </a:extLst>
          </p:cNvPr>
          <p:cNvSpPr/>
          <p:nvPr/>
        </p:nvSpPr>
        <p:spPr>
          <a:xfrm>
            <a:off x="132070" y="2288613"/>
            <a:ext cx="3635698" cy="897404"/>
          </a:xfrm>
          <a:prstGeom prst="rect">
            <a:avLst/>
          </a:prstGeom>
          <a:solidFill>
            <a:srgbClr val="00B0F0">
              <a:alpha val="2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52488FD-6B89-D92D-5A36-942928F01C40}"/>
              </a:ext>
            </a:extLst>
          </p:cNvPr>
          <p:cNvSpPr/>
          <p:nvPr/>
        </p:nvSpPr>
        <p:spPr>
          <a:xfrm>
            <a:off x="4579449" y="2299891"/>
            <a:ext cx="3542557" cy="897404"/>
          </a:xfrm>
          <a:prstGeom prst="rect">
            <a:avLst/>
          </a:prstGeom>
          <a:solidFill>
            <a:schemeClr val="accent2">
              <a:lumMod val="60000"/>
              <a:lumOff val="40000"/>
              <a:alpha val="2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grpSp>
        <p:nvGrpSpPr>
          <p:cNvPr id="13" name="群組 12">
            <a:extLst>
              <a:ext uri="{FF2B5EF4-FFF2-40B4-BE49-F238E27FC236}">
                <a16:creationId xmlns:a16="http://schemas.microsoft.com/office/drawing/2014/main" id="{5B1301F4-FEFD-3626-52B0-2D5E8326FE7E}"/>
              </a:ext>
            </a:extLst>
          </p:cNvPr>
          <p:cNvGrpSpPr/>
          <p:nvPr/>
        </p:nvGrpSpPr>
        <p:grpSpPr>
          <a:xfrm>
            <a:off x="2398311" y="2737250"/>
            <a:ext cx="1468501" cy="409011"/>
            <a:chOff x="1498603" y="1408278"/>
            <a:chExt cx="1468501" cy="409011"/>
          </a:xfrm>
        </p:grpSpPr>
        <p:sp>
          <p:nvSpPr>
            <p:cNvPr id="14" name="文字方塊 13">
              <a:extLst>
                <a:ext uri="{FF2B5EF4-FFF2-40B4-BE49-F238E27FC236}">
                  <a16:creationId xmlns:a16="http://schemas.microsoft.com/office/drawing/2014/main" id="{4F5C9C55-906D-89E9-0F3D-0D9D734D1691}"/>
                </a:ext>
              </a:extLst>
            </p:cNvPr>
            <p:cNvSpPr txBox="1"/>
            <p:nvPr/>
          </p:nvSpPr>
          <p:spPr>
            <a:xfrm>
              <a:off x="1498603" y="1417179"/>
              <a:ext cx="45717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000" b="1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16" name="文字方塊 15">
              <a:extLst>
                <a:ext uri="{FF2B5EF4-FFF2-40B4-BE49-F238E27FC236}">
                  <a16:creationId xmlns:a16="http://schemas.microsoft.com/office/drawing/2014/main" id="{F6C47C8E-AC8C-E16F-3CFD-268A6F8E86C5}"/>
                </a:ext>
              </a:extLst>
            </p:cNvPr>
            <p:cNvSpPr txBox="1"/>
            <p:nvPr/>
          </p:nvSpPr>
          <p:spPr>
            <a:xfrm>
              <a:off x="2008473" y="1417179"/>
              <a:ext cx="95863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Handwriting" panose="03010101010101010101" pitchFamily="66" charset="0"/>
                </a:rPr>
                <a:t>50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%</a:t>
              </a:r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1" name="文字方塊 40">
                  <a:extLst>
                    <a:ext uri="{FF2B5EF4-FFF2-40B4-BE49-F238E27FC236}">
                      <a16:creationId xmlns:a16="http://schemas.microsoft.com/office/drawing/2014/main" id="{9A37C248-6245-158E-3C2E-CF37991B085A}"/>
                    </a:ext>
                  </a:extLst>
                </p:cNvPr>
                <p:cNvSpPr txBox="1"/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41" name="文字方塊 40">
                  <a:extLst>
                    <a:ext uri="{FF2B5EF4-FFF2-40B4-BE49-F238E27FC236}">
                      <a16:creationId xmlns:a16="http://schemas.microsoft.com/office/drawing/2014/main" id="{9A37C248-6245-158E-3C2E-CF37991B08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2" name="TextBox 15">
            <a:extLst>
              <a:ext uri="{FF2B5EF4-FFF2-40B4-BE49-F238E27FC236}">
                <a16:creationId xmlns:a16="http://schemas.microsoft.com/office/drawing/2014/main" id="{F60056A7-5DD6-944B-8266-D96C77B80730}"/>
              </a:ext>
            </a:extLst>
          </p:cNvPr>
          <p:cNvSpPr txBox="1"/>
          <p:nvPr/>
        </p:nvSpPr>
        <p:spPr>
          <a:xfrm>
            <a:off x="132070" y="2741701"/>
            <a:ext cx="22521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ysClr val="windowText" lastClr="000000"/>
                </a:solidFill>
                <a:latin typeface="Lucida Calligraphy" panose="03010101010101010101" pitchFamily="66" charset="0"/>
              </a:rPr>
              <a:t>Growth Factor</a:t>
            </a:r>
            <a:endParaRPr lang="zh-TW" altLang="en-US" sz="2000" b="1">
              <a:solidFill>
                <a:sysClr val="windowText" lastClr="000000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43" name="TextBox 15">
            <a:extLst>
              <a:ext uri="{FF2B5EF4-FFF2-40B4-BE49-F238E27FC236}">
                <a16:creationId xmlns:a16="http://schemas.microsoft.com/office/drawing/2014/main" id="{D020BE30-2E9B-0E59-28FA-700B35CED466}"/>
              </a:ext>
            </a:extLst>
          </p:cNvPr>
          <p:cNvSpPr txBox="1"/>
          <p:nvPr/>
        </p:nvSpPr>
        <p:spPr>
          <a:xfrm>
            <a:off x="4496669" y="2741301"/>
            <a:ext cx="22521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ysClr val="windowText" lastClr="000000"/>
                </a:solidFill>
                <a:latin typeface="Lucida Calligraphy" panose="03010101010101010101" pitchFamily="66" charset="0"/>
              </a:rPr>
              <a:t>Decay Factor</a:t>
            </a:r>
            <a:endParaRPr lang="zh-TW" altLang="en-US" sz="2000" b="1">
              <a:solidFill>
                <a:sysClr val="windowText" lastClr="000000"/>
              </a:solidFill>
              <a:latin typeface="Lucida Handwriting" panose="03010101010101010101" pitchFamily="66" charset="0"/>
            </a:endParaRPr>
          </a:p>
        </p:txBody>
      </p:sp>
      <p:grpSp>
        <p:nvGrpSpPr>
          <p:cNvPr id="44" name="群組 43">
            <a:extLst>
              <a:ext uri="{FF2B5EF4-FFF2-40B4-BE49-F238E27FC236}">
                <a16:creationId xmlns:a16="http://schemas.microsoft.com/office/drawing/2014/main" id="{34F225F5-CD2F-2009-27EF-ECCC68BC4AEF}"/>
              </a:ext>
            </a:extLst>
          </p:cNvPr>
          <p:cNvGrpSpPr/>
          <p:nvPr/>
        </p:nvGrpSpPr>
        <p:grpSpPr>
          <a:xfrm>
            <a:off x="6697358" y="2750614"/>
            <a:ext cx="1468501" cy="409011"/>
            <a:chOff x="1498603" y="1408278"/>
            <a:chExt cx="1468501" cy="409011"/>
          </a:xfrm>
        </p:grpSpPr>
        <p:sp>
          <p:nvSpPr>
            <p:cNvPr id="45" name="文字方塊 44">
              <a:extLst>
                <a:ext uri="{FF2B5EF4-FFF2-40B4-BE49-F238E27FC236}">
                  <a16:creationId xmlns:a16="http://schemas.microsoft.com/office/drawing/2014/main" id="{369BA495-15A1-D405-C72C-9DB09EEB36BF}"/>
                </a:ext>
              </a:extLst>
            </p:cNvPr>
            <p:cNvSpPr txBox="1"/>
            <p:nvPr/>
          </p:nvSpPr>
          <p:spPr>
            <a:xfrm>
              <a:off x="1498603" y="1417179"/>
              <a:ext cx="45717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000" b="1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46" name="文字方塊 45">
              <a:extLst>
                <a:ext uri="{FF2B5EF4-FFF2-40B4-BE49-F238E27FC236}">
                  <a16:creationId xmlns:a16="http://schemas.microsoft.com/office/drawing/2014/main" id="{A3C51768-A1B6-06CD-0480-D896F371B7F1}"/>
                </a:ext>
              </a:extLst>
            </p:cNvPr>
            <p:cNvSpPr txBox="1"/>
            <p:nvPr/>
          </p:nvSpPr>
          <p:spPr>
            <a:xfrm>
              <a:off x="2008473" y="1417179"/>
              <a:ext cx="95863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FFC000"/>
                  </a:solidFill>
                  <a:latin typeface="Lucida Handwriting" panose="03010101010101010101" pitchFamily="66" charset="0"/>
                </a:rPr>
                <a:t>15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%</a:t>
              </a:r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7" name="文字方塊 46">
                  <a:extLst>
                    <a:ext uri="{FF2B5EF4-FFF2-40B4-BE49-F238E27FC236}">
                      <a16:creationId xmlns:a16="http://schemas.microsoft.com/office/drawing/2014/main" id="{45DAC35B-2E35-4DC7-FF86-913885163B1B}"/>
                    </a:ext>
                  </a:extLst>
                </p:cNvPr>
                <p:cNvSpPr txBox="1"/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47" name="文字方塊 46">
                  <a:extLst>
                    <a:ext uri="{FF2B5EF4-FFF2-40B4-BE49-F238E27FC236}">
                      <a16:creationId xmlns:a16="http://schemas.microsoft.com/office/drawing/2014/main" id="{45DAC35B-2E35-4DC7-FF86-913885163B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8" name="TextBox 15">
            <a:extLst>
              <a:ext uri="{FF2B5EF4-FFF2-40B4-BE49-F238E27FC236}">
                <a16:creationId xmlns:a16="http://schemas.microsoft.com/office/drawing/2014/main" id="{CB377CC1-6B8C-A0B3-9186-54AE1B25F013}"/>
              </a:ext>
            </a:extLst>
          </p:cNvPr>
          <p:cNvSpPr txBox="1"/>
          <p:nvPr/>
        </p:nvSpPr>
        <p:spPr>
          <a:xfrm>
            <a:off x="273092" y="2341591"/>
            <a:ext cx="22521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ysClr val="windowText" lastClr="000000"/>
                </a:solidFill>
                <a:latin typeface="Lucida Calligraphy" panose="03010101010101010101" pitchFamily="66" charset="0"/>
              </a:rPr>
              <a:t>Growth Rate</a:t>
            </a:r>
            <a:endParaRPr lang="zh-TW" altLang="en-US" sz="2000" b="1">
              <a:solidFill>
                <a:sysClr val="windowText" lastClr="000000"/>
              </a:solidFill>
              <a:latin typeface="Lucida Handwriting" panose="03010101010101010101" pitchFamily="66" charset="0"/>
            </a:endParaRPr>
          </a:p>
        </p:txBody>
      </p:sp>
      <p:grpSp>
        <p:nvGrpSpPr>
          <p:cNvPr id="49" name="群組 48">
            <a:extLst>
              <a:ext uri="{FF2B5EF4-FFF2-40B4-BE49-F238E27FC236}">
                <a16:creationId xmlns:a16="http://schemas.microsoft.com/office/drawing/2014/main" id="{9DCE73D9-2447-6ADB-5B5F-2F19BF6382E8}"/>
              </a:ext>
            </a:extLst>
          </p:cNvPr>
          <p:cNvGrpSpPr/>
          <p:nvPr/>
        </p:nvGrpSpPr>
        <p:grpSpPr>
          <a:xfrm>
            <a:off x="2648646" y="2342253"/>
            <a:ext cx="1159169" cy="409011"/>
            <a:chOff x="1807935" y="1408278"/>
            <a:chExt cx="1159169" cy="409011"/>
          </a:xfrm>
        </p:grpSpPr>
        <p:sp>
          <p:nvSpPr>
            <p:cNvPr id="107" name="文字方塊 106">
              <a:extLst>
                <a:ext uri="{FF2B5EF4-FFF2-40B4-BE49-F238E27FC236}">
                  <a16:creationId xmlns:a16="http://schemas.microsoft.com/office/drawing/2014/main" id="{A5AD9697-5C97-C057-A387-120EAD498E5C}"/>
                </a:ext>
              </a:extLst>
            </p:cNvPr>
            <p:cNvSpPr txBox="1"/>
            <p:nvPr/>
          </p:nvSpPr>
          <p:spPr>
            <a:xfrm>
              <a:off x="2008473" y="1417179"/>
              <a:ext cx="95863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Handwriting" panose="03010101010101010101" pitchFamily="66" charset="0"/>
                </a:rPr>
                <a:t>50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%</a:t>
              </a:r>
              <a:endPara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9" name="文字方塊 108">
                  <a:extLst>
                    <a:ext uri="{FF2B5EF4-FFF2-40B4-BE49-F238E27FC236}">
                      <a16:creationId xmlns:a16="http://schemas.microsoft.com/office/drawing/2014/main" id="{85FA3943-1A6D-5E4F-44AD-9693192BCD10}"/>
                    </a:ext>
                  </a:extLst>
                </p:cNvPr>
                <p:cNvSpPr txBox="1"/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109" name="文字方塊 108">
                  <a:extLst>
                    <a:ext uri="{FF2B5EF4-FFF2-40B4-BE49-F238E27FC236}">
                      <a16:creationId xmlns:a16="http://schemas.microsoft.com/office/drawing/2014/main" id="{85FA3943-1A6D-5E4F-44AD-9693192BCD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0" name="群組 109">
            <a:extLst>
              <a:ext uri="{FF2B5EF4-FFF2-40B4-BE49-F238E27FC236}">
                <a16:creationId xmlns:a16="http://schemas.microsoft.com/office/drawing/2014/main" id="{8FEFCAD2-15A9-BE70-B3D5-9CF1DF2B899A}"/>
              </a:ext>
            </a:extLst>
          </p:cNvPr>
          <p:cNvGrpSpPr/>
          <p:nvPr/>
        </p:nvGrpSpPr>
        <p:grpSpPr>
          <a:xfrm>
            <a:off x="6910279" y="2389589"/>
            <a:ext cx="1159169" cy="409011"/>
            <a:chOff x="1807935" y="1408278"/>
            <a:chExt cx="1159169" cy="409011"/>
          </a:xfrm>
        </p:grpSpPr>
        <p:sp>
          <p:nvSpPr>
            <p:cNvPr id="111" name="文字方塊 110">
              <a:extLst>
                <a:ext uri="{FF2B5EF4-FFF2-40B4-BE49-F238E27FC236}">
                  <a16:creationId xmlns:a16="http://schemas.microsoft.com/office/drawing/2014/main" id="{4DAD271F-E5ED-11B5-4F5B-B485723A70CC}"/>
                </a:ext>
              </a:extLst>
            </p:cNvPr>
            <p:cNvSpPr txBox="1"/>
            <p:nvPr/>
          </p:nvSpPr>
          <p:spPr>
            <a:xfrm>
              <a:off x="2008473" y="1417179"/>
              <a:ext cx="95863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FFC000"/>
                  </a:solidFill>
                  <a:latin typeface="Lucida Handwriting" panose="03010101010101010101" pitchFamily="66" charset="0"/>
                </a:rPr>
                <a:t>15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%</a:t>
              </a:r>
              <a:endPara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2" name="文字方塊 111">
                  <a:extLst>
                    <a:ext uri="{FF2B5EF4-FFF2-40B4-BE49-F238E27FC236}">
                      <a16:creationId xmlns:a16="http://schemas.microsoft.com/office/drawing/2014/main" id="{8ABFC3D4-D2A6-908C-B215-1ACA360CD273}"/>
                    </a:ext>
                  </a:extLst>
                </p:cNvPr>
                <p:cNvSpPr txBox="1"/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112" name="文字方塊 111">
                  <a:extLst>
                    <a:ext uri="{FF2B5EF4-FFF2-40B4-BE49-F238E27FC236}">
                      <a16:creationId xmlns:a16="http://schemas.microsoft.com/office/drawing/2014/main" id="{8ABFC3D4-D2A6-908C-B215-1ACA360CD2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13" name="TextBox 15">
            <a:extLst>
              <a:ext uri="{FF2B5EF4-FFF2-40B4-BE49-F238E27FC236}">
                <a16:creationId xmlns:a16="http://schemas.microsoft.com/office/drawing/2014/main" id="{301CAE4C-E673-A4BC-34E2-E929B6B12E23}"/>
              </a:ext>
            </a:extLst>
          </p:cNvPr>
          <p:cNvSpPr txBox="1"/>
          <p:nvPr/>
        </p:nvSpPr>
        <p:spPr>
          <a:xfrm>
            <a:off x="4620122" y="2350298"/>
            <a:ext cx="22521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ysClr val="windowText" lastClr="000000"/>
                </a:solidFill>
                <a:latin typeface="Lucida Calligraphy" panose="03010101010101010101" pitchFamily="66" charset="0"/>
              </a:rPr>
              <a:t>Decay Rate</a:t>
            </a:r>
            <a:endParaRPr lang="zh-TW" altLang="en-US" sz="2000" b="1">
              <a:solidFill>
                <a:sysClr val="windowText" lastClr="0000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14" name="筆跡 113">
                <a:extLst>
                  <a:ext uri="{FF2B5EF4-FFF2-40B4-BE49-F238E27FC236}">
                    <a16:creationId xmlns:a16="http://schemas.microsoft.com/office/drawing/2014/main" id="{EAF22843-AC8B-BC50-D5E5-4B58A87BF338}"/>
                  </a:ext>
                </a:extLst>
              </p14:cNvPr>
              <p14:cNvContentPartPr/>
              <p14:nvPr/>
            </p14:nvContentPartPr>
            <p14:xfrm>
              <a:off x="725195" y="5042279"/>
              <a:ext cx="972000" cy="45719"/>
            </p14:xfrm>
          </p:contentPart>
        </mc:Choice>
        <mc:Fallback>
          <p:pic>
            <p:nvPicPr>
              <p:cNvPr id="114" name="筆跡 113">
                <a:extLst>
                  <a:ext uri="{FF2B5EF4-FFF2-40B4-BE49-F238E27FC236}">
                    <a16:creationId xmlns:a16="http://schemas.microsoft.com/office/drawing/2014/main" id="{EAF22843-AC8B-BC50-D5E5-4B58A87BF338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671175" y="-8673421"/>
                <a:ext cx="1079680" cy="27431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43871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22" grpId="0"/>
      <p:bldP spid="136" grpId="0"/>
      <p:bldP spid="150" grpId="0"/>
      <p:bldP spid="151" grpId="0"/>
      <p:bldP spid="15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5">
            <a:extLst>
              <a:ext uri="{FF2B5EF4-FFF2-40B4-BE49-F238E27FC236}">
                <a16:creationId xmlns:a16="http://schemas.microsoft.com/office/drawing/2014/main" id="{C32E15CE-BF80-83F2-931A-BC0A192D0C44}"/>
              </a:ext>
            </a:extLst>
          </p:cNvPr>
          <p:cNvSpPr txBox="1"/>
          <p:nvPr/>
        </p:nvSpPr>
        <p:spPr>
          <a:xfrm>
            <a:off x="-240704" y="110553"/>
            <a:ext cx="59046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800" b="1">
                <a:ln>
                  <a:solidFill>
                    <a:schemeClr val="tx1"/>
                  </a:solidFill>
                </a:ln>
                <a:solidFill>
                  <a:srgbClr val="FF66FF"/>
                </a:solidFill>
                <a:latin typeface="Lucida Calligraphy" panose="03010101010101010101" pitchFamily="66" charset="0"/>
              </a:rPr>
              <a:t>Percentage Constant Rate</a:t>
            </a:r>
            <a:endParaRPr lang="zh-TW" altLang="en-US" sz="2800" b="1">
              <a:solidFill>
                <a:srgbClr val="FF66FF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5" name="TextBox 15">
            <a:extLst>
              <a:ext uri="{FF2B5EF4-FFF2-40B4-BE49-F238E27FC236}">
                <a16:creationId xmlns:a16="http://schemas.microsoft.com/office/drawing/2014/main" id="{CAFBF375-537B-0B78-27A8-797BD9E20C2E}"/>
              </a:ext>
            </a:extLst>
          </p:cNvPr>
          <p:cNvSpPr txBox="1"/>
          <p:nvPr/>
        </p:nvSpPr>
        <p:spPr>
          <a:xfrm>
            <a:off x="2102770" y="3096462"/>
            <a:ext cx="16561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Old value</a:t>
            </a:r>
            <a:endParaRPr lang="zh-TW" altLang="en-US" sz="2000" b="1">
              <a:solidFill>
                <a:srgbClr val="00FF00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7" name="TextBox 15">
            <a:extLst>
              <a:ext uri="{FF2B5EF4-FFF2-40B4-BE49-F238E27FC236}">
                <a16:creationId xmlns:a16="http://schemas.microsoft.com/office/drawing/2014/main" id="{7A1E283C-FA6A-DFA0-1D48-C7557A815F5A}"/>
              </a:ext>
            </a:extLst>
          </p:cNvPr>
          <p:cNvSpPr txBox="1"/>
          <p:nvPr/>
        </p:nvSpPr>
        <p:spPr>
          <a:xfrm>
            <a:off x="7032104" y="3096462"/>
            <a:ext cx="22322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New Value</a:t>
            </a:r>
            <a:endParaRPr lang="zh-TW" altLang="en-US" sz="2000" b="1"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7BD8C760-9416-0BB7-88F5-DC740C9A0041}"/>
              </a:ext>
            </a:extLst>
          </p:cNvPr>
          <p:cNvGrpSpPr/>
          <p:nvPr/>
        </p:nvGrpSpPr>
        <p:grpSpPr>
          <a:xfrm>
            <a:off x="4331415" y="2992942"/>
            <a:ext cx="2357465" cy="503630"/>
            <a:chOff x="4076173" y="1237248"/>
            <a:chExt cx="2357465" cy="503630"/>
          </a:xfrm>
        </p:grpSpPr>
        <p:sp>
          <p:nvSpPr>
            <p:cNvPr id="6" name="TextBox 15">
              <a:extLst>
                <a:ext uri="{FF2B5EF4-FFF2-40B4-BE49-F238E27FC236}">
                  <a16:creationId xmlns:a16="http://schemas.microsoft.com/office/drawing/2014/main" id="{A86173FC-D6E7-5790-59BF-BAEB3E1A4317}"/>
                </a:ext>
              </a:extLst>
            </p:cNvPr>
            <p:cNvSpPr txBox="1"/>
            <p:nvPr/>
          </p:nvSpPr>
          <p:spPr>
            <a:xfrm>
              <a:off x="4076173" y="1340768"/>
              <a:ext cx="223224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HK" sz="2000" b="1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Calligraphy" panose="03010101010101010101" pitchFamily="66" charset="0"/>
                </a:rPr>
                <a:t>Change factor</a:t>
              </a:r>
              <a:endParaRPr lang="zh-TW" altLang="en-US" sz="2000" b="1">
                <a:solidFill>
                  <a:srgbClr val="00B0F0"/>
                </a:solidFill>
                <a:latin typeface="Lucida Handwriting" panose="03010101010101010101" pitchFamily="66" charset="0"/>
              </a:endParaRPr>
            </a:p>
          </p:txBody>
        </p:sp>
        <p:sp>
          <p:nvSpPr>
            <p:cNvPr id="8" name="文字方塊 7">
              <a:extLst>
                <a:ext uri="{FF2B5EF4-FFF2-40B4-BE49-F238E27FC236}">
                  <a16:creationId xmlns:a16="http://schemas.microsoft.com/office/drawing/2014/main" id="{8D2E8400-8C0B-E985-EE82-1AF0710773BF}"/>
                </a:ext>
              </a:extLst>
            </p:cNvPr>
            <p:cNvSpPr txBox="1"/>
            <p:nvPr/>
          </p:nvSpPr>
          <p:spPr>
            <a:xfrm>
              <a:off x="6061588" y="1237248"/>
              <a:ext cx="3720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1400" b="1">
                  <a:ln>
                    <a:solidFill>
                      <a:schemeClr val="tx1"/>
                    </a:solidFill>
                  </a:ln>
                  <a:solidFill>
                    <a:schemeClr val="accent6">
                      <a:lumMod val="60000"/>
                      <a:lumOff val="40000"/>
                    </a:schemeClr>
                  </a:solidFill>
                  <a:latin typeface="Lucida Calligraphy" panose="03010101010101010101" pitchFamily="66" charset="0"/>
                </a:rPr>
                <a:t>n</a:t>
              </a:r>
              <a:endParaRPr lang="en-HK" altLang="zh-HK" sz="1400" b="1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endParaRPr>
            </a:p>
          </p:txBody>
        </p:sp>
      </p:grpSp>
      <p:sp>
        <p:nvSpPr>
          <p:cNvPr id="10" name="TextBox 15">
            <a:extLst>
              <a:ext uri="{FF2B5EF4-FFF2-40B4-BE49-F238E27FC236}">
                <a16:creationId xmlns:a16="http://schemas.microsoft.com/office/drawing/2014/main" id="{FB84D10A-640F-2AD6-0519-D1836C4EEA8B}"/>
              </a:ext>
            </a:extLst>
          </p:cNvPr>
          <p:cNvSpPr txBox="1"/>
          <p:nvPr/>
        </p:nvSpPr>
        <p:spPr>
          <a:xfrm>
            <a:off x="119336" y="3714709"/>
            <a:ext cx="16561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Example</a:t>
            </a:r>
            <a:endParaRPr lang="zh-TW" altLang="en-US" sz="2000" b="1">
              <a:latin typeface="Lucida Handwriting" panose="03010101010101010101" pitchFamily="66" charset="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4C624F54-F2CC-0D2E-9A10-105B05C57A5B}"/>
              </a:ext>
            </a:extLst>
          </p:cNvPr>
          <p:cNvSpPr txBox="1"/>
          <p:nvPr/>
        </p:nvSpPr>
        <p:spPr>
          <a:xfrm>
            <a:off x="2369873" y="3714709"/>
            <a:ext cx="10568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10000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7FD755C5-21E2-7118-6267-5391D0A51467}"/>
                  </a:ext>
                </a:extLst>
              </p:cNvPr>
              <p:cNvSpPr txBox="1"/>
              <p:nvPr/>
            </p:nvSpPr>
            <p:spPr>
              <a:xfrm>
                <a:off x="4943483" y="3714709"/>
                <a:ext cx="100811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HK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00B0F0"/>
                    </a:solidFill>
                    <a:latin typeface="Lucida Handwriting" panose="03010101010101010101" pitchFamily="66" charset="0"/>
                  </a:rPr>
                  <a:t>10%</a:t>
                </a:r>
              </a:p>
            </p:txBody>
          </p:sp>
        </mc:Choice>
        <mc:Fallback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7FD755C5-21E2-7118-6267-5391D0A514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3483" y="3714709"/>
                <a:ext cx="1008112" cy="40011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文字方塊 13">
            <a:extLst>
              <a:ext uri="{FF2B5EF4-FFF2-40B4-BE49-F238E27FC236}">
                <a16:creationId xmlns:a16="http://schemas.microsoft.com/office/drawing/2014/main" id="{05097515-ACFD-1D8D-F307-8185C5C67C15}"/>
              </a:ext>
            </a:extLst>
          </p:cNvPr>
          <p:cNvSpPr txBox="1"/>
          <p:nvPr/>
        </p:nvSpPr>
        <p:spPr>
          <a:xfrm>
            <a:off x="7931054" y="3714709"/>
            <a:ext cx="4343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x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F4D40B5F-9927-26A1-0A91-FA75A8DEA0A4}"/>
              </a:ext>
            </a:extLst>
          </p:cNvPr>
          <p:cNvSpPr txBox="1"/>
          <p:nvPr/>
        </p:nvSpPr>
        <p:spPr>
          <a:xfrm>
            <a:off x="761735" y="4217078"/>
            <a:ext cx="30243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Value change 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Calligraphy" panose="03010101010101010101" pitchFamily="66" charset="0"/>
              </a:rPr>
              <a:t>yearly</a:t>
            </a:r>
            <a:endParaRPr lang="zh-TW" altLang="en-US" sz="2000" b="1">
              <a:solidFill>
                <a:srgbClr val="FF7C8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52B7AE6-0E4C-076E-0626-0E36BFE415E9}"/>
                  </a:ext>
                </a:extLst>
              </p:cNvPr>
              <p:cNvSpPr txBox="1"/>
              <p:nvPr/>
            </p:nvSpPr>
            <p:spPr>
              <a:xfrm>
                <a:off x="764838" y="4689196"/>
                <a:ext cx="482710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HK" sz="20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Starting time</a:t>
                </a:r>
                <a14:m>
                  <m:oMath xmlns:m="http://schemas.openxmlformats.org/officeDocument/2006/math">
                    <m: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altLang="zh-HK" sz="2000" b="1" i="1" dirty="0" smtClean="0">
                        <a:ln>
                          <a:solidFill>
                            <a:schemeClr val="tx1"/>
                          </a:solidFill>
                        </a:ln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altLang="zh-HK" sz="20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 </a:t>
                </a:r>
                <a:r>
                  <a:rPr lang="en-US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Lucida Calligraphy" panose="03010101010101010101" pitchFamily="66" charset="0"/>
                  </a:rPr>
                  <a:t>Beginning of </a:t>
                </a:r>
                <a:r>
                  <a:rPr lang="en-US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Lucida Handwriting" panose="03010101010101010101" pitchFamily="66" charset="0"/>
                  </a:rPr>
                  <a:t>2021</a:t>
                </a:r>
                <a:endParaRPr lang="zh-TW" altLang="en-US" sz="2000" b="1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52B7AE6-0E4C-076E-0626-0E36BFE415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838" y="4689196"/>
                <a:ext cx="4827105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5">
                <a:extLst>
                  <a:ext uri="{FF2B5EF4-FFF2-40B4-BE49-F238E27FC236}">
                    <a16:creationId xmlns:a16="http://schemas.microsoft.com/office/drawing/2014/main" id="{8400BA25-AF76-AD82-D219-DDC113D0D66D}"/>
                  </a:ext>
                </a:extLst>
              </p:cNvPr>
              <p:cNvSpPr txBox="1"/>
              <p:nvPr/>
            </p:nvSpPr>
            <p:spPr>
              <a:xfrm>
                <a:off x="517309" y="5161314"/>
                <a:ext cx="482710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HK" sz="20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Ending time</a:t>
                </a:r>
                <a14:m>
                  <m:oMath xmlns:m="http://schemas.openxmlformats.org/officeDocument/2006/math">
                    <m: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altLang="zh-HK" sz="2000" b="1" i="1" dirty="0" smtClean="0">
                        <a:ln>
                          <a:solidFill>
                            <a:schemeClr val="tx1"/>
                          </a:solidFill>
                        </a:ln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altLang="zh-HK" sz="20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 </a:t>
                </a:r>
                <a:r>
                  <a:rPr lang="en-US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Lucida Calligraphy" panose="03010101010101010101" pitchFamily="66" charset="0"/>
                  </a:rPr>
                  <a:t>The end of </a:t>
                </a:r>
                <a:r>
                  <a:rPr lang="en-US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Lucida Handwriting" panose="03010101010101010101" pitchFamily="66" charset="0"/>
                  </a:rPr>
                  <a:t>2025</a:t>
                </a:r>
                <a:endParaRPr lang="zh-TW" altLang="en-US" sz="2000" b="1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7" name="TextBox 15">
                <a:extLst>
                  <a:ext uri="{FF2B5EF4-FFF2-40B4-BE49-F238E27FC236}">
                    <a16:creationId xmlns:a16="http://schemas.microsoft.com/office/drawing/2014/main" id="{8400BA25-AF76-AD82-D219-DDC113D0D6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309" y="5161314"/>
                <a:ext cx="4827105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983DC28E-0ADC-732B-6D46-8D020D2B6B0A}"/>
              </a:ext>
            </a:extLst>
          </p:cNvPr>
          <p:cNvCxnSpPr>
            <a:cxnSpLocks/>
          </p:cNvCxnSpPr>
          <p:nvPr/>
        </p:nvCxnSpPr>
        <p:spPr>
          <a:xfrm>
            <a:off x="5714170" y="5161314"/>
            <a:ext cx="763659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7365979A-8E23-6195-C772-41700F16AE50}"/>
              </a:ext>
            </a:extLst>
          </p:cNvPr>
          <p:cNvSpPr txBox="1"/>
          <p:nvPr/>
        </p:nvSpPr>
        <p:spPr>
          <a:xfrm>
            <a:off x="6630411" y="4965804"/>
            <a:ext cx="4343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476CAEA7-3571-E1BC-3015-FD9D2CD88531}"/>
                  </a:ext>
                </a:extLst>
              </p:cNvPr>
              <p:cNvSpPr txBox="1"/>
              <p:nvPr/>
            </p:nvSpPr>
            <p:spPr>
              <a:xfrm>
                <a:off x="6911127" y="495056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476CAEA7-3571-E1BC-3015-FD9D2CD885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1127" y="4950560"/>
                <a:ext cx="295688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文字方塊 21">
            <a:extLst>
              <a:ext uri="{FF2B5EF4-FFF2-40B4-BE49-F238E27FC236}">
                <a16:creationId xmlns:a16="http://schemas.microsoft.com/office/drawing/2014/main" id="{15770A57-3BF1-92A8-05E7-BA178E6A5F69}"/>
              </a:ext>
            </a:extLst>
          </p:cNvPr>
          <p:cNvSpPr txBox="1"/>
          <p:nvPr/>
        </p:nvSpPr>
        <p:spPr>
          <a:xfrm>
            <a:off x="7173636" y="4954816"/>
            <a:ext cx="3592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rPr>
              <a:t>5</a:t>
            </a:r>
          </a:p>
        </p:txBody>
      </p:sp>
      <p:sp>
        <p:nvSpPr>
          <p:cNvPr id="23" name="TextBox 15">
            <a:extLst>
              <a:ext uri="{FF2B5EF4-FFF2-40B4-BE49-F238E27FC236}">
                <a16:creationId xmlns:a16="http://schemas.microsoft.com/office/drawing/2014/main" id="{5B05DB1D-FE72-4D58-0FDE-4BBADE3918B0}"/>
              </a:ext>
            </a:extLst>
          </p:cNvPr>
          <p:cNvSpPr txBox="1"/>
          <p:nvPr/>
        </p:nvSpPr>
        <p:spPr>
          <a:xfrm>
            <a:off x="623392" y="5619393"/>
            <a:ext cx="20882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New Value</a:t>
            </a:r>
            <a:endParaRPr lang="zh-TW" altLang="en-US" sz="2000" b="1"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FB3FDFE0-F0B5-914E-F28E-42B0B32F0092}"/>
                  </a:ext>
                </a:extLst>
              </p:cNvPr>
              <p:cNvSpPr txBox="1"/>
              <p:nvPr/>
            </p:nvSpPr>
            <p:spPr>
              <a:xfrm>
                <a:off x="2487944" y="561524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FB3FDFE0-F0B5-914E-F28E-42B0B32F00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7944" y="5615246"/>
                <a:ext cx="295688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文字方塊 24">
            <a:extLst>
              <a:ext uri="{FF2B5EF4-FFF2-40B4-BE49-F238E27FC236}">
                <a16:creationId xmlns:a16="http://schemas.microsoft.com/office/drawing/2014/main" id="{9923FB97-1E5A-44B3-3D11-E71FA88D814F}"/>
              </a:ext>
            </a:extLst>
          </p:cNvPr>
          <p:cNvSpPr txBox="1"/>
          <p:nvPr/>
        </p:nvSpPr>
        <p:spPr>
          <a:xfrm>
            <a:off x="2753181" y="5621178"/>
            <a:ext cx="10809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10000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B1B675A9-42AD-65D5-7F73-89F122B62E3C}"/>
                  </a:ext>
                </a:extLst>
              </p:cNvPr>
              <p:cNvSpPr txBox="1"/>
              <p:nvPr/>
            </p:nvSpPr>
            <p:spPr>
              <a:xfrm>
                <a:off x="3667484" y="560505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B1B675A9-42AD-65D5-7F73-89F122B62E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7484" y="5605050"/>
                <a:ext cx="295688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群組 26">
            <a:extLst>
              <a:ext uri="{FF2B5EF4-FFF2-40B4-BE49-F238E27FC236}">
                <a16:creationId xmlns:a16="http://schemas.microsoft.com/office/drawing/2014/main" id="{1505DDE3-F8E1-64EA-9536-96BA1976FA40}"/>
              </a:ext>
            </a:extLst>
          </p:cNvPr>
          <p:cNvGrpSpPr/>
          <p:nvPr/>
        </p:nvGrpSpPr>
        <p:grpSpPr>
          <a:xfrm>
            <a:off x="3892024" y="5596695"/>
            <a:ext cx="1468501" cy="409011"/>
            <a:chOff x="1498603" y="1408278"/>
            <a:chExt cx="1468501" cy="409011"/>
          </a:xfrm>
        </p:grpSpPr>
        <p:sp>
          <p:nvSpPr>
            <p:cNvPr id="28" name="文字方塊 27">
              <a:extLst>
                <a:ext uri="{FF2B5EF4-FFF2-40B4-BE49-F238E27FC236}">
                  <a16:creationId xmlns:a16="http://schemas.microsoft.com/office/drawing/2014/main" id="{ACD10CC0-3CA2-342B-68BE-DAED464B77FD}"/>
                </a:ext>
              </a:extLst>
            </p:cNvPr>
            <p:cNvSpPr txBox="1"/>
            <p:nvPr/>
          </p:nvSpPr>
          <p:spPr>
            <a:xfrm>
              <a:off x="1498603" y="1417179"/>
              <a:ext cx="45717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000" b="1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29" name="文字方塊 28">
              <a:extLst>
                <a:ext uri="{FF2B5EF4-FFF2-40B4-BE49-F238E27FC236}">
                  <a16:creationId xmlns:a16="http://schemas.microsoft.com/office/drawing/2014/main" id="{98841532-9022-22D7-A39C-572CB1F9039D}"/>
                </a:ext>
              </a:extLst>
            </p:cNvPr>
            <p:cNvSpPr txBox="1"/>
            <p:nvPr/>
          </p:nvSpPr>
          <p:spPr>
            <a:xfrm>
              <a:off x="2008473" y="1417179"/>
              <a:ext cx="95863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Handwriting" panose="03010101010101010101" pitchFamily="66" charset="0"/>
                </a:rPr>
                <a:t>10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%</a:t>
              </a:r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0" name="文字方塊 29">
                  <a:extLst>
                    <a:ext uri="{FF2B5EF4-FFF2-40B4-BE49-F238E27FC236}">
                      <a16:creationId xmlns:a16="http://schemas.microsoft.com/office/drawing/2014/main" id="{3C3D6161-0E5E-C7C5-85E9-D115F99C248B}"/>
                    </a:ext>
                  </a:extLst>
                </p:cNvPr>
                <p:cNvSpPr txBox="1"/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30" name="文字方塊 29">
                  <a:extLst>
                    <a:ext uri="{FF2B5EF4-FFF2-40B4-BE49-F238E27FC236}">
                      <a16:creationId xmlns:a16="http://schemas.microsoft.com/office/drawing/2014/main" id="{3C3D6161-0E5E-C7C5-85E9-D115F99C248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562C6D17-DF12-3E54-7472-5CA0800A631B}"/>
              </a:ext>
            </a:extLst>
          </p:cNvPr>
          <p:cNvSpPr txBox="1"/>
          <p:nvPr/>
        </p:nvSpPr>
        <p:spPr>
          <a:xfrm>
            <a:off x="5007483" y="5475108"/>
            <a:ext cx="359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1400" b="1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rPr>
              <a:t>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23AAD9CD-4FA8-CFE0-67B5-22F5A80A186A}"/>
                  </a:ext>
                </a:extLst>
              </p:cNvPr>
              <p:cNvSpPr txBox="1"/>
              <p:nvPr/>
            </p:nvSpPr>
            <p:spPr>
              <a:xfrm>
                <a:off x="2489239" y="604721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23AAD9CD-4FA8-CFE0-67B5-22F5A80A18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9239" y="6047210"/>
                <a:ext cx="295688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文字方塊 33">
            <a:extLst>
              <a:ext uri="{FF2B5EF4-FFF2-40B4-BE49-F238E27FC236}">
                <a16:creationId xmlns:a16="http://schemas.microsoft.com/office/drawing/2014/main" id="{3A72E8F6-2BEC-162A-C11B-623DC31CBC96}"/>
              </a:ext>
            </a:extLst>
          </p:cNvPr>
          <p:cNvSpPr txBox="1"/>
          <p:nvPr/>
        </p:nvSpPr>
        <p:spPr>
          <a:xfrm>
            <a:off x="2743846" y="6053226"/>
            <a:ext cx="10809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14641</a:t>
            </a:r>
          </a:p>
        </p:txBody>
      </p:sp>
      <p:sp>
        <p:nvSpPr>
          <p:cNvPr id="35" name="TextBox 15">
            <a:extLst>
              <a:ext uri="{FF2B5EF4-FFF2-40B4-BE49-F238E27FC236}">
                <a16:creationId xmlns:a16="http://schemas.microsoft.com/office/drawing/2014/main" id="{63092968-C42B-6018-40CB-0966CA9B5785}"/>
              </a:ext>
            </a:extLst>
          </p:cNvPr>
          <p:cNvSpPr txBox="1"/>
          <p:nvPr/>
        </p:nvSpPr>
        <p:spPr>
          <a:xfrm>
            <a:off x="2102770" y="1031267"/>
            <a:ext cx="16561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Old value</a:t>
            </a:r>
            <a:endParaRPr lang="zh-TW" altLang="en-US" sz="2000" b="1">
              <a:solidFill>
                <a:srgbClr val="00FF00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36" name="TextBox 15">
            <a:extLst>
              <a:ext uri="{FF2B5EF4-FFF2-40B4-BE49-F238E27FC236}">
                <a16:creationId xmlns:a16="http://schemas.microsoft.com/office/drawing/2014/main" id="{9FD768D7-938F-2157-232B-B7CA7C8BDDAC}"/>
              </a:ext>
            </a:extLst>
          </p:cNvPr>
          <p:cNvSpPr txBox="1"/>
          <p:nvPr/>
        </p:nvSpPr>
        <p:spPr>
          <a:xfrm>
            <a:off x="7032104" y="1031267"/>
            <a:ext cx="22322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New Value</a:t>
            </a:r>
            <a:endParaRPr lang="zh-TW" altLang="en-US" sz="2000" b="1"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38" name="TextBox 15">
            <a:extLst>
              <a:ext uri="{FF2B5EF4-FFF2-40B4-BE49-F238E27FC236}">
                <a16:creationId xmlns:a16="http://schemas.microsoft.com/office/drawing/2014/main" id="{6FF24838-C58C-4DF4-EBA8-6B9D6B0FE06B}"/>
              </a:ext>
            </a:extLst>
          </p:cNvPr>
          <p:cNvSpPr txBox="1"/>
          <p:nvPr/>
        </p:nvSpPr>
        <p:spPr>
          <a:xfrm>
            <a:off x="4331415" y="1031267"/>
            <a:ext cx="22322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Calligraphy" panose="03010101010101010101" pitchFamily="66" charset="0"/>
              </a:rPr>
              <a:t>Change factor</a:t>
            </a:r>
            <a:endParaRPr lang="zh-TW" altLang="en-US" sz="2000" b="1">
              <a:solidFill>
                <a:srgbClr val="00B0F0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40" name="TextBox 15">
            <a:extLst>
              <a:ext uri="{FF2B5EF4-FFF2-40B4-BE49-F238E27FC236}">
                <a16:creationId xmlns:a16="http://schemas.microsoft.com/office/drawing/2014/main" id="{1B85290F-5E80-81FF-A7FE-A22B36B87D20}"/>
              </a:ext>
            </a:extLst>
          </p:cNvPr>
          <p:cNvSpPr txBox="1"/>
          <p:nvPr/>
        </p:nvSpPr>
        <p:spPr>
          <a:xfrm>
            <a:off x="156490" y="1500179"/>
            <a:ext cx="16561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Example</a:t>
            </a:r>
            <a:endParaRPr lang="zh-TW" altLang="en-US" sz="2000" b="1">
              <a:latin typeface="Lucida Handwriting" panose="03010101010101010101" pitchFamily="66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3DBD9A5E-E78C-FE0E-BAD9-1BAF2D71C067}"/>
              </a:ext>
            </a:extLst>
          </p:cNvPr>
          <p:cNvSpPr txBox="1"/>
          <p:nvPr/>
        </p:nvSpPr>
        <p:spPr>
          <a:xfrm>
            <a:off x="2460746" y="1502579"/>
            <a:ext cx="8751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1000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2" name="文字方塊 41">
                <a:extLst>
                  <a:ext uri="{FF2B5EF4-FFF2-40B4-BE49-F238E27FC236}">
                    <a16:creationId xmlns:a16="http://schemas.microsoft.com/office/drawing/2014/main" id="{0A69601D-26A7-7968-57B5-461C2E109A83}"/>
                  </a:ext>
                </a:extLst>
              </p:cNvPr>
              <p:cNvSpPr txBox="1"/>
              <p:nvPr/>
            </p:nvSpPr>
            <p:spPr>
              <a:xfrm>
                <a:off x="4980637" y="1500179"/>
                <a:ext cx="100811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HK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00B0F0"/>
                    </a:solidFill>
                    <a:latin typeface="Lucida Handwriting" panose="03010101010101010101" pitchFamily="66" charset="0"/>
                  </a:rPr>
                  <a:t>10%</a:t>
                </a:r>
              </a:p>
            </p:txBody>
          </p:sp>
        </mc:Choice>
        <mc:Fallback>
          <p:sp>
            <p:nvSpPr>
              <p:cNvPr id="42" name="文字方塊 41">
                <a:extLst>
                  <a:ext uri="{FF2B5EF4-FFF2-40B4-BE49-F238E27FC236}">
                    <a16:creationId xmlns:a16="http://schemas.microsoft.com/office/drawing/2014/main" id="{0A69601D-26A7-7968-57B5-461C2E109A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0637" y="1500179"/>
                <a:ext cx="1008112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文字方塊 42">
            <a:extLst>
              <a:ext uri="{FF2B5EF4-FFF2-40B4-BE49-F238E27FC236}">
                <a16:creationId xmlns:a16="http://schemas.microsoft.com/office/drawing/2014/main" id="{2937B68D-569D-703D-E474-5A4378464B65}"/>
              </a:ext>
            </a:extLst>
          </p:cNvPr>
          <p:cNvSpPr txBox="1"/>
          <p:nvPr/>
        </p:nvSpPr>
        <p:spPr>
          <a:xfrm>
            <a:off x="7968208" y="1500179"/>
            <a:ext cx="4343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x</a:t>
            </a:r>
          </a:p>
        </p:txBody>
      </p:sp>
      <p:sp>
        <p:nvSpPr>
          <p:cNvPr id="44" name="TextBox 15">
            <a:extLst>
              <a:ext uri="{FF2B5EF4-FFF2-40B4-BE49-F238E27FC236}">
                <a16:creationId xmlns:a16="http://schemas.microsoft.com/office/drawing/2014/main" id="{6321C86D-7F8E-639B-5A58-C1E46D979EDD}"/>
              </a:ext>
            </a:extLst>
          </p:cNvPr>
          <p:cNvSpPr txBox="1"/>
          <p:nvPr/>
        </p:nvSpPr>
        <p:spPr>
          <a:xfrm>
            <a:off x="768558" y="2035188"/>
            <a:ext cx="20882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New Value</a:t>
            </a:r>
            <a:endParaRPr lang="zh-TW" altLang="en-US" sz="2000" b="1"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文字方塊 44">
                <a:extLst>
                  <a:ext uri="{FF2B5EF4-FFF2-40B4-BE49-F238E27FC236}">
                    <a16:creationId xmlns:a16="http://schemas.microsoft.com/office/drawing/2014/main" id="{5C60E8D3-98AD-78FD-DB42-6E05BE127733}"/>
                  </a:ext>
                </a:extLst>
              </p:cNvPr>
              <p:cNvSpPr txBox="1"/>
              <p:nvPr/>
            </p:nvSpPr>
            <p:spPr>
              <a:xfrm>
                <a:off x="2633110" y="203104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5" name="文字方塊 44">
                <a:extLst>
                  <a:ext uri="{FF2B5EF4-FFF2-40B4-BE49-F238E27FC236}">
                    <a16:creationId xmlns:a16="http://schemas.microsoft.com/office/drawing/2014/main" id="{5C60E8D3-98AD-78FD-DB42-6E05BE1277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3110" y="2031041"/>
                <a:ext cx="295688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文字方塊 45">
            <a:extLst>
              <a:ext uri="{FF2B5EF4-FFF2-40B4-BE49-F238E27FC236}">
                <a16:creationId xmlns:a16="http://schemas.microsoft.com/office/drawing/2014/main" id="{405B7225-0F8F-9348-218E-CCCCF7AB4090}"/>
              </a:ext>
            </a:extLst>
          </p:cNvPr>
          <p:cNvSpPr txBox="1"/>
          <p:nvPr/>
        </p:nvSpPr>
        <p:spPr>
          <a:xfrm>
            <a:off x="2911179" y="2031637"/>
            <a:ext cx="8751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1000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7" name="文字方塊 46">
                <a:extLst>
                  <a:ext uri="{FF2B5EF4-FFF2-40B4-BE49-F238E27FC236}">
                    <a16:creationId xmlns:a16="http://schemas.microsoft.com/office/drawing/2014/main" id="{9C30B5FD-EC72-6630-6C09-E24D9672FC8D}"/>
                  </a:ext>
                </a:extLst>
              </p:cNvPr>
              <p:cNvSpPr txBox="1"/>
              <p:nvPr/>
            </p:nvSpPr>
            <p:spPr>
              <a:xfrm>
                <a:off x="3667484" y="201541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7" name="文字方塊 46">
                <a:extLst>
                  <a:ext uri="{FF2B5EF4-FFF2-40B4-BE49-F238E27FC236}">
                    <a16:creationId xmlns:a16="http://schemas.microsoft.com/office/drawing/2014/main" id="{9C30B5FD-EC72-6630-6C09-E24D9672FC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7484" y="2015418"/>
                <a:ext cx="295688" cy="4001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8" name="群組 47">
            <a:extLst>
              <a:ext uri="{FF2B5EF4-FFF2-40B4-BE49-F238E27FC236}">
                <a16:creationId xmlns:a16="http://schemas.microsoft.com/office/drawing/2014/main" id="{9E56EB2C-A80E-1213-A375-1B4B0D0933AD}"/>
              </a:ext>
            </a:extLst>
          </p:cNvPr>
          <p:cNvGrpSpPr/>
          <p:nvPr/>
        </p:nvGrpSpPr>
        <p:grpSpPr>
          <a:xfrm>
            <a:off x="3892024" y="2007063"/>
            <a:ext cx="1468501" cy="409011"/>
            <a:chOff x="1498603" y="1408278"/>
            <a:chExt cx="1468501" cy="409011"/>
          </a:xfrm>
        </p:grpSpPr>
        <p:sp>
          <p:nvSpPr>
            <p:cNvPr id="49" name="文字方塊 48">
              <a:extLst>
                <a:ext uri="{FF2B5EF4-FFF2-40B4-BE49-F238E27FC236}">
                  <a16:creationId xmlns:a16="http://schemas.microsoft.com/office/drawing/2014/main" id="{90552673-6B91-9E86-145D-DC8CDA2C5196}"/>
                </a:ext>
              </a:extLst>
            </p:cNvPr>
            <p:cNvSpPr txBox="1"/>
            <p:nvPr/>
          </p:nvSpPr>
          <p:spPr>
            <a:xfrm>
              <a:off x="1498603" y="1417179"/>
              <a:ext cx="45717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000" b="1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50" name="文字方塊 49">
              <a:extLst>
                <a:ext uri="{FF2B5EF4-FFF2-40B4-BE49-F238E27FC236}">
                  <a16:creationId xmlns:a16="http://schemas.microsoft.com/office/drawing/2014/main" id="{9FE56436-327C-1671-D182-199E30BEB668}"/>
                </a:ext>
              </a:extLst>
            </p:cNvPr>
            <p:cNvSpPr txBox="1"/>
            <p:nvPr/>
          </p:nvSpPr>
          <p:spPr>
            <a:xfrm>
              <a:off x="2008473" y="1417179"/>
              <a:ext cx="95863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Handwriting" panose="03010101010101010101" pitchFamily="66" charset="0"/>
                </a:rPr>
                <a:t>10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%</a:t>
              </a:r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1" name="文字方塊 50">
                  <a:extLst>
                    <a:ext uri="{FF2B5EF4-FFF2-40B4-BE49-F238E27FC236}">
                      <a16:creationId xmlns:a16="http://schemas.microsoft.com/office/drawing/2014/main" id="{E1342D71-8951-3451-E38C-403846E8689A}"/>
                    </a:ext>
                  </a:extLst>
                </p:cNvPr>
                <p:cNvSpPr txBox="1"/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51" name="文字方塊 50">
                  <a:extLst>
                    <a:ext uri="{FF2B5EF4-FFF2-40B4-BE49-F238E27FC236}">
                      <a16:creationId xmlns:a16="http://schemas.microsoft.com/office/drawing/2014/main" id="{E1342D71-8951-3451-E38C-403846E868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2" name="文字方塊 51">
                <a:extLst>
                  <a:ext uri="{FF2B5EF4-FFF2-40B4-BE49-F238E27FC236}">
                    <a16:creationId xmlns:a16="http://schemas.microsoft.com/office/drawing/2014/main" id="{88E37447-D3FB-9943-D223-88681C41318D}"/>
                  </a:ext>
                </a:extLst>
              </p:cNvPr>
              <p:cNvSpPr txBox="1"/>
              <p:nvPr/>
            </p:nvSpPr>
            <p:spPr>
              <a:xfrm>
                <a:off x="2633110" y="245369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2" name="文字方塊 51">
                <a:extLst>
                  <a:ext uri="{FF2B5EF4-FFF2-40B4-BE49-F238E27FC236}">
                    <a16:creationId xmlns:a16="http://schemas.microsoft.com/office/drawing/2014/main" id="{88E37447-D3FB-9943-D223-88681C4131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3110" y="2453692"/>
                <a:ext cx="295688" cy="4001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文字方塊 52">
            <a:extLst>
              <a:ext uri="{FF2B5EF4-FFF2-40B4-BE49-F238E27FC236}">
                <a16:creationId xmlns:a16="http://schemas.microsoft.com/office/drawing/2014/main" id="{B89CDC7A-8216-FAEE-9DCA-BF2C1101540E}"/>
              </a:ext>
            </a:extLst>
          </p:cNvPr>
          <p:cNvSpPr txBox="1"/>
          <p:nvPr/>
        </p:nvSpPr>
        <p:spPr>
          <a:xfrm>
            <a:off x="2898306" y="2453535"/>
            <a:ext cx="8751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1100</a:t>
            </a:r>
          </a:p>
        </p:txBody>
      </p:sp>
    </p:spTree>
    <p:extLst>
      <p:ext uri="{BB962C8B-B14F-4D97-AF65-F5344CB8AC3E}">
        <p14:creationId xmlns:p14="http://schemas.microsoft.com/office/powerpoint/2010/main" val="143491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  <p:bldP spid="10" grpId="0"/>
      <p:bldP spid="11" grpId="0"/>
      <p:bldP spid="12" grpId="0"/>
      <p:bldP spid="14" grpId="0"/>
      <p:bldP spid="15" grpId="0"/>
      <p:bldP spid="16" grpId="0"/>
      <p:bldP spid="17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32" grpId="0"/>
      <p:bldP spid="33" grpId="0"/>
      <p:bldP spid="34" grpId="0"/>
      <p:bldP spid="35" grpId="0"/>
      <p:bldP spid="36" grpId="0"/>
      <p:bldP spid="38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52" grpId="0"/>
      <p:bldP spid="5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5">
            <a:extLst>
              <a:ext uri="{FF2B5EF4-FFF2-40B4-BE49-F238E27FC236}">
                <a16:creationId xmlns:a16="http://schemas.microsoft.com/office/drawing/2014/main" id="{899D8A3B-023F-BE2F-1AAE-68533B51DD3D}"/>
              </a:ext>
            </a:extLst>
          </p:cNvPr>
          <p:cNvSpPr txBox="1"/>
          <p:nvPr/>
        </p:nvSpPr>
        <p:spPr>
          <a:xfrm>
            <a:off x="2352869" y="356036"/>
            <a:ext cx="16561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Old value</a:t>
            </a:r>
            <a:endParaRPr lang="zh-TW" altLang="en-US" sz="2000" b="1">
              <a:solidFill>
                <a:srgbClr val="00FF00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3" name="TextBox 15">
            <a:extLst>
              <a:ext uri="{FF2B5EF4-FFF2-40B4-BE49-F238E27FC236}">
                <a16:creationId xmlns:a16="http://schemas.microsoft.com/office/drawing/2014/main" id="{500F8E06-2B6B-0E15-1F76-14B87BF05079}"/>
              </a:ext>
            </a:extLst>
          </p:cNvPr>
          <p:cNvSpPr txBox="1"/>
          <p:nvPr/>
        </p:nvSpPr>
        <p:spPr>
          <a:xfrm>
            <a:off x="7282203" y="356036"/>
            <a:ext cx="22322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New Value</a:t>
            </a:r>
            <a:endParaRPr lang="zh-TW" altLang="en-US" sz="2000" b="1"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p:grpSp>
        <p:nvGrpSpPr>
          <p:cNvPr id="4" name="群組 3">
            <a:extLst>
              <a:ext uri="{FF2B5EF4-FFF2-40B4-BE49-F238E27FC236}">
                <a16:creationId xmlns:a16="http://schemas.microsoft.com/office/drawing/2014/main" id="{78116E1F-52A5-1D09-DB89-E9FA535A801F}"/>
              </a:ext>
            </a:extLst>
          </p:cNvPr>
          <p:cNvGrpSpPr/>
          <p:nvPr/>
        </p:nvGrpSpPr>
        <p:grpSpPr>
          <a:xfrm>
            <a:off x="4581514" y="252516"/>
            <a:ext cx="2357465" cy="503630"/>
            <a:chOff x="4076173" y="1237248"/>
            <a:chExt cx="2357465" cy="503630"/>
          </a:xfrm>
        </p:grpSpPr>
        <p:sp>
          <p:nvSpPr>
            <p:cNvPr id="5" name="TextBox 15">
              <a:extLst>
                <a:ext uri="{FF2B5EF4-FFF2-40B4-BE49-F238E27FC236}">
                  <a16:creationId xmlns:a16="http://schemas.microsoft.com/office/drawing/2014/main" id="{8F4E144C-6012-7775-F7C6-E63AC7C5E5C0}"/>
                </a:ext>
              </a:extLst>
            </p:cNvPr>
            <p:cNvSpPr txBox="1"/>
            <p:nvPr/>
          </p:nvSpPr>
          <p:spPr>
            <a:xfrm>
              <a:off x="4076173" y="1340768"/>
              <a:ext cx="223224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HK" sz="2000" b="1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Calligraphy" panose="03010101010101010101" pitchFamily="66" charset="0"/>
                </a:rPr>
                <a:t>Change factor</a:t>
              </a:r>
              <a:endParaRPr lang="zh-TW" altLang="en-US" sz="2000" b="1">
                <a:solidFill>
                  <a:srgbClr val="00B0F0"/>
                </a:solidFill>
                <a:latin typeface="Lucida Handwriting" panose="03010101010101010101" pitchFamily="66" charset="0"/>
              </a:endParaRPr>
            </a:p>
          </p:txBody>
        </p:sp>
        <p:sp>
          <p:nvSpPr>
            <p:cNvPr id="6" name="文字方塊 5">
              <a:extLst>
                <a:ext uri="{FF2B5EF4-FFF2-40B4-BE49-F238E27FC236}">
                  <a16:creationId xmlns:a16="http://schemas.microsoft.com/office/drawing/2014/main" id="{84E7C810-5C7C-6E00-22E6-AC527F5EFE7F}"/>
                </a:ext>
              </a:extLst>
            </p:cNvPr>
            <p:cNvSpPr txBox="1"/>
            <p:nvPr/>
          </p:nvSpPr>
          <p:spPr>
            <a:xfrm>
              <a:off x="6061588" y="1237248"/>
              <a:ext cx="3720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1400" b="1">
                  <a:ln>
                    <a:solidFill>
                      <a:schemeClr val="tx1"/>
                    </a:solidFill>
                  </a:ln>
                  <a:solidFill>
                    <a:schemeClr val="accent6">
                      <a:lumMod val="60000"/>
                      <a:lumOff val="40000"/>
                    </a:schemeClr>
                  </a:solidFill>
                  <a:latin typeface="Lucida Calligraphy" panose="03010101010101010101" pitchFamily="66" charset="0"/>
                </a:rPr>
                <a:t>n</a:t>
              </a:r>
              <a:endParaRPr lang="en-HK" altLang="zh-HK" sz="1400" b="1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endParaRPr>
            </a:p>
          </p:txBody>
        </p:sp>
      </p:grpSp>
      <p:sp>
        <p:nvSpPr>
          <p:cNvPr id="7" name="TextBox 15">
            <a:extLst>
              <a:ext uri="{FF2B5EF4-FFF2-40B4-BE49-F238E27FC236}">
                <a16:creationId xmlns:a16="http://schemas.microsoft.com/office/drawing/2014/main" id="{F7EB91B4-C679-A423-F572-707E38C4E6FE}"/>
              </a:ext>
            </a:extLst>
          </p:cNvPr>
          <p:cNvSpPr txBox="1"/>
          <p:nvPr/>
        </p:nvSpPr>
        <p:spPr>
          <a:xfrm>
            <a:off x="369435" y="974283"/>
            <a:ext cx="16561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Example</a:t>
            </a:r>
            <a:endParaRPr lang="zh-TW" altLang="en-US" sz="2000" b="1">
              <a:latin typeface="Lucida Handwriting" panose="03010101010101010101" pitchFamily="66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FD02DBF-1C92-10A9-5B40-728B213F1FE6}"/>
              </a:ext>
            </a:extLst>
          </p:cNvPr>
          <p:cNvSpPr txBox="1"/>
          <p:nvPr/>
        </p:nvSpPr>
        <p:spPr>
          <a:xfrm>
            <a:off x="2986385" y="974283"/>
            <a:ext cx="3891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x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E5EF429C-CCB5-85C9-DC1A-E041F50D75F1}"/>
                  </a:ext>
                </a:extLst>
              </p:cNvPr>
              <p:cNvSpPr txBox="1"/>
              <p:nvPr/>
            </p:nvSpPr>
            <p:spPr>
              <a:xfrm>
                <a:off x="5193582" y="974283"/>
                <a:ext cx="100811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HK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00B0F0"/>
                    </a:solidFill>
                    <a:latin typeface="Lucida Handwriting" panose="03010101010101010101" pitchFamily="66" charset="0"/>
                  </a:rPr>
                  <a:t>10%</a:t>
                </a:r>
              </a:p>
            </p:txBody>
          </p:sp>
        </mc:Choice>
        <mc:Fallback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E5EF429C-CCB5-85C9-DC1A-E041F50D75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3582" y="974283"/>
                <a:ext cx="1008112" cy="40011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字方塊 9">
            <a:extLst>
              <a:ext uri="{FF2B5EF4-FFF2-40B4-BE49-F238E27FC236}">
                <a16:creationId xmlns:a16="http://schemas.microsoft.com/office/drawing/2014/main" id="{BF32CE44-0448-870D-6447-A09A7D1CD0FE}"/>
              </a:ext>
            </a:extLst>
          </p:cNvPr>
          <p:cNvSpPr txBox="1"/>
          <p:nvPr/>
        </p:nvSpPr>
        <p:spPr>
          <a:xfrm>
            <a:off x="7886096" y="974283"/>
            <a:ext cx="10244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9680</a:t>
            </a:r>
            <a:endParaRPr lang="en-HK" altLang="zh-HK" sz="2000" b="1">
              <a:ln>
                <a:solidFill>
                  <a:schemeClr val="tx1"/>
                </a:solidFill>
              </a:ln>
              <a:solidFill>
                <a:srgbClr val="FFFF00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11" name="TextBox 15">
            <a:extLst>
              <a:ext uri="{FF2B5EF4-FFF2-40B4-BE49-F238E27FC236}">
                <a16:creationId xmlns:a16="http://schemas.microsoft.com/office/drawing/2014/main" id="{2B42CFF7-DBC3-A2CC-F48C-29F4E8F6823F}"/>
              </a:ext>
            </a:extLst>
          </p:cNvPr>
          <p:cNvSpPr txBox="1"/>
          <p:nvPr/>
        </p:nvSpPr>
        <p:spPr>
          <a:xfrm>
            <a:off x="1011834" y="1476652"/>
            <a:ext cx="30243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Value change 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Calligraphy" panose="03010101010101010101" pitchFamily="66" charset="0"/>
              </a:rPr>
              <a:t>yearly</a:t>
            </a:r>
            <a:endParaRPr lang="zh-TW" altLang="en-US" sz="2000" b="1">
              <a:solidFill>
                <a:srgbClr val="FF7C8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5">
                <a:extLst>
                  <a:ext uri="{FF2B5EF4-FFF2-40B4-BE49-F238E27FC236}">
                    <a16:creationId xmlns:a16="http://schemas.microsoft.com/office/drawing/2014/main" id="{444E3B4B-8AF4-6A40-DD80-B96A303D397A}"/>
                  </a:ext>
                </a:extLst>
              </p:cNvPr>
              <p:cNvSpPr txBox="1"/>
              <p:nvPr/>
            </p:nvSpPr>
            <p:spPr>
              <a:xfrm>
                <a:off x="1014937" y="1948770"/>
                <a:ext cx="482710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HK" sz="20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Starting time</a:t>
                </a:r>
                <a14:m>
                  <m:oMath xmlns:m="http://schemas.openxmlformats.org/officeDocument/2006/math">
                    <m: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altLang="zh-HK" sz="2000" b="1" i="1" dirty="0" smtClean="0">
                        <a:ln>
                          <a:solidFill>
                            <a:schemeClr val="tx1"/>
                          </a:solidFill>
                        </a:ln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altLang="zh-HK" sz="20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 </a:t>
                </a:r>
                <a:r>
                  <a:rPr lang="en-US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Lucida Calligraphy" panose="03010101010101010101" pitchFamily="66" charset="0"/>
                  </a:rPr>
                  <a:t>Beginning of </a:t>
                </a:r>
                <a:r>
                  <a:rPr lang="en-US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Lucida Handwriting" panose="03010101010101010101" pitchFamily="66" charset="0"/>
                  </a:rPr>
                  <a:t>2021</a:t>
                </a:r>
                <a:endParaRPr lang="zh-TW" altLang="en-US" sz="2000" b="1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2" name="TextBox 15">
                <a:extLst>
                  <a:ext uri="{FF2B5EF4-FFF2-40B4-BE49-F238E27FC236}">
                    <a16:creationId xmlns:a16="http://schemas.microsoft.com/office/drawing/2014/main" id="{444E3B4B-8AF4-6A40-DD80-B96A303D39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4937" y="1948770"/>
                <a:ext cx="4827105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5">
                <a:extLst>
                  <a:ext uri="{FF2B5EF4-FFF2-40B4-BE49-F238E27FC236}">
                    <a16:creationId xmlns:a16="http://schemas.microsoft.com/office/drawing/2014/main" id="{97687518-11C1-1377-4960-386EADC1B25E}"/>
                  </a:ext>
                </a:extLst>
              </p:cNvPr>
              <p:cNvSpPr txBox="1"/>
              <p:nvPr/>
            </p:nvSpPr>
            <p:spPr>
              <a:xfrm>
                <a:off x="767408" y="2420888"/>
                <a:ext cx="482710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HK" sz="20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Ending time</a:t>
                </a:r>
                <a14:m>
                  <m:oMath xmlns:m="http://schemas.openxmlformats.org/officeDocument/2006/math">
                    <m: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altLang="zh-HK" sz="2000" b="1" i="1" dirty="0" smtClean="0">
                        <a:ln>
                          <a:solidFill>
                            <a:schemeClr val="tx1"/>
                          </a:solidFill>
                        </a:ln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altLang="zh-HK" sz="20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 </a:t>
                </a:r>
                <a:r>
                  <a:rPr lang="en-US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Lucida Calligraphy" panose="03010101010101010101" pitchFamily="66" charset="0"/>
                  </a:rPr>
                  <a:t>The end of </a:t>
                </a:r>
                <a:r>
                  <a:rPr lang="en-US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Lucida Handwriting" panose="03010101010101010101" pitchFamily="66" charset="0"/>
                  </a:rPr>
                  <a:t>2022</a:t>
                </a:r>
                <a:endParaRPr lang="zh-TW" altLang="en-US" sz="2000" b="1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3" name="TextBox 15">
                <a:extLst>
                  <a:ext uri="{FF2B5EF4-FFF2-40B4-BE49-F238E27FC236}">
                    <a16:creationId xmlns:a16="http://schemas.microsoft.com/office/drawing/2014/main" id="{97687518-11C1-1377-4960-386EADC1B2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408" y="2420888"/>
                <a:ext cx="4827105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43B1A7F1-9F6C-9A9B-6AE4-C6A3030D2A19}"/>
              </a:ext>
            </a:extLst>
          </p:cNvPr>
          <p:cNvCxnSpPr>
            <a:cxnSpLocks/>
          </p:cNvCxnSpPr>
          <p:nvPr/>
        </p:nvCxnSpPr>
        <p:spPr>
          <a:xfrm>
            <a:off x="5964269" y="2420888"/>
            <a:ext cx="763659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6099316C-430B-2152-0205-323DD6E48CAC}"/>
              </a:ext>
            </a:extLst>
          </p:cNvPr>
          <p:cNvSpPr txBox="1"/>
          <p:nvPr/>
        </p:nvSpPr>
        <p:spPr>
          <a:xfrm>
            <a:off x="6880510" y="2225378"/>
            <a:ext cx="4343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370B5D5B-5F07-CF5A-B581-A0FA7EFFF819}"/>
                  </a:ext>
                </a:extLst>
              </p:cNvPr>
              <p:cNvSpPr txBox="1"/>
              <p:nvPr/>
            </p:nvSpPr>
            <p:spPr>
              <a:xfrm>
                <a:off x="7161226" y="221013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370B5D5B-5F07-CF5A-B581-A0FA7EFFF8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1226" y="2210134"/>
                <a:ext cx="295688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文字方塊 16">
            <a:extLst>
              <a:ext uri="{FF2B5EF4-FFF2-40B4-BE49-F238E27FC236}">
                <a16:creationId xmlns:a16="http://schemas.microsoft.com/office/drawing/2014/main" id="{31441CE5-A108-3D46-D33B-EB3BD6FE0B89}"/>
              </a:ext>
            </a:extLst>
          </p:cNvPr>
          <p:cNvSpPr txBox="1"/>
          <p:nvPr/>
        </p:nvSpPr>
        <p:spPr>
          <a:xfrm>
            <a:off x="7415948" y="2225378"/>
            <a:ext cx="3592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rPr>
              <a:t>2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52D460B7-4EE3-D18B-547A-10EADFA725FC}"/>
              </a:ext>
            </a:extLst>
          </p:cNvPr>
          <p:cNvSpPr txBox="1"/>
          <p:nvPr/>
        </p:nvSpPr>
        <p:spPr>
          <a:xfrm>
            <a:off x="1127448" y="3067289"/>
            <a:ext cx="3891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x</a:t>
            </a:r>
          </a:p>
        </p:txBody>
      </p:sp>
      <p:grpSp>
        <p:nvGrpSpPr>
          <p:cNvPr id="21" name="群組 20">
            <a:extLst>
              <a:ext uri="{FF2B5EF4-FFF2-40B4-BE49-F238E27FC236}">
                <a16:creationId xmlns:a16="http://schemas.microsoft.com/office/drawing/2014/main" id="{3D728720-4F2F-7F60-7569-E2D30F3F80A4}"/>
              </a:ext>
            </a:extLst>
          </p:cNvPr>
          <p:cNvGrpSpPr/>
          <p:nvPr/>
        </p:nvGrpSpPr>
        <p:grpSpPr>
          <a:xfrm>
            <a:off x="1322023" y="3069386"/>
            <a:ext cx="1468501" cy="409011"/>
            <a:chOff x="1498603" y="1408278"/>
            <a:chExt cx="1468501" cy="409011"/>
          </a:xfrm>
        </p:grpSpPr>
        <p:sp>
          <p:nvSpPr>
            <p:cNvPr id="22" name="文字方塊 21">
              <a:extLst>
                <a:ext uri="{FF2B5EF4-FFF2-40B4-BE49-F238E27FC236}">
                  <a16:creationId xmlns:a16="http://schemas.microsoft.com/office/drawing/2014/main" id="{D033FF50-CFD4-E66B-F3A8-E4DA489C65FE}"/>
                </a:ext>
              </a:extLst>
            </p:cNvPr>
            <p:cNvSpPr txBox="1"/>
            <p:nvPr/>
          </p:nvSpPr>
          <p:spPr>
            <a:xfrm>
              <a:off x="1498603" y="1417179"/>
              <a:ext cx="45717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000" b="1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23" name="文字方塊 22">
              <a:extLst>
                <a:ext uri="{FF2B5EF4-FFF2-40B4-BE49-F238E27FC236}">
                  <a16:creationId xmlns:a16="http://schemas.microsoft.com/office/drawing/2014/main" id="{64D5B22A-0A14-3452-3A20-708F4516C624}"/>
                </a:ext>
              </a:extLst>
            </p:cNvPr>
            <p:cNvSpPr txBox="1"/>
            <p:nvPr/>
          </p:nvSpPr>
          <p:spPr>
            <a:xfrm>
              <a:off x="2008473" y="1417179"/>
              <a:ext cx="95863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Handwriting" panose="03010101010101010101" pitchFamily="66" charset="0"/>
                </a:rPr>
                <a:t>10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%</a:t>
              </a:r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文字方塊 23">
                  <a:extLst>
                    <a:ext uri="{FF2B5EF4-FFF2-40B4-BE49-F238E27FC236}">
                      <a16:creationId xmlns:a16="http://schemas.microsoft.com/office/drawing/2014/main" id="{5B97D10C-5841-3A5F-0F97-5C0DB4CB9C86}"/>
                    </a:ext>
                  </a:extLst>
                </p:cNvPr>
                <p:cNvSpPr txBox="1"/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24" name="文字方塊 23">
                  <a:extLst>
                    <a:ext uri="{FF2B5EF4-FFF2-40B4-BE49-F238E27FC236}">
                      <a16:creationId xmlns:a16="http://schemas.microsoft.com/office/drawing/2014/main" id="{5B97D10C-5841-3A5F-0F97-5C0DB4CB9C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BDC86BE9-8789-435E-A0C7-477CF63E9259}"/>
              </a:ext>
            </a:extLst>
          </p:cNvPr>
          <p:cNvSpPr txBox="1"/>
          <p:nvPr/>
        </p:nvSpPr>
        <p:spPr>
          <a:xfrm>
            <a:off x="2463475" y="2919948"/>
            <a:ext cx="3270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1400" b="1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rPr>
              <a:t>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31FDD2FC-9CEC-E221-2FBA-163BA2DC4024}"/>
                  </a:ext>
                </a:extLst>
              </p:cNvPr>
              <p:cNvSpPr txBox="1"/>
              <p:nvPr/>
            </p:nvSpPr>
            <p:spPr>
              <a:xfrm>
                <a:off x="2578232" y="306728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31FDD2FC-9CEC-E221-2FBA-163BA2DC40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8232" y="3067289"/>
                <a:ext cx="295688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文字方塊 26">
            <a:extLst>
              <a:ext uri="{FF2B5EF4-FFF2-40B4-BE49-F238E27FC236}">
                <a16:creationId xmlns:a16="http://schemas.microsoft.com/office/drawing/2014/main" id="{F37C017D-2E18-046C-B6B9-B6648485C24E}"/>
              </a:ext>
            </a:extLst>
          </p:cNvPr>
          <p:cNvSpPr txBox="1"/>
          <p:nvPr/>
        </p:nvSpPr>
        <p:spPr>
          <a:xfrm>
            <a:off x="2843218" y="3067289"/>
            <a:ext cx="958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9680</a:t>
            </a: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80963215-549D-D0CB-0B01-469E63F2406E}"/>
              </a:ext>
            </a:extLst>
          </p:cNvPr>
          <p:cNvSpPr txBox="1"/>
          <p:nvPr/>
        </p:nvSpPr>
        <p:spPr>
          <a:xfrm>
            <a:off x="1553922" y="3545019"/>
            <a:ext cx="3891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x</a:t>
            </a:r>
          </a:p>
        </p:txBody>
      </p:sp>
      <p:grpSp>
        <p:nvGrpSpPr>
          <p:cNvPr id="29" name="群組 28">
            <a:extLst>
              <a:ext uri="{FF2B5EF4-FFF2-40B4-BE49-F238E27FC236}">
                <a16:creationId xmlns:a16="http://schemas.microsoft.com/office/drawing/2014/main" id="{5A50A232-93E2-E7C0-2241-553CA2C11290}"/>
              </a:ext>
            </a:extLst>
          </p:cNvPr>
          <p:cNvGrpSpPr/>
          <p:nvPr/>
        </p:nvGrpSpPr>
        <p:grpSpPr>
          <a:xfrm>
            <a:off x="1748497" y="3545019"/>
            <a:ext cx="815459" cy="400110"/>
            <a:chOff x="1377671" y="1369717"/>
            <a:chExt cx="815459" cy="400110"/>
          </a:xfrm>
        </p:grpSpPr>
        <p:sp>
          <p:nvSpPr>
            <p:cNvPr id="30" name="文字方塊 29">
              <a:extLst>
                <a:ext uri="{FF2B5EF4-FFF2-40B4-BE49-F238E27FC236}">
                  <a16:creationId xmlns:a16="http://schemas.microsoft.com/office/drawing/2014/main" id="{53E18FC5-B870-AD27-A203-3F87B26167A1}"/>
                </a:ext>
              </a:extLst>
            </p:cNvPr>
            <p:cNvSpPr txBox="1"/>
            <p:nvPr/>
          </p:nvSpPr>
          <p:spPr>
            <a:xfrm>
              <a:off x="1377671" y="1369717"/>
              <a:ext cx="2744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</a:p>
          </p:txBody>
        </p:sp>
        <p:sp>
          <p:nvSpPr>
            <p:cNvPr id="31" name="文字方塊 30">
              <a:extLst>
                <a:ext uri="{FF2B5EF4-FFF2-40B4-BE49-F238E27FC236}">
                  <a16:creationId xmlns:a16="http://schemas.microsoft.com/office/drawing/2014/main" id="{95594B4C-0512-9C4B-1FD6-33E5E76A1583}"/>
                </a:ext>
              </a:extLst>
            </p:cNvPr>
            <p:cNvSpPr txBox="1"/>
            <p:nvPr/>
          </p:nvSpPr>
          <p:spPr>
            <a:xfrm>
              <a:off x="1487488" y="1369717"/>
              <a:ext cx="70564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1.1</a:t>
              </a:r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</p:grp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C59608B7-1633-B8B7-11FC-3B9370CAC765}"/>
              </a:ext>
            </a:extLst>
          </p:cNvPr>
          <p:cNvSpPr txBox="1"/>
          <p:nvPr/>
        </p:nvSpPr>
        <p:spPr>
          <a:xfrm>
            <a:off x="2387230" y="3400031"/>
            <a:ext cx="3270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1400" b="1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rPr>
              <a:t>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F300176A-4B4A-6F2D-D178-AC972309601E}"/>
                  </a:ext>
                </a:extLst>
              </p:cNvPr>
              <p:cNvSpPr txBox="1"/>
              <p:nvPr/>
            </p:nvSpPr>
            <p:spPr>
              <a:xfrm>
                <a:off x="2578232" y="354150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F300176A-4B4A-6F2D-D178-AC97230960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8232" y="3541504"/>
                <a:ext cx="295688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文字方塊 33">
            <a:extLst>
              <a:ext uri="{FF2B5EF4-FFF2-40B4-BE49-F238E27FC236}">
                <a16:creationId xmlns:a16="http://schemas.microsoft.com/office/drawing/2014/main" id="{59F02C5C-E58F-7792-04CE-2D202557578F}"/>
              </a:ext>
            </a:extLst>
          </p:cNvPr>
          <p:cNvSpPr txBox="1"/>
          <p:nvPr/>
        </p:nvSpPr>
        <p:spPr>
          <a:xfrm>
            <a:off x="2843218" y="3541504"/>
            <a:ext cx="958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9680</a:t>
            </a:r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8668A0C9-D95E-67B9-1DDE-3D737EEF5E78}"/>
              </a:ext>
            </a:extLst>
          </p:cNvPr>
          <p:cNvSpPr txBox="1"/>
          <p:nvPr/>
        </p:nvSpPr>
        <p:spPr>
          <a:xfrm>
            <a:off x="2232173" y="3941614"/>
            <a:ext cx="3891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x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03D8E576-4ABE-3999-16FD-FB886EDC2132}"/>
                  </a:ext>
                </a:extLst>
              </p:cNvPr>
              <p:cNvSpPr txBox="1"/>
              <p:nvPr/>
            </p:nvSpPr>
            <p:spPr>
              <a:xfrm>
                <a:off x="2578232" y="393809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03D8E576-4ABE-3999-16FD-FB886EDC21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8232" y="3938099"/>
                <a:ext cx="295688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文字方塊 36">
            <a:extLst>
              <a:ext uri="{FF2B5EF4-FFF2-40B4-BE49-F238E27FC236}">
                <a16:creationId xmlns:a16="http://schemas.microsoft.com/office/drawing/2014/main" id="{AFE3159A-7149-8972-0C50-71867CBCE28E}"/>
              </a:ext>
            </a:extLst>
          </p:cNvPr>
          <p:cNvSpPr txBox="1"/>
          <p:nvPr/>
        </p:nvSpPr>
        <p:spPr>
          <a:xfrm>
            <a:off x="2859152" y="3941614"/>
            <a:ext cx="958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8000</a:t>
            </a:r>
          </a:p>
        </p:txBody>
      </p:sp>
      <p:sp>
        <p:nvSpPr>
          <p:cNvPr id="38" name="TextBox 15">
            <a:extLst>
              <a:ext uri="{FF2B5EF4-FFF2-40B4-BE49-F238E27FC236}">
                <a16:creationId xmlns:a16="http://schemas.microsoft.com/office/drawing/2014/main" id="{CE446F95-0C1E-720E-2483-F0C21284245A}"/>
              </a:ext>
            </a:extLst>
          </p:cNvPr>
          <p:cNvSpPr txBox="1"/>
          <p:nvPr/>
        </p:nvSpPr>
        <p:spPr>
          <a:xfrm>
            <a:off x="369435" y="4435987"/>
            <a:ext cx="34781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The 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Old value 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is </a:t>
            </a:r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8000</a:t>
            </a:r>
            <a:r>
              <a:rPr lang="en-HK" altLang="zh-HK" sz="20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2609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5" grpId="0"/>
      <p:bldP spid="16" grpId="0"/>
      <p:bldP spid="17" grpId="0"/>
      <p:bldP spid="20" grpId="0"/>
      <p:bldP spid="25" grpId="0"/>
      <p:bldP spid="26" grpId="0"/>
      <p:bldP spid="27" grpId="0"/>
      <p:bldP spid="28" grpId="0"/>
      <p:bldP spid="32" grpId="0"/>
      <p:bldP spid="33" grpId="0"/>
      <p:bldP spid="34" grpId="0"/>
      <p:bldP spid="35" grpId="0"/>
      <p:bldP spid="36" grpId="0"/>
      <p:bldP spid="37" grpId="0"/>
      <p:bldP spid="3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147C908-D4FC-7DA5-E859-C189B50AF84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1806"/>
          <a:stretch>
            <a:fillRect/>
          </a:stretch>
        </p:blipFill>
        <p:spPr>
          <a:xfrm>
            <a:off x="435167" y="276265"/>
            <a:ext cx="11321665" cy="784050"/>
          </a:xfrm>
          <a:prstGeom prst="rect">
            <a:avLst/>
          </a:prstGeom>
        </p:spPr>
      </p:pic>
      <p:sp>
        <p:nvSpPr>
          <p:cNvPr id="5" name="文字方塊 5">
            <a:extLst>
              <a:ext uri="{FF2B5EF4-FFF2-40B4-BE49-F238E27FC236}">
                <a16:creationId xmlns:a16="http://schemas.microsoft.com/office/drawing/2014/main" id="{BB397266-688C-C5B2-18EF-F89F654115E0}"/>
              </a:ext>
            </a:extLst>
          </p:cNvPr>
          <p:cNvSpPr txBox="1"/>
          <p:nvPr/>
        </p:nvSpPr>
        <p:spPr>
          <a:xfrm>
            <a:off x="1243519" y="1298371"/>
            <a:ext cx="43012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Calligraphy" panose="03010101010101010101" pitchFamily="66" charset="0"/>
              </a:rPr>
              <a:t>Amount of rainfall in </a:t>
            </a:r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Handwriting" panose="03010101010101010101" pitchFamily="66" charset="0"/>
              </a:rPr>
              <a:t>2012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筆跡 8">
                <a:extLst>
                  <a:ext uri="{FF2B5EF4-FFF2-40B4-BE49-F238E27FC236}">
                    <a16:creationId xmlns:a16="http://schemas.microsoft.com/office/drawing/2014/main" id="{F7D2AAFE-8BDE-E79C-F73A-C33A332AA0B2}"/>
                  </a:ext>
                </a:extLst>
              </p14:cNvPr>
              <p14:cNvContentPartPr/>
              <p14:nvPr/>
            </p14:nvContentPartPr>
            <p14:xfrm>
              <a:off x="4747098" y="568096"/>
              <a:ext cx="1780161" cy="45719"/>
            </p14:xfrm>
          </p:contentPart>
        </mc:Choice>
        <mc:Fallback>
          <p:pic>
            <p:nvPicPr>
              <p:cNvPr id="6" name="筆跡 8">
                <a:extLst>
                  <a:ext uri="{FF2B5EF4-FFF2-40B4-BE49-F238E27FC236}">
                    <a16:creationId xmlns:a16="http://schemas.microsoft.com/office/drawing/2014/main" id="{F7D2AAFE-8BDE-E79C-F73A-C33A332AA0B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693055" y="-13147604"/>
                <a:ext cx="1887886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7" name="筆跡 8">
                <a:extLst>
                  <a:ext uri="{FF2B5EF4-FFF2-40B4-BE49-F238E27FC236}">
                    <a16:creationId xmlns:a16="http://schemas.microsoft.com/office/drawing/2014/main" id="{DAC3D54B-5CE4-CDD3-9244-DDB3CB6A6604}"/>
                  </a:ext>
                </a:extLst>
              </p14:cNvPr>
              <p14:cNvContentPartPr/>
              <p14:nvPr/>
            </p14:nvContentPartPr>
            <p14:xfrm>
              <a:off x="10269166" y="522377"/>
              <a:ext cx="1238655" cy="45719"/>
            </p14:xfrm>
          </p:contentPart>
        </mc:Choice>
        <mc:Fallback>
          <p:pic>
            <p:nvPicPr>
              <p:cNvPr id="7" name="筆跡 8">
                <a:extLst>
                  <a:ext uri="{FF2B5EF4-FFF2-40B4-BE49-F238E27FC236}">
                    <a16:creationId xmlns:a16="http://schemas.microsoft.com/office/drawing/2014/main" id="{DAC3D54B-5CE4-CDD3-9244-DDB3CB6A660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215123" y="-13193323"/>
                <a:ext cx="1346380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8" name="筆跡 8">
                <a:extLst>
                  <a:ext uri="{FF2B5EF4-FFF2-40B4-BE49-F238E27FC236}">
                    <a16:creationId xmlns:a16="http://schemas.microsoft.com/office/drawing/2014/main" id="{57E107B9-B1B8-92CC-5647-25E112848B23}"/>
                  </a:ext>
                </a:extLst>
              </p14:cNvPr>
              <p14:cNvContentPartPr/>
              <p14:nvPr/>
            </p14:nvContentPartPr>
            <p14:xfrm>
              <a:off x="979252" y="864486"/>
              <a:ext cx="528535" cy="45719"/>
            </p14:xfrm>
          </p:contentPart>
        </mc:Choice>
        <mc:Fallback>
          <p:pic>
            <p:nvPicPr>
              <p:cNvPr id="8" name="筆跡 8">
                <a:extLst>
                  <a:ext uri="{FF2B5EF4-FFF2-40B4-BE49-F238E27FC236}">
                    <a16:creationId xmlns:a16="http://schemas.microsoft.com/office/drawing/2014/main" id="{57E107B9-B1B8-92CC-5647-25E112848B2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25246" y="-12851214"/>
                <a:ext cx="636186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9" name="筆跡 8">
                <a:extLst>
                  <a:ext uri="{FF2B5EF4-FFF2-40B4-BE49-F238E27FC236}">
                    <a16:creationId xmlns:a16="http://schemas.microsoft.com/office/drawing/2014/main" id="{B5405BC9-F72C-D909-E5C4-48127DF1ABF4}"/>
                  </a:ext>
                </a:extLst>
              </p14:cNvPr>
              <p14:cNvContentPartPr/>
              <p14:nvPr/>
            </p14:nvContentPartPr>
            <p14:xfrm>
              <a:off x="3648993" y="905646"/>
              <a:ext cx="1555305" cy="45719"/>
            </p14:xfrm>
          </p:contentPart>
        </mc:Choice>
        <mc:Fallback>
          <p:pic>
            <p:nvPicPr>
              <p:cNvPr id="9" name="筆跡 8">
                <a:extLst>
                  <a:ext uri="{FF2B5EF4-FFF2-40B4-BE49-F238E27FC236}">
                    <a16:creationId xmlns:a16="http://schemas.microsoft.com/office/drawing/2014/main" id="{B5405BC9-F72C-D909-E5C4-48127DF1ABF4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594952" y="-12810054"/>
                <a:ext cx="1663027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0" name="筆跡 28">
                <a:extLst>
                  <a:ext uri="{FF2B5EF4-FFF2-40B4-BE49-F238E27FC236}">
                    <a16:creationId xmlns:a16="http://schemas.microsoft.com/office/drawing/2014/main" id="{7920E311-45FA-09AD-8CC8-97D582A7F87F}"/>
                  </a:ext>
                </a:extLst>
              </p14:cNvPr>
              <p14:cNvContentPartPr/>
              <p14:nvPr/>
            </p14:nvContentPartPr>
            <p14:xfrm>
              <a:off x="6342434" y="905645"/>
              <a:ext cx="2531709" cy="45719"/>
            </p14:xfrm>
          </p:contentPart>
        </mc:Choice>
        <mc:Fallback>
          <p:pic>
            <p:nvPicPr>
              <p:cNvPr id="10" name="筆跡 28">
                <a:extLst>
                  <a:ext uri="{FF2B5EF4-FFF2-40B4-BE49-F238E27FC236}">
                    <a16:creationId xmlns:a16="http://schemas.microsoft.com/office/drawing/2014/main" id="{7920E311-45FA-09AD-8CC8-97D582A7F87F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288407" y="-12810055"/>
                <a:ext cx="2639403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字方塊 55">
                <a:extLst>
                  <a:ext uri="{FF2B5EF4-FFF2-40B4-BE49-F238E27FC236}">
                    <a16:creationId xmlns:a16="http://schemas.microsoft.com/office/drawing/2014/main" id="{4D85B5EA-9526-1D20-846B-BB26BB909037}"/>
                  </a:ext>
                </a:extLst>
              </p:cNvPr>
              <p:cNvSpPr txBox="1"/>
              <p:nvPr/>
            </p:nvSpPr>
            <p:spPr>
              <a:xfrm>
                <a:off x="996990" y="205328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1" name="文字方塊 55">
                <a:extLst>
                  <a:ext uri="{FF2B5EF4-FFF2-40B4-BE49-F238E27FC236}">
                    <a16:creationId xmlns:a16="http://schemas.microsoft.com/office/drawing/2014/main" id="{4D85B5EA-9526-1D20-846B-BB26BB9090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990" y="2053282"/>
                <a:ext cx="295688" cy="4001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文字方塊 56">
            <a:extLst>
              <a:ext uri="{FF2B5EF4-FFF2-40B4-BE49-F238E27FC236}">
                <a16:creationId xmlns:a16="http://schemas.microsoft.com/office/drawing/2014/main" id="{2165E786-8B64-6341-8A08-0DB0F306535F}"/>
              </a:ext>
            </a:extLst>
          </p:cNvPr>
          <p:cNvSpPr txBox="1"/>
          <p:nvPr/>
        </p:nvSpPr>
        <p:spPr>
          <a:xfrm>
            <a:off x="1303236" y="2067098"/>
            <a:ext cx="9586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2200</a:t>
            </a:r>
            <a:endParaRPr lang="en-HK" altLang="zh-HK" sz="2000" b="1">
              <a:ln>
                <a:solidFill>
                  <a:schemeClr val="tx1"/>
                </a:solidFill>
              </a:ln>
              <a:solidFill>
                <a:srgbClr val="FFFF0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字方塊 57">
                <a:extLst>
                  <a:ext uri="{FF2B5EF4-FFF2-40B4-BE49-F238E27FC236}">
                    <a16:creationId xmlns:a16="http://schemas.microsoft.com/office/drawing/2014/main" id="{8E3B4D37-FB24-BD26-4433-00ECF7F0EFAE}"/>
                  </a:ext>
                </a:extLst>
              </p:cNvPr>
              <p:cNvSpPr txBox="1"/>
              <p:nvPr/>
            </p:nvSpPr>
            <p:spPr>
              <a:xfrm>
                <a:off x="2123372" y="207599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3" name="文字方塊 57">
                <a:extLst>
                  <a:ext uri="{FF2B5EF4-FFF2-40B4-BE49-F238E27FC236}">
                    <a16:creationId xmlns:a16="http://schemas.microsoft.com/office/drawing/2014/main" id="{8E3B4D37-FB24-BD26-4433-00ECF7F0EF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372" y="2075999"/>
                <a:ext cx="295688" cy="4001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群組 58">
            <a:extLst>
              <a:ext uri="{FF2B5EF4-FFF2-40B4-BE49-F238E27FC236}">
                <a16:creationId xmlns:a16="http://schemas.microsoft.com/office/drawing/2014/main" id="{6BFDE44D-EA55-C8A3-7485-4E97F00F123D}"/>
              </a:ext>
            </a:extLst>
          </p:cNvPr>
          <p:cNvGrpSpPr/>
          <p:nvPr/>
        </p:nvGrpSpPr>
        <p:grpSpPr>
          <a:xfrm>
            <a:off x="2362885" y="2067098"/>
            <a:ext cx="1468501" cy="409011"/>
            <a:chOff x="1498603" y="1408278"/>
            <a:chExt cx="1468501" cy="409011"/>
          </a:xfrm>
        </p:grpSpPr>
        <p:sp>
          <p:nvSpPr>
            <p:cNvPr id="15" name="文字方塊 59">
              <a:extLst>
                <a:ext uri="{FF2B5EF4-FFF2-40B4-BE49-F238E27FC236}">
                  <a16:creationId xmlns:a16="http://schemas.microsoft.com/office/drawing/2014/main" id="{31AE1533-1A57-42AC-4B31-1FA0C8ABAF38}"/>
                </a:ext>
              </a:extLst>
            </p:cNvPr>
            <p:cNvSpPr txBox="1"/>
            <p:nvPr/>
          </p:nvSpPr>
          <p:spPr>
            <a:xfrm>
              <a:off x="1498603" y="1417179"/>
              <a:ext cx="45717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000" b="1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16" name="文字方塊 60">
              <a:extLst>
                <a:ext uri="{FF2B5EF4-FFF2-40B4-BE49-F238E27FC236}">
                  <a16:creationId xmlns:a16="http://schemas.microsoft.com/office/drawing/2014/main" id="{FDBFB6B6-F237-F4F1-EF92-103B94F3775A}"/>
                </a:ext>
              </a:extLst>
            </p:cNvPr>
            <p:cNvSpPr txBox="1"/>
            <p:nvPr/>
          </p:nvSpPr>
          <p:spPr>
            <a:xfrm>
              <a:off x="2008473" y="1417179"/>
              <a:ext cx="95863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92D050"/>
                  </a:solidFill>
                  <a:latin typeface="Lucida Handwriting" panose="03010101010101010101" pitchFamily="66" charset="0"/>
                </a:rPr>
                <a:t>18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%</a:t>
              </a:r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文字方塊 61">
                  <a:extLst>
                    <a:ext uri="{FF2B5EF4-FFF2-40B4-BE49-F238E27FC236}">
                      <a16:creationId xmlns:a16="http://schemas.microsoft.com/office/drawing/2014/main" id="{72F8EE79-A5BC-73BB-DE0B-A5F3839C0C40}"/>
                    </a:ext>
                  </a:extLst>
                </p:cNvPr>
                <p:cNvSpPr txBox="1"/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17" name="文字方塊 61">
                  <a:extLst>
                    <a:ext uri="{FF2B5EF4-FFF2-40B4-BE49-F238E27FC236}">
                      <a16:creationId xmlns:a16="http://schemas.microsoft.com/office/drawing/2014/main" id="{72F8EE79-A5BC-73BB-DE0B-A5F3839C0C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文字方塊 64">
                <a:extLst>
                  <a:ext uri="{FF2B5EF4-FFF2-40B4-BE49-F238E27FC236}">
                    <a16:creationId xmlns:a16="http://schemas.microsoft.com/office/drawing/2014/main" id="{7795DED8-6F43-A71B-ED07-EBF554CCCFC7}"/>
                  </a:ext>
                </a:extLst>
              </p:cNvPr>
              <p:cNvSpPr txBox="1"/>
              <p:nvPr/>
            </p:nvSpPr>
            <p:spPr>
              <a:xfrm>
                <a:off x="3588392" y="206709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0" name="文字方塊 64">
                <a:extLst>
                  <a:ext uri="{FF2B5EF4-FFF2-40B4-BE49-F238E27FC236}">
                    <a16:creationId xmlns:a16="http://schemas.microsoft.com/office/drawing/2014/main" id="{7795DED8-6F43-A71B-ED07-EBF554CCCF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8392" y="2067098"/>
                <a:ext cx="295688" cy="4001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群組 65">
            <a:extLst>
              <a:ext uri="{FF2B5EF4-FFF2-40B4-BE49-F238E27FC236}">
                <a16:creationId xmlns:a16="http://schemas.microsoft.com/office/drawing/2014/main" id="{E473FAC0-544A-014E-E754-B06D7F1272C7}"/>
              </a:ext>
            </a:extLst>
          </p:cNvPr>
          <p:cNvGrpSpPr/>
          <p:nvPr/>
        </p:nvGrpSpPr>
        <p:grpSpPr>
          <a:xfrm>
            <a:off x="3827905" y="2058197"/>
            <a:ext cx="1172813" cy="409011"/>
            <a:chOff x="1498603" y="1408278"/>
            <a:chExt cx="1172813" cy="409011"/>
          </a:xfrm>
        </p:grpSpPr>
        <p:sp>
          <p:nvSpPr>
            <p:cNvPr id="22" name="文字方塊 66">
              <a:extLst>
                <a:ext uri="{FF2B5EF4-FFF2-40B4-BE49-F238E27FC236}">
                  <a16:creationId xmlns:a16="http://schemas.microsoft.com/office/drawing/2014/main" id="{502B8929-97CE-B8EA-C038-8D8E0A71B9C4}"/>
                </a:ext>
              </a:extLst>
            </p:cNvPr>
            <p:cNvSpPr txBox="1"/>
            <p:nvPr/>
          </p:nvSpPr>
          <p:spPr>
            <a:xfrm>
              <a:off x="1498603" y="1417179"/>
              <a:ext cx="45717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000" b="1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23" name="文字方塊 67">
              <a:extLst>
                <a:ext uri="{FF2B5EF4-FFF2-40B4-BE49-F238E27FC236}">
                  <a16:creationId xmlns:a16="http://schemas.microsoft.com/office/drawing/2014/main" id="{C789995E-97BC-5046-941D-01232488D7D1}"/>
                </a:ext>
              </a:extLst>
            </p:cNvPr>
            <p:cNvSpPr txBox="1"/>
            <p:nvPr/>
          </p:nvSpPr>
          <p:spPr>
            <a:xfrm>
              <a:off x="2008473" y="1417179"/>
              <a:ext cx="66294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Handwriting" panose="03010101010101010101" pitchFamily="66" charset="0"/>
                </a:rPr>
                <a:t>2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%</a:t>
              </a:r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文字方塊 68">
                  <a:extLst>
                    <a:ext uri="{FF2B5EF4-FFF2-40B4-BE49-F238E27FC236}">
                      <a16:creationId xmlns:a16="http://schemas.microsoft.com/office/drawing/2014/main" id="{FE730AEC-8293-5417-BC3C-167F05C1029E}"/>
                    </a:ext>
                  </a:extLst>
                </p:cNvPr>
                <p:cNvSpPr txBox="1"/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24" name="文字方塊 68">
                  <a:extLst>
                    <a:ext uri="{FF2B5EF4-FFF2-40B4-BE49-F238E27FC236}">
                      <a16:creationId xmlns:a16="http://schemas.microsoft.com/office/drawing/2014/main" id="{FE730AEC-8293-5417-BC3C-167F05C102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CFAC114D-00D8-7776-7C55-21F4027295DF}"/>
              </a:ext>
            </a:extLst>
          </p:cNvPr>
          <p:cNvSpPr txBox="1"/>
          <p:nvPr/>
        </p:nvSpPr>
        <p:spPr>
          <a:xfrm>
            <a:off x="4924927" y="2097876"/>
            <a:ext cx="7627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sz="18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mm</a:t>
            </a:r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文字方塊 69">
                <a:extLst>
                  <a:ext uri="{FF2B5EF4-FFF2-40B4-BE49-F238E27FC236}">
                    <a16:creationId xmlns:a16="http://schemas.microsoft.com/office/drawing/2014/main" id="{CA7C8D7A-463D-643B-06BB-B1FA5A1293F9}"/>
                  </a:ext>
                </a:extLst>
              </p:cNvPr>
              <p:cNvSpPr txBox="1"/>
              <p:nvPr/>
            </p:nvSpPr>
            <p:spPr>
              <a:xfrm>
                <a:off x="1002028" y="273967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7" name="文字方塊 69">
                <a:extLst>
                  <a:ext uri="{FF2B5EF4-FFF2-40B4-BE49-F238E27FC236}">
                    <a16:creationId xmlns:a16="http://schemas.microsoft.com/office/drawing/2014/main" id="{CA7C8D7A-463D-643B-06BB-B1FA5A1293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2028" y="2739675"/>
                <a:ext cx="295688" cy="40011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文字方塊 70">
            <a:extLst>
              <a:ext uri="{FF2B5EF4-FFF2-40B4-BE49-F238E27FC236}">
                <a16:creationId xmlns:a16="http://schemas.microsoft.com/office/drawing/2014/main" id="{83BEDE7F-EF87-9BBE-469D-D55DC6305820}"/>
              </a:ext>
            </a:extLst>
          </p:cNvPr>
          <p:cNvSpPr txBox="1"/>
          <p:nvPr/>
        </p:nvSpPr>
        <p:spPr>
          <a:xfrm>
            <a:off x="1297390" y="2751579"/>
            <a:ext cx="9110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2200</a:t>
            </a:r>
            <a:endParaRPr lang="en-HK" altLang="zh-HK" sz="2000" b="1">
              <a:ln>
                <a:solidFill>
                  <a:schemeClr val="tx1"/>
                </a:solidFill>
              </a:ln>
              <a:solidFill>
                <a:srgbClr val="FFFF0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文字方塊 74">
                <a:extLst>
                  <a:ext uri="{FF2B5EF4-FFF2-40B4-BE49-F238E27FC236}">
                    <a16:creationId xmlns:a16="http://schemas.microsoft.com/office/drawing/2014/main" id="{361ADBFE-8710-2AAF-3898-53FEDCB0091C}"/>
                  </a:ext>
                </a:extLst>
              </p:cNvPr>
              <p:cNvSpPr txBox="1"/>
              <p:nvPr/>
            </p:nvSpPr>
            <p:spPr>
              <a:xfrm>
                <a:off x="2128410" y="272805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2" name="文字方塊 74">
                <a:extLst>
                  <a:ext uri="{FF2B5EF4-FFF2-40B4-BE49-F238E27FC236}">
                    <a16:creationId xmlns:a16="http://schemas.microsoft.com/office/drawing/2014/main" id="{361ADBFE-8710-2AAF-3898-53FEDCB009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8410" y="2728053"/>
                <a:ext cx="295688" cy="40011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文字方塊 76">
            <a:extLst>
              <a:ext uri="{FF2B5EF4-FFF2-40B4-BE49-F238E27FC236}">
                <a16:creationId xmlns:a16="http://schemas.microsoft.com/office/drawing/2014/main" id="{D7E1F7D0-68FA-CA8F-4791-A14D756EDEFB}"/>
              </a:ext>
            </a:extLst>
          </p:cNvPr>
          <p:cNvSpPr txBox="1"/>
          <p:nvPr/>
        </p:nvSpPr>
        <p:spPr>
          <a:xfrm>
            <a:off x="2362885" y="2736954"/>
            <a:ext cx="9674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0.82</a:t>
            </a:r>
            <a:endParaRPr lang="en-HK" altLang="zh-HK" sz="20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文字方塊 83">
                <a:extLst>
                  <a:ext uri="{FF2B5EF4-FFF2-40B4-BE49-F238E27FC236}">
                    <a16:creationId xmlns:a16="http://schemas.microsoft.com/office/drawing/2014/main" id="{05BE0506-91AD-3C19-A000-936F428949B8}"/>
                  </a:ext>
                </a:extLst>
              </p:cNvPr>
              <p:cNvSpPr txBox="1"/>
              <p:nvPr/>
            </p:nvSpPr>
            <p:spPr>
              <a:xfrm>
                <a:off x="1002028" y="349670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7" name="文字方塊 83">
                <a:extLst>
                  <a:ext uri="{FF2B5EF4-FFF2-40B4-BE49-F238E27FC236}">
                    <a16:creationId xmlns:a16="http://schemas.microsoft.com/office/drawing/2014/main" id="{05BE0506-91AD-3C19-A000-936F428949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2028" y="3496708"/>
                <a:ext cx="295688" cy="40011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8" name="群組 87">
            <a:extLst>
              <a:ext uri="{FF2B5EF4-FFF2-40B4-BE49-F238E27FC236}">
                <a16:creationId xmlns:a16="http://schemas.microsoft.com/office/drawing/2014/main" id="{35F684A9-4FC6-1B97-72CA-D409044C728A}"/>
              </a:ext>
            </a:extLst>
          </p:cNvPr>
          <p:cNvGrpSpPr/>
          <p:nvPr/>
        </p:nvGrpSpPr>
        <p:grpSpPr>
          <a:xfrm>
            <a:off x="1308274" y="3512231"/>
            <a:ext cx="1973840" cy="407114"/>
            <a:chOff x="2250648" y="4946123"/>
            <a:chExt cx="1973840" cy="407114"/>
          </a:xfrm>
        </p:grpSpPr>
        <p:sp>
          <p:nvSpPr>
            <p:cNvPr id="39" name="文字方塊 84">
              <a:extLst>
                <a:ext uri="{FF2B5EF4-FFF2-40B4-BE49-F238E27FC236}">
                  <a16:creationId xmlns:a16="http://schemas.microsoft.com/office/drawing/2014/main" id="{6ACBECE6-FE26-7A23-34AC-1CB271D73DC6}"/>
                </a:ext>
              </a:extLst>
            </p:cNvPr>
            <p:cNvSpPr txBox="1"/>
            <p:nvPr/>
          </p:nvSpPr>
          <p:spPr>
            <a:xfrm>
              <a:off x="2250648" y="4946123"/>
              <a:ext cx="145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FF0000"/>
                  </a:solidFill>
                  <a:latin typeface="Lucida Handwriting" panose="03010101010101010101" pitchFamily="66" charset="0"/>
                </a:rPr>
                <a:t>1840.08</a:t>
              </a:r>
              <a:endParaRPr lang="en-HK" altLang="zh-HK" sz="20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40" name="TextBox 15">
              <a:extLst>
                <a:ext uri="{FF2B5EF4-FFF2-40B4-BE49-F238E27FC236}">
                  <a16:creationId xmlns:a16="http://schemas.microsoft.com/office/drawing/2014/main" id="{550C6E67-19B6-EA10-7E89-B8C57E139F29}"/>
                </a:ext>
              </a:extLst>
            </p:cNvPr>
            <p:cNvSpPr txBox="1"/>
            <p:nvPr/>
          </p:nvSpPr>
          <p:spPr>
            <a:xfrm>
              <a:off x="3445058" y="4953127"/>
              <a:ext cx="77943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HK" sz="2000" b="1">
                  <a:ln>
                    <a:solidFill>
                      <a:schemeClr val="tx1"/>
                    </a:solidFill>
                  </a:ln>
                  <a:solidFill>
                    <a:srgbClr val="FF0000"/>
                  </a:solidFill>
                  <a:latin typeface="Lucida Calligraphy" panose="03010101010101010101" pitchFamily="66" charset="0"/>
                </a:rPr>
                <a:t>mm</a:t>
              </a:r>
              <a:endParaRPr lang="zh-TW" altLang="en-US" sz="2000" b="1">
                <a:solidFill>
                  <a:srgbClr val="FF0000"/>
                </a:solidFill>
                <a:latin typeface="Lucida Handwriting" panose="03010101010101010101" pitchFamily="66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3" name="文字方塊 74">
                <a:extLst>
                  <a:ext uri="{FF2B5EF4-FFF2-40B4-BE49-F238E27FC236}">
                    <a16:creationId xmlns:a16="http://schemas.microsoft.com/office/drawing/2014/main" id="{8BA7DF58-1D6C-B914-B667-1E9F21481C12}"/>
                  </a:ext>
                </a:extLst>
              </p:cNvPr>
              <p:cNvSpPr txBox="1"/>
              <p:nvPr/>
            </p:nvSpPr>
            <p:spPr>
              <a:xfrm>
                <a:off x="3047639" y="272805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3" name="文字方塊 74">
                <a:extLst>
                  <a:ext uri="{FF2B5EF4-FFF2-40B4-BE49-F238E27FC236}">
                    <a16:creationId xmlns:a16="http://schemas.microsoft.com/office/drawing/2014/main" id="{8BA7DF58-1D6C-B914-B667-1E9F21481C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7639" y="2728053"/>
                <a:ext cx="295688" cy="40011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文字方塊 76">
            <a:extLst>
              <a:ext uri="{FF2B5EF4-FFF2-40B4-BE49-F238E27FC236}">
                <a16:creationId xmlns:a16="http://schemas.microsoft.com/office/drawing/2014/main" id="{FF932368-E4C8-813C-7E8C-695AEA030C44}"/>
              </a:ext>
            </a:extLst>
          </p:cNvPr>
          <p:cNvSpPr txBox="1"/>
          <p:nvPr/>
        </p:nvSpPr>
        <p:spPr>
          <a:xfrm>
            <a:off x="3282114" y="2736954"/>
            <a:ext cx="9674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1.02</a:t>
            </a:r>
            <a:endParaRPr lang="en-HK" altLang="zh-HK" sz="20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30C6CAB-139E-DC1A-F634-1BC7004D3E1D}"/>
              </a:ext>
            </a:extLst>
          </p:cNvPr>
          <p:cNvSpPr txBox="1"/>
          <p:nvPr/>
        </p:nvSpPr>
        <p:spPr>
          <a:xfrm>
            <a:off x="3963637" y="2752343"/>
            <a:ext cx="7627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sz="18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mm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17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1" grpId="0"/>
      <p:bldP spid="12" grpId="0"/>
      <p:bldP spid="13" grpId="0"/>
      <p:bldP spid="20" grpId="0"/>
      <p:bldP spid="26" grpId="0"/>
      <p:bldP spid="27" grpId="0"/>
      <p:bldP spid="28" grpId="0"/>
      <p:bldP spid="32" grpId="0"/>
      <p:bldP spid="33" grpId="0"/>
      <p:bldP spid="37" grpId="0"/>
      <p:bldP spid="43" grpId="0"/>
      <p:bldP spid="44" grpId="0"/>
      <p:bldP spid="4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Picture 45">
            <a:extLst>
              <a:ext uri="{FF2B5EF4-FFF2-40B4-BE49-F238E27FC236}">
                <a16:creationId xmlns:a16="http://schemas.microsoft.com/office/drawing/2014/main" id="{DB3B5455-97E2-FCFF-3333-996D2F7444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3332"/>
          <a:stretch>
            <a:fillRect/>
          </a:stretch>
        </p:blipFill>
        <p:spPr>
          <a:xfrm>
            <a:off x="421530" y="370013"/>
            <a:ext cx="10410873" cy="69690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筆跡 8">
                <a:extLst>
                  <a:ext uri="{FF2B5EF4-FFF2-40B4-BE49-F238E27FC236}">
                    <a16:creationId xmlns:a16="http://schemas.microsoft.com/office/drawing/2014/main" id="{86A02F12-95AD-F66E-23A5-63DD4C90D8A2}"/>
                  </a:ext>
                </a:extLst>
              </p14:cNvPr>
              <p14:cNvContentPartPr/>
              <p14:nvPr/>
            </p14:nvContentPartPr>
            <p14:xfrm>
              <a:off x="2568102" y="619067"/>
              <a:ext cx="944704" cy="45719"/>
            </p14:xfrm>
          </p:contentPart>
        </mc:Choice>
        <mc:Fallback>
          <p:pic>
            <p:nvPicPr>
              <p:cNvPr id="5" name="筆跡 8">
                <a:extLst>
                  <a:ext uri="{FF2B5EF4-FFF2-40B4-BE49-F238E27FC236}">
                    <a16:creationId xmlns:a16="http://schemas.microsoft.com/office/drawing/2014/main" id="{86A02F12-95AD-F66E-23A5-63DD4C90D8A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14057" y="-13096633"/>
                <a:ext cx="1052433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筆跡 8">
                <a:extLst>
                  <a:ext uri="{FF2B5EF4-FFF2-40B4-BE49-F238E27FC236}">
                    <a16:creationId xmlns:a16="http://schemas.microsoft.com/office/drawing/2014/main" id="{0641BB16-2EB1-E7AA-A0DF-8D8FB02928B7}"/>
                  </a:ext>
                </a:extLst>
              </p14:cNvPr>
              <p14:cNvContentPartPr/>
              <p14:nvPr/>
            </p14:nvContentPartPr>
            <p14:xfrm>
              <a:off x="5490779" y="573348"/>
              <a:ext cx="2855553" cy="45719"/>
            </p14:xfrm>
          </p:contentPart>
        </mc:Choice>
        <mc:Fallback>
          <p:pic>
            <p:nvPicPr>
              <p:cNvPr id="6" name="筆跡 8">
                <a:extLst>
                  <a:ext uri="{FF2B5EF4-FFF2-40B4-BE49-F238E27FC236}">
                    <a16:creationId xmlns:a16="http://schemas.microsoft.com/office/drawing/2014/main" id="{0641BB16-2EB1-E7AA-A0DF-8D8FB02928B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436731" y="-13142352"/>
                <a:ext cx="2963289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8" name="筆跡 8">
                <a:extLst>
                  <a:ext uri="{FF2B5EF4-FFF2-40B4-BE49-F238E27FC236}">
                    <a16:creationId xmlns:a16="http://schemas.microsoft.com/office/drawing/2014/main" id="{998FA0BF-90FD-4521-5504-542638BD669F}"/>
                  </a:ext>
                </a:extLst>
              </p14:cNvPr>
              <p14:cNvContentPartPr/>
              <p14:nvPr/>
            </p14:nvContentPartPr>
            <p14:xfrm>
              <a:off x="1107332" y="905086"/>
              <a:ext cx="3192294" cy="45719"/>
            </p14:xfrm>
          </p:contentPart>
        </mc:Choice>
        <mc:Fallback>
          <p:pic>
            <p:nvPicPr>
              <p:cNvPr id="8" name="筆跡 8">
                <a:extLst>
                  <a:ext uri="{FF2B5EF4-FFF2-40B4-BE49-F238E27FC236}">
                    <a16:creationId xmlns:a16="http://schemas.microsoft.com/office/drawing/2014/main" id="{998FA0BF-90FD-4521-5504-542638BD669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53280" y="-12810614"/>
                <a:ext cx="3300037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9" name="筆跡 28">
                <a:extLst>
                  <a:ext uri="{FF2B5EF4-FFF2-40B4-BE49-F238E27FC236}">
                    <a16:creationId xmlns:a16="http://schemas.microsoft.com/office/drawing/2014/main" id="{59C53585-C59B-38D3-5AF7-E7428C5459BD}"/>
                  </a:ext>
                </a:extLst>
              </p14:cNvPr>
              <p14:cNvContentPartPr/>
              <p14:nvPr/>
            </p14:nvContentPartPr>
            <p14:xfrm>
              <a:off x="5073388" y="915787"/>
              <a:ext cx="3085288" cy="45719"/>
            </p14:xfrm>
          </p:contentPart>
        </mc:Choice>
        <mc:Fallback>
          <p:pic>
            <p:nvPicPr>
              <p:cNvPr id="9" name="筆跡 28">
                <a:extLst>
                  <a:ext uri="{FF2B5EF4-FFF2-40B4-BE49-F238E27FC236}">
                    <a16:creationId xmlns:a16="http://schemas.microsoft.com/office/drawing/2014/main" id="{59C53585-C59B-38D3-5AF7-E7428C5459BD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019355" y="-12799913"/>
                <a:ext cx="3192994" cy="27431400"/>
              </a:xfrm>
              <a:prstGeom prst="rect">
                <a:avLst/>
              </a:prstGeom>
            </p:spPr>
          </p:pic>
        </mc:Fallback>
      </mc:AlternateContent>
      <p:sp>
        <p:nvSpPr>
          <p:cNvPr id="10" name="文字方塊 5">
            <a:extLst>
              <a:ext uri="{FF2B5EF4-FFF2-40B4-BE49-F238E27FC236}">
                <a16:creationId xmlns:a16="http://schemas.microsoft.com/office/drawing/2014/main" id="{AB111AC6-74E6-1380-E1D2-700D111585FC}"/>
              </a:ext>
            </a:extLst>
          </p:cNvPr>
          <p:cNvSpPr txBox="1"/>
          <p:nvPr/>
        </p:nvSpPr>
        <p:spPr>
          <a:xfrm>
            <a:off x="1216267" y="1307220"/>
            <a:ext cx="65366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Let</a:t>
            </a:r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Calligraphy" panose="03010101010101010101" pitchFamily="66" charset="0"/>
              </a:rPr>
              <a:t> </a:t>
            </a:r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Handwriting" panose="03010101010101010101" pitchFamily="66" charset="0"/>
              </a:rPr>
              <a:t>$</a:t>
            </a:r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Calligraphy" panose="03010101010101010101" pitchFamily="66" charset="0"/>
              </a:rPr>
              <a:t>n </a:t>
            </a:r>
            <a:r>
              <a: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be the value of the table </a:t>
            </a:r>
            <a:r>
              <a:rPr lang="en-HK" sz="20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</a:t>
            </a:r>
            <a:r>
              <a: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 years ago</a:t>
            </a:r>
            <a:endParaRPr lang="en-HK" sz="2000" b="1">
              <a:ln>
                <a:solidFill>
                  <a:schemeClr val="tx1"/>
                </a:solidFill>
              </a:ln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字方塊 55">
                <a:extLst>
                  <a:ext uri="{FF2B5EF4-FFF2-40B4-BE49-F238E27FC236}">
                    <a16:creationId xmlns:a16="http://schemas.microsoft.com/office/drawing/2014/main" id="{51D137A0-E391-955A-7FFD-2878424B1A50}"/>
                  </a:ext>
                </a:extLst>
              </p:cNvPr>
              <p:cNvSpPr txBox="1"/>
              <p:nvPr/>
            </p:nvSpPr>
            <p:spPr>
              <a:xfrm>
                <a:off x="5416264" y="205437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1" name="文字方塊 55">
                <a:extLst>
                  <a:ext uri="{FF2B5EF4-FFF2-40B4-BE49-F238E27FC236}">
                    <a16:creationId xmlns:a16="http://schemas.microsoft.com/office/drawing/2014/main" id="{51D137A0-E391-955A-7FFD-2878424B1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6264" y="2054377"/>
                <a:ext cx="295688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文字方塊 56">
            <a:extLst>
              <a:ext uri="{FF2B5EF4-FFF2-40B4-BE49-F238E27FC236}">
                <a16:creationId xmlns:a16="http://schemas.microsoft.com/office/drawing/2014/main" id="{797D35D7-FB73-3610-E435-EFA3886636BD}"/>
              </a:ext>
            </a:extLst>
          </p:cNvPr>
          <p:cNvSpPr txBox="1"/>
          <p:nvPr/>
        </p:nvSpPr>
        <p:spPr>
          <a:xfrm>
            <a:off x="2210638" y="2054377"/>
            <a:ext cx="4571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Calligraphy" panose="03010101010101010101" pitchFamily="66" charset="0"/>
              </a:rPr>
              <a:t>n</a:t>
            </a:r>
            <a:endParaRPr lang="en-HK" altLang="zh-HK" sz="2000" b="1">
              <a:ln>
                <a:solidFill>
                  <a:schemeClr val="tx1"/>
                </a:solidFill>
              </a:ln>
              <a:solidFill>
                <a:srgbClr val="FFFF0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字方塊 57">
                <a:extLst>
                  <a:ext uri="{FF2B5EF4-FFF2-40B4-BE49-F238E27FC236}">
                    <a16:creationId xmlns:a16="http://schemas.microsoft.com/office/drawing/2014/main" id="{59EBB313-40FB-AA84-88A8-7A42D656B8C6}"/>
                  </a:ext>
                </a:extLst>
              </p:cNvPr>
              <p:cNvSpPr txBox="1"/>
              <p:nvPr/>
            </p:nvSpPr>
            <p:spPr>
              <a:xfrm>
                <a:off x="2529816" y="204547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3" name="文字方塊 57">
                <a:extLst>
                  <a:ext uri="{FF2B5EF4-FFF2-40B4-BE49-F238E27FC236}">
                    <a16:creationId xmlns:a16="http://schemas.microsoft.com/office/drawing/2014/main" id="{59EBB313-40FB-AA84-88A8-7A42D656B8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9816" y="2045476"/>
                <a:ext cx="295688" cy="4001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群組 58">
            <a:extLst>
              <a:ext uri="{FF2B5EF4-FFF2-40B4-BE49-F238E27FC236}">
                <a16:creationId xmlns:a16="http://schemas.microsoft.com/office/drawing/2014/main" id="{A4074D4F-D857-BCE5-DBEC-78716582C2D7}"/>
              </a:ext>
            </a:extLst>
          </p:cNvPr>
          <p:cNvGrpSpPr/>
          <p:nvPr/>
        </p:nvGrpSpPr>
        <p:grpSpPr>
          <a:xfrm>
            <a:off x="2778431" y="2054377"/>
            <a:ext cx="1468501" cy="409011"/>
            <a:chOff x="1498603" y="1408278"/>
            <a:chExt cx="1468501" cy="409011"/>
          </a:xfrm>
        </p:grpSpPr>
        <p:sp>
          <p:nvSpPr>
            <p:cNvPr id="15" name="文字方塊 59">
              <a:extLst>
                <a:ext uri="{FF2B5EF4-FFF2-40B4-BE49-F238E27FC236}">
                  <a16:creationId xmlns:a16="http://schemas.microsoft.com/office/drawing/2014/main" id="{F22F737D-5B51-547A-C9D0-49887A66F55B}"/>
                </a:ext>
              </a:extLst>
            </p:cNvPr>
            <p:cNvSpPr txBox="1"/>
            <p:nvPr/>
          </p:nvSpPr>
          <p:spPr>
            <a:xfrm>
              <a:off x="1498603" y="1417179"/>
              <a:ext cx="45717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000" b="1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16" name="文字方塊 60">
              <a:extLst>
                <a:ext uri="{FF2B5EF4-FFF2-40B4-BE49-F238E27FC236}">
                  <a16:creationId xmlns:a16="http://schemas.microsoft.com/office/drawing/2014/main" id="{94B7BA68-9EEA-3F02-0702-B96A6996001C}"/>
                </a:ext>
              </a:extLst>
            </p:cNvPr>
            <p:cNvSpPr txBox="1"/>
            <p:nvPr/>
          </p:nvSpPr>
          <p:spPr>
            <a:xfrm>
              <a:off x="2008473" y="1417179"/>
              <a:ext cx="95863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Handwriting" panose="03010101010101010101" pitchFamily="66" charset="0"/>
                </a:rPr>
                <a:t>15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%</a:t>
              </a:r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文字方塊 61">
                  <a:extLst>
                    <a:ext uri="{FF2B5EF4-FFF2-40B4-BE49-F238E27FC236}">
                      <a16:creationId xmlns:a16="http://schemas.microsoft.com/office/drawing/2014/main" id="{8831BA27-4A13-DEB4-988D-F60DDF14271A}"/>
                    </a:ext>
                  </a:extLst>
                </p:cNvPr>
                <p:cNvSpPr txBox="1"/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17" name="文字方塊 61">
                  <a:extLst>
                    <a:ext uri="{FF2B5EF4-FFF2-40B4-BE49-F238E27FC236}">
                      <a16:creationId xmlns:a16="http://schemas.microsoft.com/office/drawing/2014/main" id="{8831BA27-4A13-DEB4-988D-F60DDF1427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文字方塊 64">
                <a:extLst>
                  <a:ext uri="{FF2B5EF4-FFF2-40B4-BE49-F238E27FC236}">
                    <a16:creationId xmlns:a16="http://schemas.microsoft.com/office/drawing/2014/main" id="{46155939-A5AC-E705-257D-707530B3A89E}"/>
                  </a:ext>
                </a:extLst>
              </p:cNvPr>
              <p:cNvSpPr txBox="1"/>
              <p:nvPr/>
            </p:nvSpPr>
            <p:spPr>
              <a:xfrm>
                <a:off x="4003938" y="205437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8" name="文字方塊 64">
                <a:extLst>
                  <a:ext uri="{FF2B5EF4-FFF2-40B4-BE49-F238E27FC236}">
                    <a16:creationId xmlns:a16="http://schemas.microsoft.com/office/drawing/2014/main" id="{46155939-A5AC-E705-257D-707530B3A8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3938" y="2054377"/>
                <a:ext cx="295688" cy="4001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群組 65">
            <a:extLst>
              <a:ext uri="{FF2B5EF4-FFF2-40B4-BE49-F238E27FC236}">
                <a16:creationId xmlns:a16="http://schemas.microsoft.com/office/drawing/2014/main" id="{B6503390-3327-4AC5-0450-E31590FD3378}"/>
              </a:ext>
            </a:extLst>
          </p:cNvPr>
          <p:cNvGrpSpPr/>
          <p:nvPr/>
        </p:nvGrpSpPr>
        <p:grpSpPr>
          <a:xfrm>
            <a:off x="4243451" y="2045476"/>
            <a:ext cx="1468501" cy="409011"/>
            <a:chOff x="1498603" y="1408278"/>
            <a:chExt cx="1468501" cy="409011"/>
          </a:xfrm>
        </p:grpSpPr>
        <p:sp>
          <p:nvSpPr>
            <p:cNvPr id="20" name="文字方塊 66">
              <a:extLst>
                <a:ext uri="{FF2B5EF4-FFF2-40B4-BE49-F238E27FC236}">
                  <a16:creationId xmlns:a16="http://schemas.microsoft.com/office/drawing/2014/main" id="{76133912-ECD6-3DC9-65A9-E1AD4749FCA1}"/>
                </a:ext>
              </a:extLst>
            </p:cNvPr>
            <p:cNvSpPr txBox="1"/>
            <p:nvPr/>
          </p:nvSpPr>
          <p:spPr>
            <a:xfrm>
              <a:off x="1498603" y="1417179"/>
              <a:ext cx="45717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000" b="1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21" name="文字方塊 67">
              <a:extLst>
                <a:ext uri="{FF2B5EF4-FFF2-40B4-BE49-F238E27FC236}">
                  <a16:creationId xmlns:a16="http://schemas.microsoft.com/office/drawing/2014/main" id="{CB31C696-E301-B37C-7E71-AD9219AD47B7}"/>
                </a:ext>
              </a:extLst>
            </p:cNvPr>
            <p:cNvSpPr txBox="1"/>
            <p:nvPr/>
          </p:nvSpPr>
          <p:spPr>
            <a:xfrm>
              <a:off x="2008473" y="1417179"/>
              <a:ext cx="95863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92D050"/>
                  </a:solidFill>
                  <a:latin typeface="Lucida Handwriting" panose="03010101010101010101" pitchFamily="66" charset="0"/>
                </a:rPr>
                <a:t>18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%</a:t>
              </a:r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" name="文字方塊 68">
                  <a:extLst>
                    <a:ext uri="{FF2B5EF4-FFF2-40B4-BE49-F238E27FC236}">
                      <a16:creationId xmlns:a16="http://schemas.microsoft.com/office/drawing/2014/main" id="{80D5CD68-3441-DC37-84FC-EADE9320F380}"/>
                    </a:ext>
                  </a:extLst>
                </p:cNvPr>
                <p:cNvSpPr txBox="1"/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22" name="文字方塊 68">
                  <a:extLst>
                    <a:ext uri="{FF2B5EF4-FFF2-40B4-BE49-F238E27FC236}">
                      <a16:creationId xmlns:a16="http://schemas.microsoft.com/office/drawing/2014/main" id="{80D5CD68-3441-DC37-84FC-EADE9320F3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3" name="文字方塊 56">
            <a:extLst>
              <a:ext uri="{FF2B5EF4-FFF2-40B4-BE49-F238E27FC236}">
                <a16:creationId xmlns:a16="http://schemas.microsoft.com/office/drawing/2014/main" id="{2000D3E6-69FA-5C04-E46E-FA4F250C8F2D}"/>
              </a:ext>
            </a:extLst>
          </p:cNvPr>
          <p:cNvSpPr txBox="1"/>
          <p:nvPr/>
        </p:nvSpPr>
        <p:spPr>
          <a:xfrm>
            <a:off x="5764646" y="2054377"/>
            <a:ext cx="7422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697</a:t>
            </a:r>
            <a:endParaRPr lang="en-HK" altLang="zh-HK" sz="2000" b="1">
              <a:ln>
                <a:solidFill>
                  <a:schemeClr val="tx1"/>
                </a:solidFill>
              </a:ln>
              <a:solidFill>
                <a:srgbClr val="FFFF0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文字方塊 55">
                <a:extLst>
                  <a:ext uri="{FF2B5EF4-FFF2-40B4-BE49-F238E27FC236}">
                    <a16:creationId xmlns:a16="http://schemas.microsoft.com/office/drawing/2014/main" id="{8D22845B-D85C-33BE-404A-E08E5C3B8100}"/>
                  </a:ext>
                </a:extLst>
              </p:cNvPr>
              <p:cNvSpPr txBox="1"/>
              <p:nvPr/>
            </p:nvSpPr>
            <p:spPr>
              <a:xfrm>
                <a:off x="5399733" y="269159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4" name="文字方塊 55">
                <a:extLst>
                  <a:ext uri="{FF2B5EF4-FFF2-40B4-BE49-F238E27FC236}">
                    <a16:creationId xmlns:a16="http://schemas.microsoft.com/office/drawing/2014/main" id="{8D22845B-D85C-33BE-404A-E08E5C3B81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9733" y="2691595"/>
                <a:ext cx="295688" cy="4001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文字方塊 56">
            <a:extLst>
              <a:ext uri="{FF2B5EF4-FFF2-40B4-BE49-F238E27FC236}">
                <a16:creationId xmlns:a16="http://schemas.microsoft.com/office/drawing/2014/main" id="{5CA3BBD3-5231-A2BF-991D-7E315F8BA2B2}"/>
              </a:ext>
            </a:extLst>
          </p:cNvPr>
          <p:cNvSpPr txBox="1"/>
          <p:nvPr/>
        </p:nvSpPr>
        <p:spPr>
          <a:xfrm>
            <a:off x="3035000" y="2655991"/>
            <a:ext cx="4571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Calligraphy" panose="03010101010101010101" pitchFamily="66" charset="0"/>
              </a:rPr>
              <a:t>n</a:t>
            </a:r>
            <a:endParaRPr lang="en-HK" altLang="zh-HK" sz="2000" b="1">
              <a:ln>
                <a:solidFill>
                  <a:schemeClr val="tx1"/>
                </a:solidFill>
              </a:ln>
              <a:solidFill>
                <a:srgbClr val="FFFF0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文字方塊 57">
                <a:extLst>
                  <a:ext uri="{FF2B5EF4-FFF2-40B4-BE49-F238E27FC236}">
                    <a16:creationId xmlns:a16="http://schemas.microsoft.com/office/drawing/2014/main" id="{241167BF-E467-9E62-C948-6B0335513C72}"/>
                  </a:ext>
                </a:extLst>
              </p:cNvPr>
              <p:cNvSpPr txBox="1"/>
              <p:nvPr/>
            </p:nvSpPr>
            <p:spPr>
              <a:xfrm>
                <a:off x="3351204" y="266489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6" name="文字方塊 57">
                <a:extLst>
                  <a:ext uri="{FF2B5EF4-FFF2-40B4-BE49-F238E27FC236}">
                    <a16:creationId xmlns:a16="http://schemas.microsoft.com/office/drawing/2014/main" id="{241167BF-E467-9E62-C948-6B0335513C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1204" y="2664892"/>
                <a:ext cx="295688" cy="40011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文字方塊 64">
                <a:extLst>
                  <a:ext uri="{FF2B5EF4-FFF2-40B4-BE49-F238E27FC236}">
                    <a16:creationId xmlns:a16="http://schemas.microsoft.com/office/drawing/2014/main" id="{7B4B28CF-3292-9556-7FD5-B3A1770D5A15}"/>
                  </a:ext>
                </a:extLst>
              </p:cNvPr>
              <p:cNvSpPr txBox="1"/>
              <p:nvPr/>
            </p:nvSpPr>
            <p:spPr>
              <a:xfrm>
                <a:off x="4385913" y="266506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1" name="文字方塊 64">
                <a:extLst>
                  <a:ext uri="{FF2B5EF4-FFF2-40B4-BE49-F238E27FC236}">
                    <a16:creationId xmlns:a16="http://schemas.microsoft.com/office/drawing/2014/main" id="{7B4B28CF-3292-9556-7FD5-B3A1770D5A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5913" y="2665063"/>
                <a:ext cx="295688" cy="40011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文字方塊 56">
            <a:extLst>
              <a:ext uri="{FF2B5EF4-FFF2-40B4-BE49-F238E27FC236}">
                <a16:creationId xmlns:a16="http://schemas.microsoft.com/office/drawing/2014/main" id="{73C64444-738D-5276-69C0-4DA083326E4C}"/>
              </a:ext>
            </a:extLst>
          </p:cNvPr>
          <p:cNvSpPr txBox="1"/>
          <p:nvPr/>
        </p:nvSpPr>
        <p:spPr>
          <a:xfrm>
            <a:off x="5748115" y="2691595"/>
            <a:ext cx="7422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697</a:t>
            </a:r>
            <a:endParaRPr lang="en-HK" altLang="zh-HK" sz="2000" b="1">
              <a:ln>
                <a:solidFill>
                  <a:schemeClr val="tx1"/>
                </a:solidFill>
              </a:ln>
              <a:solidFill>
                <a:srgbClr val="FFFF00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37" name="文字方塊 56">
            <a:extLst>
              <a:ext uri="{FF2B5EF4-FFF2-40B4-BE49-F238E27FC236}">
                <a16:creationId xmlns:a16="http://schemas.microsoft.com/office/drawing/2014/main" id="{C90A0026-3CF1-A38C-A4EE-916D7CD8C78A}"/>
              </a:ext>
            </a:extLst>
          </p:cNvPr>
          <p:cNvSpPr txBox="1"/>
          <p:nvPr/>
        </p:nvSpPr>
        <p:spPr>
          <a:xfrm>
            <a:off x="3654028" y="2691595"/>
            <a:ext cx="10160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0.85</a:t>
            </a:r>
            <a:endParaRPr lang="en-HK" altLang="zh-HK" sz="20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p:sp>
        <p:nvSpPr>
          <p:cNvPr id="38" name="文字方塊 56">
            <a:extLst>
              <a:ext uri="{FF2B5EF4-FFF2-40B4-BE49-F238E27FC236}">
                <a16:creationId xmlns:a16="http://schemas.microsoft.com/office/drawing/2014/main" id="{C484BCC9-A064-A240-ED2E-168BE97179F1}"/>
              </a:ext>
            </a:extLst>
          </p:cNvPr>
          <p:cNvSpPr txBox="1"/>
          <p:nvPr/>
        </p:nvSpPr>
        <p:spPr>
          <a:xfrm>
            <a:off x="4653097" y="2691595"/>
            <a:ext cx="8469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0.82</a:t>
            </a:r>
            <a:endParaRPr lang="en-HK" altLang="zh-HK" sz="20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p:sp>
        <p:nvSpPr>
          <p:cNvPr id="39" name="文字方塊 56">
            <a:extLst>
              <a:ext uri="{FF2B5EF4-FFF2-40B4-BE49-F238E27FC236}">
                <a16:creationId xmlns:a16="http://schemas.microsoft.com/office/drawing/2014/main" id="{F2D95734-887A-E626-8F37-517D4D55DC23}"/>
              </a:ext>
            </a:extLst>
          </p:cNvPr>
          <p:cNvSpPr txBox="1"/>
          <p:nvPr/>
        </p:nvSpPr>
        <p:spPr>
          <a:xfrm>
            <a:off x="4942557" y="3293027"/>
            <a:ext cx="4571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Calligraphy" panose="03010101010101010101" pitchFamily="66" charset="0"/>
              </a:rPr>
              <a:t>n</a:t>
            </a:r>
            <a:endParaRPr lang="en-HK" altLang="zh-HK" sz="2000" b="1">
              <a:ln>
                <a:solidFill>
                  <a:schemeClr val="tx1"/>
                </a:solidFill>
              </a:ln>
              <a:solidFill>
                <a:srgbClr val="FFFF0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文字方塊 55">
                <a:extLst>
                  <a:ext uri="{FF2B5EF4-FFF2-40B4-BE49-F238E27FC236}">
                    <a16:creationId xmlns:a16="http://schemas.microsoft.com/office/drawing/2014/main" id="{EAE18A4F-55FA-FFDE-8B3E-AA8F29E25F1D}"/>
                  </a:ext>
                </a:extLst>
              </p:cNvPr>
              <p:cNvSpPr txBox="1"/>
              <p:nvPr/>
            </p:nvSpPr>
            <p:spPr>
              <a:xfrm>
                <a:off x="5399733" y="328885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0" name="文字方塊 55">
                <a:extLst>
                  <a:ext uri="{FF2B5EF4-FFF2-40B4-BE49-F238E27FC236}">
                    <a16:creationId xmlns:a16="http://schemas.microsoft.com/office/drawing/2014/main" id="{EAE18A4F-55FA-FFDE-8B3E-AA8F29E25F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9733" y="3288852"/>
                <a:ext cx="295688" cy="40011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文字方塊 56">
            <a:extLst>
              <a:ext uri="{FF2B5EF4-FFF2-40B4-BE49-F238E27FC236}">
                <a16:creationId xmlns:a16="http://schemas.microsoft.com/office/drawing/2014/main" id="{5C92C47A-A859-E331-6234-47C935340B1A}"/>
              </a:ext>
            </a:extLst>
          </p:cNvPr>
          <p:cNvSpPr txBox="1"/>
          <p:nvPr/>
        </p:nvSpPr>
        <p:spPr>
          <a:xfrm>
            <a:off x="5748114" y="3288852"/>
            <a:ext cx="9056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Handwriting" panose="03010101010101010101" pitchFamily="66" charset="0"/>
              </a:rPr>
              <a:t>1000</a:t>
            </a:r>
            <a:endParaRPr lang="en-HK" altLang="zh-HK" sz="2000" b="1">
              <a:ln>
                <a:solidFill>
                  <a:schemeClr val="tx1"/>
                </a:solidFill>
              </a:ln>
              <a:solidFill>
                <a:srgbClr val="FF0000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42" name="文字方塊 5">
            <a:extLst>
              <a:ext uri="{FF2B5EF4-FFF2-40B4-BE49-F238E27FC236}">
                <a16:creationId xmlns:a16="http://schemas.microsoft.com/office/drawing/2014/main" id="{DEB4A318-62B6-6A15-75A4-EFA352D48067}"/>
              </a:ext>
            </a:extLst>
          </p:cNvPr>
          <p:cNvSpPr txBox="1"/>
          <p:nvPr/>
        </p:nvSpPr>
        <p:spPr>
          <a:xfrm>
            <a:off x="1203700" y="4323272"/>
            <a:ext cx="65366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</a:t>
            </a:r>
            <a:r>
              <a: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 years ago, the value of the table was</a:t>
            </a:r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Calligraphy" panose="03010101010101010101" pitchFamily="66" charset="0"/>
              </a:rPr>
              <a:t> </a:t>
            </a:r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Handwriting" panose="03010101010101010101" pitchFamily="66" charset="0"/>
              </a:rPr>
              <a:t>$1000</a:t>
            </a:r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Calligraphy" panose="03010101010101010101" pitchFamily="66" charset="0"/>
              </a:rPr>
              <a:t> </a:t>
            </a:r>
            <a:endParaRPr lang="en-HK" sz="2000" b="1">
              <a:ln>
                <a:solidFill>
                  <a:schemeClr val="tx1"/>
                </a:solidFill>
              </a:ln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3" name="文字方塊 49">
                <a:extLst>
                  <a:ext uri="{FF2B5EF4-FFF2-40B4-BE49-F238E27FC236}">
                    <a16:creationId xmlns:a16="http://schemas.microsoft.com/office/drawing/2014/main" id="{6000C6C5-B025-1BDF-DF99-5B9312BBB013}"/>
                  </a:ext>
                </a:extLst>
              </p:cNvPr>
              <p:cNvSpPr txBox="1"/>
              <p:nvPr/>
            </p:nvSpPr>
            <p:spPr>
              <a:xfrm>
                <a:off x="811644" y="4261717"/>
                <a:ext cx="29568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3" name="文字方塊 49">
                <a:extLst>
                  <a:ext uri="{FF2B5EF4-FFF2-40B4-BE49-F238E27FC236}">
                    <a16:creationId xmlns:a16="http://schemas.microsoft.com/office/drawing/2014/main" id="{6000C6C5-B025-1BDF-DF99-5B9312BBB0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644" y="4261717"/>
                <a:ext cx="295688" cy="461665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45297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18" grpId="0"/>
      <p:bldP spid="23" grpId="0"/>
      <p:bldP spid="24" grpId="0"/>
      <p:bldP spid="25" grpId="0"/>
      <p:bldP spid="26" grpId="0"/>
      <p:bldP spid="31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44">
            <a:extLst>
              <a:ext uri="{FF2B5EF4-FFF2-40B4-BE49-F238E27FC236}">
                <a16:creationId xmlns:a16="http://schemas.microsoft.com/office/drawing/2014/main" id="{C30E5DC4-715E-2CB4-471F-17E1A2F636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802" y="399682"/>
            <a:ext cx="10804189" cy="76797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筆跡 8">
                <a:extLst>
                  <a:ext uri="{FF2B5EF4-FFF2-40B4-BE49-F238E27FC236}">
                    <a16:creationId xmlns:a16="http://schemas.microsoft.com/office/drawing/2014/main" id="{6818AB87-048D-93D0-ECD7-6C692D2655A8}"/>
                  </a:ext>
                </a:extLst>
              </p14:cNvPr>
              <p14:cNvContentPartPr/>
              <p14:nvPr/>
            </p14:nvContentPartPr>
            <p14:xfrm>
              <a:off x="2898843" y="534338"/>
              <a:ext cx="944704" cy="45719"/>
            </p14:xfrm>
          </p:contentPart>
        </mc:Choice>
        <mc:Fallback>
          <p:pic>
            <p:nvPicPr>
              <p:cNvPr id="4" name="筆跡 8">
                <a:extLst>
                  <a:ext uri="{FF2B5EF4-FFF2-40B4-BE49-F238E27FC236}">
                    <a16:creationId xmlns:a16="http://schemas.microsoft.com/office/drawing/2014/main" id="{6818AB87-048D-93D0-ECD7-6C692D2655A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44798" y="-13181362"/>
                <a:ext cx="1052433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筆跡 8">
                <a:extLst>
                  <a:ext uri="{FF2B5EF4-FFF2-40B4-BE49-F238E27FC236}">
                    <a16:creationId xmlns:a16="http://schemas.microsoft.com/office/drawing/2014/main" id="{379914A4-81A9-B2FF-9BCE-D0220E05705F}"/>
                  </a:ext>
                </a:extLst>
              </p14:cNvPr>
              <p14:cNvContentPartPr/>
              <p14:nvPr/>
            </p14:nvContentPartPr>
            <p14:xfrm>
              <a:off x="5188256" y="580057"/>
              <a:ext cx="2097762" cy="45719"/>
            </p14:xfrm>
          </p:contentPart>
        </mc:Choice>
        <mc:Fallback>
          <p:pic>
            <p:nvPicPr>
              <p:cNvPr id="5" name="筆跡 8">
                <a:extLst>
                  <a:ext uri="{FF2B5EF4-FFF2-40B4-BE49-F238E27FC236}">
                    <a16:creationId xmlns:a16="http://schemas.microsoft.com/office/drawing/2014/main" id="{379914A4-81A9-B2FF-9BCE-D0220E05705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134209" y="-13135643"/>
                <a:ext cx="2205497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6" name="筆跡 8">
                <a:extLst>
                  <a:ext uri="{FF2B5EF4-FFF2-40B4-BE49-F238E27FC236}">
                    <a16:creationId xmlns:a16="http://schemas.microsoft.com/office/drawing/2014/main" id="{BD335386-75BB-CD12-8A69-1A951F6C9F19}"/>
                  </a:ext>
                </a:extLst>
              </p14:cNvPr>
              <p14:cNvContentPartPr/>
              <p14:nvPr/>
            </p14:nvContentPartPr>
            <p14:xfrm>
              <a:off x="976009" y="938544"/>
              <a:ext cx="2867538" cy="45719"/>
            </p14:xfrm>
          </p:contentPart>
        </mc:Choice>
        <mc:Fallback>
          <p:pic>
            <p:nvPicPr>
              <p:cNvPr id="6" name="筆跡 8">
                <a:extLst>
                  <a:ext uri="{FF2B5EF4-FFF2-40B4-BE49-F238E27FC236}">
                    <a16:creationId xmlns:a16="http://schemas.microsoft.com/office/drawing/2014/main" id="{BD335386-75BB-CD12-8A69-1A951F6C9F1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21959" y="-12777156"/>
                <a:ext cx="2975278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7" name="筆跡 28">
                <a:extLst>
                  <a:ext uri="{FF2B5EF4-FFF2-40B4-BE49-F238E27FC236}">
                    <a16:creationId xmlns:a16="http://schemas.microsoft.com/office/drawing/2014/main" id="{94F213C1-0E6E-263E-DB8F-779DE682119D}"/>
                  </a:ext>
                </a:extLst>
              </p14:cNvPr>
              <p14:cNvContentPartPr/>
              <p14:nvPr/>
            </p14:nvContentPartPr>
            <p14:xfrm>
              <a:off x="8234877" y="589586"/>
              <a:ext cx="2339089" cy="45719"/>
            </p14:xfrm>
          </p:contentPart>
        </mc:Choice>
        <mc:Fallback>
          <p:pic>
            <p:nvPicPr>
              <p:cNvPr id="7" name="筆跡 28">
                <a:extLst>
                  <a:ext uri="{FF2B5EF4-FFF2-40B4-BE49-F238E27FC236}">
                    <a16:creationId xmlns:a16="http://schemas.microsoft.com/office/drawing/2014/main" id="{94F213C1-0E6E-263E-DB8F-779DE682119D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180848" y="-13126114"/>
                <a:ext cx="2446787" cy="2743140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文字方塊 5">
            <a:extLst>
              <a:ext uri="{FF2B5EF4-FFF2-40B4-BE49-F238E27FC236}">
                <a16:creationId xmlns:a16="http://schemas.microsoft.com/office/drawing/2014/main" id="{528BBAC0-A070-07B9-3025-BAEE6704E634}"/>
              </a:ext>
            </a:extLst>
          </p:cNvPr>
          <p:cNvSpPr txBox="1"/>
          <p:nvPr/>
        </p:nvSpPr>
        <p:spPr>
          <a:xfrm>
            <a:off x="1243519" y="1298371"/>
            <a:ext cx="43012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New price of the car</a:t>
            </a:r>
            <a:endParaRPr lang="en-HK" sz="2000" b="1">
              <a:ln>
                <a:solidFill>
                  <a:schemeClr val="tx1"/>
                </a:solidFill>
              </a:ln>
              <a:solidFill>
                <a:schemeClr val="accent5">
                  <a:lumMod val="60000"/>
                  <a:lumOff val="40000"/>
                </a:schemeClr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字方塊 55">
                <a:extLst>
                  <a:ext uri="{FF2B5EF4-FFF2-40B4-BE49-F238E27FC236}">
                    <a16:creationId xmlns:a16="http://schemas.microsoft.com/office/drawing/2014/main" id="{5398F687-750B-A619-AD07-B2AFDABF642B}"/>
                  </a:ext>
                </a:extLst>
              </p:cNvPr>
              <p:cNvSpPr txBox="1"/>
              <p:nvPr/>
            </p:nvSpPr>
            <p:spPr>
              <a:xfrm>
                <a:off x="845070" y="187628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9" name="文字方塊 55">
                <a:extLst>
                  <a:ext uri="{FF2B5EF4-FFF2-40B4-BE49-F238E27FC236}">
                    <a16:creationId xmlns:a16="http://schemas.microsoft.com/office/drawing/2014/main" id="{5398F687-750B-A619-AD07-B2AFDABF64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070" y="1876281"/>
                <a:ext cx="295688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字方塊 56">
            <a:extLst>
              <a:ext uri="{FF2B5EF4-FFF2-40B4-BE49-F238E27FC236}">
                <a16:creationId xmlns:a16="http://schemas.microsoft.com/office/drawing/2014/main" id="{AE5BB409-4F33-7D8E-247B-0399E25F475E}"/>
              </a:ext>
            </a:extLst>
          </p:cNvPr>
          <p:cNvSpPr txBox="1"/>
          <p:nvPr/>
        </p:nvSpPr>
        <p:spPr>
          <a:xfrm>
            <a:off x="1151316" y="1899495"/>
            <a:ext cx="15730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$125000</a:t>
            </a:r>
            <a:endParaRPr lang="en-HK" altLang="zh-HK" sz="2000" b="1">
              <a:ln>
                <a:solidFill>
                  <a:schemeClr val="tx1"/>
                </a:solidFill>
              </a:ln>
              <a:solidFill>
                <a:srgbClr val="FFFF0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字方塊 57">
                <a:extLst>
                  <a:ext uri="{FF2B5EF4-FFF2-40B4-BE49-F238E27FC236}">
                    <a16:creationId xmlns:a16="http://schemas.microsoft.com/office/drawing/2014/main" id="{02F291AA-3EAA-8794-25CA-39F5AF59E96E}"/>
                  </a:ext>
                </a:extLst>
              </p:cNvPr>
              <p:cNvSpPr txBox="1"/>
              <p:nvPr/>
            </p:nvSpPr>
            <p:spPr>
              <a:xfrm>
                <a:off x="2484813" y="188518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1" name="文字方塊 57">
                <a:extLst>
                  <a:ext uri="{FF2B5EF4-FFF2-40B4-BE49-F238E27FC236}">
                    <a16:creationId xmlns:a16="http://schemas.microsoft.com/office/drawing/2014/main" id="{02F291AA-3EAA-8794-25CA-39F5AF59E9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4813" y="1885182"/>
                <a:ext cx="295688" cy="4001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群組 58">
            <a:extLst>
              <a:ext uri="{FF2B5EF4-FFF2-40B4-BE49-F238E27FC236}">
                <a16:creationId xmlns:a16="http://schemas.microsoft.com/office/drawing/2014/main" id="{94A701DA-8B00-21B6-329A-1CDFE91E25F3}"/>
              </a:ext>
            </a:extLst>
          </p:cNvPr>
          <p:cNvGrpSpPr/>
          <p:nvPr/>
        </p:nvGrpSpPr>
        <p:grpSpPr>
          <a:xfrm>
            <a:off x="2724326" y="1876281"/>
            <a:ext cx="1468501" cy="409011"/>
            <a:chOff x="1498603" y="1408278"/>
            <a:chExt cx="1468501" cy="409011"/>
          </a:xfrm>
        </p:grpSpPr>
        <p:sp>
          <p:nvSpPr>
            <p:cNvPr id="13" name="文字方塊 59">
              <a:extLst>
                <a:ext uri="{FF2B5EF4-FFF2-40B4-BE49-F238E27FC236}">
                  <a16:creationId xmlns:a16="http://schemas.microsoft.com/office/drawing/2014/main" id="{A9CE07A2-8036-BB4D-F145-CC25EC321046}"/>
                </a:ext>
              </a:extLst>
            </p:cNvPr>
            <p:cNvSpPr txBox="1"/>
            <p:nvPr/>
          </p:nvSpPr>
          <p:spPr>
            <a:xfrm>
              <a:off x="1498603" y="1417179"/>
              <a:ext cx="45717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000" b="1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14" name="文字方塊 60">
              <a:extLst>
                <a:ext uri="{FF2B5EF4-FFF2-40B4-BE49-F238E27FC236}">
                  <a16:creationId xmlns:a16="http://schemas.microsoft.com/office/drawing/2014/main" id="{EEB51BB4-86B4-EEC1-8EEB-3C1CF2991109}"/>
                </a:ext>
              </a:extLst>
            </p:cNvPr>
            <p:cNvSpPr txBox="1"/>
            <p:nvPr/>
          </p:nvSpPr>
          <p:spPr>
            <a:xfrm>
              <a:off x="2008473" y="1417179"/>
              <a:ext cx="95863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92D050"/>
                  </a:solidFill>
                  <a:latin typeface="Lucida Handwriting" panose="03010101010101010101" pitchFamily="66" charset="0"/>
                </a:rPr>
                <a:t>15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%</a:t>
              </a:r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文字方塊 61">
                  <a:extLst>
                    <a:ext uri="{FF2B5EF4-FFF2-40B4-BE49-F238E27FC236}">
                      <a16:creationId xmlns:a16="http://schemas.microsoft.com/office/drawing/2014/main" id="{5E544571-51DC-1C9D-BDEE-4DAF2930AF83}"/>
                    </a:ext>
                  </a:extLst>
                </p:cNvPr>
                <p:cNvSpPr txBox="1"/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15" name="文字方塊 61">
                  <a:extLst>
                    <a:ext uri="{FF2B5EF4-FFF2-40B4-BE49-F238E27FC236}">
                      <a16:creationId xmlns:a16="http://schemas.microsoft.com/office/drawing/2014/main" id="{5E544571-51DC-1C9D-BDEE-4DAF2930AF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文字方塊 64">
                <a:extLst>
                  <a:ext uri="{FF2B5EF4-FFF2-40B4-BE49-F238E27FC236}">
                    <a16:creationId xmlns:a16="http://schemas.microsoft.com/office/drawing/2014/main" id="{94602834-4FD3-6487-3661-58CBA104FD48}"/>
                  </a:ext>
                </a:extLst>
              </p:cNvPr>
              <p:cNvSpPr txBox="1"/>
              <p:nvPr/>
            </p:nvSpPr>
            <p:spPr>
              <a:xfrm>
                <a:off x="3949833" y="187628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6" name="文字方塊 64">
                <a:extLst>
                  <a:ext uri="{FF2B5EF4-FFF2-40B4-BE49-F238E27FC236}">
                    <a16:creationId xmlns:a16="http://schemas.microsoft.com/office/drawing/2014/main" id="{94602834-4FD3-6487-3661-58CBA104FD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9833" y="1876281"/>
                <a:ext cx="295688" cy="4001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群組 65">
            <a:extLst>
              <a:ext uri="{FF2B5EF4-FFF2-40B4-BE49-F238E27FC236}">
                <a16:creationId xmlns:a16="http://schemas.microsoft.com/office/drawing/2014/main" id="{C37E2863-0D84-46A6-5D28-8ED4868F97CF}"/>
              </a:ext>
            </a:extLst>
          </p:cNvPr>
          <p:cNvGrpSpPr/>
          <p:nvPr/>
        </p:nvGrpSpPr>
        <p:grpSpPr>
          <a:xfrm>
            <a:off x="4189346" y="1867380"/>
            <a:ext cx="1468501" cy="409011"/>
            <a:chOff x="1498603" y="1408278"/>
            <a:chExt cx="1468501" cy="409011"/>
          </a:xfrm>
        </p:grpSpPr>
        <p:sp>
          <p:nvSpPr>
            <p:cNvPr id="18" name="文字方塊 66">
              <a:extLst>
                <a:ext uri="{FF2B5EF4-FFF2-40B4-BE49-F238E27FC236}">
                  <a16:creationId xmlns:a16="http://schemas.microsoft.com/office/drawing/2014/main" id="{E88FD144-76FD-5B9F-0024-011FB9774C8F}"/>
                </a:ext>
              </a:extLst>
            </p:cNvPr>
            <p:cNvSpPr txBox="1"/>
            <p:nvPr/>
          </p:nvSpPr>
          <p:spPr>
            <a:xfrm>
              <a:off x="1498603" y="1417179"/>
              <a:ext cx="45717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000" b="1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19" name="文字方塊 67">
              <a:extLst>
                <a:ext uri="{FF2B5EF4-FFF2-40B4-BE49-F238E27FC236}">
                  <a16:creationId xmlns:a16="http://schemas.microsoft.com/office/drawing/2014/main" id="{8CECCC16-053B-97B5-E463-F4E22D793E01}"/>
                </a:ext>
              </a:extLst>
            </p:cNvPr>
            <p:cNvSpPr txBox="1"/>
            <p:nvPr/>
          </p:nvSpPr>
          <p:spPr>
            <a:xfrm>
              <a:off x="2008473" y="1417179"/>
              <a:ext cx="95863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FF0000"/>
                  </a:solidFill>
                  <a:latin typeface="Lucida Handwriting" panose="03010101010101010101" pitchFamily="66" charset="0"/>
                </a:rPr>
                <a:t>8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%</a:t>
              </a:r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文字方塊 68">
                  <a:extLst>
                    <a:ext uri="{FF2B5EF4-FFF2-40B4-BE49-F238E27FC236}">
                      <a16:creationId xmlns:a16="http://schemas.microsoft.com/office/drawing/2014/main" id="{E62D29F8-B8A9-F674-32D4-16172986996B}"/>
                    </a:ext>
                  </a:extLst>
                </p:cNvPr>
                <p:cNvSpPr txBox="1"/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20" name="文字方塊 68">
                  <a:extLst>
                    <a:ext uri="{FF2B5EF4-FFF2-40B4-BE49-F238E27FC236}">
                      <a16:creationId xmlns:a16="http://schemas.microsoft.com/office/drawing/2014/main" id="{E62D29F8-B8A9-F674-32D4-1617298699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文字方塊 69">
                <a:extLst>
                  <a:ext uri="{FF2B5EF4-FFF2-40B4-BE49-F238E27FC236}">
                    <a16:creationId xmlns:a16="http://schemas.microsoft.com/office/drawing/2014/main" id="{4AD51D74-49C3-6EAF-E091-DD381B23601F}"/>
                  </a:ext>
                </a:extLst>
              </p:cNvPr>
              <p:cNvSpPr txBox="1"/>
              <p:nvPr/>
            </p:nvSpPr>
            <p:spPr>
              <a:xfrm>
                <a:off x="850108" y="256267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2" name="文字方塊 69">
                <a:extLst>
                  <a:ext uri="{FF2B5EF4-FFF2-40B4-BE49-F238E27FC236}">
                    <a16:creationId xmlns:a16="http://schemas.microsoft.com/office/drawing/2014/main" id="{4AD51D74-49C3-6EAF-E091-DD381B2360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108" y="2562674"/>
                <a:ext cx="295688" cy="4001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文字方塊 70">
            <a:extLst>
              <a:ext uri="{FF2B5EF4-FFF2-40B4-BE49-F238E27FC236}">
                <a16:creationId xmlns:a16="http://schemas.microsoft.com/office/drawing/2014/main" id="{9BDC9EE6-CAD0-D85F-06AB-292F874F9A42}"/>
              </a:ext>
            </a:extLst>
          </p:cNvPr>
          <p:cNvSpPr txBox="1"/>
          <p:nvPr/>
        </p:nvSpPr>
        <p:spPr>
          <a:xfrm>
            <a:off x="1145469" y="2574578"/>
            <a:ext cx="16014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$125000</a:t>
            </a:r>
            <a:endParaRPr lang="en-HK" altLang="zh-HK" sz="2000" b="1">
              <a:ln>
                <a:solidFill>
                  <a:schemeClr val="tx1"/>
                </a:solidFill>
              </a:ln>
              <a:solidFill>
                <a:srgbClr val="FFFF0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文字方塊 74">
                <a:extLst>
                  <a:ext uri="{FF2B5EF4-FFF2-40B4-BE49-F238E27FC236}">
                    <a16:creationId xmlns:a16="http://schemas.microsoft.com/office/drawing/2014/main" id="{E6B83F6A-97C6-BAB6-433E-C6A4DC2B4BA5}"/>
                  </a:ext>
                </a:extLst>
              </p:cNvPr>
              <p:cNvSpPr txBox="1"/>
              <p:nvPr/>
            </p:nvSpPr>
            <p:spPr>
              <a:xfrm>
                <a:off x="2476710" y="254554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4" name="文字方塊 74">
                <a:extLst>
                  <a:ext uri="{FF2B5EF4-FFF2-40B4-BE49-F238E27FC236}">
                    <a16:creationId xmlns:a16="http://schemas.microsoft.com/office/drawing/2014/main" id="{E6B83F6A-97C6-BAB6-433E-C6A4DC2B4B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6710" y="2545544"/>
                <a:ext cx="295688" cy="40011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文字方塊 76">
            <a:extLst>
              <a:ext uri="{FF2B5EF4-FFF2-40B4-BE49-F238E27FC236}">
                <a16:creationId xmlns:a16="http://schemas.microsoft.com/office/drawing/2014/main" id="{A8A7991F-6DEA-83D5-8E72-9B52AE72ADA1}"/>
              </a:ext>
            </a:extLst>
          </p:cNvPr>
          <p:cNvSpPr txBox="1"/>
          <p:nvPr/>
        </p:nvSpPr>
        <p:spPr>
          <a:xfrm>
            <a:off x="2711185" y="2554445"/>
            <a:ext cx="9674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0.85</a:t>
            </a:r>
            <a:endParaRPr lang="en-HK" altLang="zh-HK" sz="20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文字方塊 83">
                <a:extLst>
                  <a:ext uri="{FF2B5EF4-FFF2-40B4-BE49-F238E27FC236}">
                    <a16:creationId xmlns:a16="http://schemas.microsoft.com/office/drawing/2014/main" id="{C7E5C8F2-4967-AFA3-DC74-7668ECD0DAF5}"/>
                  </a:ext>
                </a:extLst>
              </p:cNvPr>
              <p:cNvSpPr txBox="1"/>
              <p:nvPr/>
            </p:nvSpPr>
            <p:spPr>
              <a:xfrm>
                <a:off x="850108" y="331970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6" name="文字方塊 83">
                <a:extLst>
                  <a:ext uri="{FF2B5EF4-FFF2-40B4-BE49-F238E27FC236}">
                    <a16:creationId xmlns:a16="http://schemas.microsoft.com/office/drawing/2014/main" id="{C7E5C8F2-4967-AFA3-DC74-7668ECD0DA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108" y="3319707"/>
                <a:ext cx="295688" cy="40011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文字方塊 74">
                <a:extLst>
                  <a:ext uri="{FF2B5EF4-FFF2-40B4-BE49-F238E27FC236}">
                    <a16:creationId xmlns:a16="http://schemas.microsoft.com/office/drawing/2014/main" id="{9412B7FD-DA44-08A3-DBD2-CE4763A505AC}"/>
                  </a:ext>
                </a:extLst>
              </p:cNvPr>
              <p:cNvSpPr txBox="1"/>
              <p:nvPr/>
            </p:nvSpPr>
            <p:spPr>
              <a:xfrm>
                <a:off x="3395939" y="254554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0" name="文字方塊 74">
                <a:extLst>
                  <a:ext uri="{FF2B5EF4-FFF2-40B4-BE49-F238E27FC236}">
                    <a16:creationId xmlns:a16="http://schemas.microsoft.com/office/drawing/2014/main" id="{9412B7FD-DA44-08A3-DBD2-CE4763A505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5939" y="2545544"/>
                <a:ext cx="295688" cy="40011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文字方塊 76">
            <a:extLst>
              <a:ext uri="{FF2B5EF4-FFF2-40B4-BE49-F238E27FC236}">
                <a16:creationId xmlns:a16="http://schemas.microsoft.com/office/drawing/2014/main" id="{EA69D4BD-EDAA-37BC-682B-F08D6BB3F85C}"/>
              </a:ext>
            </a:extLst>
          </p:cNvPr>
          <p:cNvSpPr txBox="1"/>
          <p:nvPr/>
        </p:nvSpPr>
        <p:spPr>
          <a:xfrm>
            <a:off x="3630414" y="2554445"/>
            <a:ext cx="9674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0.92</a:t>
            </a:r>
            <a:endParaRPr lang="en-HK" altLang="zh-HK" sz="20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p:sp>
        <p:nvSpPr>
          <p:cNvPr id="33" name="文字方塊 70">
            <a:extLst>
              <a:ext uri="{FF2B5EF4-FFF2-40B4-BE49-F238E27FC236}">
                <a16:creationId xmlns:a16="http://schemas.microsoft.com/office/drawing/2014/main" id="{0A8E9720-C561-7582-00B3-6D48D836BAEC}"/>
              </a:ext>
            </a:extLst>
          </p:cNvPr>
          <p:cNvSpPr txBox="1"/>
          <p:nvPr/>
        </p:nvSpPr>
        <p:spPr>
          <a:xfrm>
            <a:off x="1151316" y="3329256"/>
            <a:ext cx="16014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rPr>
              <a:t>$97750</a:t>
            </a:r>
            <a:endParaRPr lang="en-HK" altLang="zh-HK" sz="2000" b="1">
              <a:ln>
                <a:solidFill>
                  <a:schemeClr val="tx1"/>
                </a:solidFill>
              </a:ln>
              <a:solidFill>
                <a:schemeClr val="accent5">
                  <a:lumMod val="60000"/>
                  <a:lumOff val="40000"/>
                </a:schemeClr>
              </a:solidFill>
              <a:latin typeface="Lucida Calligraphy" panose="03010101010101010101" pitchFamily="66" charset="0"/>
            </a:endParaRPr>
          </a:p>
        </p:txBody>
      </p:sp>
      <p:sp>
        <p:nvSpPr>
          <p:cNvPr id="36" name="文字方塊 5">
            <a:extLst>
              <a:ext uri="{FF2B5EF4-FFF2-40B4-BE49-F238E27FC236}">
                <a16:creationId xmlns:a16="http://schemas.microsoft.com/office/drawing/2014/main" id="{9A8C3154-1A74-7AA2-1537-E252B8437C93}"/>
              </a:ext>
            </a:extLst>
          </p:cNvPr>
          <p:cNvSpPr txBox="1"/>
          <p:nvPr/>
        </p:nvSpPr>
        <p:spPr>
          <a:xfrm>
            <a:off x="6135567" y="3652519"/>
            <a:ext cx="27998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Percentage change</a:t>
            </a:r>
            <a:endParaRPr lang="en-HK" sz="2000" b="1">
              <a:ln>
                <a:solidFill>
                  <a:schemeClr val="tx1"/>
                </a:solidFill>
              </a:ln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文字方塊 83">
                <a:extLst>
                  <a:ext uri="{FF2B5EF4-FFF2-40B4-BE49-F238E27FC236}">
                    <a16:creationId xmlns:a16="http://schemas.microsoft.com/office/drawing/2014/main" id="{DA96C1C8-63C5-E169-F43C-B87830A3D89A}"/>
                  </a:ext>
                </a:extLst>
              </p:cNvPr>
              <p:cNvSpPr txBox="1"/>
              <p:nvPr/>
            </p:nvSpPr>
            <p:spPr>
              <a:xfrm>
                <a:off x="8887708" y="363538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7" name="文字方塊 83">
                <a:extLst>
                  <a:ext uri="{FF2B5EF4-FFF2-40B4-BE49-F238E27FC236}">
                    <a16:creationId xmlns:a16="http://schemas.microsoft.com/office/drawing/2014/main" id="{DA96C1C8-63C5-E169-F43C-B87830A3D8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7708" y="3635389"/>
                <a:ext cx="295688" cy="40011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8" name="群組 74">
            <a:extLst>
              <a:ext uri="{FF2B5EF4-FFF2-40B4-BE49-F238E27FC236}">
                <a16:creationId xmlns:a16="http://schemas.microsoft.com/office/drawing/2014/main" id="{D5E6BF1D-5F96-B84B-CDAA-F5D887472A1B}"/>
              </a:ext>
            </a:extLst>
          </p:cNvPr>
          <p:cNvGrpSpPr/>
          <p:nvPr/>
        </p:nvGrpSpPr>
        <p:grpSpPr>
          <a:xfrm>
            <a:off x="9306232" y="3464368"/>
            <a:ext cx="2075227" cy="818126"/>
            <a:chOff x="2896106" y="4671588"/>
            <a:chExt cx="2075227" cy="818126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9" name="文字方塊 75">
                  <a:extLst>
                    <a:ext uri="{FF2B5EF4-FFF2-40B4-BE49-F238E27FC236}">
                      <a16:creationId xmlns:a16="http://schemas.microsoft.com/office/drawing/2014/main" id="{C2FD3201-08AB-5884-98D6-A94D586D19BC}"/>
                    </a:ext>
                  </a:extLst>
                </p:cNvPr>
                <p:cNvSpPr txBox="1"/>
                <p:nvPr/>
              </p:nvSpPr>
              <p:spPr>
                <a:xfrm>
                  <a:off x="2896106" y="4671588"/>
                  <a:ext cx="2075227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HK" sz="2000" b="1">
                      <a:ln>
                        <a:solidFill>
                          <a:schemeClr val="tx1"/>
                        </a:solidFill>
                      </a:ln>
                      <a:latin typeface="Lucida Calligraphy" panose="03010101010101010101" pitchFamily="66" charset="0"/>
                    </a:rPr>
                    <a:t>new</a:t>
                  </a:r>
                  <a:r>
                    <a:rPr lang="en-HK" sz="2000" b="1">
                      <a:ln>
                        <a:solidFill>
                          <a:schemeClr val="tx1"/>
                        </a:solidFill>
                      </a:ln>
                      <a:latin typeface="Lucida Handwriting" panose="03010101010101010101" pitchFamily="66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a14:m>
                  <a:r>
                    <a:rPr lang="en-HK" sz="2000" b="1">
                      <a:ln>
                        <a:solidFill>
                          <a:schemeClr val="tx1"/>
                        </a:solidFill>
                      </a:ln>
                      <a:solidFill>
                        <a:schemeClr val="tx1"/>
                      </a:solidFill>
                      <a:latin typeface="Lucida Calligraphy" panose="03010101010101010101" pitchFamily="66" charset="0"/>
                    </a:rPr>
                    <a:t> old</a:t>
                  </a:r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39" name="文字方塊 75">
                  <a:extLst>
                    <a:ext uri="{FF2B5EF4-FFF2-40B4-BE49-F238E27FC236}">
                      <a16:creationId xmlns:a16="http://schemas.microsoft.com/office/drawing/2014/main" id="{C2FD3201-08AB-5884-98D6-A94D586D19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96106" y="4671588"/>
                  <a:ext cx="2075227" cy="400110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0" name="群組 76">
              <a:extLst>
                <a:ext uri="{FF2B5EF4-FFF2-40B4-BE49-F238E27FC236}">
                  <a16:creationId xmlns:a16="http://schemas.microsoft.com/office/drawing/2014/main" id="{641962B0-36AA-6568-C307-4B1ABE98FEB3}"/>
                </a:ext>
              </a:extLst>
            </p:cNvPr>
            <p:cNvGrpSpPr/>
            <p:nvPr/>
          </p:nvGrpSpPr>
          <p:grpSpPr>
            <a:xfrm>
              <a:off x="2896107" y="5036045"/>
              <a:ext cx="1559660" cy="453669"/>
              <a:chOff x="2896107" y="5036045"/>
              <a:chExt cx="1559660" cy="453669"/>
            </a:xfrm>
          </p:grpSpPr>
          <p:cxnSp>
            <p:nvCxnSpPr>
              <p:cNvPr id="41" name="直線接點 77">
                <a:extLst>
                  <a:ext uri="{FF2B5EF4-FFF2-40B4-BE49-F238E27FC236}">
                    <a16:creationId xmlns:a16="http://schemas.microsoft.com/office/drawing/2014/main" id="{A4C3F1BD-C9E3-01B9-67DF-66D531DED197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2896107" y="5036045"/>
                <a:ext cx="1559660" cy="0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42" name="文字方塊 78">
                <a:extLst>
                  <a:ext uri="{FF2B5EF4-FFF2-40B4-BE49-F238E27FC236}">
                    <a16:creationId xmlns:a16="http://schemas.microsoft.com/office/drawing/2014/main" id="{B57F6262-F78C-AA3F-4485-919925962496}"/>
                  </a:ext>
                </a:extLst>
              </p:cNvPr>
              <p:cNvSpPr txBox="1"/>
              <p:nvPr/>
            </p:nvSpPr>
            <p:spPr>
              <a:xfrm>
                <a:off x="3380022" y="5089604"/>
                <a:ext cx="59182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old</a:t>
                </a:r>
                <a:endPara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4" name="文字方塊 74">
                <a:extLst>
                  <a:ext uri="{FF2B5EF4-FFF2-40B4-BE49-F238E27FC236}">
                    <a16:creationId xmlns:a16="http://schemas.microsoft.com/office/drawing/2014/main" id="{9F5A9FC9-7530-91DA-715D-34A6535F31F0}"/>
                  </a:ext>
                </a:extLst>
              </p:cNvPr>
              <p:cNvSpPr txBox="1"/>
              <p:nvPr/>
            </p:nvSpPr>
            <p:spPr>
              <a:xfrm>
                <a:off x="10892840" y="362877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4" name="文字方塊 74">
                <a:extLst>
                  <a:ext uri="{FF2B5EF4-FFF2-40B4-BE49-F238E27FC236}">
                    <a16:creationId xmlns:a16="http://schemas.microsoft.com/office/drawing/2014/main" id="{9F5A9FC9-7530-91DA-715D-34A6535F31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92840" y="3628770"/>
                <a:ext cx="295688" cy="40011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文字方塊 60">
            <a:extLst>
              <a:ext uri="{FF2B5EF4-FFF2-40B4-BE49-F238E27FC236}">
                <a16:creationId xmlns:a16="http://schemas.microsoft.com/office/drawing/2014/main" id="{57CDD340-5D5B-7843-BD0D-0F611B89805C}"/>
              </a:ext>
            </a:extLst>
          </p:cNvPr>
          <p:cNvSpPr txBox="1"/>
          <p:nvPr/>
        </p:nvSpPr>
        <p:spPr>
          <a:xfrm>
            <a:off x="11171641" y="3628770"/>
            <a:ext cx="958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100</a:t>
            </a:r>
            <a:r>
              <a:rPr lang="en-HK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%</a:t>
            </a:r>
            <a:endParaRPr lang="en-HK" sz="20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p:sp>
        <p:nvSpPr>
          <p:cNvPr id="48" name="文字方塊 5">
            <a:extLst>
              <a:ext uri="{FF2B5EF4-FFF2-40B4-BE49-F238E27FC236}">
                <a16:creationId xmlns:a16="http://schemas.microsoft.com/office/drawing/2014/main" id="{F7F72B59-975B-B648-7114-1A8C781CD93E}"/>
              </a:ext>
            </a:extLst>
          </p:cNvPr>
          <p:cNvSpPr txBox="1"/>
          <p:nvPr/>
        </p:nvSpPr>
        <p:spPr>
          <a:xfrm>
            <a:off x="1232728" y="4245621"/>
            <a:ext cx="38975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Calligraphy" panose="03010101010101010101" pitchFamily="66" charset="0"/>
              </a:rPr>
              <a:t>Overall percentage change</a:t>
            </a:r>
            <a:endParaRPr lang="en-HK" sz="2000" b="1">
              <a:ln>
                <a:solidFill>
                  <a:schemeClr val="tx1"/>
                </a:solidFill>
              </a:ln>
              <a:solidFill>
                <a:srgbClr val="00B0F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9" name="文字方塊 83">
                <a:extLst>
                  <a:ext uri="{FF2B5EF4-FFF2-40B4-BE49-F238E27FC236}">
                    <a16:creationId xmlns:a16="http://schemas.microsoft.com/office/drawing/2014/main" id="{D4C59236-5107-9689-F73F-291A1FCA40CE}"/>
                  </a:ext>
                </a:extLst>
              </p:cNvPr>
              <p:cNvSpPr txBox="1"/>
              <p:nvPr/>
            </p:nvSpPr>
            <p:spPr>
              <a:xfrm>
                <a:off x="845070" y="495281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9" name="文字方塊 83">
                <a:extLst>
                  <a:ext uri="{FF2B5EF4-FFF2-40B4-BE49-F238E27FC236}">
                    <a16:creationId xmlns:a16="http://schemas.microsoft.com/office/drawing/2014/main" id="{D4C59236-5107-9689-F73F-291A1FCA40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070" y="4952819"/>
                <a:ext cx="295688" cy="40011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0" name="群組 74">
            <a:extLst>
              <a:ext uri="{FF2B5EF4-FFF2-40B4-BE49-F238E27FC236}">
                <a16:creationId xmlns:a16="http://schemas.microsoft.com/office/drawing/2014/main" id="{2529321F-822C-C6FD-A9D6-1ED7D9AD28A4}"/>
              </a:ext>
            </a:extLst>
          </p:cNvPr>
          <p:cNvGrpSpPr/>
          <p:nvPr/>
        </p:nvGrpSpPr>
        <p:grpSpPr>
          <a:xfrm>
            <a:off x="1263594" y="4781798"/>
            <a:ext cx="2710910" cy="800220"/>
            <a:chOff x="2896106" y="4671588"/>
            <a:chExt cx="2710910" cy="800220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1" name="文字方塊 75">
                  <a:extLst>
                    <a:ext uri="{FF2B5EF4-FFF2-40B4-BE49-F238E27FC236}">
                      <a16:creationId xmlns:a16="http://schemas.microsoft.com/office/drawing/2014/main" id="{B0C5F5E2-2512-C781-ECE8-FEC153AA3BAB}"/>
                    </a:ext>
                  </a:extLst>
                </p:cNvPr>
                <p:cNvSpPr txBox="1"/>
                <p:nvPr/>
              </p:nvSpPr>
              <p:spPr>
                <a:xfrm>
                  <a:off x="2896106" y="4671588"/>
                  <a:ext cx="271091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HK" sz="2000" b="1">
                      <a:ln>
                        <a:solidFill>
                          <a:schemeClr val="tx1"/>
                        </a:solidFill>
                      </a:ln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latin typeface="Lucida Handwriting" panose="03010101010101010101" pitchFamily="66" charset="0"/>
                    </a:rPr>
                    <a:t>97750</a:t>
                  </a:r>
                  <a:r>
                    <a:rPr lang="en-HK" sz="2000" b="1">
                      <a:ln>
                        <a:solidFill>
                          <a:schemeClr val="tx1"/>
                        </a:solidFill>
                      </a:ln>
                      <a:latin typeface="Lucida Handwriting" panose="03010101010101010101" pitchFamily="66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a14:m>
                  <a:r>
                    <a:rPr lang="en-HK" sz="2000" b="1">
                      <a:ln>
                        <a:solidFill>
                          <a:schemeClr val="tx1"/>
                        </a:solidFill>
                      </a:ln>
                      <a:solidFill>
                        <a:schemeClr val="tx1"/>
                      </a:solidFill>
                      <a:latin typeface="Lucida Calligraphy" panose="03010101010101010101" pitchFamily="66" charset="0"/>
                    </a:rPr>
                    <a:t> </a:t>
                  </a:r>
                  <a:r>
                    <a:rPr lang="en-HK" sz="2000" b="1">
                      <a:ln>
                        <a:solidFill>
                          <a:schemeClr val="tx1"/>
                        </a:solidFill>
                      </a:ln>
                      <a:solidFill>
                        <a:srgbClr val="FFFF00"/>
                      </a:solidFill>
                      <a:latin typeface="Lucida Handwriting" panose="03010101010101010101" pitchFamily="66" charset="0"/>
                    </a:rPr>
                    <a:t>125000</a:t>
                  </a:r>
                </a:p>
              </p:txBody>
            </p:sp>
          </mc:Choice>
          <mc:Fallback>
            <p:sp>
              <p:nvSpPr>
                <p:cNvPr id="51" name="文字方塊 75">
                  <a:extLst>
                    <a:ext uri="{FF2B5EF4-FFF2-40B4-BE49-F238E27FC236}">
                      <a16:creationId xmlns:a16="http://schemas.microsoft.com/office/drawing/2014/main" id="{B0C5F5E2-2512-C781-ECE8-FEC153AA3B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96106" y="4671588"/>
                  <a:ext cx="2710910" cy="400110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52" name="群組 76">
              <a:extLst>
                <a:ext uri="{FF2B5EF4-FFF2-40B4-BE49-F238E27FC236}">
                  <a16:creationId xmlns:a16="http://schemas.microsoft.com/office/drawing/2014/main" id="{24E8D40B-44D2-B2DB-DDBE-E521BFDFFD7C}"/>
                </a:ext>
              </a:extLst>
            </p:cNvPr>
            <p:cNvGrpSpPr/>
            <p:nvPr/>
          </p:nvGrpSpPr>
          <p:grpSpPr>
            <a:xfrm>
              <a:off x="2896107" y="5036045"/>
              <a:ext cx="2415073" cy="435763"/>
              <a:chOff x="2896107" y="5036045"/>
              <a:chExt cx="2415073" cy="435763"/>
            </a:xfrm>
          </p:grpSpPr>
          <p:cxnSp>
            <p:nvCxnSpPr>
              <p:cNvPr id="53" name="直線接點 77">
                <a:extLst>
                  <a:ext uri="{FF2B5EF4-FFF2-40B4-BE49-F238E27FC236}">
                    <a16:creationId xmlns:a16="http://schemas.microsoft.com/office/drawing/2014/main" id="{B3F18FC9-AEF1-4CB4-2DE5-422D954E29E1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2896107" y="5036045"/>
                <a:ext cx="2415073" cy="0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54" name="文字方塊 78">
                <a:extLst>
                  <a:ext uri="{FF2B5EF4-FFF2-40B4-BE49-F238E27FC236}">
                    <a16:creationId xmlns:a16="http://schemas.microsoft.com/office/drawing/2014/main" id="{12A44862-2789-01FF-628C-67CFED95ED32}"/>
                  </a:ext>
                </a:extLst>
              </p:cNvPr>
              <p:cNvSpPr txBox="1"/>
              <p:nvPr/>
            </p:nvSpPr>
            <p:spPr>
              <a:xfrm>
                <a:off x="3472800" y="5071698"/>
                <a:ext cx="122341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rPr>
                  <a:t>125000</a:t>
                </a:r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5" name="文字方塊 74">
                <a:extLst>
                  <a:ext uri="{FF2B5EF4-FFF2-40B4-BE49-F238E27FC236}">
                    <a16:creationId xmlns:a16="http://schemas.microsoft.com/office/drawing/2014/main" id="{3F1E3669-D77F-9F6C-AC92-357F2E5B66E7}"/>
                  </a:ext>
                </a:extLst>
              </p:cNvPr>
              <p:cNvSpPr txBox="1"/>
              <p:nvPr/>
            </p:nvSpPr>
            <p:spPr>
              <a:xfrm>
                <a:off x="3695703" y="494620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5" name="文字方塊 74">
                <a:extLst>
                  <a:ext uri="{FF2B5EF4-FFF2-40B4-BE49-F238E27FC236}">
                    <a16:creationId xmlns:a16="http://schemas.microsoft.com/office/drawing/2014/main" id="{3F1E3669-D77F-9F6C-AC92-357F2E5B66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5703" y="4946200"/>
                <a:ext cx="295688" cy="40011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文字方塊 60">
            <a:extLst>
              <a:ext uri="{FF2B5EF4-FFF2-40B4-BE49-F238E27FC236}">
                <a16:creationId xmlns:a16="http://schemas.microsoft.com/office/drawing/2014/main" id="{2750F222-5B13-2BD2-2C4B-A16D0AFD8F50}"/>
              </a:ext>
            </a:extLst>
          </p:cNvPr>
          <p:cNvSpPr txBox="1"/>
          <p:nvPr/>
        </p:nvSpPr>
        <p:spPr>
          <a:xfrm>
            <a:off x="3974504" y="4946200"/>
            <a:ext cx="958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100</a:t>
            </a:r>
            <a:r>
              <a:rPr lang="en-HK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%</a:t>
            </a:r>
            <a:endParaRPr lang="en-HK" sz="20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9" name="文字方塊 83">
                <a:extLst>
                  <a:ext uri="{FF2B5EF4-FFF2-40B4-BE49-F238E27FC236}">
                    <a16:creationId xmlns:a16="http://schemas.microsoft.com/office/drawing/2014/main" id="{460DAA9F-7729-F9A3-C0EE-DB0C9EFDE084}"/>
                  </a:ext>
                </a:extLst>
              </p:cNvPr>
              <p:cNvSpPr txBox="1"/>
              <p:nvPr/>
            </p:nvSpPr>
            <p:spPr>
              <a:xfrm>
                <a:off x="857419" y="571940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9" name="文字方塊 83">
                <a:extLst>
                  <a:ext uri="{FF2B5EF4-FFF2-40B4-BE49-F238E27FC236}">
                    <a16:creationId xmlns:a16="http://schemas.microsoft.com/office/drawing/2014/main" id="{460DAA9F-7729-F9A3-C0EE-DB0C9EFDE0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419" y="5719401"/>
                <a:ext cx="295688" cy="400110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0" name="文字方塊 60">
                <a:extLst>
                  <a:ext uri="{FF2B5EF4-FFF2-40B4-BE49-F238E27FC236}">
                    <a16:creationId xmlns:a16="http://schemas.microsoft.com/office/drawing/2014/main" id="{D0BC3203-0D8E-1F99-B167-4DDF5F6265FA}"/>
                  </a:ext>
                </a:extLst>
              </p:cNvPr>
              <p:cNvSpPr txBox="1"/>
              <p:nvPr/>
            </p:nvSpPr>
            <p:spPr>
              <a:xfrm>
                <a:off x="1225805" y="5719401"/>
                <a:ext cx="132294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00B0F0"/>
                    </a:solidFill>
                    <a:latin typeface="Lucida Handwriting" panose="03010101010101010101" pitchFamily="66" charset="0"/>
                  </a:rPr>
                  <a:t> 21.8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00B0F0"/>
                    </a:solidFill>
                    <a:latin typeface="Lucida Calligraphy" panose="03010101010101010101" pitchFamily="66" charset="0"/>
                  </a:rPr>
                  <a:t>%</a:t>
                </a:r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60" name="文字方塊 60">
                <a:extLst>
                  <a:ext uri="{FF2B5EF4-FFF2-40B4-BE49-F238E27FC236}">
                    <a16:creationId xmlns:a16="http://schemas.microsoft.com/office/drawing/2014/main" id="{D0BC3203-0D8E-1F99-B167-4DDF5F6265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5805" y="5719401"/>
                <a:ext cx="1322947" cy="400110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群組 1">
            <a:extLst>
              <a:ext uri="{FF2B5EF4-FFF2-40B4-BE49-F238E27FC236}">
                <a16:creationId xmlns:a16="http://schemas.microsoft.com/office/drawing/2014/main" id="{6DB80EAC-B3BF-2DEE-CD84-82207DFBE32A}"/>
              </a:ext>
            </a:extLst>
          </p:cNvPr>
          <p:cNvGrpSpPr/>
          <p:nvPr/>
        </p:nvGrpSpPr>
        <p:grpSpPr>
          <a:xfrm>
            <a:off x="7613831" y="981479"/>
            <a:ext cx="4487071" cy="841467"/>
            <a:chOff x="92379" y="3402299"/>
            <a:chExt cx="4487071" cy="841467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B309B1C7-E2C8-ECD4-AA14-C108D4FE4D83}"/>
                </a:ext>
              </a:extLst>
            </p:cNvPr>
            <p:cNvSpPr/>
            <p:nvPr/>
          </p:nvSpPr>
          <p:spPr>
            <a:xfrm>
              <a:off x="132070" y="3402299"/>
              <a:ext cx="4447379" cy="811892"/>
            </a:xfrm>
            <a:prstGeom prst="rect">
              <a:avLst/>
            </a:prstGeom>
            <a:solidFill>
              <a:schemeClr val="accent1">
                <a:lumMod val="40000"/>
                <a:lumOff val="60000"/>
                <a:alpha val="2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grpSp>
          <p:nvGrpSpPr>
            <p:cNvPr id="21" name="群組 20">
              <a:extLst>
                <a:ext uri="{FF2B5EF4-FFF2-40B4-BE49-F238E27FC236}">
                  <a16:creationId xmlns:a16="http://schemas.microsoft.com/office/drawing/2014/main" id="{AAE4468C-510C-B0A3-D5D2-F4937EC03927}"/>
                </a:ext>
              </a:extLst>
            </p:cNvPr>
            <p:cNvGrpSpPr/>
            <p:nvPr/>
          </p:nvGrpSpPr>
          <p:grpSpPr>
            <a:xfrm>
              <a:off x="92379" y="3437776"/>
              <a:ext cx="4487071" cy="805990"/>
              <a:chOff x="7091735" y="2504957"/>
              <a:chExt cx="4487071" cy="805990"/>
            </a:xfrm>
          </p:grpSpPr>
          <p:grpSp>
            <p:nvGrpSpPr>
              <p:cNvPr id="57" name="群組 56">
                <a:extLst>
                  <a:ext uri="{FF2B5EF4-FFF2-40B4-BE49-F238E27FC236}">
                    <a16:creationId xmlns:a16="http://schemas.microsoft.com/office/drawing/2014/main" id="{84A47990-6E5D-2B52-F957-F660D016127E}"/>
                  </a:ext>
                </a:extLst>
              </p:cNvPr>
              <p:cNvGrpSpPr/>
              <p:nvPr/>
            </p:nvGrpSpPr>
            <p:grpSpPr>
              <a:xfrm>
                <a:off x="7091735" y="2666359"/>
                <a:ext cx="1637758" cy="407299"/>
                <a:chOff x="7091735" y="2666359"/>
                <a:chExt cx="1637758" cy="407299"/>
              </a:xfrm>
            </p:grpSpPr>
            <p:sp>
              <p:nvSpPr>
                <p:cNvPr id="69" name="文字方塊 68">
                  <a:extLst>
                    <a:ext uri="{FF2B5EF4-FFF2-40B4-BE49-F238E27FC236}">
                      <a16:creationId xmlns:a16="http://schemas.microsoft.com/office/drawing/2014/main" id="{9B54B2EB-23F6-F7D7-6961-0C66DB577F61}"/>
                    </a:ext>
                  </a:extLst>
                </p:cNvPr>
                <p:cNvSpPr txBox="1"/>
                <p:nvPr/>
              </p:nvSpPr>
              <p:spPr>
                <a:xfrm>
                  <a:off x="7091735" y="2666359"/>
                  <a:ext cx="155580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HK" altLang="zh-HK" sz="2000" b="1">
                      <a:ln>
                        <a:solidFill>
                          <a:schemeClr val="tx1"/>
                        </a:solidFill>
                      </a:ln>
                      <a:solidFill>
                        <a:sysClr val="windowText" lastClr="000000"/>
                      </a:solidFill>
                      <a:latin typeface="Lucida Calligraphy" panose="03010101010101010101" pitchFamily="66" charset="0"/>
                    </a:rPr>
                    <a:t>% change</a:t>
                  </a:r>
                </a:p>
              </p:txBody>
            </p: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70" name="文字方塊 69">
                      <a:extLst>
                        <a:ext uri="{FF2B5EF4-FFF2-40B4-BE49-F238E27FC236}">
                          <a16:creationId xmlns:a16="http://schemas.microsoft.com/office/drawing/2014/main" id="{3953F07B-6398-9662-8512-8427B75EFE2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433805" y="2673548"/>
                      <a:ext cx="295688" cy="4001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000" b="1" i="1" smtClean="0">
                                <a:ln>
                                  <a:solidFill>
                                    <a:schemeClr val="tx1"/>
                                  </a:solidFill>
                                </a:ln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</m:oMath>
                        </m:oMathPara>
                      </a14:m>
                      <a:endParaRPr lang="en-HK" sz="2000" b="1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Handwriting" panose="03010101010101010101" pitchFamily="66" charset="0"/>
                      </a:endParaRPr>
                    </a:p>
                  </p:txBody>
                </p:sp>
              </mc:Choice>
              <mc:Fallback>
                <p:sp>
                  <p:nvSpPr>
                    <p:cNvPr id="70" name="文字方塊 69">
                      <a:extLst>
                        <a:ext uri="{FF2B5EF4-FFF2-40B4-BE49-F238E27FC236}">
                          <a16:creationId xmlns:a16="http://schemas.microsoft.com/office/drawing/2014/main" id="{3953F07B-6398-9662-8512-8427B75EFE27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433805" y="2673548"/>
                      <a:ext cx="295688" cy="400110"/>
                    </a:xfrm>
                    <a:prstGeom prst="rect">
                      <a:avLst/>
                    </a:prstGeom>
                    <a:blipFill>
                      <a:blip r:embed="rId28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58" name="群組 57">
                <a:extLst>
                  <a:ext uri="{FF2B5EF4-FFF2-40B4-BE49-F238E27FC236}">
                    <a16:creationId xmlns:a16="http://schemas.microsoft.com/office/drawing/2014/main" id="{6D243526-9A2C-2057-6980-A60AB86724AF}"/>
                  </a:ext>
                </a:extLst>
              </p:cNvPr>
              <p:cNvGrpSpPr/>
              <p:nvPr/>
            </p:nvGrpSpPr>
            <p:grpSpPr>
              <a:xfrm>
                <a:off x="8846652" y="2504957"/>
                <a:ext cx="1548000" cy="805990"/>
                <a:chOff x="8846652" y="2504957"/>
                <a:chExt cx="1548000" cy="805990"/>
              </a:xfrm>
            </p:grpSpPr>
            <p:grpSp>
              <p:nvGrpSpPr>
                <p:cNvPr id="62" name="群組 61">
                  <a:extLst>
                    <a:ext uri="{FF2B5EF4-FFF2-40B4-BE49-F238E27FC236}">
                      <a16:creationId xmlns:a16="http://schemas.microsoft.com/office/drawing/2014/main" id="{3CB41DE4-BBA3-7C68-7724-70D95C0219D8}"/>
                    </a:ext>
                  </a:extLst>
                </p:cNvPr>
                <p:cNvGrpSpPr/>
                <p:nvPr/>
              </p:nvGrpSpPr>
              <p:grpSpPr>
                <a:xfrm>
                  <a:off x="8846652" y="2871925"/>
                  <a:ext cx="1548000" cy="439022"/>
                  <a:chOff x="3127052" y="676366"/>
                  <a:chExt cx="1548000" cy="439022"/>
                </a:xfrm>
              </p:grpSpPr>
              <p:cxnSp>
                <p:nvCxnSpPr>
                  <p:cNvPr id="67" name="直線接點 66">
                    <a:extLst>
                      <a:ext uri="{FF2B5EF4-FFF2-40B4-BE49-F238E27FC236}">
                        <a16:creationId xmlns:a16="http://schemas.microsoft.com/office/drawing/2014/main" id="{981CF703-B800-FE7B-48EB-7E3C1F282D6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127052" y="676366"/>
                    <a:ext cx="1548000" cy="7998"/>
                  </a:xfrm>
                  <a:prstGeom prst="line">
                    <a:avLst/>
                  </a:prstGeom>
                  <a:ln w="254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8" name="文字方塊 67">
                    <a:extLst>
                      <a:ext uri="{FF2B5EF4-FFF2-40B4-BE49-F238E27FC236}">
                        <a16:creationId xmlns:a16="http://schemas.microsoft.com/office/drawing/2014/main" id="{E2FE1410-F053-EFC7-4AE7-BC7BE6382403}"/>
                      </a:ext>
                    </a:extLst>
                  </p:cNvPr>
                  <p:cNvSpPr txBox="1"/>
                  <p:nvPr/>
                </p:nvSpPr>
                <p:spPr>
                  <a:xfrm>
                    <a:off x="3670820" y="715278"/>
                    <a:ext cx="595972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HK" altLang="zh-HK" sz="2000" b="1">
                        <a:ln>
                          <a:solidFill>
                            <a:schemeClr val="tx1"/>
                          </a:solidFill>
                        </a:ln>
                        <a:latin typeface="Lucida Calligraphy" panose="03010101010101010101" pitchFamily="66" charset="0"/>
                      </a:rPr>
                      <a:t>old</a:t>
                    </a:r>
                    <a:endParaRPr lang="en-HK" altLang="zh-HK" sz="2000" b="1">
                      <a:ln>
                        <a:solidFill>
                          <a:schemeClr val="tx1"/>
                        </a:solidFill>
                      </a:ln>
                      <a:latin typeface="Lucida Handwriting" panose="03010101010101010101" pitchFamily="66" charset="0"/>
                    </a:endParaRPr>
                  </a:p>
                </p:txBody>
              </p:sp>
            </p:grpSp>
            <p:grpSp>
              <p:nvGrpSpPr>
                <p:cNvPr id="63" name="群組 62">
                  <a:extLst>
                    <a:ext uri="{FF2B5EF4-FFF2-40B4-BE49-F238E27FC236}">
                      <a16:creationId xmlns:a16="http://schemas.microsoft.com/office/drawing/2014/main" id="{83C9A761-45CE-DE46-729F-4747EA73B4F0}"/>
                    </a:ext>
                  </a:extLst>
                </p:cNvPr>
                <p:cNvGrpSpPr/>
                <p:nvPr/>
              </p:nvGrpSpPr>
              <p:grpSpPr>
                <a:xfrm>
                  <a:off x="8866324" y="2504957"/>
                  <a:ext cx="1488051" cy="429288"/>
                  <a:chOff x="8536405" y="1931585"/>
                  <a:chExt cx="1488051" cy="429288"/>
                </a:xfrm>
              </p:grpSpPr>
              <p:sp>
                <p:nvSpPr>
                  <p:cNvPr id="64" name="文字方塊 63">
                    <a:extLst>
                      <a:ext uri="{FF2B5EF4-FFF2-40B4-BE49-F238E27FC236}">
                        <a16:creationId xmlns:a16="http://schemas.microsoft.com/office/drawing/2014/main" id="{0303850A-DA79-B396-816B-30DE0AC01885}"/>
                      </a:ext>
                    </a:extLst>
                  </p:cNvPr>
                  <p:cNvSpPr txBox="1"/>
                  <p:nvPr/>
                </p:nvSpPr>
                <p:spPr>
                  <a:xfrm>
                    <a:off x="9428484" y="1931585"/>
                    <a:ext cx="595972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HK" altLang="zh-HK" sz="2000" b="1">
                        <a:ln>
                          <a:solidFill>
                            <a:schemeClr val="tx1"/>
                          </a:solidFill>
                        </a:ln>
                        <a:latin typeface="Lucida Calligraphy" panose="03010101010101010101" pitchFamily="66" charset="0"/>
                      </a:rPr>
                      <a:t>old</a:t>
                    </a:r>
                    <a:endParaRPr lang="en-HK" altLang="zh-HK" sz="2000" b="1">
                      <a:ln>
                        <a:solidFill>
                          <a:schemeClr val="tx1"/>
                        </a:solidFill>
                      </a:ln>
                      <a:latin typeface="Lucida Handwriting" panose="03010101010101010101" pitchFamily="66" charset="0"/>
                    </a:endParaRPr>
                  </a:p>
                </p:txBody>
              </p:sp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65" name="文字方塊 64">
                        <a:extLst>
                          <a:ext uri="{FF2B5EF4-FFF2-40B4-BE49-F238E27FC236}">
                            <a16:creationId xmlns:a16="http://schemas.microsoft.com/office/drawing/2014/main" id="{B82AB572-BF04-2047-8192-348FE68E9F52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9180342" y="1960763"/>
                        <a:ext cx="295688" cy="40011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2000" b="1" i="1" dirty="0" smtClean="0">
                                  <a:ln>
                                    <a:solidFill>
                                      <a:schemeClr val="tx1"/>
                                    </a:solidFill>
                                  </a:ln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oMath>
                          </m:oMathPara>
                        </a14:m>
                        <a:endParaRPr lang="en-HK" sz="2000" b="1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Handwriting" panose="03010101010101010101" pitchFamily="66" charset="0"/>
                        </a:endParaRPr>
                      </a:p>
                    </p:txBody>
                  </p:sp>
                </mc:Choice>
                <mc:Fallback>
                  <p:sp>
                    <p:nvSpPr>
                      <p:cNvPr id="65" name="文字方塊 64">
                        <a:extLst>
                          <a:ext uri="{FF2B5EF4-FFF2-40B4-BE49-F238E27FC236}">
                            <a16:creationId xmlns:a16="http://schemas.microsoft.com/office/drawing/2014/main" id="{B82AB572-BF04-2047-8192-348FE68E9F52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9180342" y="1960763"/>
                        <a:ext cx="295688" cy="400110"/>
                      </a:xfrm>
                      <a:prstGeom prst="rect">
                        <a:avLst/>
                      </a:prstGeom>
                      <a:blipFill>
                        <a:blip r:embed="rId29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66" name="文字方塊 65">
                    <a:extLst>
                      <a:ext uri="{FF2B5EF4-FFF2-40B4-BE49-F238E27FC236}">
                        <a16:creationId xmlns:a16="http://schemas.microsoft.com/office/drawing/2014/main" id="{3523D906-3DEB-F9EE-CF30-7FE1AB7148D3}"/>
                      </a:ext>
                    </a:extLst>
                  </p:cNvPr>
                  <p:cNvSpPr txBox="1"/>
                  <p:nvPr/>
                </p:nvSpPr>
                <p:spPr>
                  <a:xfrm>
                    <a:off x="8536405" y="1939363"/>
                    <a:ext cx="765943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HK" altLang="zh-HK" sz="2000" b="1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00FF00"/>
                        </a:solidFill>
                        <a:latin typeface="Lucida Calligraphy" panose="03010101010101010101" pitchFamily="66" charset="0"/>
                      </a:rPr>
                      <a:t>new</a:t>
                    </a:r>
                    <a:endParaRPr lang="en-HK" altLang="zh-HK" sz="2000" b="1">
                      <a:ln>
                        <a:solidFill>
                          <a:schemeClr val="tx1"/>
                        </a:solidFill>
                      </a:ln>
                      <a:solidFill>
                        <a:srgbClr val="00FF00"/>
                      </a:solidFill>
                      <a:latin typeface="Lucida Handwriting" panose="03010101010101010101" pitchFamily="66" charset="0"/>
                    </a:endParaRPr>
                  </a:p>
                </p:txBody>
              </p:sp>
            </p:grpSp>
          </p:grpSp>
          <p:grpSp>
            <p:nvGrpSpPr>
              <p:cNvPr id="27" name="群組 26">
                <a:extLst>
                  <a:ext uri="{FF2B5EF4-FFF2-40B4-BE49-F238E27FC236}">
                    <a16:creationId xmlns:a16="http://schemas.microsoft.com/office/drawing/2014/main" id="{DB22BDA3-ED15-E9DD-C35D-84E47B4C071F}"/>
                  </a:ext>
                </a:extLst>
              </p:cNvPr>
              <p:cNvGrpSpPr/>
              <p:nvPr/>
            </p:nvGrpSpPr>
            <p:grpSpPr>
              <a:xfrm>
                <a:off x="10366671" y="2678480"/>
                <a:ext cx="1212135" cy="400110"/>
                <a:chOff x="10366671" y="2678480"/>
                <a:chExt cx="1212135" cy="400110"/>
              </a:xfrm>
            </p:grpSpPr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28" name="文字方塊 27">
                      <a:extLst>
                        <a:ext uri="{FF2B5EF4-FFF2-40B4-BE49-F238E27FC236}">
                          <a16:creationId xmlns:a16="http://schemas.microsoft.com/office/drawing/2014/main" id="{18FB4CD9-0981-E51D-042A-6457844B2EE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366671" y="2678480"/>
                      <a:ext cx="295688" cy="4001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000" b="1" i="1" smtClean="0">
                                <a:ln>
                                  <a:solidFill>
                                    <a:schemeClr val="tx1"/>
                                  </a:solidFill>
                                </a:ln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</m:oMath>
                        </m:oMathPara>
                      </a14:m>
                      <a:endParaRPr lang="en-HK" sz="2000" b="1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Handwriting" panose="03010101010101010101" pitchFamily="66" charset="0"/>
                      </a:endParaRPr>
                    </a:p>
                  </p:txBody>
                </p:sp>
              </mc:Choice>
              <mc:Fallback>
                <p:sp>
                  <p:nvSpPr>
                    <p:cNvPr id="28" name="文字方塊 27">
                      <a:extLst>
                        <a:ext uri="{FF2B5EF4-FFF2-40B4-BE49-F238E27FC236}">
                          <a16:creationId xmlns:a16="http://schemas.microsoft.com/office/drawing/2014/main" id="{18FB4CD9-0981-E51D-042A-6457844B2EE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366671" y="2678480"/>
                      <a:ext cx="295688" cy="400110"/>
                    </a:xfrm>
                    <a:prstGeom prst="rect">
                      <a:avLst/>
                    </a:prstGeom>
                    <a:blipFill>
                      <a:blip r:embed="rId30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61" name="文字方塊 60">
                  <a:extLst>
                    <a:ext uri="{FF2B5EF4-FFF2-40B4-BE49-F238E27FC236}">
                      <a16:creationId xmlns:a16="http://schemas.microsoft.com/office/drawing/2014/main" id="{43591279-47FB-B1F0-726F-76521F04784F}"/>
                    </a:ext>
                  </a:extLst>
                </p:cNvPr>
                <p:cNvSpPr txBox="1"/>
                <p:nvPr/>
              </p:nvSpPr>
              <p:spPr>
                <a:xfrm>
                  <a:off x="10589139" y="2678480"/>
                  <a:ext cx="989667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HK" altLang="zh-HK" sz="2000" b="1">
                      <a:ln>
                        <a:solidFill>
                          <a:schemeClr val="tx1"/>
                        </a:solidFill>
                      </a:ln>
                      <a:latin typeface="Lucida Handwriting" panose="03010101010101010101" pitchFamily="66" charset="0"/>
                    </a:rPr>
                    <a:t>100 </a:t>
                  </a:r>
                  <a:r>
                    <a:rPr lang="en-HK" altLang="zh-HK" sz="2000" b="1">
                      <a:ln>
                        <a:solidFill>
                          <a:schemeClr val="tx1"/>
                        </a:solidFill>
                      </a:ln>
                      <a:latin typeface="Lucida Calligraphy" panose="03010101010101010101" pitchFamily="66" charset="0"/>
                    </a:rPr>
                    <a:t>%</a:t>
                  </a:r>
                  <a:endParaRPr lang="zh-HK" altLang="en-US" sz="2000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601089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6" grpId="0"/>
      <p:bldP spid="22" grpId="0"/>
      <p:bldP spid="23" grpId="0"/>
      <p:bldP spid="24" grpId="0"/>
      <p:bldP spid="25" grpId="0"/>
      <p:bldP spid="26" grpId="0"/>
      <p:bldP spid="30" grpId="0"/>
      <p:bldP spid="31" grpId="0"/>
      <p:bldP spid="33" grpId="0"/>
      <p:bldP spid="36" grpId="0"/>
      <p:bldP spid="37" grpId="0"/>
      <p:bldP spid="44" grpId="0"/>
      <p:bldP spid="47" grpId="0"/>
      <p:bldP spid="48" grpId="0"/>
      <p:bldP spid="49" grpId="0"/>
      <p:bldP spid="55" grpId="0"/>
      <p:bldP spid="56" grpId="0"/>
      <p:bldP spid="59" grpId="0"/>
      <p:bldP spid="6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61">
            <a:extLst>
              <a:ext uri="{FF2B5EF4-FFF2-40B4-BE49-F238E27FC236}">
                <a16:creationId xmlns:a16="http://schemas.microsoft.com/office/drawing/2014/main" id="{29C6178D-F719-618B-1872-6A577A5D7F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705" y="364712"/>
            <a:ext cx="10536679" cy="108678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4" name="筆跡 3">
                <a:extLst>
                  <a:ext uri="{FF2B5EF4-FFF2-40B4-BE49-F238E27FC236}">
                    <a16:creationId xmlns:a16="http://schemas.microsoft.com/office/drawing/2014/main" id="{4E8BDBF5-4933-BF55-91EB-7F636FCEB8F6}"/>
                  </a:ext>
                </a:extLst>
              </p14:cNvPr>
              <p14:cNvContentPartPr/>
              <p14:nvPr/>
            </p14:nvContentPartPr>
            <p14:xfrm>
              <a:off x="6883062" y="567083"/>
              <a:ext cx="509959" cy="45719"/>
            </p14:xfrm>
          </p:contentPart>
        </mc:Choice>
        <mc:Fallback>
          <p:pic>
            <p:nvPicPr>
              <p:cNvPr id="14" name="筆跡 3">
                <a:extLst>
                  <a:ext uri="{FF2B5EF4-FFF2-40B4-BE49-F238E27FC236}">
                    <a16:creationId xmlns:a16="http://schemas.microsoft.com/office/drawing/2014/main" id="{4E8BDBF5-4933-BF55-91EB-7F636FCEB8F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829041" y="-13148617"/>
                <a:ext cx="617641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5" name="筆跡 4">
                <a:extLst>
                  <a:ext uri="{FF2B5EF4-FFF2-40B4-BE49-F238E27FC236}">
                    <a16:creationId xmlns:a16="http://schemas.microsoft.com/office/drawing/2014/main" id="{DE107CB8-3334-1C5B-6C11-41DE6B59BCBF}"/>
                  </a:ext>
                </a:extLst>
              </p14:cNvPr>
              <p14:cNvContentPartPr/>
              <p14:nvPr/>
            </p14:nvContentPartPr>
            <p14:xfrm>
              <a:off x="7565107" y="567083"/>
              <a:ext cx="382391" cy="45719"/>
            </p14:xfrm>
          </p:contentPart>
        </mc:Choice>
        <mc:Fallback>
          <p:pic>
            <p:nvPicPr>
              <p:cNvPr id="15" name="筆跡 4">
                <a:extLst>
                  <a:ext uri="{FF2B5EF4-FFF2-40B4-BE49-F238E27FC236}">
                    <a16:creationId xmlns:a16="http://schemas.microsoft.com/office/drawing/2014/main" id="{DE107CB8-3334-1C5B-6C11-41DE6B59BCB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511148" y="-13148617"/>
                <a:ext cx="489950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9" name="筆跡 8">
                <a:extLst>
                  <a:ext uri="{FF2B5EF4-FFF2-40B4-BE49-F238E27FC236}">
                    <a16:creationId xmlns:a16="http://schemas.microsoft.com/office/drawing/2014/main" id="{3EF838E2-1C57-7660-F179-6D216C43AFB7}"/>
                  </a:ext>
                </a:extLst>
              </p14:cNvPr>
              <p14:cNvContentPartPr/>
              <p14:nvPr/>
            </p14:nvContentPartPr>
            <p14:xfrm>
              <a:off x="1624519" y="908106"/>
              <a:ext cx="1741251" cy="45719"/>
            </p14:xfrm>
          </p:contentPart>
        </mc:Choice>
        <mc:Fallback>
          <p:pic>
            <p:nvPicPr>
              <p:cNvPr id="19" name="筆跡 8">
                <a:extLst>
                  <a:ext uri="{FF2B5EF4-FFF2-40B4-BE49-F238E27FC236}">
                    <a16:creationId xmlns:a16="http://schemas.microsoft.com/office/drawing/2014/main" id="{3EF838E2-1C57-7660-F179-6D216C43AFB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570499" y="-12807594"/>
                <a:ext cx="1848931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20" name="筆跡 9">
                <a:extLst>
                  <a:ext uri="{FF2B5EF4-FFF2-40B4-BE49-F238E27FC236}">
                    <a16:creationId xmlns:a16="http://schemas.microsoft.com/office/drawing/2014/main" id="{5F6D2AD4-4C73-693E-3831-126449226A22}"/>
                  </a:ext>
                </a:extLst>
              </p14:cNvPr>
              <p14:cNvContentPartPr/>
              <p14:nvPr/>
            </p14:nvContentPartPr>
            <p14:xfrm>
              <a:off x="4236233" y="922112"/>
              <a:ext cx="2203477" cy="45719"/>
            </p14:xfrm>
          </p:contentPart>
        </mc:Choice>
        <mc:Fallback>
          <p:pic>
            <p:nvPicPr>
              <p:cNvPr id="20" name="筆跡 9">
                <a:extLst>
                  <a:ext uri="{FF2B5EF4-FFF2-40B4-BE49-F238E27FC236}">
                    <a16:creationId xmlns:a16="http://schemas.microsoft.com/office/drawing/2014/main" id="{5F6D2AD4-4C73-693E-3831-126449226A2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182200" y="-12793588"/>
                <a:ext cx="2311183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21" name="筆跡 10">
                <a:extLst>
                  <a:ext uri="{FF2B5EF4-FFF2-40B4-BE49-F238E27FC236}">
                    <a16:creationId xmlns:a16="http://schemas.microsoft.com/office/drawing/2014/main" id="{0E17A4D9-1D47-F96B-FEB0-FBE6693E3CDD}"/>
                  </a:ext>
                </a:extLst>
              </p14:cNvPr>
              <p14:cNvContentPartPr/>
              <p14:nvPr/>
            </p14:nvContentPartPr>
            <p14:xfrm>
              <a:off x="8606747" y="550506"/>
              <a:ext cx="509959" cy="45719"/>
            </p14:xfrm>
          </p:contentPart>
        </mc:Choice>
        <mc:Fallback>
          <p:pic>
            <p:nvPicPr>
              <p:cNvPr id="21" name="筆跡 10">
                <a:extLst>
                  <a:ext uri="{FF2B5EF4-FFF2-40B4-BE49-F238E27FC236}">
                    <a16:creationId xmlns:a16="http://schemas.microsoft.com/office/drawing/2014/main" id="{0E17A4D9-1D47-F96B-FEB0-FBE6693E3CDD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552764" y="-13165194"/>
                <a:ext cx="617565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23" name="筆跡 9">
                <a:extLst>
                  <a:ext uri="{FF2B5EF4-FFF2-40B4-BE49-F238E27FC236}">
                    <a16:creationId xmlns:a16="http://schemas.microsoft.com/office/drawing/2014/main" id="{16245722-E281-05EA-F385-68162F21F320}"/>
                  </a:ext>
                </a:extLst>
              </p14:cNvPr>
              <p14:cNvContentPartPr/>
              <p14:nvPr/>
            </p14:nvContentPartPr>
            <p14:xfrm>
              <a:off x="7484217" y="922111"/>
              <a:ext cx="2436660" cy="45719"/>
            </p14:xfrm>
          </p:contentPart>
        </mc:Choice>
        <mc:Fallback>
          <p:pic>
            <p:nvPicPr>
              <p:cNvPr id="23" name="筆跡 9">
                <a:extLst>
                  <a:ext uri="{FF2B5EF4-FFF2-40B4-BE49-F238E27FC236}">
                    <a16:creationId xmlns:a16="http://schemas.microsoft.com/office/drawing/2014/main" id="{16245722-E281-05EA-F385-68162F21F320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430181" y="-12793589"/>
                <a:ext cx="2544372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24" name="筆跡 9">
                <a:extLst>
                  <a:ext uri="{FF2B5EF4-FFF2-40B4-BE49-F238E27FC236}">
                    <a16:creationId xmlns:a16="http://schemas.microsoft.com/office/drawing/2014/main" id="{DE77773E-0DD0-3D17-FD4F-4A9A787DFA3F}"/>
                  </a:ext>
                </a:extLst>
              </p14:cNvPr>
              <p14:cNvContentPartPr/>
              <p14:nvPr/>
            </p14:nvContentPartPr>
            <p14:xfrm>
              <a:off x="906131" y="1288520"/>
              <a:ext cx="2683375" cy="45719"/>
            </p14:xfrm>
          </p:contentPart>
        </mc:Choice>
        <mc:Fallback>
          <p:pic>
            <p:nvPicPr>
              <p:cNvPr id="24" name="筆跡 9">
                <a:extLst>
                  <a:ext uri="{FF2B5EF4-FFF2-40B4-BE49-F238E27FC236}">
                    <a16:creationId xmlns:a16="http://schemas.microsoft.com/office/drawing/2014/main" id="{DE77773E-0DD0-3D17-FD4F-4A9A787DFA3F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852096" y="-12427180"/>
                <a:ext cx="2791085" cy="27431400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文字方塊 5">
            <a:extLst>
              <a:ext uri="{FF2B5EF4-FFF2-40B4-BE49-F238E27FC236}">
                <a16:creationId xmlns:a16="http://schemas.microsoft.com/office/drawing/2014/main" id="{429E0EE4-D766-6512-8C7E-381D0FD98B43}"/>
              </a:ext>
            </a:extLst>
          </p:cNvPr>
          <p:cNvSpPr txBox="1"/>
          <p:nvPr/>
        </p:nvSpPr>
        <p:spPr>
          <a:xfrm>
            <a:off x="1219624" y="1511224"/>
            <a:ext cx="64846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Let</a:t>
            </a:r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Calligraphy" panose="03010101010101010101" pitchFamily="66" charset="0"/>
              </a:rPr>
              <a:t> </a:t>
            </a:r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Lucida Calligraphy" panose="03010101010101010101" pitchFamily="66" charset="0"/>
              </a:rPr>
              <a:t>n</a:t>
            </a:r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Lucida Calligraphy" panose="03010101010101010101" pitchFamily="66" charset="0"/>
              </a:rPr>
              <a:t>%</a:t>
            </a:r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Calligraphy" panose="03010101010101010101" pitchFamily="66" charset="0"/>
              </a:rPr>
              <a:t> </a:t>
            </a:r>
            <a:r>
              <a: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be the percentage change in height</a:t>
            </a:r>
            <a:endParaRPr lang="en-HK" sz="2000" b="1">
              <a:ln>
                <a:solidFill>
                  <a:schemeClr val="tx1"/>
                </a:solidFill>
              </a:ln>
              <a:latin typeface="Lucida Handwriting" panose="03010101010101010101" pitchFamily="66" charset="0"/>
            </a:endParaRPr>
          </a:p>
        </p:txBody>
      </p:sp>
      <p:sp>
        <p:nvSpPr>
          <p:cNvPr id="28" name="TextBox 15">
            <a:extLst>
              <a:ext uri="{FF2B5EF4-FFF2-40B4-BE49-F238E27FC236}">
                <a16:creationId xmlns:a16="http://schemas.microsoft.com/office/drawing/2014/main" id="{04EC0669-3942-3817-9330-1CF104385009}"/>
              </a:ext>
            </a:extLst>
          </p:cNvPr>
          <p:cNvSpPr txBox="1"/>
          <p:nvPr/>
        </p:nvSpPr>
        <p:spPr>
          <a:xfrm>
            <a:off x="915067" y="1911334"/>
            <a:ext cx="16561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Old length</a:t>
            </a:r>
            <a:endParaRPr lang="zh-TW" altLang="en-US" sz="2000" b="1">
              <a:solidFill>
                <a:srgbClr val="00FF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文字方塊 12">
                <a:extLst>
                  <a:ext uri="{FF2B5EF4-FFF2-40B4-BE49-F238E27FC236}">
                    <a16:creationId xmlns:a16="http://schemas.microsoft.com/office/drawing/2014/main" id="{A72EB9E7-7901-531B-360B-F273F1C82184}"/>
                  </a:ext>
                </a:extLst>
              </p:cNvPr>
              <p:cNvSpPr txBox="1"/>
              <p:nvPr/>
            </p:nvSpPr>
            <p:spPr>
              <a:xfrm>
                <a:off x="2491784" y="191133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9" name="文字方塊 12">
                <a:extLst>
                  <a:ext uri="{FF2B5EF4-FFF2-40B4-BE49-F238E27FC236}">
                    <a16:creationId xmlns:a16="http://schemas.microsoft.com/office/drawing/2014/main" id="{A72EB9E7-7901-531B-360B-F273F1C821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1784" y="1911334"/>
                <a:ext cx="295688" cy="40011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文字方塊 13">
            <a:extLst>
              <a:ext uri="{FF2B5EF4-FFF2-40B4-BE49-F238E27FC236}">
                <a16:creationId xmlns:a16="http://schemas.microsoft.com/office/drawing/2014/main" id="{E2641365-EBFA-7F5D-B3EA-796AB1A0A936}"/>
              </a:ext>
            </a:extLst>
          </p:cNvPr>
          <p:cNvSpPr txBox="1"/>
          <p:nvPr/>
        </p:nvSpPr>
        <p:spPr>
          <a:xfrm>
            <a:off x="2787472" y="1911334"/>
            <a:ext cx="5758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15</a:t>
            </a:r>
            <a:endParaRPr lang="en-HK" altLang="zh-HK" sz="2000" b="1">
              <a:ln>
                <a:solidFill>
                  <a:schemeClr val="tx1"/>
                </a:solidFill>
              </a:ln>
              <a:solidFill>
                <a:srgbClr val="00FF00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31" name="TextBox 15">
            <a:extLst>
              <a:ext uri="{FF2B5EF4-FFF2-40B4-BE49-F238E27FC236}">
                <a16:creationId xmlns:a16="http://schemas.microsoft.com/office/drawing/2014/main" id="{591E085B-75BC-0E4D-3767-EDB39844E5CE}"/>
              </a:ext>
            </a:extLst>
          </p:cNvPr>
          <p:cNvSpPr txBox="1"/>
          <p:nvPr/>
        </p:nvSpPr>
        <p:spPr>
          <a:xfrm>
            <a:off x="4436016" y="1925150"/>
            <a:ext cx="17577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New length</a:t>
            </a:r>
            <a:endParaRPr lang="zh-TW" altLang="en-US" sz="2000" b="1"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文字方塊 15">
                <a:extLst>
                  <a:ext uri="{FF2B5EF4-FFF2-40B4-BE49-F238E27FC236}">
                    <a16:creationId xmlns:a16="http://schemas.microsoft.com/office/drawing/2014/main" id="{24A83E1E-6237-3B5F-AA74-F53AC9CEFFC1}"/>
                  </a:ext>
                </a:extLst>
              </p:cNvPr>
              <p:cNvSpPr txBox="1"/>
              <p:nvPr/>
            </p:nvSpPr>
            <p:spPr>
              <a:xfrm>
                <a:off x="6137626" y="192515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2" name="文字方塊 15">
                <a:extLst>
                  <a:ext uri="{FF2B5EF4-FFF2-40B4-BE49-F238E27FC236}">
                    <a16:creationId xmlns:a16="http://schemas.microsoft.com/office/drawing/2014/main" id="{24A83E1E-6237-3B5F-AA74-F53AC9CEFF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7626" y="1925150"/>
                <a:ext cx="295688" cy="40011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文字方塊 16">
            <a:extLst>
              <a:ext uri="{FF2B5EF4-FFF2-40B4-BE49-F238E27FC236}">
                <a16:creationId xmlns:a16="http://schemas.microsoft.com/office/drawing/2014/main" id="{9F706B69-7C50-678A-3702-B0C1607ED7D9}"/>
              </a:ext>
            </a:extLst>
          </p:cNvPr>
          <p:cNvSpPr txBox="1"/>
          <p:nvPr/>
        </p:nvSpPr>
        <p:spPr>
          <a:xfrm>
            <a:off x="6433314" y="1925150"/>
            <a:ext cx="5298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15</a:t>
            </a:r>
            <a:endParaRPr lang="en-HK" altLang="zh-HK" sz="2000" b="1">
              <a:ln>
                <a:solidFill>
                  <a:schemeClr val="tx1"/>
                </a:solidFill>
              </a:ln>
              <a:solidFill>
                <a:srgbClr val="00FF0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文字方塊 17">
                <a:extLst>
                  <a:ext uri="{FF2B5EF4-FFF2-40B4-BE49-F238E27FC236}">
                    <a16:creationId xmlns:a16="http://schemas.microsoft.com/office/drawing/2014/main" id="{4D73FE43-73C5-90DC-6602-5FF463E813C1}"/>
                  </a:ext>
                </a:extLst>
              </p:cNvPr>
              <p:cNvSpPr txBox="1"/>
              <p:nvPr/>
            </p:nvSpPr>
            <p:spPr>
              <a:xfrm>
                <a:off x="6839901" y="192023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4" name="文字方塊 17">
                <a:extLst>
                  <a:ext uri="{FF2B5EF4-FFF2-40B4-BE49-F238E27FC236}">
                    <a16:creationId xmlns:a16="http://schemas.microsoft.com/office/drawing/2014/main" id="{4D73FE43-73C5-90DC-6602-5FF463E813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9901" y="1920235"/>
                <a:ext cx="295688" cy="40011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5" name="群組 18">
            <a:extLst>
              <a:ext uri="{FF2B5EF4-FFF2-40B4-BE49-F238E27FC236}">
                <a16:creationId xmlns:a16="http://schemas.microsoft.com/office/drawing/2014/main" id="{B5D88F92-084B-7E1F-3525-56AF5540C271}"/>
              </a:ext>
            </a:extLst>
          </p:cNvPr>
          <p:cNvGrpSpPr/>
          <p:nvPr/>
        </p:nvGrpSpPr>
        <p:grpSpPr>
          <a:xfrm>
            <a:off x="7079414" y="1911334"/>
            <a:ext cx="1468501" cy="409011"/>
            <a:chOff x="1498603" y="1408278"/>
            <a:chExt cx="1468501" cy="409011"/>
          </a:xfrm>
        </p:grpSpPr>
        <p:sp>
          <p:nvSpPr>
            <p:cNvPr id="36" name="文字方塊 19">
              <a:extLst>
                <a:ext uri="{FF2B5EF4-FFF2-40B4-BE49-F238E27FC236}">
                  <a16:creationId xmlns:a16="http://schemas.microsoft.com/office/drawing/2014/main" id="{9FA09EDA-4C23-4205-7CCE-0BFC638D15F0}"/>
                </a:ext>
              </a:extLst>
            </p:cNvPr>
            <p:cNvSpPr txBox="1"/>
            <p:nvPr/>
          </p:nvSpPr>
          <p:spPr>
            <a:xfrm>
              <a:off x="1498603" y="1417179"/>
              <a:ext cx="45717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000" b="1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37" name="文字方塊 20">
              <a:extLst>
                <a:ext uri="{FF2B5EF4-FFF2-40B4-BE49-F238E27FC236}">
                  <a16:creationId xmlns:a16="http://schemas.microsoft.com/office/drawing/2014/main" id="{919802B3-E7D0-16B3-CE6A-C64FF3B7914A}"/>
                </a:ext>
              </a:extLst>
            </p:cNvPr>
            <p:cNvSpPr txBox="1"/>
            <p:nvPr/>
          </p:nvSpPr>
          <p:spPr>
            <a:xfrm>
              <a:off x="2008473" y="1417179"/>
              <a:ext cx="95863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Handwriting" panose="03010101010101010101" pitchFamily="66" charset="0"/>
                </a:rPr>
                <a:t>20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%</a:t>
              </a:r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8" name="文字方塊 21">
                  <a:extLst>
                    <a:ext uri="{FF2B5EF4-FFF2-40B4-BE49-F238E27FC236}">
                      <a16:creationId xmlns:a16="http://schemas.microsoft.com/office/drawing/2014/main" id="{6385515B-2782-AD82-C2F4-5DC591C91261}"/>
                    </a:ext>
                  </a:extLst>
                </p:cNvPr>
                <p:cNvSpPr txBox="1"/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38" name="文字方塊 21">
                  <a:extLst>
                    <a:ext uri="{FF2B5EF4-FFF2-40B4-BE49-F238E27FC236}">
                      <a16:creationId xmlns:a16="http://schemas.microsoft.com/office/drawing/2014/main" id="{6385515B-2782-AD82-C2F4-5DC591C912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9" name="TextBox 15">
            <a:extLst>
              <a:ext uri="{FF2B5EF4-FFF2-40B4-BE49-F238E27FC236}">
                <a16:creationId xmlns:a16="http://schemas.microsoft.com/office/drawing/2014/main" id="{2346CF98-3492-8D25-2A0B-A7C3F857D08C}"/>
              </a:ext>
            </a:extLst>
          </p:cNvPr>
          <p:cNvSpPr txBox="1"/>
          <p:nvPr/>
        </p:nvSpPr>
        <p:spPr>
          <a:xfrm>
            <a:off x="917415" y="2407471"/>
            <a:ext cx="16561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Calligraphy" panose="03010101010101010101" pitchFamily="66" charset="0"/>
              </a:rPr>
              <a:t>Old width</a:t>
            </a:r>
            <a:endParaRPr lang="zh-TW" altLang="en-US" sz="2000" b="1">
              <a:solidFill>
                <a:srgbClr val="FF00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文字方塊 23">
                <a:extLst>
                  <a:ext uri="{FF2B5EF4-FFF2-40B4-BE49-F238E27FC236}">
                    <a16:creationId xmlns:a16="http://schemas.microsoft.com/office/drawing/2014/main" id="{F96F744C-C4E7-A4AF-0A91-13091793E41F}"/>
                  </a:ext>
                </a:extLst>
              </p:cNvPr>
              <p:cNvSpPr txBox="1"/>
              <p:nvPr/>
            </p:nvSpPr>
            <p:spPr>
              <a:xfrm>
                <a:off x="2503068" y="240747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0" name="文字方塊 23">
                <a:extLst>
                  <a:ext uri="{FF2B5EF4-FFF2-40B4-BE49-F238E27FC236}">
                    <a16:creationId xmlns:a16="http://schemas.microsoft.com/office/drawing/2014/main" id="{F96F744C-C4E7-A4AF-0A91-13091793E4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3068" y="2407471"/>
                <a:ext cx="295688" cy="40011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文字方塊 24">
            <a:extLst>
              <a:ext uri="{FF2B5EF4-FFF2-40B4-BE49-F238E27FC236}">
                <a16:creationId xmlns:a16="http://schemas.microsoft.com/office/drawing/2014/main" id="{68AE1FD5-A187-94E6-EAAD-925881864EE5}"/>
              </a:ext>
            </a:extLst>
          </p:cNvPr>
          <p:cNvSpPr txBox="1"/>
          <p:nvPr/>
        </p:nvSpPr>
        <p:spPr>
          <a:xfrm>
            <a:off x="2808171" y="2407471"/>
            <a:ext cx="4135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Handwriting" panose="03010101010101010101" pitchFamily="66" charset="0"/>
              </a:rPr>
              <a:t>8</a:t>
            </a:r>
            <a:endParaRPr lang="en-HK" altLang="zh-HK" sz="2000" b="1">
              <a:ln>
                <a:solidFill>
                  <a:schemeClr val="tx1"/>
                </a:solidFill>
              </a:ln>
              <a:solidFill>
                <a:srgbClr val="FF0000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42" name="TextBox 15">
            <a:extLst>
              <a:ext uri="{FF2B5EF4-FFF2-40B4-BE49-F238E27FC236}">
                <a16:creationId xmlns:a16="http://schemas.microsoft.com/office/drawing/2014/main" id="{A641DA08-E70C-0B6E-55C5-61383F32D6DC}"/>
              </a:ext>
            </a:extLst>
          </p:cNvPr>
          <p:cNvSpPr txBox="1"/>
          <p:nvPr/>
        </p:nvSpPr>
        <p:spPr>
          <a:xfrm>
            <a:off x="4373799" y="2407471"/>
            <a:ext cx="17577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New width</a:t>
            </a:r>
            <a:endParaRPr lang="zh-TW" altLang="en-US" sz="2000" b="1"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3" name="文字方塊 26">
                <a:extLst>
                  <a:ext uri="{FF2B5EF4-FFF2-40B4-BE49-F238E27FC236}">
                    <a16:creationId xmlns:a16="http://schemas.microsoft.com/office/drawing/2014/main" id="{9847A6F0-917D-5150-DDC0-9E1F8A1AC548}"/>
                  </a:ext>
                </a:extLst>
              </p:cNvPr>
              <p:cNvSpPr txBox="1"/>
              <p:nvPr/>
            </p:nvSpPr>
            <p:spPr>
              <a:xfrm>
                <a:off x="6148910" y="240747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3" name="文字方塊 26">
                <a:extLst>
                  <a:ext uri="{FF2B5EF4-FFF2-40B4-BE49-F238E27FC236}">
                    <a16:creationId xmlns:a16="http://schemas.microsoft.com/office/drawing/2014/main" id="{9847A6F0-917D-5150-DDC0-9E1F8A1AC5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8910" y="2407471"/>
                <a:ext cx="295688" cy="40011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文字方塊 27">
            <a:extLst>
              <a:ext uri="{FF2B5EF4-FFF2-40B4-BE49-F238E27FC236}">
                <a16:creationId xmlns:a16="http://schemas.microsoft.com/office/drawing/2014/main" id="{A4169ADD-C10B-1469-CDF1-0DD81EF43A50}"/>
              </a:ext>
            </a:extLst>
          </p:cNvPr>
          <p:cNvSpPr txBox="1"/>
          <p:nvPr/>
        </p:nvSpPr>
        <p:spPr>
          <a:xfrm>
            <a:off x="6444598" y="2407471"/>
            <a:ext cx="5298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Handwriting" panose="03010101010101010101" pitchFamily="66" charset="0"/>
              </a:rPr>
              <a:t>8</a:t>
            </a:r>
            <a:endParaRPr lang="en-HK" altLang="zh-HK" sz="2000" b="1">
              <a:ln>
                <a:solidFill>
                  <a:schemeClr val="tx1"/>
                </a:solidFill>
              </a:ln>
              <a:solidFill>
                <a:srgbClr val="FF0000"/>
              </a:solidFill>
              <a:latin typeface="Lucida Calligraphy" panose="03010101010101010101" pitchFamily="66" charset="0"/>
            </a:endParaRPr>
          </a:p>
        </p:txBody>
      </p:sp>
      <p:grpSp>
        <p:nvGrpSpPr>
          <p:cNvPr id="45" name="群組 29">
            <a:extLst>
              <a:ext uri="{FF2B5EF4-FFF2-40B4-BE49-F238E27FC236}">
                <a16:creationId xmlns:a16="http://schemas.microsoft.com/office/drawing/2014/main" id="{429EA52B-1FF7-BFBA-B8B2-253E1DD69DBC}"/>
              </a:ext>
            </a:extLst>
          </p:cNvPr>
          <p:cNvGrpSpPr/>
          <p:nvPr/>
        </p:nvGrpSpPr>
        <p:grpSpPr>
          <a:xfrm>
            <a:off x="6665779" y="2402556"/>
            <a:ext cx="1468501" cy="409011"/>
            <a:chOff x="1498603" y="1408278"/>
            <a:chExt cx="1468501" cy="409011"/>
          </a:xfrm>
        </p:grpSpPr>
        <p:sp>
          <p:nvSpPr>
            <p:cNvPr id="46" name="文字方塊 30">
              <a:extLst>
                <a:ext uri="{FF2B5EF4-FFF2-40B4-BE49-F238E27FC236}">
                  <a16:creationId xmlns:a16="http://schemas.microsoft.com/office/drawing/2014/main" id="{7781C0B4-B3C6-F3E3-735B-636548607533}"/>
                </a:ext>
              </a:extLst>
            </p:cNvPr>
            <p:cNvSpPr txBox="1"/>
            <p:nvPr/>
          </p:nvSpPr>
          <p:spPr>
            <a:xfrm>
              <a:off x="1498603" y="1417179"/>
              <a:ext cx="45717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000" b="1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47" name="文字方塊 31">
              <a:extLst>
                <a:ext uri="{FF2B5EF4-FFF2-40B4-BE49-F238E27FC236}">
                  <a16:creationId xmlns:a16="http://schemas.microsoft.com/office/drawing/2014/main" id="{AB09C621-6308-431F-878B-3AA71A4BAF2E}"/>
                </a:ext>
              </a:extLst>
            </p:cNvPr>
            <p:cNvSpPr txBox="1"/>
            <p:nvPr/>
          </p:nvSpPr>
          <p:spPr>
            <a:xfrm>
              <a:off x="2008473" y="1417179"/>
              <a:ext cx="95863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FFC000"/>
                  </a:solidFill>
                  <a:latin typeface="Lucida Handwriting" panose="03010101010101010101" pitchFamily="66" charset="0"/>
                </a:rPr>
                <a:t>15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%</a:t>
              </a:r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8" name="文字方塊 32">
                  <a:extLst>
                    <a:ext uri="{FF2B5EF4-FFF2-40B4-BE49-F238E27FC236}">
                      <a16:creationId xmlns:a16="http://schemas.microsoft.com/office/drawing/2014/main" id="{75CDED1F-2DD6-9C34-28B1-EE0A94379CC4}"/>
                    </a:ext>
                  </a:extLst>
                </p:cNvPr>
                <p:cNvSpPr txBox="1"/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48" name="文字方塊 32">
                  <a:extLst>
                    <a:ext uri="{FF2B5EF4-FFF2-40B4-BE49-F238E27FC236}">
                      <a16:creationId xmlns:a16="http://schemas.microsoft.com/office/drawing/2014/main" id="{75CDED1F-2DD6-9C34-28B1-EE0A94379C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94" name="TextBox 15">
            <a:extLst>
              <a:ext uri="{FF2B5EF4-FFF2-40B4-BE49-F238E27FC236}">
                <a16:creationId xmlns:a16="http://schemas.microsoft.com/office/drawing/2014/main" id="{FC6D3A42-7E08-917F-80DE-9C9F3E123ED7}"/>
              </a:ext>
            </a:extLst>
          </p:cNvPr>
          <p:cNvSpPr txBox="1"/>
          <p:nvPr/>
        </p:nvSpPr>
        <p:spPr>
          <a:xfrm>
            <a:off x="921463" y="2923198"/>
            <a:ext cx="16561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Old height</a:t>
            </a:r>
            <a:endParaRPr lang="zh-TW" altLang="en-US" sz="2000" b="1"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5" name="文字方塊 33">
                <a:extLst>
                  <a:ext uri="{FF2B5EF4-FFF2-40B4-BE49-F238E27FC236}">
                    <a16:creationId xmlns:a16="http://schemas.microsoft.com/office/drawing/2014/main" id="{225845B6-C769-7A69-E039-4DAAF0EE0F4C}"/>
                  </a:ext>
                </a:extLst>
              </p:cNvPr>
              <p:cNvSpPr txBox="1"/>
              <p:nvPr/>
            </p:nvSpPr>
            <p:spPr>
              <a:xfrm>
                <a:off x="2498180" y="292319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95" name="文字方塊 33">
                <a:extLst>
                  <a:ext uri="{FF2B5EF4-FFF2-40B4-BE49-F238E27FC236}">
                    <a16:creationId xmlns:a16="http://schemas.microsoft.com/office/drawing/2014/main" id="{225845B6-C769-7A69-E039-4DAAF0EE0F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8180" y="2923198"/>
                <a:ext cx="295688" cy="400110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6" name="文字方塊 34">
            <a:extLst>
              <a:ext uri="{FF2B5EF4-FFF2-40B4-BE49-F238E27FC236}">
                <a16:creationId xmlns:a16="http://schemas.microsoft.com/office/drawing/2014/main" id="{94FD95E7-3D80-FC9E-5046-BF5A49266FAE}"/>
              </a:ext>
            </a:extLst>
          </p:cNvPr>
          <p:cNvSpPr txBox="1"/>
          <p:nvPr/>
        </p:nvSpPr>
        <p:spPr>
          <a:xfrm>
            <a:off x="2793868" y="2923198"/>
            <a:ext cx="5758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18</a:t>
            </a:r>
            <a:endParaRPr lang="en-HK" altLang="zh-HK" sz="2000" b="1">
              <a:ln>
                <a:solidFill>
                  <a:schemeClr val="tx1"/>
                </a:solidFill>
              </a:ln>
              <a:solidFill>
                <a:srgbClr val="FFFF00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97" name="TextBox 15">
            <a:extLst>
              <a:ext uri="{FF2B5EF4-FFF2-40B4-BE49-F238E27FC236}">
                <a16:creationId xmlns:a16="http://schemas.microsoft.com/office/drawing/2014/main" id="{8D83C769-57FC-B7DF-7FDF-D0924B4DCAB8}"/>
              </a:ext>
            </a:extLst>
          </p:cNvPr>
          <p:cNvSpPr txBox="1"/>
          <p:nvPr/>
        </p:nvSpPr>
        <p:spPr>
          <a:xfrm>
            <a:off x="4449855" y="2923198"/>
            <a:ext cx="17577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New height</a:t>
            </a:r>
            <a:endParaRPr lang="zh-TW" altLang="en-US" sz="2000" b="1"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8" name="文字方塊 36">
                <a:extLst>
                  <a:ext uri="{FF2B5EF4-FFF2-40B4-BE49-F238E27FC236}">
                    <a16:creationId xmlns:a16="http://schemas.microsoft.com/office/drawing/2014/main" id="{FB5E6578-D97B-DDDF-8C3C-CD68E20C648E}"/>
                  </a:ext>
                </a:extLst>
              </p:cNvPr>
              <p:cNvSpPr txBox="1"/>
              <p:nvPr/>
            </p:nvSpPr>
            <p:spPr>
              <a:xfrm>
                <a:off x="6144022" y="292319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98" name="文字方塊 36">
                <a:extLst>
                  <a:ext uri="{FF2B5EF4-FFF2-40B4-BE49-F238E27FC236}">
                    <a16:creationId xmlns:a16="http://schemas.microsoft.com/office/drawing/2014/main" id="{FB5E6578-D97B-DDDF-8C3C-CD68E20C64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4022" y="2923198"/>
                <a:ext cx="295688" cy="40011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9" name="文字方塊 37">
            <a:extLst>
              <a:ext uri="{FF2B5EF4-FFF2-40B4-BE49-F238E27FC236}">
                <a16:creationId xmlns:a16="http://schemas.microsoft.com/office/drawing/2014/main" id="{710BEB2A-FEAB-F990-A210-A37804B923D4}"/>
              </a:ext>
            </a:extLst>
          </p:cNvPr>
          <p:cNvSpPr txBox="1"/>
          <p:nvPr/>
        </p:nvSpPr>
        <p:spPr>
          <a:xfrm>
            <a:off x="6439710" y="2923198"/>
            <a:ext cx="5298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18</a:t>
            </a:r>
            <a:endParaRPr lang="en-HK" altLang="zh-HK" sz="2000" b="1">
              <a:ln>
                <a:solidFill>
                  <a:schemeClr val="tx1"/>
                </a:solidFill>
              </a:ln>
              <a:solidFill>
                <a:srgbClr val="FF7C8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0" name="文字方塊 38">
                <a:extLst>
                  <a:ext uri="{FF2B5EF4-FFF2-40B4-BE49-F238E27FC236}">
                    <a16:creationId xmlns:a16="http://schemas.microsoft.com/office/drawing/2014/main" id="{42985B6B-8A95-FAE3-FECD-992FD975CCD4}"/>
                  </a:ext>
                </a:extLst>
              </p:cNvPr>
              <p:cNvSpPr txBox="1"/>
              <p:nvPr/>
            </p:nvSpPr>
            <p:spPr>
              <a:xfrm>
                <a:off x="6846297" y="291828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00" name="文字方塊 38">
                <a:extLst>
                  <a:ext uri="{FF2B5EF4-FFF2-40B4-BE49-F238E27FC236}">
                    <a16:creationId xmlns:a16="http://schemas.microsoft.com/office/drawing/2014/main" id="{42985B6B-8A95-FAE3-FECD-992FD975CC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6297" y="2918283"/>
                <a:ext cx="295688" cy="400110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1" name="群組 39">
            <a:extLst>
              <a:ext uri="{FF2B5EF4-FFF2-40B4-BE49-F238E27FC236}">
                <a16:creationId xmlns:a16="http://schemas.microsoft.com/office/drawing/2014/main" id="{930CEFBB-55A9-C058-C546-BC2A3C413E69}"/>
              </a:ext>
            </a:extLst>
          </p:cNvPr>
          <p:cNvGrpSpPr/>
          <p:nvPr/>
        </p:nvGrpSpPr>
        <p:grpSpPr>
          <a:xfrm>
            <a:off x="7085810" y="2909382"/>
            <a:ext cx="1468501" cy="409011"/>
            <a:chOff x="1498603" y="1408278"/>
            <a:chExt cx="1468501" cy="409011"/>
          </a:xfrm>
        </p:grpSpPr>
        <p:sp>
          <p:nvSpPr>
            <p:cNvPr id="102" name="文字方塊 40">
              <a:extLst>
                <a:ext uri="{FF2B5EF4-FFF2-40B4-BE49-F238E27FC236}">
                  <a16:creationId xmlns:a16="http://schemas.microsoft.com/office/drawing/2014/main" id="{96D0E819-4583-7DBC-A0D8-9B92771E1E79}"/>
                </a:ext>
              </a:extLst>
            </p:cNvPr>
            <p:cNvSpPr txBox="1"/>
            <p:nvPr/>
          </p:nvSpPr>
          <p:spPr>
            <a:xfrm>
              <a:off x="1498603" y="1417179"/>
              <a:ext cx="45717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000" b="1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103" name="文字方塊 41">
              <a:extLst>
                <a:ext uri="{FF2B5EF4-FFF2-40B4-BE49-F238E27FC236}">
                  <a16:creationId xmlns:a16="http://schemas.microsoft.com/office/drawing/2014/main" id="{3A32D1F6-34ED-2E44-631E-5B1606C99502}"/>
                </a:ext>
              </a:extLst>
            </p:cNvPr>
            <p:cNvSpPr txBox="1"/>
            <p:nvPr/>
          </p:nvSpPr>
          <p:spPr>
            <a:xfrm>
              <a:off x="2008473" y="1417179"/>
              <a:ext cx="95863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chemeClr val="accent2">
                      <a:lumMod val="40000"/>
                      <a:lumOff val="60000"/>
                    </a:schemeClr>
                  </a:solidFill>
                  <a:latin typeface="Lucida Calligraphy" panose="03010101010101010101" pitchFamily="66" charset="0"/>
                </a:rPr>
                <a:t>n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%</a:t>
              </a:r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4" name="文字方塊 42">
                  <a:extLst>
                    <a:ext uri="{FF2B5EF4-FFF2-40B4-BE49-F238E27FC236}">
                      <a16:creationId xmlns:a16="http://schemas.microsoft.com/office/drawing/2014/main" id="{D376C8BB-5E01-4207-56B1-6D3D4CCE1199}"/>
                    </a:ext>
                  </a:extLst>
                </p:cNvPr>
                <p:cNvSpPr txBox="1"/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104" name="文字方塊 42">
                  <a:extLst>
                    <a:ext uri="{FF2B5EF4-FFF2-40B4-BE49-F238E27FC236}">
                      <a16:creationId xmlns:a16="http://schemas.microsoft.com/office/drawing/2014/main" id="{D376C8BB-5E01-4207-56B1-6D3D4CCE11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5" name="TextBox 15">
            <a:extLst>
              <a:ext uri="{FF2B5EF4-FFF2-40B4-BE49-F238E27FC236}">
                <a16:creationId xmlns:a16="http://schemas.microsoft.com/office/drawing/2014/main" id="{7AF0BF41-06AD-D8E9-E960-6DCEE4110BC2}"/>
              </a:ext>
            </a:extLst>
          </p:cNvPr>
          <p:cNvSpPr txBox="1"/>
          <p:nvPr/>
        </p:nvSpPr>
        <p:spPr>
          <a:xfrm>
            <a:off x="70353" y="3534952"/>
            <a:ext cx="18397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Old volume</a:t>
            </a:r>
            <a:endParaRPr lang="zh-TW" altLang="en-US" sz="2000" b="1"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6" name="文字方塊 44">
                <a:extLst>
                  <a:ext uri="{FF2B5EF4-FFF2-40B4-BE49-F238E27FC236}">
                    <a16:creationId xmlns:a16="http://schemas.microsoft.com/office/drawing/2014/main" id="{6CFA6DD9-CC82-8D7B-5CB3-8BAABF16E600}"/>
                  </a:ext>
                </a:extLst>
              </p:cNvPr>
              <p:cNvSpPr txBox="1"/>
              <p:nvPr/>
            </p:nvSpPr>
            <p:spPr>
              <a:xfrm>
                <a:off x="1758633" y="353495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06" name="文字方塊 44">
                <a:extLst>
                  <a:ext uri="{FF2B5EF4-FFF2-40B4-BE49-F238E27FC236}">
                    <a16:creationId xmlns:a16="http://schemas.microsoft.com/office/drawing/2014/main" id="{6CFA6DD9-CC82-8D7B-5CB3-8BAABF16E6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8633" y="3534952"/>
                <a:ext cx="295688" cy="400110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7" name="文字方塊 46">
            <a:extLst>
              <a:ext uri="{FF2B5EF4-FFF2-40B4-BE49-F238E27FC236}">
                <a16:creationId xmlns:a16="http://schemas.microsoft.com/office/drawing/2014/main" id="{6E79D1B9-15B6-82E7-42CB-FE87C9543CBC}"/>
              </a:ext>
            </a:extLst>
          </p:cNvPr>
          <p:cNvSpPr txBox="1"/>
          <p:nvPr/>
        </p:nvSpPr>
        <p:spPr>
          <a:xfrm>
            <a:off x="2057277" y="3534952"/>
            <a:ext cx="5758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15</a:t>
            </a:r>
            <a:endParaRPr lang="en-HK" altLang="zh-HK" sz="2000" b="1">
              <a:ln>
                <a:solidFill>
                  <a:schemeClr val="tx1"/>
                </a:solidFill>
              </a:ln>
              <a:solidFill>
                <a:srgbClr val="00FF0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8" name="文字方塊 47">
                <a:extLst>
                  <a:ext uri="{FF2B5EF4-FFF2-40B4-BE49-F238E27FC236}">
                    <a16:creationId xmlns:a16="http://schemas.microsoft.com/office/drawing/2014/main" id="{3DC6BEDE-EF7E-3328-0446-7F25EF0277AF}"/>
                  </a:ext>
                </a:extLst>
              </p:cNvPr>
              <p:cNvSpPr txBox="1"/>
              <p:nvPr/>
            </p:nvSpPr>
            <p:spPr>
              <a:xfrm>
                <a:off x="2482344" y="353495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08" name="文字方塊 47">
                <a:extLst>
                  <a:ext uri="{FF2B5EF4-FFF2-40B4-BE49-F238E27FC236}">
                    <a16:creationId xmlns:a16="http://schemas.microsoft.com/office/drawing/2014/main" id="{3DC6BEDE-EF7E-3328-0446-7F25EF0277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2344" y="3534952"/>
                <a:ext cx="295688" cy="400110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9" name="文字方塊 48">
            <a:extLst>
              <a:ext uri="{FF2B5EF4-FFF2-40B4-BE49-F238E27FC236}">
                <a16:creationId xmlns:a16="http://schemas.microsoft.com/office/drawing/2014/main" id="{0ADF0248-E35D-C886-02C7-6924F0A7A549}"/>
              </a:ext>
            </a:extLst>
          </p:cNvPr>
          <p:cNvSpPr txBox="1"/>
          <p:nvPr/>
        </p:nvSpPr>
        <p:spPr>
          <a:xfrm>
            <a:off x="2717795" y="3534952"/>
            <a:ext cx="419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Handwriting" panose="03010101010101010101" pitchFamily="66" charset="0"/>
              </a:rPr>
              <a:t>8</a:t>
            </a:r>
            <a:endParaRPr lang="en-HK" altLang="zh-HK" sz="2000" b="1">
              <a:ln>
                <a:solidFill>
                  <a:schemeClr val="tx1"/>
                </a:solidFill>
              </a:ln>
              <a:solidFill>
                <a:srgbClr val="FF7C80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110" name="TextBox 15">
            <a:extLst>
              <a:ext uri="{FF2B5EF4-FFF2-40B4-BE49-F238E27FC236}">
                <a16:creationId xmlns:a16="http://schemas.microsoft.com/office/drawing/2014/main" id="{86D15627-B686-0B9B-C791-2312E5111C0B}"/>
              </a:ext>
            </a:extLst>
          </p:cNvPr>
          <p:cNvSpPr txBox="1"/>
          <p:nvPr/>
        </p:nvSpPr>
        <p:spPr>
          <a:xfrm>
            <a:off x="4320876" y="3497091"/>
            <a:ext cx="19307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New volume</a:t>
            </a:r>
            <a:endParaRPr lang="zh-TW" altLang="en-US" sz="2000" b="1"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1" name="文字方塊 50">
                <a:extLst>
                  <a:ext uri="{FF2B5EF4-FFF2-40B4-BE49-F238E27FC236}">
                    <a16:creationId xmlns:a16="http://schemas.microsoft.com/office/drawing/2014/main" id="{41D97E8A-A863-2E88-F220-F18E3765BB63}"/>
                  </a:ext>
                </a:extLst>
              </p:cNvPr>
              <p:cNvSpPr txBox="1"/>
              <p:nvPr/>
            </p:nvSpPr>
            <p:spPr>
              <a:xfrm>
                <a:off x="6158338" y="348777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11" name="文字方塊 50">
                <a:extLst>
                  <a:ext uri="{FF2B5EF4-FFF2-40B4-BE49-F238E27FC236}">
                    <a16:creationId xmlns:a16="http://schemas.microsoft.com/office/drawing/2014/main" id="{41D97E8A-A863-2E88-F220-F18E3765BB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8338" y="3487778"/>
                <a:ext cx="295688" cy="400110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2" name="TextBox 15">
            <a:extLst>
              <a:ext uri="{FF2B5EF4-FFF2-40B4-BE49-F238E27FC236}">
                <a16:creationId xmlns:a16="http://schemas.microsoft.com/office/drawing/2014/main" id="{369DADE3-43FD-C6E1-35D2-7BE1E59A57FC}"/>
              </a:ext>
            </a:extLst>
          </p:cNvPr>
          <p:cNvSpPr txBox="1"/>
          <p:nvPr/>
        </p:nvSpPr>
        <p:spPr>
          <a:xfrm>
            <a:off x="6452147" y="3505980"/>
            <a:ext cx="17577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New length</a:t>
            </a:r>
            <a:endParaRPr lang="zh-TW" altLang="en-US" sz="2000" b="1"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3" name="文字方塊 52">
                <a:extLst>
                  <a:ext uri="{FF2B5EF4-FFF2-40B4-BE49-F238E27FC236}">
                    <a16:creationId xmlns:a16="http://schemas.microsoft.com/office/drawing/2014/main" id="{9A89AD49-DAA9-CA96-9445-3AA36A13EB30}"/>
                  </a:ext>
                </a:extLst>
              </p:cNvPr>
              <p:cNvSpPr txBox="1"/>
              <p:nvPr/>
            </p:nvSpPr>
            <p:spPr>
              <a:xfrm>
                <a:off x="8140076" y="350246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13" name="文字方塊 52">
                <a:extLst>
                  <a:ext uri="{FF2B5EF4-FFF2-40B4-BE49-F238E27FC236}">
                    <a16:creationId xmlns:a16="http://schemas.microsoft.com/office/drawing/2014/main" id="{9A89AD49-DAA9-CA96-9445-3AA36A13EB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0076" y="3502469"/>
                <a:ext cx="295688" cy="400110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4" name="TextBox 15">
            <a:extLst>
              <a:ext uri="{FF2B5EF4-FFF2-40B4-BE49-F238E27FC236}">
                <a16:creationId xmlns:a16="http://schemas.microsoft.com/office/drawing/2014/main" id="{052325E1-E151-B9A8-BF3D-84B279CEB015}"/>
              </a:ext>
            </a:extLst>
          </p:cNvPr>
          <p:cNvSpPr txBox="1"/>
          <p:nvPr/>
        </p:nvSpPr>
        <p:spPr>
          <a:xfrm>
            <a:off x="8366259" y="3505980"/>
            <a:ext cx="17577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New width</a:t>
            </a:r>
            <a:endParaRPr lang="zh-TW" altLang="en-US" sz="2000" b="1"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5" name="文字方塊 47">
                <a:extLst>
                  <a:ext uri="{FF2B5EF4-FFF2-40B4-BE49-F238E27FC236}">
                    <a16:creationId xmlns:a16="http://schemas.microsoft.com/office/drawing/2014/main" id="{6CEED6D7-F7C5-7BDF-E29B-297A21FDFBF3}"/>
                  </a:ext>
                </a:extLst>
              </p:cNvPr>
              <p:cNvSpPr txBox="1"/>
              <p:nvPr/>
            </p:nvSpPr>
            <p:spPr>
              <a:xfrm>
                <a:off x="2967648" y="352884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45" name="文字方塊 47">
                <a:extLst>
                  <a:ext uri="{FF2B5EF4-FFF2-40B4-BE49-F238E27FC236}">
                    <a16:creationId xmlns:a16="http://schemas.microsoft.com/office/drawing/2014/main" id="{6CEED6D7-F7C5-7BDF-E29B-297A21FDFB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7648" y="3528840"/>
                <a:ext cx="295688" cy="400110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6" name="文字方塊 48">
            <a:extLst>
              <a:ext uri="{FF2B5EF4-FFF2-40B4-BE49-F238E27FC236}">
                <a16:creationId xmlns:a16="http://schemas.microsoft.com/office/drawing/2014/main" id="{396F17D9-473F-8A77-7A4C-5962B1B71EFA}"/>
              </a:ext>
            </a:extLst>
          </p:cNvPr>
          <p:cNvSpPr txBox="1"/>
          <p:nvPr/>
        </p:nvSpPr>
        <p:spPr>
          <a:xfrm>
            <a:off x="3203098" y="3528840"/>
            <a:ext cx="5758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18</a:t>
            </a:r>
            <a:endParaRPr lang="en-HK" altLang="zh-HK" sz="2000" b="1">
              <a:ln>
                <a:solidFill>
                  <a:schemeClr val="tx1"/>
                </a:solidFill>
              </a:ln>
              <a:solidFill>
                <a:srgbClr val="FF7C8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7" name="文字方塊 52">
                <a:extLst>
                  <a:ext uri="{FF2B5EF4-FFF2-40B4-BE49-F238E27FC236}">
                    <a16:creationId xmlns:a16="http://schemas.microsoft.com/office/drawing/2014/main" id="{79F20E68-8889-6A14-35BF-9161757F6D12}"/>
                  </a:ext>
                </a:extLst>
              </p:cNvPr>
              <p:cNvSpPr txBox="1"/>
              <p:nvPr/>
            </p:nvSpPr>
            <p:spPr>
              <a:xfrm>
                <a:off x="10013841" y="348777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47" name="文字方塊 52">
                <a:extLst>
                  <a:ext uri="{FF2B5EF4-FFF2-40B4-BE49-F238E27FC236}">
                    <a16:creationId xmlns:a16="http://schemas.microsoft.com/office/drawing/2014/main" id="{79F20E68-8889-6A14-35BF-9161757F6D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13841" y="3487778"/>
                <a:ext cx="295688" cy="400110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8" name="TextBox 15">
            <a:extLst>
              <a:ext uri="{FF2B5EF4-FFF2-40B4-BE49-F238E27FC236}">
                <a16:creationId xmlns:a16="http://schemas.microsoft.com/office/drawing/2014/main" id="{B5DC2D83-9541-8C68-FA26-3BA3C1A2854D}"/>
              </a:ext>
            </a:extLst>
          </p:cNvPr>
          <p:cNvSpPr txBox="1"/>
          <p:nvPr/>
        </p:nvSpPr>
        <p:spPr>
          <a:xfrm>
            <a:off x="10336470" y="3505980"/>
            <a:ext cx="17577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New width</a:t>
            </a:r>
            <a:endParaRPr lang="zh-TW" altLang="en-US" sz="2000" b="1"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9" name="文字方塊 50">
                <a:extLst>
                  <a:ext uri="{FF2B5EF4-FFF2-40B4-BE49-F238E27FC236}">
                    <a16:creationId xmlns:a16="http://schemas.microsoft.com/office/drawing/2014/main" id="{B5D036F5-A9A6-5E53-17B4-872EEB5B4A24}"/>
                  </a:ext>
                </a:extLst>
              </p:cNvPr>
              <p:cNvSpPr txBox="1"/>
              <p:nvPr/>
            </p:nvSpPr>
            <p:spPr>
              <a:xfrm>
                <a:off x="6165348" y="407884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49" name="文字方塊 50">
                <a:extLst>
                  <a:ext uri="{FF2B5EF4-FFF2-40B4-BE49-F238E27FC236}">
                    <a16:creationId xmlns:a16="http://schemas.microsoft.com/office/drawing/2014/main" id="{B5D036F5-A9A6-5E53-17B4-872EEB5B4A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5348" y="4078847"/>
                <a:ext cx="295688" cy="400110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0" name="TextBox 15">
            <a:extLst>
              <a:ext uri="{FF2B5EF4-FFF2-40B4-BE49-F238E27FC236}">
                <a16:creationId xmlns:a16="http://schemas.microsoft.com/office/drawing/2014/main" id="{237D803E-0673-CDB3-88D5-E4AFB9E5A357}"/>
              </a:ext>
            </a:extLst>
          </p:cNvPr>
          <p:cNvSpPr txBox="1"/>
          <p:nvPr/>
        </p:nvSpPr>
        <p:spPr>
          <a:xfrm>
            <a:off x="6390221" y="4077874"/>
            <a:ext cx="17577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Old volume</a:t>
            </a:r>
            <a:endParaRPr lang="zh-TW" altLang="en-US" sz="2000" b="1"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1" name="文字方塊 52">
                <a:extLst>
                  <a:ext uri="{FF2B5EF4-FFF2-40B4-BE49-F238E27FC236}">
                    <a16:creationId xmlns:a16="http://schemas.microsoft.com/office/drawing/2014/main" id="{EC540D08-93DF-EA4F-9B20-66BD309336C8}"/>
                  </a:ext>
                </a:extLst>
              </p:cNvPr>
              <p:cNvSpPr txBox="1"/>
              <p:nvPr/>
            </p:nvSpPr>
            <p:spPr>
              <a:xfrm>
                <a:off x="8077190" y="406079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51" name="文字方塊 52">
                <a:extLst>
                  <a:ext uri="{FF2B5EF4-FFF2-40B4-BE49-F238E27FC236}">
                    <a16:creationId xmlns:a16="http://schemas.microsoft.com/office/drawing/2014/main" id="{EC540D08-93DF-EA4F-9B20-66BD309336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7190" y="4060798"/>
                <a:ext cx="295688" cy="400110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2" name="群組 18">
            <a:extLst>
              <a:ext uri="{FF2B5EF4-FFF2-40B4-BE49-F238E27FC236}">
                <a16:creationId xmlns:a16="http://schemas.microsoft.com/office/drawing/2014/main" id="{904B89AB-5A17-89B1-51F6-90444C4DA676}"/>
              </a:ext>
            </a:extLst>
          </p:cNvPr>
          <p:cNvGrpSpPr/>
          <p:nvPr/>
        </p:nvGrpSpPr>
        <p:grpSpPr>
          <a:xfrm>
            <a:off x="8372878" y="4064933"/>
            <a:ext cx="1468501" cy="409011"/>
            <a:chOff x="1498603" y="1408278"/>
            <a:chExt cx="1468501" cy="409011"/>
          </a:xfrm>
        </p:grpSpPr>
        <p:sp>
          <p:nvSpPr>
            <p:cNvPr id="153" name="文字方塊 19">
              <a:extLst>
                <a:ext uri="{FF2B5EF4-FFF2-40B4-BE49-F238E27FC236}">
                  <a16:creationId xmlns:a16="http://schemas.microsoft.com/office/drawing/2014/main" id="{76FC79D8-30BA-EA55-556D-FB3EF563F997}"/>
                </a:ext>
              </a:extLst>
            </p:cNvPr>
            <p:cNvSpPr txBox="1"/>
            <p:nvPr/>
          </p:nvSpPr>
          <p:spPr>
            <a:xfrm>
              <a:off x="1498603" y="1417179"/>
              <a:ext cx="45717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000" b="1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154" name="文字方塊 20">
              <a:extLst>
                <a:ext uri="{FF2B5EF4-FFF2-40B4-BE49-F238E27FC236}">
                  <a16:creationId xmlns:a16="http://schemas.microsoft.com/office/drawing/2014/main" id="{7D1DCB90-C4A5-F5CD-5C76-66AAF46B354E}"/>
                </a:ext>
              </a:extLst>
            </p:cNvPr>
            <p:cNvSpPr txBox="1"/>
            <p:nvPr/>
          </p:nvSpPr>
          <p:spPr>
            <a:xfrm>
              <a:off x="2008473" y="1417179"/>
              <a:ext cx="95863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chemeClr val="accent5">
                      <a:lumMod val="60000"/>
                      <a:lumOff val="40000"/>
                    </a:schemeClr>
                  </a:solidFill>
                  <a:latin typeface="Lucida Handwriting" panose="03010101010101010101" pitchFamily="66" charset="0"/>
                </a:rPr>
                <a:t>10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chemeClr val="accent5">
                      <a:lumMod val="60000"/>
                      <a:lumOff val="40000"/>
                    </a:schemeClr>
                  </a:solidFill>
                  <a:latin typeface="Lucida Calligraphy" panose="03010101010101010101" pitchFamily="66" charset="0"/>
                </a:rPr>
                <a:t>%</a:t>
              </a:r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5" name="文字方塊 21">
                  <a:extLst>
                    <a:ext uri="{FF2B5EF4-FFF2-40B4-BE49-F238E27FC236}">
                      <a16:creationId xmlns:a16="http://schemas.microsoft.com/office/drawing/2014/main" id="{ADD91EE0-A96E-59ED-3B95-3AA2963AAD8D}"/>
                    </a:ext>
                  </a:extLst>
                </p:cNvPr>
                <p:cNvSpPr txBox="1"/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155" name="文字方塊 21">
                  <a:extLst>
                    <a:ext uri="{FF2B5EF4-FFF2-40B4-BE49-F238E27FC236}">
                      <a16:creationId xmlns:a16="http://schemas.microsoft.com/office/drawing/2014/main" id="{ADD91EE0-A96E-59ED-3B95-3AA2963AAD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blipFill>
                  <a:blip r:embed="rId3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56" name="文字方塊 16">
            <a:extLst>
              <a:ext uri="{FF2B5EF4-FFF2-40B4-BE49-F238E27FC236}">
                <a16:creationId xmlns:a16="http://schemas.microsoft.com/office/drawing/2014/main" id="{E5E86DE2-8088-E884-56CA-11835634E51B}"/>
              </a:ext>
            </a:extLst>
          </p:cNvPr>
          <p:cNvSpPr txBox="1"/>
          <p:nvPr/>
        </p:nvSpPr>
        <p:spPr>
          <a:xfrm>
            <a:off x="137417" y="4770615"/>
            <a:ext cx="5298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15</a:t>
            </a:r>
            <a:endParaRPr lang="en-HK" altLang="zh-HK" sz="2000" b="1">
              <a:ln>
                <a:solidFill>
                  <a:schemeClr val="tx1"/>
                </a:solidFill>
              </a:ln>
              <a:solidFill>
                <a:srgbClr val="00FF0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7" name="文字方塊 17">
                <a:extLst>
                  <a:ext uri="{FF2B5EF4-FFF2-40B4-BE49-F238E27FC236}">
                    <a16:creationId xmlns:a16="http://schemas.microsoft.com/office/drawing/2014/main" id="{F98AA084-90C7-9C56-8D31-8199BF87D960}"/>
                  </a:ext>
                </a:extLst>
              </p:cNvPr>
              <p:cNvSpPr txBox="1"/>
              <p:nvPr/>
            </p:nvSpPr>
            <p:spPr>
              <a:xfrm>
                <a:off x="544004" y="476570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57" name="文字方塊 17">
                <a:extLst>
                  <a:ext uri="{FF2B5EF4-FFF2-40B4-BE49-F238E27FC236}">
                    <a16:creationId xmlns:a16="http://schemas.microsoft.com/office/drawing/2014/main" id="{F98AA084-90C7-9C56-8D31-8199BF87D9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004" y="4765700"/>
                <a:ext cx="295688" cy="400110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8" name="群組 18">
            <a:extLst>
              <a:ext uri="{FF2B5EF4-FFF2-40B4-BE49-F238E27FC236}">
                <a16:creationId xmlns:a16="http://schemas.microsoft.com/office/drawing/2014/main" id="{6A520B5E-C012-8947-C420-80121E6A3488}"/>
              </a:ext>
            </a:extLst>
          </p:cNvPr>
          <p:cNvGrpSpPr/>
          <p:nvPr/>
        </p:nvGrpSpPr>
        <p:grpSpPr>
          <a:xfrm>
            <a:off x="783517" y="4756799"/>
            <a:ext cx="1468501" cy="409011"/>
            <a:chOff x="1498603" y="1408278"/>
            <a:chExt cx="1468501" cy="409011"/>
          </a:xfrm>
        </p:grpSpPr>
        <p:sp>
          <p:nvSpPr>
            <p:cNvPr id="159" name="文字方塊 19">
              <a:extLst>
                <a:ext uri="{FF2B5EF4-FFF2-40B4-BE49-F238E27FC236}">
                  <a16:creationId xmlns:a16="http://schemas.microsoft.com/office/drawing/2014/main" id="{34B72FE0-A22E-A50E-7BFA-ED37CBF22F89}"/>
                </a:ext>
              </a:extLst>
            </p:cNvPr>
            <p:cNvSpPr txBox="1"/>
            <p:nvPr/>
          </p:nvSpPr>
          <p:spPr>
            <a:xfrm>
              <a:off x="1498603" y="1417179"/>
              <a:ext cx="45717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000" b="1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160" name="文字方塊 20">
              <a:extLst>
                <a:ext uri="{FF2B5EF4-FFF2-40B4-BE49-F238E27FC236}">
                  <a16:creationId xmlns:a16="http://schemas.microsoft.com/office/drawing/2014/main" id="{86ED37AF-9BD6-B0E9-6E88-6983369C3E2B}"/>
                </a:ext>
              </a:extLst>
            </p:cNvPr>
            <p:cNvSpPr txBox="1"/>
            <p:nvPr/>
          </p:nvSpPr>
          <p:spPr>
            <a:xfrm>
              <a:off x="2008473" y="1417179"/>
              <a:ext cx="95863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Handwriting" panose="03010101010101010101" pitchFamily="66" charset="0"/>
                </a:rPr>
                <a:t>20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%</a:t>
              </a:r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1" name="文字方塊 21">
                  <a:extLst>
                    <a:ext uri="{FF2B5EF4-FFF2-40B4-BE49-F238E27FC236}">
                      <a16:creationId xmlns:a16="http://schemas.microsoft.com/office/drawing/2014/main" id="{EACB1A88-8A53-1FE5-997A-00F84771160B}"/>
                    </a:ext>
                  </a:extLst>
                </p:cNvPr>
                <p:cNvSpPr txBox="1"/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161" name="文字方塊 21">
                  <a:extLst>
                    <a:ext uri="{FF2B5EF4-FFF2-40B4-BE49-F238E27FC236}">
                      <a16:creationId xmlns:a16="http://schemas.microsoft.com/office/drawing/2014/main" id="{EACB1A88-8A53-1FE5-997A-00F8477116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blipFill>
                  <a:blip r:embed="rId3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62" name="文字方塊 52">
                <a:extLst>
                  <a:ext uri="{FF2B5EF4-FFF2-40B4-BE49-F238E27FC236}">
                    <a16:creationId xmlns:a16="http://schemas.microsoft.com/office/drawing/2014/main" id="{DECDDB3B-A8FF-9C31-63B1-D299DFF6DCB0}"/>
                  </a:ext>
                </a:extLst>
              </p:cNvPr>
              <p:cNvSpPr txBox="1"/>
              <p:nvPr/>
            </p:nvSpPr>
            <p:spPr>
              <a:xfrm>
                <a:off x="2026360" y="475679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62" name="文字方塊 52">
                <a:extLst>
                  <a:ext uri="{FF2B5EF4-FFF2-40B4-BE49-F238E27FC236}">
                    <a16:creationId xmlns:a16="http://schemas.microsoft.com/office/drawing/2014/main" id="{DECDDB3B-A8FF-9C31-63B1-D299DFF6DC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6360" y="4756799"/>
                <a:ext cx="295688" cy="400110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3" name="文字方塊 27">
            <a:extLst>
              <a:ext uri="{FF2B5EF4-FFF2-40B4-BE49-F238E27FC236}">
                <a16:creationId xmlns:a16="http://schemas.microsoft.com/office/drawing/2014/main" id="{CD4FC2A3-675E-4760-A547-DF51C9011AE5}"/>
              </a:ext>
            </a:extLst>
          </p:cNvPr>
          <p:cNvSpPr txBox="1"/>
          <p:nvPr/>
        </p:nvSpPr>
        <p:spPr>
          <a:xfrm>
            <a:off x="2260046" y="4757263"/>
            <a:ext cx="5298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Handwriting" panose="03010101010101010101" pitchFamily="66" charset="0"/>
              </a:rPr>
              <a:t>8</a:t>
            </a:r>
            <a:endParaRPr lang="en-HK" altLang="zh-HK" sz="2000" b="1">
              <a:ln>
                <a:solidFill>
                  <a:schemeClr val="tx1"/>
                </a:solidFill>
              </a:ln>
              <a:solidFill>
                <a:srgbClr val="FF0000"/>
              </a:solidFill>
              <a:latin typeface="Lucida Calligraphy" panose="03010101010101010101" pitchFamily="66" charset="0"/>
            </a:endParaRPr>
          </a:p>
        </p:txBody>
      </p:sp>
      <p:grpSp>
        <p:nvGrpSpPr>
          <p:cNvPr id="164" name="群組 29">
            <a:extLst>
              <a:ext uri="{FF2B5EF4-FFF2-40B4-BE49-F238E27FC236}">
                <a16:creationId xmlns:a16="http://schemas.microsoft.com/office/drawing/2014/main" id="{5C978EBF-C6CA-FF7D-CA67-1EA5B38E41F7}"/>
              </a:ext>
            </a:extLst>
          </p:cNvPr>
          <p:cNvGrpSpPr/>
          <p:nvPr/>
        </p:nvGrpSpPr>
        <p:grpSpPr>
          <a:xfrm>
            <a:off x="2481227" y="4752348"/>
            <a:ext cx="1468501" cy="409011"/>
            <a:chOff x="1498603" y="1408278"/>
            <a:chExt cx="1468501" cy="409011"/>
          </a:xfrm>
        </p:grpSpPr>
        <p:sp>
          <p:nvSpPr>
            <p:cNvPr id="165" name="文字方塊 30">
              <a:extLst>
                <a:ext uri="{FF2B5EF4-FFF2-40B4-BE49-F238E27FC236}">
                  <a16:creationId xmlns:a16="http://schemas.microsoft.com/office/drawing/2014/main" id="{0F15929F-BA94-B5F8-2E4D-FD1670BBBB11}"/>
                </a:ext>
              </a:extLst>
            </p:cNvPr>
            <p:cNvSpPr txBox="1"/>
            <p:nvPr/>
          </p:nvSpPr>
          <p:spPr>
            <a:xfrm>
              <a:off x="1498603" y="1417179"/>
              <a:ext cx="45717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000" b="1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166" name="文字方塊 31">
              <a:extLst>
                <a:ext uri="{FF2B5EF4-FFF2-40B4-BE49-F238E27FC236}">
                  <a16:creationId xmlns:a16="http://schemas.microsoft.com/office/drawing/2014/main" id="{46C68021-3DB6-815E-F2E8-4D15EAA1428B}"/>
                </a:ext>
              </a:extLst>
            </p:cNvPr>
            <p:cNvSpPr txBox="1"/>
            <p:nvPr/>
          </p:nvSpPr>
          <p:spPr>
            <a:xfrm>
              <a:off x="2008473" y="1417179"/>
              <a:ext cx="95863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FFC000"/>
                  </a:solidFill>
                  <a:latin typeface="Lucida Handwriting" panose="03010101010101010101" pitchFamily="66" charset="0"/>
                </a:rPr>
                <a:t>15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%</a:t>
              </a:r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7" name="文字方塊 32">
                  <a:extLst>
                    <a:ext uri="{FF2B5EF4-FFF2-40B4-BE49-F238E27FC236}">
                      <a16:creationId xmlns:a16="http://schemas.microsoft.com/office/drawing/2014/main" id="{712D3014-1159-8681-C8CA-C15186559F4E}"/>
                    </a:ext>
                  </a:extLst>
                </p:cNvPr>
                <p:cNvSpPr txBox="1"/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167" name="文字方塊 32">
                  <a:extLst>
                    <a:ext uri="{FF2B5EF4-FFF2-40B4-BE49-F238E27FC236}">
                      <a16:creationId xmlns:a16="http://schemas.microsoft.com/office/drawing/2014/main" id="{712D3014-1159-8681-C8CA-C15186559F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blipFill>
                  <a:blip r:embed="rId4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68" name="文字方塊 52">
                <a:extLst>
                  <a:ext uri="{FF2B5EF4-FFF2-40B4-BE49-F238E27FC236}">
                    <a16:creationId xmlns:a16="http://schemas.microsoft.com/office/drawing/2014/main" id="{70039444-7A26-6C42-5E7E-300CFE3A2B1F}"/>
                  </a:ext>
                </a:extLst>
              </p:cNvPr>
              <p:cNvSpPr txBox="1"/>
              <p:nvPr/>
            </p:nvSpPr>
            <p:spPr>
              <a:xfrm>
                <a:off x="3724614" y="475234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68" name="文字方塊 52">
                <a:extLst>
                  <a:ext uri="{FF2B5EF4-FFF2-40B4-BE49-F238E27FC236}">
                    <a16:creationId xmlns:a16="http://schemas.microsoft.com/office/drawing/2014/main" id="{70039444-7A26-6C42-5E7E-300CFE3A2B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4614" y="4752348"/>
                <a:ext cx="295688" cy="400110"/>
              </a:xfrm>
              <a:prstGeom prst="rect">
                <a:avLst/>
              </a:prstGeom>
              <a:blipFill>
                <a:blip r:embed="rId4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9" name="文字方塊 37">
            <a:extLst>
              <a:ext uri="{FF2B5EF4-FFF2-40B4-BE49-F238E27FC236}">
                <a16:creationId xmlns:a16="http://schemas.microsoft.com/office/drawing/2014/main" id="{A3F2039C-9CF4-B5FE-73E6-EB4785641006}"/>
              </a:ext>
            </a:extLst>
          </p:cNvPr>
          <p:cNvSpPr txBox="1"/>
          <p:nvPr/>
        </p:nvSpPr>
        <p:spPr>
          <a:xfrm>
            <a:off x="3981399" y="4775530"/>
            <a:ext cx="5298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18</a:t>
            </a:r>
            <a:endParaRPr lang="en-HK" altLang="zh-HK" sz="2000" b="1">
              <a:ln>
                <a:solidFill>
                  <a:schemeClr val="tx1"/>
                </a:solidFill>
              </a:ln>
              <a:solidFill>
                <a:srgbClr val="FF7C8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0" name="文字方塊 38">
                <a:extLst>
                  <a:ext uri="{FF2B5EF4-FFF2-40B4-BE49-F238E27FC236}">
                    <a16:creationId xmlns:a16="http://schemas.microsoft.com/office/drawing/2014/main" id="{A1189DE5-4095-71F0-40FF-154D51777C1A}"/>
                  </a:ext>
                </a:extLst>
              </p:cNvPr>
              <p:cNvSpPr txBox="1"/>
              <p:nvPr/>
            </p:nvSpPr>
            <p:spPr>
              <a:xfrm>
                <a:off x="4387986" y="477061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70" name="文字方塊 38">
                <a:extLst>
                  <a:ext uri="{FF2B5EF4-FFF2-40B4-BE49-F238E27FC236}">
                    <a16:creationId xmlns:a16="http://schemas.microsoft.com/office/drawing/2014/main" id="{A1189DE5-4095-71F0-40FF-154D51777C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7986" y="4770615"/>
                <a:ext cx="295688" cy="400110"/>
              </a:xfrm>
              <a:prstGeom prst="rect">
                <a:avLst/>
              </a:prstGeom>
              <a:blipFill>
                <a:blip r:embed="rId4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1" name="群組 39">
            <a:extLst>
              <a:ext uri="{FF2B5EF4-FFF2-40B4-BE49-F238E27FC236}">
                <a16:creationId xmlns:a16="http://schemas.microsoft.com/office/drawing/2014/main" id="{2BDC2879-9516-BA04-C08B-4947CD3C630B}"/>
              </a:ext>
            </a:extLst>
          </p:cNvPr>
          <p:cNvGrpSpPr/>
          <p:nvPr/>
        </p:nvGrpSpPr>
        <p:grpSpPr>
          <a:xfrm>
            <a:off x="4627499" y="4761714"/>
            <a:ext cx="1468501" cy="409011"/>
            <a:chOff x="1498603" y="1408278"/>
            <a:chExt cx="1468501" cy="409011"/>
          </a:xfrm>
        </p:grpSpPr>
        <p:sp>
          <p:nvSpPr>
            <p:cNvPr id="172" name="文字方塊 40">
              <a:extLst>
                <a:ext uri="{FF2B5EF4-FFF2-40B4-BE49-F238E27FC236}">
                  <a16:creationId xmlns:a16="http://schemas.microsoft.com/office/drawing/2014/main" id="{7301246D-D3DC-CC28-4095-02FA148D405B}"/>
                </a:ext>
              </a:extLst>
            </p:cNvPr>
            <p:cNvSpPr txBox="1"/>
            <p:nvPr/>
          </p:nvSpPr>
          <p:spPr>
            <a:xfrm>
              <a:off x="1498603" y="1417179"/>
              <a:ext cx="45717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000" b="1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173" name="文字方塊 41">
              <a:extLst>
                <a:ext uri="{FF2B5EF4-FFF2-40B4-BE49-F238E27FC236}">
                  <a16:creationId xmlns:a16="http://schemas.microsoft.com/office/drawing/2014/main" id="{B813194C-C24C-FD6F-F0B8-AD8BE49CE2BD}"/>
                </a:ext>
              </a:extLst>
            </p:cNvPr>
            <p:cNvSpPr txBox="1"/>
            <p:nvPr/>
          </p:nvSpPr>
          <p:spPr>
            <a:xfrm>
              <a:off x="2008473" y="1417179"/>
              <a:ext cx="95863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chemeClr val="accent2">
                      <a:lumMod val="40000"/>
                      <a:lumOff val="60000"/>
                    </a:schemeClr>
                  </a:solidFill>
                  <a:latin typeface="Lucida Calligraphy" panose="03010101010101010101" pitchFamily="66" charset="0"/>
                </a:rPr>
                <a:t>n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%</a:t>
              </a:r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4" name="文字方塊 42">
                  <a:extLst>
                    <a:ext uri="{FF2B5EF4-FFF2-40B4-BE49-F238E27FC236}">
                      <a16:creationId xmlns:a16="http://schemas.microsoft.com/office/drawing/2014/main" id="{D73F4C0F-B09F-42FD-ACF3-955F9C1BAC04}"/>
                    </a:ext>
                  </a:extLst>
                </p:cNvPr>
                <p:cNvSpPr txBox="1"/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174" name="文字方塊 42">
                  <a:extLst>
                    <a:ext uri="{FF2B5EF4-FFF2-40B4-BE49-F238E27FC236}">
                      <a16:creationId xmlns:a16="http://schemas.microsoft.com/office/drawing/2014/main" id="{D73F4C0F-B09F-42FD-ACF3-955F9C1BAC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blipFill>
                  <a:blip r:embed="rId4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75" name="文字方塊 50">
                <a:extLst>
                  <a:ext uri="{FF2B5EF4-FFF2-40B4-BE49-F238E27FC236}">
                    <a16:creationId xmlns:a16="http://schemas.microsoft.com/office/drawing/2014/main" id="{6EFD0973-589C-4272-1D9D-A7FCEEDB0E36}"/>
                  </a:ext>
                </a:extLst>
              </p:cNvPr>
              <p:cNvSpPr txBox="1"/>
              <p:nvPr/>
            </p:nvSpPr>
            <p:spPr>
              <a:xfrm>
                <a:off x="5749683" y="475234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75" name="文字方塊 50">
                <a:extLst>
                  <a:ext uri="{FF2B5EF4-FFF2-40B4-BE49-F238E27FC236}">
                    <a16:creationId xmlns:a16="http://schemas.microsoft.com/office/drawing/2014/main" id="{6EFD0973-589C-4272-1D9D-A7FCEEDB0E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9683" y="4752348"/>
                <a:ext cx="295688" cy="400110"/>
              </a:xfrm>
              <a:prstGeom prst="rect">
                <a:avLst/>
              </a:prstGeom>
              <a:blipFill>
                <a:blip r:embed="rId4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6" name="文字方塊 46">
            <a:extLst>
              <a:ext uri="{FF2B5EF4-FFF2-40B4-BE49-F238E27FC236}">
                <a16:creationId xmlns:a16="http://schemas.microsoft.com/office/drawing/2014/main" id="{EA454047-DB8F-7FB6-1C7A-7D5FFC8C710D}"/>
              </a:ext>
            </a:extLst>
          </p:cNvPr>
          <p:cNvSpPr txBox="1"/>
          <p:nvPr/>
        </p:nvSpPr>
        <p:spPr>
          <a:xfrm>
            <a:off x="6040213" y="4767349"/>
            <a:ext cx="5758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15</a:t>
            </a:r>
            <a:endParaRPr lang="en-HK" altLang="zh-HK" sz="2000" b="1">
              <a:ln>
                <a:solidFill>
                  <a:schemeClr val="tx1"/>
                </a:solidFill>
              </a:ln>
              <a:solidFill>
                <a:srgbClr val="00FF0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7" name="文字方塊 47">
                <a:extLst>
                  <a:ext uri="{FF2B5EF4-FFF2-40B4-BE49-F238E27FC236}">
                    <a16:creationId xmlns:a16="http://schemas.microsoft.com/office/drawing/2014/main" id="{9F8E0DD3-6B2A-C6D9-06A3-05510F32E8EF}"/>
                  </a:ext>
                </a:extLst>
              </p:cNvPr>
              <p:cNvSpPr txBox="1"/>
              <p:nvPr/>
            </p:nvSpPr>
            <p:spPr>
              <a:xfrm>
                <a:off x="6465280" y="476734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77" name="文字方塊 47">
                <a:extLst>
                  <a:ext uri="{FF2B5EF4-FFF2-40B4-BE49-F238E27FC236}">
                    <a16:creationId xmlns:a16="http://schemas.microsoft.com/office/drawing/2014/main" id="{9F8E0DD3-6B2A-C6D9-06A3-05510F32E8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5280" y="4767349"/>
                <a:ext cx="295688" cy="400110"/>
              </a:xfrm>
              <a:prstGeom prst="rect">
                <a:avLst/>
              </a:prstGeom>
              <a:blipFill>
                <a:blip r:embed="rId4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8" name="文字方塊 48">
            <a:extLst>
              <a:ext uri="{FF2B5EF4-FFF2-40B4-BE49-F238E27FC236}">
                <a16:creationId xmlns:a16="http://schemas.microsoft.com/office/drawing/2014/main" id="{15FE58FC-3756-481B-907F-C8B5162E4B70}"/>
              </a:ext>
            </a:extLst>
          </p:cNvPr>
          <p:cNvSpPr txBox="1"/>
          <p:nvPr/>
        </p:nvSpPr>
        <p:spPr>
          <a:xfrm>
            <a:off x="6700731" y="4767349"/>
            <a:ext cx="419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Handwriting" panose="03010101010101010101" pitchFamily="66" charset="0"/>
              </a:rPr>
              <a:t>8</a:t>
            </a:r>
            <a:endParaRPr lang="en-HK" altLang="zh-HK" sz="2000" b="1">
              <a:ln>
                <a:solidFill>
                  <a:schemeClr val="tx1"/>
                </a:solidFill>
              </a:ln>
              <a:solidFill>
                <a:srgbClr val="FF7C8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9" name="文字方塊 47">
                <a:extLst>
                  <a:ext uri="{FF2B5EF4-FFF2-40B4-BE49-F238E27FC236}">
                    <a16:creationId xmlns:a16="http://schemas.microsoft.com/office/drawing/2014/main" id="{130BD0E4-C2EA-3DD5-4938-A7726AC6E1F8}"/>
                  </a:ext>
                </a:extLst>
              </p:cNvPr>
              <p:cNvSpPr txBox="1"/>
              <p:nvPr/>
            </p:nvSpPr>
            <p:spPr>
              <a:xfrm>
                <a:off x="6950584" y="476123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79" name="文字方塊 47">
                <a:extLst>
                  <a:ext uri="{FF2B5EF4-FFF2-40B4-BE49-F238E27FC236}">
                    <a16:creationId xmlns:a16="http://schemas.microsoft.com/office/drawing/2014/main" id="{130BD0E4-C2EA-3DD5-4938-A7726AC6E1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0584" y="4761237"/>
                <a:ext cx="295688" cy="400110"/>
              </a:xfrm>
              <a:prstGeom prst="rect">
                <a:avLst/>
              </a:prstGeom>
              <a:blipFill>
                <a:blip r:embed="rId4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0" name="文字方塊 48">
            <a:extLst>
              <a:ext uri="{FF2B5EF4-FFF2-40B4-BE49-F238E27FC236}">
                <a16:creationId xmlns:a16="http://schemas.microsoft.com/office/drawing/2014/main" id="{23B8B414-6B2C-DEDA-8910-56BBB02323AC}"/>
              </a:ext>
            </a:extLst>
          </p:cNvPr>
          <p:cNvSpPr txBox="1"/>
          <p:nvPr/>
        </p:nvSpPr>
        <p:spPr>
          <a:xfrm>
            <a:off x="7186034" y="4761237"/>
            <a:ext cx="5758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18</a:t>
            </a:r>
            <a:endParaRPr lang="en-HK" altLang="zh-HK" sz="2000" b="1">
              <a:ln>
                <a:solidFill>
                  <a:schemeClr val="tx1"/>
                </a:solidFill>
              </a:ln>
              <a:solidFill>
                <a:srgbClr val="FF7C8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1" name="文字方塊 52">
                <a:extLst>
                  <a:ext uri="{FF2B5EF4-FFF2-40B4-BE49-F238E27FC236}">
                    <a16:creationId xmlns:a16="http://schemas.microsoft.com/office/drawing/2014/main" id="{26B42952-8F8E-C5E9-A9BE-9A20EAD94E6A}"/>
                  </a:ext>
                </a:extLst>
              </p:cNvPr>
              <p:cNvSpPr txBox="1"/>
              <p:nvPr/>
            </p:nvSpPr>
            <p:spPr>
              <a:xfrm>
                <a:off x="7626908" y="474546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81" name="文字方塊 52">
                <a:extLst>
                  <a:ext uri="{FF2B5EF4-FFF2-40B4-BE49-F238E27FC236}">
                    <a16:creationId xmlns:a16="http://schemas.microsoft.com/office/drawing/2014/main" id="{26B42952-8F8E-C5E9-A9BE-9A20EAD94E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6908" y="4745466"/>
                <a:ext cx="295688" cy="400110"/>
              </a:xfrm>
              <a:prstGeom prst="rect">
                <a:avLst/>
              </a:prstGeom>
              <a:blipFill>
                <a:blip r:embed="rId4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2" name="群組 18">
            <a:extLst>
              <a:ext uri="{FF2B5EF4-FFF2-40B4-BE49-F238E27FC236}">
                <a16:creationId xmlns:a16="http://schemas.microsoft.com/office/drawing/2014/main" id="{C9FB47E1-4DA8-872B-3A90-990EC9CDAC06}"/>
              </a:ext>
            </a:extLst>
          </p:cNvPr>
          <p:cNvGrpSpPr/>
          <p:nvPr/>
        </p:nvGrpSpPr>
        <p:grpSpPr>
          <a:xfrm>
            <a:off x="7922596" y="4749601"/>
            <a:ext cx="1468501" cy="409011"/>
            <a:chOff x="1498603" y="1408278"/>
            <a:chExt cx="1468501" cy="409011"/>
          </a:xfrm>
        </p:grpSpPr>
        <p:sp>
          <p:nvSpPr>
            <p:cNvPr id="183" name="文字方塊 19">
              <a:extLst>
                <a:ext uri="{FF2B5EF4-FFF2-40B4-BE49-F238E27FC236}">
                  <a16:creationId xmlns:a16="http://schemas.microsoft.com/office/drawing/2014/main" id="{22AD7B91-ABDF-FD75-4FA7-0E4F1261212F}"/>
                </a:ext>
              </a:extLst>
            </p:cNvPr>
            <p:cNvSpPr txBox="1"/>
            <p:nvPr/>
          </p:nvSpPr>
          <p:spPr>
            <a:xfrm>
              <a:off x="1498603" y="1417179"/>
              <a:ext cx="45717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000" b="1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184" name="文字方塊 20">
              <a:extLst>
                <a:ext uri="{FF2B5EF4-FFF2-40B4-BE49-F238E27FC236}">
                  <a16:creationId xmlns:a16="http://schemas.microsoft.com/office/drawing/2014/main" id="{9951B319-580F-B310-AEDA-B9B333BA2886}"/>
                </a:ext>
              </a:extLst>
            </p:cNvPr>
            <p:cNvSpPr txBox="1"/>
            <p:nvPr/>
          </p:nvSpPr>
          <p:spPr>
            <a:xfrm>
              <a:off x="2008473" y="1417179"/>
              <a:ext cx="95863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chemeClr val="accent5">
                      <a:lumMod val="60000"/>
                      <a:lumOff val="40000"/>
                    </a:schemeClr>
                  </a:solidFill>
                  <a:latin typeface="Lucida Handwriting" panose="03010101010101010101" pitchFamily="66" charset="0"/>
                </a:rPr>
                <a:t>10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chemeClr val="accent5">
                      <a:lumMod val="60000"/>
                      <a:lumOff val="40000"/>
                    </a:schemeClr>
                  </a:solidFill>
                  <a:latin typeface="Lucida Calligraphy" panose="03010101010101010101" pitchFamily="66" charset="0"/>
                </a:rPr>
                <a:t>%</a:t>
              </a:r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5" name="文字方塊 21">
                  <a:extLst>
                    <a:ext uri="{FF2B5EF4-FFF2-40B4-BE49-F238E27FC236}">
                      <a16:creationId xmlns:a16="http://schemas.microsoft.com/office/drawing/2014/main" id="{2063D47C-F207-E321-BDA8-8E2A34CB0776}"/>
                    </a:ext>
                  </a:extLst>
                </p:cNvPr>
                <p:cNvSpPr txBox="1"/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185" name="文字方塊 21">
                  <a:extLst>
                    <a:ext uri="{FF2B5EF4-FFF2-40B4-BE49-F238E27FC236}">
                      <a16:creationId xmlns:a16="http://schemas.microsoft.com/office/drawing/2014/main" id="{2063D47C-F207-E321-BDA8-8E2A34CB07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blipFill>
                  <a:blip r:embed="rId4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86" name="文字方塊 70">
            <a:extLst>
              <a:ext uri="{FF2B5EF4-FFF2-40B4-BE49-F238E27FC236}">
                <a16:creationId xmlns:a16="http://schemas.microsoft.com/office/drawing/2014/main" id="{B8540340-DB8D-576D-B3FB-8B9FBE6FB953}"/>
              </a:ext>
            </a:extLst>
          </p:cNvPr>
          <p:cNvSpPr txBox="1"/>
          <p:nvPr/>
        </p:nvSpPr>
        <p:spPr>
          <a:xfrm>
            <a:off x="2864232" y="5281427"/>
            <a:ext cx="9110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1.2</a:t>
            </a:r>
            <a:endParaRPr lang="en-HK" altLang="zh-HK" sz="2000" b="1">
              <a:ln>
                <a:solidFill>
                  <a:schemeClr val="tx1"/>
                </a:solidFill>
              </a:ln>
              <a:solidFill>
                <a:srgbClr val="FFFF0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7" name="文字方塊 74">
                <a:extLst>
                  <a:ext uri="{FF2B5EF4-FFF2-40B4-BE49-F238E27FC236}">
                    <a16:creationId xmlns:a16="http://schemas.microsoft.com/office/drawing/2014/main" id="{60D5DE39-1752-25B4-3163-8E27AA0CE032}"/>
                  </a:ext>
                </a:extLst>
              </p:cNvPr>
              <p:cNvSpPr txBox="1"/>
              <p:nvPr/>
            </p:nvSpPr>
            <p:spPr>
              <a:xfrm>
                <a:off x="3417021" y="528142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87" name="文字方塊 74">
                <a:extLst>
                  <a:ext uri="{FF2B5EF4-FFF2-40B4-BE49-F238E27FC236}">
                    <a16:creationId xmlns:a16="http://schemas.microsoft.com/office/drawing/2014/main" id="{60D5DE39-1752-25B4-3163-8E27AA0CE0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7021" y="5281427"/>
                <a:ext cx="295688" cy="400110"/>
              </a:xfrm>
              <a:prstGeom prst="rect">
                <a:avLst/>
              </a:prstGeom>
              <a:blipFill>
                <a:blip r:embed="rId4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8" name="文字方塊 76">
            <a:extLst>
              <a:ext uri="{FF2B5EF4-FFF2-40B4-BE49-F238E27FC236}">
                <a16:creationId xmlns:a16="http://schemas.microsoft.com/office/drawing/2014/main" id="{8F68CA26-32C1-47B0-E960-0FE6516DFD03}"/>
              </a:ext>
            </a:extLst>
          </p:cNvPr>
          <p:cNvSpPr txBox="1"/>
          <p:nvPr/>
        </p:nvSpPr>
        <p:spPr>
          <a:xfrm>
            <a:off x="3651496" y="5290328"/>
            <a:ext cx="9674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1.15</a:t>
            </a:r>
            <a:endParaRPr lang="en-HK" altLang="zh-HK" sz="20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9" name="文字方塊 74">
                <a:extLst>
                  <a:ext uri="{FF2B5EF4-FFF2-40B4-BE49-F238E27FC236}">
                    <a16:creationId xmlns:a16="http://schemas.microsoft.com/office/drawing/2014/main" id="{22703891-4F92-19B3-BC4E-4E8891F15439}"/>
                  </a:ext>
                </a:extLst>
              </p:cNvPr>
              <p:cNvSpPr txBox="1"/>
              <p:nvPr/>
            </p:nvSpPr>
            <p:spPr>
              <a:xfrm>
                <a:off x="4336250" y="528142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89" name="文字方塊 74">
                <a:extLst>
                  <a:ext uri="{FF2B5EF4-FFF2-40B4-BE49-F238E27FC236}">
                    <a16:creationId xmlns:a16="http://schemas.microsoft.com/office/drawing/2014/main" id="{22703891-4F92-19B3-BC4E-4E8891F154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6250" y="5281427"/>
                <a:ext cx="295688" cy="400110"/>
              </a:xfrm>
              <a:prstGeom prst="rect">
                <a:avLst/>
              </a:prstGeom>
              <a:blipFill>
                <a:blip r:embed="rId5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1" name="群組 39">
            <a:extLst>
              <a:ext uri="{FF2B5EF4-FFF2-40B4-BE49-F238E27FC236}">
                <a16:creationId xmlns:a16="http://schemas.microsoft.com/office/drawing/2014/main" id="{191F070A-F4BE-DDCA-FC47-37AA66FA3F86}"/>
              </a:ext>
            </a:extLst>
          </p:cNvPr>
          <p:cNvGrpSpPr/>
          <p:nvPr/>
        </p:nvGrpSpPr>
        <p:grpSpPr>
          <a:xfrm>
            <a:off x="4631938" y="5296052"/>
            <a:ext cx="1468501" cy="409011"/>
            <a:chOff x="1498603" y="1408278"/>
            <a:chExt cx="1468501" cy="409011"/>
          </a:xfrm>
        </p:grpSpPr>
        <p:sp>
          <p:nvSpPr>
            <p:cNvPr id="192" name="文字方塊 40">
              <a:extLst>
                <a:ext uri="{FF2B5EF4-FFF2-40B4-BE49-F238E27FC236}">
                  <a16:creationId xmlns:a16="http://schemas.microsoft.com/office/drawing/2014/main" id="{F3DDB196-4CC1-DFA0-E1C0-77BDBE1E27DD}"/>
                </a:ext>
              </a:extLst>
            </p:cNvPr>
            <p:cNvSpPr txBox="1"/>
            <p:nvPr/>
          </p:nvSpPr>
          <p:spPr>
            <a:xfrm>
              <a:off x="1498603" y="1417179"/>
              <a:ext cx="45717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000" b="1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193" name="文字方塊 41">
              <a:extLst>
                <a:ext uri="{FF2B5EF4-FFF2-40B4-BE49-F238E27FC236}">
                  <a16:creationId xmlns:a16="http://schemas.microsoft.com/office/drawing/2014/main" id="{7006F9E0-CDEA-D818-2B73-18AC5A39E59E}"/>
                </a:ext>
              </a:extLst>
            </p:cNvPr>
            <p:cNvSpPr txBox="1"/>
            <p:nvPr/>
          </p:nvSpPr>
          <p:spPr>
            <a:xfrm>
              <a:off x="2008473" y="1417179"/>
              <a:ext cx="95863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chemeClr val="accent2">
                      <a:lumMod val="40000"/>
                      <a:lumOff val="60000"/>
                    </a:schemeClr>
                  </a:solidFill>
                  <a:latin typeface="Lucida Calligraphy" panose="03010101010101010101" pitchFamily="66" charset="0"/>
                </a:rPr>
                <a:t>n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%</a:t>
              </a:r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4" name="文字方塊 42">
                  <a:extLst>
                    <a:ext uri="{FF2B5EF4-FFF2-40B4-BE49-F238E27FC236}">
                      <a16:creationId xmlns:a16="http://schemas.microsoft.com/office/drawing/2014/main" id="{DCA5F241-F945-B1C9-4C4F-5773FD6188D1}"/>
                    </a:ext>
                  </a:extLst>
                </p:cNvPr>
                <p:cNvSpPr txBox="1"/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194" name="文字方塊 42">
                  <a:extLst>
                    <a:ext uri="{FF2B5EF4-FFF2-40B4-BE49-F238E27FC236}">
                      <a16:creationId xmlns:a16="http://schemas.microsoft.com/office/drawing/2014/main" id="{DCA5F241-F945-B1C9-4C4F-5773FD6188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blipFill>
                  <a:blip r:embed="rId5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95" name="文字方塊 50">
                <a:extLst>
                  <a:ext uri="{FF2B5EF4-FFF2-40B4-BE49-F238E27FC236}">
                    <a16:creationId xmlns:a16="http://schemas.microsoft.com/office/drawing/2014/main" id="{E7E5AD25-5900-6F44-ABBC-9DD1655AB68A}"/>
                  </a:ext>
                </a:extLst>
              </p:cNvPr>
              <p:cNvSpPr txBox="1"/>
              <p:nvPr/>
            </p:nvSpPr>
            <p:spPr>
              <a:xfrm>
                <a:off x="5753878" y="529032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95" name="文字方塊 50">
                <a:extLst>
                  <a:ext uri="{FF2B5EF4-FFF2-40B4-BE49-F238E27FC236}">
                    <a16:creationId xmlns:a16="http://schemas.microsoft.com/office/drawing/2014/main" id="{E7E5AD25-5900-6F44-ABBC-9DD1655AB6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3878" y="5290328"/>
                <a:ext cx="295688" cy="400110"/>
              </a:xfrm>
              <a:prstGeom prst="rect">
                <a:avLst/>
              </a:prstGeom>
              <a:blipFill>
                <a:blip r:embed="rId5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6" name="文字方塊 70">
            <a:extLst>
              <a:ext uri="{FF2B5EF4-FFF2-40B4-BE49-F238E27FC236}">
                <a16:creationId xmlns:a16="http://schemas.microsoft.com/office/drawing/2014/main" id="{19EFBA67-68FC-4B46-17BB-220B4AC17A0D}"/>
              </a:ext>
            </a:extLst>
          </p:cNvPr>
          <p:cNvSpPr txBox="1"/>
          <p:nvPr/>
        </p:nvSpPr>
        <p:spPr>
          <a:xfrm>
            <a:off x="6049566" y="5304953"/>
            <a:ext cx="9110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0.9</a:t>
            </a:r>
            <a:endParaRPr lang="en-HK" altLang="zh-HK" sz="2000" b="1">
              <a:ln>
                <a:solidFill>
                  <a:schemeClr val="tx1"/>
                </a:solidFill>
              </a:ln>
              <a:solidFill>
                <a:srgbClr val="FFFF00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197" name="文字方塊 56">
            <a:extLst>
              <a:ext uri="{FF2B5EF4-FFF2-40B4-BE49-F238E27FC236}">
                <a16:creationId xmlns:a16="http://schemas.microsoft.com/office/drawing/2014/main" id="{B8A52E37-565D-3586-2B9A-5BEA5A5BDC9A}"/>
              </a:ext>
            </a:extLst>
          </p:cNvPr>
          <p:cNvSpPr txBox="1"/>
          <p:nvPr/>
        </p:nvSpPr>
        <p:spPr>
          <a:xfrm>
            <a:off x="5296702" y="5817482"/>
            <a:ext cx="4571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chemeClr val="accent2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n</a:t>
            </a:r>
            <a:endParaRPr lang="en-HK" altLang="zh-HK" sz="2000" b="1">
              <a:ln>
                <a:solidFill>
                  <a:schemeClr val="tx1"/>
                </a:solidFill>
              </a:ln>
              <a:solidFill>
                <a:schemeClr val="accent2">
                  <a:lumMod val="60000"/>
                  <a:lumOff val="40000"/>
                </a:schemeClr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8" name="文字方塊 55">
                <a:extLst>
                  <a:ext uri="{FF2B5EF4-FFF2-40B4-BE49-F238E27FC236}">
                    <a16:creationId xmlns:a16="http://schemas.microsoft.com/office/drawing/2014/main" id="{749F3F64-C540-877E-94EB-DD61C3E6917B}"/>
                  </a:ext>
                </a:extLst>
              </p:cNvPr>
              <p:cNvSpPr txBox="1"/>
              <p:nvPr/>
            </p:nvSpPr>
            <p:spPr>
              <a:xfrm>
                <a:off x="5753878" y="581330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98" name="文字方塊 55">
                <a:extLst>
                  <a:ext uri="{FF2B5EF4-FFF2-40B4-BE49-F238E27FC236}">
                    <a16:creationId xmlns:a16="http://schemas.microsoft.com/office/drawing/2014/main" id="{749F3F64-C540-877E-94EB-DD61C3E691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3878" y="5813307"/>
                <a:ext cx="295688" cy="400110"/>
              </a:xfrm>
              <a:prstGeom prst="rect">
                <a:avLst/>
              </a:prstGeom>
              <a:blipFill>
                <a:blip r:embed="rId5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9" name="文字方塊 56">
                <a:extLst>
                  <a:ext uri="{FF2B5EF4-FFF2-40B4-BE49-F238E27FC236}">
                    <a16:creationId xmlns:a16="http://schemas.microsoft.com/office/drawing/2014/main" id="{20C330B6-2750-6F62-A65B-221BD999CD7D}"/>
                  </a:ext>
                </a:extLst>
              </p:cNvPr>
              <p:cNvSpPr txBox="1"/>
              <p:nvPr/>
            </p:nvSpPr>
            <p:spPr>
              <a:xfrm>
                <a:off x="6102259" y="5813307"/>
                <a:ext cx="102770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accent2">
                        <a:lumMod val="60000"/>
                        <a:lumOff val="40000"/>
                      </a:schemeClr>
                    </a:solidFill>
                    <a:latin typeface="Lucida Handwriting" panose="03010101010101010101" pitchFamily="66" charset="0"/>
                  </a:rPr>
                  <a:t>34.8</a:t>
                </a:r>
                <a:endParaRPr lang="en-HK" altLang="zh-HK" sz="2000" b="1">
                  <a:ln>
                    <a:solidFill>
                      <a:schemeClr val="tx1"/>
                    </a:solidFill>
                  </a:ln>
                  <a:solidFill>
                    <a:schemeClr val="accent2">
                      <a:lumMod val="60000"/>
                      <a:lumOff val="40000"/>
                    </a:schemeClr>
                  </a:solidFill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199" name="文字方塊 56">
                <a:extLst>
                  <a:ext uri="{FF2B5EF4-FFF2-40B4-BE49-F238E27FC236}">
                    <a16:creationId xmlns:a16="http://schemas.microsoft.com/office/drawing/2014/main" id="{20C330B6-2750-6F62-A65B-221BD999CD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2259" y="5813307"/>
                <a:ext cx="1027705" cy="400110"/>
              </a:xfrm>
              <a:prstGeom prst="rect">
                <a:avLst/>
              </a:prstGeom>
              <a:blipFill>
                <a:blip r:embed="rId5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0" name="文字方塊 5">
            <a:extLst>
              <a:ext uri="{FF2B5EF4-FFF2-40B4-BE49-F238E27FC236}">
                <a16:creationId xmlns:a16="http://schemas.microsoft.com/office/drawing/2014/main" id="{09274A99-638A-B76B-06E9-0240D882DDD4}"/>
              </a:ext>
            </a:extLst>
          </p:cNvPr>
          <p:cNvSpPr txBox="1"/>
          <p:nvPr/>
        </p:nvSpPr>
        <p:spPr>
          <a:xfrm>
            <a:off x="691848" y="6340461"/>
            <a:ext cx="65366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The percentage decrease in height is </a:t>
            </a:r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chemeClr val="accent2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rPr>
              <a:t>34.8</a:t>
            </a:r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chemeClr val="accent2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%</a:t>
            </a:r>
            <a:endParaRPr lang="en-HK" sz="2000" b="1">
              <a:ln>
                <a:solidFill>
                  <a:schemeClr val="tx1"/>
                </a:solidFill>
              </a:ln>
              <a:solidFill>
                <a:schemeClr val="accent2">
                  <a:lumMod val="60000"/>
                  <a:lumOff val="40000"/>
                </a:schemeClr>
              </a:solidFill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7223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5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0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5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8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3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6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1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4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9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2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7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0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5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0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3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>
                      <p:stCondLst>
                        <p:cond delay="indefinite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8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1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>
                      <p:stCondLst>
                        <p:cond delay="indefinite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id="2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6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1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4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>
                      <p:stCondLst>
                        <p:cond delay="indefinite"/>
                      </p:stCondLst>
                      <p:childTnLst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par>
                                <p:cTn id="2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9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2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>
                      <p:stCondLst>
                        <p:cond delay="indefinite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7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0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1" fill="hold">
                      <p:stCondLst>
                        <p:cond delay="indefinite"/>
                      </p:stCondLst>
                      <p:childTnLst>
                        <p:par>
                          <p:cTn id="262" fill="hold">
                            <p:stCondLst>
                              <p:cond delay="0"/>
                            </p:stCondLst>
                            <p:childTnLst>
                              <p:par>
                                <p:cTn id="2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5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8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9" fill="hold">
                      <p:stCondLst>
                        <p:cond delay="indefinite"/>
                      </p:stCondLst>
                      <p:childTnLst>
                        <p:par>
                          <p:cTn id="270" fill="hold">
                            <p:stCondLst>
                              <p:cond delay="0"/>
                            </p:stCondLst>
                            <p:childTnLst>
                              <p:par>
                                <p:cTn id="2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3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6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7" fill="hold">
                      <p:stCondLst>
                        <p:cond delay="indefinite"/>
                      </p:stCondLst>
                      <p:childTnLst>
                        <p:par>
                          <p:cTn id="278" fill="hold">
                            <p:stCondLst>
                              <p:cond delay="0"/>
                            </p:stCondLst>
                            <p:childTnLst>
                              <p:par>
                                <p:cTn id="2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1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4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5" fill="hold">
                      <p:stCondLst>
                        <p:cond delay="indefinite"/>
                      </p:stCondLst>
                      <p:childTnLst>
                        <p:par>
                          <p:cTn id="286" fill="hold">
                            <p:stCondLst>
                              <p:cond delay="0"/>
                            </p:stCondLst>
                            <p:childTnLst>
                              <p:par>
                                <p:cTn id="2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9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0" fill="hold">
                      <p:stCondLst>
                        <p:cond delay="indefinite"/>
                      </p:stCondLst>
                      <p:childTnLst>
                        <p:par>
                          <p:cTn id="291" fill="hold">
                            <p:stCondLst>
                              <p:cond delay="0"/>
                            </p:stCondLst>
                            <p:childTnLst>
                              <p:par>
                                <p:cTn id="2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4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7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8" fill="hold">
                      <p:stCondLst>
                        <p:cond delay="indefinite"/>
                      </p:stCondLst>
                      <p:childTnLst>
                        <p:par>
                          <p:cTn id="299" fill="hold">
                            <p:stCondLst>
                              <p:cond delay="0"/>
                            </p:stCondLst>
                            <p:childTnLst>
                              <p:par>
                                <p:cTn id="3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2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5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6" fill="hold">
                      <p:stCondLst>
                        <p:cond delay="indefinite"/>
                      </p:stCondLst>
                      <p:childTnLst>
                        <p:par>
                          <p:cTn id="307" fill="hold">
                            <p:stCondLst>
                              <p:cond delay="0"/>
                            </p:stCondLst>
                            <p:childTnLst>
                              <p:par>
                                <p:cTn id="30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0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3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4" fill="hold">
                      <p:stCondLst>
                        <p:cond delay="indefinite"/>
                      </p:stCondLst>
                      <p:childTnLst>
                        <p:par>
                          <p:cTn id="315" fill="hold">
                            <p:stCondLst>
                              <p:cond delay="0"/>
                            </p:stCondLst>
                            <p:childTnLst>
                              <p:par>
                                <p:cTn id="3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8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9" fill="hold">
                      <p:stCondLst>
                        <p:cond delay="indefinite"/>
                      </p:stCondLst>
                      <p:childTnLst>
                        <p:par>
                          <p:cTn id="320" fill="hold">
                            <p:stCondLst>
                              <p:cond delay="0"/>
                            </p:stCondLst>
                            <p:childTnLst>
                              <p:par>
                                <p:cTn id="3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3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6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9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0" fill="hold">
                      <p:stCondLst>
                        <p:cond delay="indefinite"/>
                      </p:stCondLst>
                      <p:childTnLst>
                        <p:par>
                          <p:cTn id="331" fill="hold">
                            <p:stCondLst>
                              <p:cond delay="0"/>
                            </p:stCondLst>
                            <p:childTnLst>
                              <p:par>
                                <p:cTn id="3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4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9" grpId="0"/>
      <p:bldP spid="40" grpId="0"/>
      <p:bldP spid="41" grpId="0"/>
      <p:bldP spid="42" grpId="0"/>
      <p:bldP spid="43" grpId="0"/>
      <p:bldP spid="44" grpId="0"/>
      <p:bldP spid="94" grpId="0"/>
      <p:bldP spid="95" grpId="0"/>
      <p:bldP spid="96" grpId="0"/>
      <p:bldP spid="97" grpId="0"/>
      <p:bldP spid="98" grpId="0"/>
      <p:bldP spid="99" grpId="0"/>
      <p:bldP spid="100" grpId="0"/>
      <p:bldP spid="105" grpId="0"/>
      <p:bldP spid="106" grpId="0"/>
      <p:bldP spid="107" grpId="0"/>
      <p:bldP spid="108" grpId="0"/>
      <p:bldP spid="109" grpId="0"/>
      <p:bldP spid="110" grpId="0"/>
      <p:bldP spid="111" grpId="0"/>
      <p:bldP spid="112" grpId="0"/>
      <p:bldP spid="113" grpId="0"/>
      <p:bldP spid="114" grpId="0"/>
      <p:bldP spid="145" grpId="0"/>
      <p:bldP spid="146" grpId="0"/>
      <p:bldP spid="147" grpId="0"/>
      <p:bldP spid="148" grpId="0"/>
      <p:bldP spid="149" grpId="0"/>
      <p:bldP spid="150" grpId="0"/>
      <p:bldP spid="151" grpId="0"/>
      <p:bldP spid="156" grpId="0"/>
      <p:bldP spid="157" grpId="0"/>
      <p:bldP spid="162" grpId="0"/>
      <p:bldP spid="163" grpId="0"/>
      <p:bldP spid="168" grpId="0"/>
      <p:bldP spid="169" grpId="0"/>
      <p:bldP spid="170" grpId="0"/>
      <p:bldP spid="175" grpId="0"/>
      <p:bldP spid="176" grpId="0"/>
      <p:bldP spid="177" grpId="0"/>
      <p:bldP spid="178" grpId="0"/>
      <p:bldP spid="179" grpId="0"/>
      <p:bldP spid="180" grpId="0"/>
      <p:bldP spid="181" grpId="0"/>
      <p:bldP spid="186" grpId="0"/>
      <p:bldP spid="187" grpId="0"/>
      <p:bldP spid="188" grpId="0"/>
      <p:bldP spid="189" grpId="0"/>
      <p:bldP spid="195" grpId="0"/>
      <p:bldP spid="196" grpId="0"/>
      <p:bldP spid="197" grpId="0"/>
      <p:bldP spid="198" grpId="0"/>
      <p:bldP spid="199" grpId="0"/>
      <p:bldP spid="20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Picture 201">
            <a:extLst>
              <a:ext uri="{FF2B5EF4-FFF2-40B4-BE49-F238E27FC236}">
                <a16:creationId xmlns:a16="http://schemas.microsoft.com/office/drawing/2014/main" id="{05364E6D-509A-85BE-A4E4-4D57D7FB2FD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80" b="69725"/>
          <a:stretch>
            <a:fillRect/>
          </a:stretch>
        </p:blipFill>
        <p:spPr>
          <a:xfrm>
            <a:off x="376257" y="382788"/>
            <a:ext cx="6189788" cy="141023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筆跡 3">
                <a:extLst>
                  <a:ext uri="{FF2B5EF4-FFF2-40B4-BE49-F238E27FC236}">
                    <a16:creationId xmlns:a16="http://schemas.microsoft.com/office/drawing/2014/main" id="{1E6A4078-DE20-69F3-6562-88AE2C79139E}"/>
                  </a:ext>
                </a:extLst>
              </p14:cNvPr>
              <p14:cNvContentPartPr/>
              <p14:nvPr/>
            </p14:nvContentPartPr>
            <p14:xfrm>
              <a:off x="1343444" y="586538"/>
              <a:ext cx="1010650" cy="45719"/>
            </p14:xfrm>
          </p:contentPart>
        </mc:Choice>
        <mc:Fallback>
          <p:pic>
            <p:nvPicPr>
              <p:cNvPr id="5" name="筆跡 3">
                <a:extLst>
                  <a:ext uri="{FF2B5EF4-FFF2-40B4-BE49-F238E27FC236}">
                    <a16:creationId xmlns:a16="http://schemas.microsoft.com/office/drawing/2014/main" id="{1E6A4078-DE20-69F3-6562-88AE2C79139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89418" y="-13129162"/>
                <a:ext cx="1118342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筆跡 4">
                <a:extLst>
                  <a:ext uri="{FF2B5EF4-FFF2-40B4-BE49-F238E27FC236}">
                    <a16:creationId xmlns:a16="http://schemas.microsoft.com/office/drawing/2014/main" id="{DB631FE6-400A-E1F0-8035-CBF85BA92E90}"/>
                  </a:ext>
                </a:extLst>
              </p14:cNvPr>
              <p14:cNvContentPartPr/>
              <p14:nvPr/>
            </p14:nvContentPartPr>
            <p14:xfrm>
              <a:off x="3701659" y="588891"/>
              <a:ext cx="1682885" cy="45719"/>
            </p14:xfrm>
          </p:contentPart>
        </mc:Choice>
        <mc:Fallback>
          <p:pic>
            <p:nvPicPr>
              <p:cNvPr id="6" name="筆跡 4">
                <a:extLst>
                  <a:ext uri="{FF2B5EF4-FFF2-40B4-BE49-F238E27FC236}">
                    <a16:creationId xmlns:a16="http://schemas.microsoft.com/office/drawing/2014/main" id="{DB631FE6-400A-E1F0-8035-CBF85BA92E9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647640" y="-13126809"/>
                <a:ext cx="1790564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7" name="筆跡 8">
                <a:extLst>
                  <a:ext uri="{FF2B5EF4-FFF2-40B4-BE49-F238E27FC236}">
                    <a16:creationId xmlns:a16="http://schemas.microsoft.com/office/drawing/2014/main" id="{A1D49D37-1D69-2B6F-31A4-232F3C9FCE96}"/>
                  </a:ext>
                </a:extLst>
              </p14:cNvPr>
              <p14:cNvContentPartPr/>
              <p14:nvPr/>
            </p14:nvContentPartPr>
            <p14:xfrm>
              <a:off x="2549674" y="1284041"/>
              <a:ext cx="855008" cy="45719"/>
            </p14:xfrm>
          </p:contentPart>
        </mc:Choice>
        <mc:Fallback>
          <p:pic>
            <p:nvPicPr>
              <p:cNvPr id="7" name="筆跡 8">
                <a:extLst>
                  <a:ext uri="{FF2B5EF4-FFF2-40B4-BE49-F238E27FC236}">
                    <a16:creationId xmlns:a16="http://schemas.microsoft.com/office/drawing/2014/main" id="{A1D49D37-1D69-2B6F-31A4-232F3C9FCE9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495673" y="-12431659"/>
                <a:ext cx="962649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9" name="筆跡 10">
                <a:extLst>
                  <a:ext uri="{FF2B5EF4-FFF2-40B4-BE49-F238E27FC236}">
                    <a16:creationId xmlns:a16="http://schemas.microsoft.com/office/drawing/2014/main" id="{91561E7F-1FC3-77BE-ABD8-B480B637E251}"/>
                  </a:ext>
                </a:extLst>
              </p14:cNvPr>
              <p14:cNvContentPartPr/>
              <p14:nvPr/>
            </p14:nvContentPartPr>
            <p14:xfrm>
              <a:off x="2549673" y="929885"/>
              <a:ext cx="1263571" cy="45719"/>
            </p14:xfrm>
          </p:contentPart>
        </mc:Choice>
        <mc:Fallback>
          <p:pic>
            <p:nvPicPr>
              <p:cNvPr id="9" name="筆跡 10">
                <a:extLst>
                  <a:ext uri="{FF2B5EF4-FFF2-40B4-BE49-F238E27FC236}">
                    <a16:creationId xmlns:a16="http://schemas.microsoft.com/office/drawing/2014/main" id="{91561E7F-1FC3-77BE-ABD8-B480B637E251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495659" y="-12785815"/>
                <a:ext cx="1371239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0" name="筆跡 9">
                <a:extLst>
                  <a:ext uri="{FF2B5EF4-FFF2-40B4-BE49-F238E27FC236}">
                    <a16:creationId xmlns:a16="http://schemas.microsoft.com/office/drawing/2014/main" id="{6C262A90-5759-7EF6-9983-1E1F6B6D7097}"/>
                  </a:ext>
                </a:extLst>
              </p14:cNvPr>
              <p14:cNvContentPartPr/>
              <p14:nvPr/>
            </p14:nvContentPartPr>
            <p14:xfrm>
              <a:off x="2286000" y="1673339"/>
              <a:ext cx="1682885" cy="45719"/>
            </p14:xfrm>
          </p:contentPart>
        </mc:Choice>
        <mc:Fallback>
          <p:pic>
            <p:nvPicPr>
              <p:cNvPr id="10" name="筆跡 9">
                <a:extLst>
                  <a:ext uri="{FF2B5EF4-FFF2-40B4-BE49-F238E27FC236}">
                    <a16:creationId xmlns:a16="http://schemas.microsoft.com/office/drawing/2014/main" id="{6C262A90-5759-7EF6-9983-1E1F6B6D7097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231969" y="-12042361"/>
                <a:ext cx="1790587" cy="27431400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文字方塊 5">
            <a:extLst>
              <a:ext uri="{FF2B5EF4-FFF2-40B4-BE49-F238E27FC236}">
                <a16:creationId xmlns:a16="http://schemas.microsoft.com/office/drawing/2014/main" id="{91F5C679-2EBD-7F06-D2FD-84CE3B02E88A}"/>
              </a:ext>
            </a:extLst>
          </p:cNvPr>
          <p:cNvSpPr txBox="1"/>
          <p:nvPr/>
        </p:nvSpPr>
        <p:spPr>
          <a:xfrm>
            <a:off x="722593" y="2085257"/>
            <a:ext cx="7589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 (a)</a:t>
            </a:r>
            <a:endParaRPr lang="en-HK" sz="2000" b="1">
              <a:ln>
                <a:solidFill>
                  <a:schemeClr val="tx1"/>
                </a:solidFill>
              </a:ln>
              <a:latin typeface="Lucida Handwriting" panose="03010101010101010101" pitchFamily="66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BC4ECBD-80B5-4212-E1C9-5DC1F95887B9}"/>
              </a:ext>
            </a:extLst>
          </p:cNvPr>
          <p:cNvSpPr txBox="1"/>
          <p:nvPr/>
        </p:nvSpPr>
        <p:spPr>
          <a:xfrm>
            <a:off x="1344303" y="2088294"/>
            <a:ext cx="385500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Original area of the circle</a:t>
            </a:r>
            <a:endParaRPr lang="en-US" sz="2000">
              <a:solidFill>
                <a:srgbClr val="FFFF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字方塊 12">
                <a:extLst>
                  <a:ext uri="{FF2B5EF4-FFF2-40B4-BE49-F238E27FC236}">
                    <a16:creationId xmlns:a16="http://schemas.microsoft.com/office/drawing/2014/main" id="{A1DFC6E4-C4CD-06A2-191B-913CCF3F1DAA}"/>
                  </a:ext>
                </a:extLst>
              </p:cNvPr>
              <p:cNvSpPr txBox="1"/>
              <p:nvPr/>
            </p:nvSpPr>
            <p:spPr>
              <a:xfrm>
                <a:off x="4972338" y="205705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4" name="文字方塊 12">
                <a:extLst>
                  <a:ext uri="{FF2B5EF4-FFF2-40B4-BE49-F238E27FC236}">
                    <a16:creationId xmlns:a16="http://schemas.microsoft.com/office/drawing/2014/main" id="{A1DFC6E4-C4CD-06A2-191B-913CCF3F1D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2338" y="2057050"/>
                <a:ext cx="295688" cy="4001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0DFE4AD-A3C1-06FC-A43C-8D90CCE8D4FF}"/>
                  </a:ext>
                </a:extLst>
              </p:cNvPr>
              <p:cNvSpPr txBox="1"/>
              <p:nvPr/>
            </p:nvSpPr>
            <p:spPr>
              <a:xfrm>
                <a:off x="5167823" y="2085257"/>
                <a:ext cx="79762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HK" alt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𝛑</m:t>
                      </m:r>
                      <m:r>
                        <m:rPr>
                          <m:nor/>
                        </m:rPr>
                        <a:rPr lang="en-US" altLang="zh-HK" sz="2000" b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Lucida Calligraphy" panose="03010101010101010101" pitchFamily="66" charset="0"/>
                        </a:rPr>
                        <m:t>r</m:t>
                      </m:r>
                    </m:oMath>
                  </m:oMathPara>
                </a14:m>
                <a:endParaRPr lang="en-US" sz="2000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0DFE4AD-A3C1-06FC-A43C-8D90CCE8D4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7823" y="2085257"/>
                <a:ext cx="797627" cy="4001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文字方塊 106">
            <a:extLst>
              <a:ext uri="{FF2B5EF4-FFF2-40B4-BE49-F238E27FC236}">
                <a16:creationId xmlns:a16="http://schemas.microsoft.com/office/drawing/2014/main" id="{2FFD1023-63F7-53FA-6BF8-4B89126BBDEF}"/>
              </a:ext>
            </a:extLst>
          </p:cNvPr>
          <p:cNvSpPr txBox="1"/>
          <p:nvPr/>
        </p:nvSpPr>
        <p:spPr>
          <a:xfrm>
            <a:off x="5676588" y="2014985"/>
            <a:ext cx="288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12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2</a:t>
            </a:r>
            <a:endParaRPr lang="en-HK" sz="1200" b="1">
              <a:ln>
                <a:solidFill>
                  <a:schemeClr val="tx1"/>
                </a:solidFill>
              </a:ln>
              <a:solidFill>
                <a:srgbClr val="FFFF00"/>
              </a:solidFill>
              <a:latin typeface="Lucida Calligraphy" panose="03010101010101010101" pitchFamily="66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B296567-383B-2123-DD7A-2895277A62DF}"/>
              </a:ext>
            </a:extLst>
          </p:cNvPr>
          <p:cNvGrpSpPr/>
          <p:nvPr/>
        </p:nvGrpSpPr>
        <p:grpSpPr>
          <a:xfrm>
            <a:off x="5821019" y="2008313"/>
            <a:ext cx="722850" cy="477054"/>
            <a:chOff x="668101" y="3117958"/>
            <a:chExt cx="722850" cy="477054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" name="文字方塊 83">
                  <a:extLst>
                    <a:ext uri="{FF2B5EF4-FFF2-40B4-BE49-F238E27FC236}">
                      <a16:creationId xmlns:a16="http://schemas.microsoft.com/office/drawing/2014/main" id="{6AD5CE96-ECC0-8AC4-81D1-AE5148D58EFB}"/>
                    </a:ext>
                  </a:extLst>
                </p:cNvPr>
                <p:cNvSpPr txBox="1"/>
                <p:nvPr/>
              </p:nvSpPr>
              <p:spPr>
                <a:xfrm>
                  <a:off x="668101" y="3194902"/>
                  <a:ext cx="557584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HK" altLang="zh-HK" sz="2000" b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Lucida Calligraphy" panose="03010101010101010101" pitchFamily="66" charset="0"/>
                          </a:rPr>
                          <m:t>cm</m:t>
                        </m:r>
                      </m:oMath>
                    </m:oMathPara>
                  </a14:m>
                  <a:endPara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23" name="文字方塊 83">
                  <a:extLst>
                    <a:ext uri="{FF2B5EF4-FFF2-40B4-BE49-F238E27FC236}">
                      <a16:creationId xmlns:a16="http://schemas.microsoft.com/office/drawing/2014/main" id="{6AD5CE96-ECC0-8AC4-81D1-AE5148D58E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8101" y="3194902"/>
                  <a:ext cx="557584" cy="400110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" name="文字方塊 106">
              <a:extLst>
                <a:ext uri="{FF2B5EF4-FFF2-40B4-BE49-F238E27FC236}">
                  <a16:creationId xmlns:a16="http://schemas.microsoft.com/office/drawing/2014/main" id="{082CF60D-6075-8C05-46E0-539AE39FFFCC}"/>
                </a:ext>
              </a:extLst>
            </p:cNvPr>
            <p:cNvSpPr txBox="1"/>
            <p:nvPr/>
          </p:nvSpPr>
          <p:spPr>
            <a:xfrm>
              <a:off x="1102089" y="3117958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2</a:t>
              </a:r>
              <a:endParaRPr lang="en-HK" sz="12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</p:grpSp>
      <p:sp>
        <p:nvSpPr>
          <p:cNvPr id="25" name="文字方塊 5">
            <a:extLst>
              <a:ext uri="{FF2B5EF4-FFF2-40B4-BE49-F238E27FC236}">
                <a16:creationId xmlns:a16="http://schemas.microsoft.com/office/drawing/2014/main" id="{F4DB1D85-A7FB-5EA6-B826-8D231335871A}"/>
              </a:ext>
            </a:extLst>
          </p:cNvPr>
          <p:cNvSpPr txBox="1"/>
          <p:nvPr/>
        </p:nvSpPr>
        <p:spPr>
          <a:xfrm>
            <a:off x="722593" y="2577550"/>
            <a:ext cx="7589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 (b)</a:t>
            </a:r>
            <a:endParaRPr lang="en-HK" sz="2000" b="1">
              <a:ln>
                <a:solidFill>
                  <a:schemeClr val="tx1"/>
                </a:solidFill>
              </a:ln>
              <a:latin typeface="Lucida Handwriting" panose="03010101010101010101" pitchFamily="66" charset="0"/>
            </a:endParaRPr>
          </a:p>
        </p:txBody>
      </p:sp>
      <p:sp>
        <p:nvSpPr>
          <p:cNvPr id="26" name="TextBox 15">
            <a:extLst>
              <a:ext uri="{FF2B5EF4-FFF2-40B4-BE49-F238E27FC236}">
                <a16:creationId xmlns:a16="http://schemas.microsoft.com/office/drawing/2014/main" id="{2D72E424-E67D-136E-C40A-6EB3BE00B3B1}"/>
              </a:ext>
            </a:extLst>
          </p:cNvPr>
          <p:cNvSpPr txBox="1"/>
          <p:nvPr/>
        </p:nvSpPr>
        <p:spPr>
          <a:xfrm>
            <a:off x="1311678" y="2590711"/>
            <a:ext cx="35449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Calligraphy" panose="03010101010101010101" pitchFamily="66" charset="0"/>
              </a:rPr>
              <a:t>New radius of the circle</a:t>
            </a:r>
            <a:endParaRPr lang="zh-TW" altLang="en-US" sz="2000" b="1">
              <a:solidFill>
                <a:srgbClr val="FFC0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文字方塊 15">
                <a:extLst>
                  <a:ext uri="{FF2B5EF4-FFF2-40B4-BE49-F238E27FC236}">
                    <a16:creationId xmlns:a16="http://schemas.microsoft.com/office/drawing/2014/main" id="{9A4ACA95-DB03-5B4F-A3B6-4B0B56142A3A}"/>
                  </a:ext>
                </a:extLst>
              </p:cNvPr>
              <p:cNvSpPr txBox="1"/>
              <p:nvPr/>
            </p:nvSpPr>
            <p:spPr>
              <a:xfrm>
                <a:off x="1872009" y="307777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7" name="文字方塊 15">
                <a:extLst>
                  <a:ext uri="{FF2B5EF4-FFF2-40B4-BE49-F238E27FC236}">
                    <a16:creationId xmlns:a16="http://schemas.microsoft.com/office/drawing/2014/main" id="{9A4ACA95-DB03-5B4F-A3B6-4B0B56142A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2009" y="3077776"/>
                <a:ext cx="295688" cy="4001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文字方塊 16">
            <a:extLst>
              <a:ext uri="{FF2B5EF4-FFF2-40B4-BE49-F238E27FC236}">
                <a16:creationId xmlns:a16="http://schemas.microsoft.com/office/drawing/2014/main" id="{827335E4-F81C-3F08-246A-91873AAE6F50}"/>
              </a:ext>
            </a:extLst>
          </p:cNvPr>
          <p:cNvSpPr txBox="1"/>
          <p:nvPr/>
        </p:nvSpPr>
        <p:spPr>
          <a:xfrm>
            <a:off x="2167697" y="3077776"/>
            <a:ext cx="5298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rPr>
              <a:t>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文字方塊 17">
                <a:extLst>
                  <a:ext uri="{FF2B5EF4-FFF2-40B4-BE49-F238E27FC236}">
                    <a16:creationId xmlns:a16="http://schemas.microsoft.com/office/drawing/2014/main" id="{F7C817C9-E427-5AAF-69A7-0356FA53C67F}"/>
                  </a:ext>
                </a:extLst>
              </p:cNvPr>
              <p:cNvSpPr txBox="1"/>
              <p:nvPr/>
            </p:nvSpPr>
            <p:spPr>
              <a:xfrm>
                <a:off x="2401829" y="308357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9" name="文字方塊 17">
                <a:extLst>
                  <a:ext uri="{FF2B5EF4-FFF2-40B4-BE49-F238E27FC236}">
                    <a16:creationId xmlns:a16="http://schemas.microsoft.com/office/drawing/2014/main" id="{F7C817C9-E427-5AAF-69A7-0356FA53C6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1829" y="3083570"/>
                <a:ext cx="295688" cy="40011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0" name="群組 18">
            <a:extLst>
              <a:ext uri="{FF2B5EF4-FFF2-40B4-BE49-F238E27FC236}">
                <a16:creationId xmlns:a16="http://schemas.microsoft.com/office/drawing/2014/main" id="{CE2F06C3-98D9-BEEA-A347-64E1D480450D}"/>
              </a:ext>
            </a:extLst>
          </p:cNvPr>
          <p:cNvGrpSpPr/>
          <p:nvPr/>
        </p:nvGrpSpPr>
        <p:grpSpPr>
          <a:xfrm>
            <a:off x="2641342" y="3074669"/>
            <a:ext cx="1885806" cy="409011"/>
            <a:chOff x="1498603" y="1408278"/>
            <a:chExt cx="1885806" cy="409011"/>
          </a:xfrm>
        </p:grpSpPr>
        <p:sp>
          <p:nvSpPr>
            <p:cNvPr id="31" name="文字方塊 19">
              <a:extLst>
                <a:ext uri="{FF2B5EF4-FFF2-40B4-BE49-F238E27FC236}">
                  <a16:creationId xmlns:a16="http://schemas.microsoft.com/office/drawing/2014/main" id="{F7E54A9F-3EC8-F500-2246-DCDE45512446}"/>
                </a:ext>
              </a:extLst>
            </p:cNvPr>
            <p:cNvSpPr txBox="1"/>
            <p:nvPr/>
          </p:nvSpPr>
          <p:spPr>
            <a:xfrm>
              <a:off x="1498603" y="1417179"/>
              <a:ext cx="45717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000" b="1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32" name="文字方塊 20">
              <a:extLst>
                <a:ext uri="{FF2B5EF4-FFF2-40B4-BE49-F238E27FC236}">
                  <a16:creationId xmlns:a16="http://schemas.microsoft.com/office/drawing/2014/main" id="{D8E4E5A9-3962-7938-5C66-4B375050507F}"/>
                </a:ext>
              </a:extLst>
            </p:cNvPr>
            <p:cNvSpPr txBox="1"/>
            <p:nvPr/>
          </p:nvSpPr>
          <p:spPr>
            <a:xfrm>
              <a:off x="2008472" y="1417179"/>
              <a:ext cx="137593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FF0000"/>
                  </a:solidFill>
                  <a:latin typeface="Lucida Handwriting" panose="03010101010101010101" pitchFamily="66" charset="0"/>
                </a:rPr>
                <a:t>20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%</a:t>
              </a:r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 cm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3" name="文字方塊 21">
                  <a:extLst>
                    <a:ext uri="{FF2B5EF4-FFF2-40B4-BE49-F238E27FC236}">
                      <a16:creationId xmlns:a16="http://schemas.microsoft.com/office/drawing/2014/main" id="{0CE8F2B8-CDE3-4077-0504-A18907CCFE64}"/>
                    </a:ext>
                  </a:extLst>
                </p:cNvPr>
                <p:cNvSpPr txBox="1"/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33" name="文字方塊 21">
                  <a:extLst>
                    <a:ext uri="{FF2B5EF4-FFF2-40B4-BE49-F238E27FC236}">
                      <a16:creationId xmlns:a16="http://schemas.microsoft.com/office/drawing/2014/main" id="{0CE8F2B8-CDE3-4077-0504-A18907CCFE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文字方塊 15">
                <a:extLst>
                  <a:ext uri="{FF2B5EF4-FFF2-40B4-BE49-F238E27FC236}">
                    <a16:creationId xmlns:a16="http://schemas.microsoft.com/office/drawing/2014/main" id="{DAEBC57F-4B39-0C74-BFBC-1254A7E6C06E}"/>
                  </a:ext>
                </a:extLst>
              </p:cNvPr>
              <p:cNvSpPr txBox="1"/>
              <p:nvPr/>
            </p:nvSpPr>
            <p:spPr>
              <a:xfrm>
                <a:off x="1872009" y="356484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4" name="文字方塊 15">
                <a:extLst>
                  <a:ext uri="{FF2B5EF4-FFF2-40B4-BE49-F238E27FC236}">
                    <a16:creationId xmlns:a16="http://schemas.microsoft.com/office/drawing/2014/main" id="{DAEBC57F-4B39-0C74-BFBC-1254A7E6C0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2009" y="3564841"/>
                <a:ext cx="295688" cy="40011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文字方塊 20">
            <a:extLst>
              <a:ext uri="{FF2B5EF4-FFF2-40B4-BE49-F238E27FC236}">
                <a16:creationId xmlns:a16="http://schemas.microsoft.com/office/drawing/2014/main" id="{036038C6-C428-DD9A-F503-5C8E6FF10E9F}"/>
              </a:ext>
            </a:extLst>
          </p:cNvPr>
          <p:cNvSpPr txBox="1"/>
          <p:nvPr/>
        </p:nvSpPr>
        <p:spPr>
          <a:xfrm>
            <a:off x="2181961" y="3599234"/>
            <a:ext cx="13759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Handwriting" panose="03010101010101010101" pitchFamily="66" charset="0"/>
              </a:rPr>
              <a:t>0.8</a:t>
            </a:r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Calligraphy" panose="03010101010101010101" pitchFamily="66" charset="0"/>
              </a:rPr>
              <a:t>r </a:t>
            </a:r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Calligraphy" panose="03010101010101010101" pitchFamily="66" charset="0"/>
              </a:rPr>
              <a:t>cm</a:t>
            </a:r>
          </a:p>
        </p:txBody>
      </p:sp>
      <p:sp>
        <p:nvSpPr>
          <p:cNvPr id="41" name="TextBox 15">
            <a:extLst>
              <a:ext uri="{FF2B5EF4-FFF2-40B4-BE49-F238E27FC236}">
                <a16:creationId xmlns:a16="http://schemas.microsoft.com/office/drawing/2014/main" id="{78E78EF1-6D89-86D3-A2D1-B4E42BBC014C}"/>
              </a:ext>
            </a:extLst>
          </p:cNvPr>
          <p:cNvSpPr txBox="1"/>
          <p:nvPr/>
        </p:nvSpPr>
        <p:spPr>
          <a:xfrm>
            <a:off x="1204723" y="4123799"/>
            <a:ext cx="35449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Calligraphy" panose="03010101010101010101" pitchFamily="66" charset="0"/>
              </a:rPr>
              <a:t>New area of the circle</a:t>
            </a:r>
            <a:endParaRPr lang="zh-TW" altLang="en-US" sz="2000" b="1">
              <a:solidFill>
                <a:srgbClr val="00B0F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2" name="文字方塊 15">
                <a:extLst>
                  <a:ext uri="{FF2B5EF4-FFF2-40B4-BE49-F238E27FC236}">
                    <a16:creationId xmlns:a16="http://schemas.microsoft.com/office/drawing/2014/main" id="{22F4780B-612D-8B38-C1BC-A97860C7BBC0}"/>
                  </a:ext>
                </a:extLst>
              </p:cNvPr>
              <p:cNvSpPr txBox="1"/>
              <p:nvPr/>
            </p:nvSpPr>
            <p:spPr>
              <a:xfrm>
                <a:off x="1915891" y="477904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2" name="文字方塊 15">
                <a:extLst>
                  <a:ext uri="{FF2B5EF4-FFF2-40B4-BE49-F238E27FC236}">
                    <a16:creationId xmlns:a16="http://schemas.microsoft.com/office/drawing/2014/main" id="{22F4780B-612D-8B38-C1BC-A97860C7BB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5891" y="4779049"/>
                <a:ext cx="295688" cy="40011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5" name="群組 18">
            <a:extLst>
              <a:ext uri="{FF2B5EF4-FFF2-40B4-BE49-F238E27FC236}">
                <a16:creationId xmlns:a16="http://schemas.microsoft.com/office/drawing/2014/main" id="{24DFB1CA-D793-0CE8-993A-BAADE0BBA7C5}"/>
              </a:ext>
            </a:extLst>
          </p:cNvPr>
          <p:cNvGrpSpPr/>
          <p:nvPr/>
        </p:nvGrpSpPr>
        <p:grpSpPr>
          <a:xfrm>
            <a:off x="2526722" y="4812429"/>
            <a:ext cx="1513154" cy="405904"/>
            <a:chOff x="1871255" y="1411385"/>
            <a:chExt cx="1513154" cy="405904"/>
          </a:xfrm>
        </p:grpSpPr>
        <p:sp>
          <p:nvSpPr>
            <p:cNvPr id="46" name="文字方塊 19">
              <a:extLst>
                <a:ext uri="{FF2B5EF4-FFF2-40B4-BE49-F238E27FC236}">
                  <a16:creationId xmlns:a16="http://schemas.microsoft.com/office/drawing/2014/main" id="{8D7B9F29-2590-861A-6F05-B7695BFE840A}"/>
                </a:ext>
              </a:extLst>
            </p:cNvPr>
            <p:cNvSpPr txBox="1"/>
            <p:nvPr/>
          </p:nvSpPr>
          <p:spPr>
            <a:xfrm>
              <a:off x="1871255" y="1411385"/>
              <a:ext cx="2744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  <a:endParaRPr lang="en-HK" sz="2000" b="1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47" name="文字方塊 20">
              <a:extLst>
                <a:ext uri="{FF2B5EF4-FFF2-40B4-BE49-F238E27FC236}">
                  <a16:creationId xmlns:a16="http://schemas.microsoft.com/office/drawing/2014/main" id="{1E15C8B5-F18D-E679-82EF-E670F591B698}"/>
                </a:ext>
              </a:extLst>
            </p:cNvPr>
            <p:cNvSpPr txBox="1"/>
            <p:nvPr/>
          </p:nvSpPr>
          <p:spPr>
            <a:xfrm>
              <a:off x="2008472" y="1417179"/>
              <a:ext cx="137593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FFC000"/>
                  </a:solidFill>
                  <a:latin typeface="Lucida Handwriting" panose="03010101010101010101" pitchFamily="66" charset="0"/>
                </a:rPr>
                <a:t>0.8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FFC000"/>
                  </a:solidFill>
                  <a:latin typeface="Lucida Calligraphy" panose="03010101010101010101" pitchFamily="66" charset="0"/>
                </a:rPr>
                <a:t>r</a:t>
              </a:r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 cm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FB881CCF-335E-D664-BCD8-1EEB18017CE4}"/>
                  </a:ext>
                </a:extLst>
              </p:cNvPr>
              <p:cNvSpPr txBox="1"/>
              <p:nvPr/>
            </p:nvSpPr>
            <p:spPr>
              <a:xfrm>
                <a:off x="2211579" y="4779049"/>
                <a:ext cx="44046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HK" alt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𝛑</m:t>
                      </m:r>
                    </m:oMath>
                  </m:oMathPara>
                </a14:m>
                <a:endParaRPr lang="en-US" sz="200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FB881CCF-335E-D664-BCD8-1EEB18017C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1579" y="4779049"/>
                <a:ext cx="440461" cy="40011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文字方塊 106">
            <a:extLst>
              <a:ext uri="{FF2B5EF4-FFF2-40B4-BE49-F238E27FC236}">
                <a16:creationId xmlns:a16="http://schemas.microsoft.com/office/drawing/2014/main" id="{38FEE8ED-DD38-6F8D-48C3-71D311EB0D72}"/>
              </a:ext>
            </a:extLst>
          </p:cNvPr>
          <p:cNvSpPr txBox="1"/>
          <p:nvPr/>
        </p:nvSpPr>
        <p:spPr>
          <a:xfrm>
            <a:off x="3351907" y="4650038"/>
            <a:ext cx="288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12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</a:t>
            </a:r>
            <a:endParaRPr lang="en-HK" sz="12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p:sp>
        <p:nvSpPr>
          <p:cNvPr id="52" name="文字方塊 106">
            <a:extLst>
              <a:ext uri="{FF2B5EF4-FFF2-40B4-BE49-F238E27FC236}">
                <a16:creationId xmlns:a16="http://schemas.microsoft.com/office/drawing/2014/main" id="{7227AEB2-9706-79C6-0721-8E761C06E9CB}"/>
              </a:ext>
            </a:extLst>
          </p:cNvPr>
          <p:cNvSpPr txBox="1"/>
          <p:nvPr/>
        </p:nvSpPr>
        <p:spPr>
          <a:xfrm>
            <a:off x="3839179" y="4650038"/>
            <a:ext cx="288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12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</a:t>
            </a:r>
            <a:endParaRPr lang="en-HK" sz="12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3" name="文字方塊 12">
                <a:extLst>
                  <a:ext uri="{FF2B5EF4-FFF2-40B4-BE49-F238E27FC236}">
                    <a16:creationId xmlns:a16="http://schemas.microsoft.com/office/drawing/2014/main" id="{655F43E0-3286-C50C-B0A6-10C57C2829A3}"/>
                  </a:ext>
                </a:extLst>
              </p:cNvPr>
              <p:cNvSpPr txBox="1"/>
              <p:nvPr/>
            </p:nvSpPr>
            <p:spPr>
              <a:xfrm>
                <a:off x="1915891" y="541626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3" name="文字方塊 12">
                <a:extLst>
                  <a:ext uri="{FF2B5EF4-FFF2-40B4-BE49-F238E27FC236}">
                    <a16:creationId xmlns:a16="http://schemas.microsoft.com/office/drawing/2014/main" id="{655F43E0-3286-C50C-B0A6-10C57C2829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5891" y="5416265"/>
                <a:ext cx="295688" cy="40011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CC8C0328-FDF3-369C-498A-4FFA57B81812}"/>
                  </a:ext>
                </a:extLst>
              </p:cNvPr>
              <p:cNvSpPr txBox="1"/>
              <p:nvPr/>
            </p:nvSpPr>
            <p:spPr>
              <a:xfrm>
                <a:off x="2769798" y="5432831"/>
                <a:ext cx="79762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HK" alt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𝛑</m:t>
                      </m:r>
                      <m:r>
                        <m:rPr>
                          <m:nor/>
                        </m:rPr>
                        <a:rPr lang="en-US" altLang="zh-HK" sz="2000" b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00B0F0"/>
                          </a:solidFill>
                          <a:latin typeface="Lucida Calligraphy" panose="03010101010101010101" pitchFamily="66" charset="0"/>
                        </a:rPr>
                        <m:t>r</m:t>
                      </m:r>
                    </m:oMath>
                  </m:oMathPara>
                </a14:m>
                <a:endParaRPr lang="en-US" sz="2000">
                  <a:solidFill>
                    <a:srgbClr val="00B0F0"/>
                  </a:solidFill>
                </a:endParaRPr>
              </a:p>
            </p:txBody>
          </p:sp>
        </mc:Choice>
        <mc:Fallback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CC8C0328-FDF3-369C-498A-4FFA57B818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9798" y="5432831"/>
                <a:ext cx="797627" cy="40011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文字方塊 106">
            <a:extLst>
              <a:ext uri="{FF2B5EF4-FFF2-40B4-BE49-F238E27FC236}">
                <a16:creationId xmlns:a16="http://schemas.microsoft.com/office/drawing/2014/main" id="{F0B0F4EE-872C-916E-872E-B72290DAC974}"/>
              </a:ext>
            </a:extLst>
          </p:cNvPr>
          <p:cNvSpPr txBox="1"/>
          <p:nvPr/>
        </p:nvSpPr>
        <p:spPr>
          <a:xfrm>
            <a:off x="3278563" y="5362559"/>
            <a:ext cx="288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1200" b="1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Handwriting" panose="03010101010101010101" pitchFamily="66" charset="0"/>
              </a:rPr>
              <a:t>2</a:t>
            </a:r>
            <a:endParaRPr lang="en-HK" sz="1200" b="1">
              <a:ln>
                <a:solidFill>
                  <a:schemeClr val="tx1"/>
                </a:solidFill>
              </a:ln>
              <a:solidFill>
                <a:srgbClr val="00B0F0"/>
              </a:solidFill>
              <a:latin typeface="Lucida Calligraphy" panose="03010101010101010101" pitchFamily="66" charset="0"/>
            </a:endParaRP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BD80552F-FD7B-B0DA-CD1B-51919F96BC52}"/>
              </a:ext>
            </a:extLst>
          </p:cNvPr>
          <p:cNvGrpSpPr/>
          <p:nvPr/>
        </p:nvGrpSpPr>
        <p:grpSpPr>
          <a:xfrm>
            <a:off x="3422994" y="5355887"/>
            <a:ext cx="722850" cy="477054"/>
            <a:chOff x="668101" y="3117958"/>
            <a:chExt cx="722850" cy="477054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7" name="文字方塊 83">
                  <a:extLst>
                    <a:ext uri="{FF2B5EF4-FFF2-40B4-BE49-F238E27FC236}">
                      <a16:creationId xmlns:a16="http://schemas.microsoft.com/office/drawing/2014/main" id="{885C9C7A-2277-6D56-D69B-4015FE6907A9}"/>
                    </a:ext>
                  </a:extLst>
                </p:cNvPr>
                <p:cNvSpPr txBox="1"/>
                <p:nvPr/>
              </p:nvSpPr>
              <p:spPr>
                <a:xfrm>
                  <a:off x="668101" y="3194902"/>
                  <a:ext cx="557584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HK" altLang="zh-HK" sz="2000" b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00B0F0"/>
                            </a:solidFill>
                            <a:latin typeface="Lucida Calligraphy" panose="03010101010101010101" pitchFamily="66" charset="0"/>
                          </a:rPr>
                          <m:t>cm</m:t>
                        </m:r>
                      </m:oMath>
                    </m:oMathPara>
                  </a14:m>
                  <a:endPara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00B0F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57" name="文字方塊 83">
                  <a:extLst>
                    <a:ext uri="{FF2B5EF4-FFF2-40B4-BE49-F238E27FC236}">
                      <a16:creationId xmlns:a16="http://schemas.microsoft.com/office/drawing/2014/main" id="{885C9C7A-2277-6D56-D69B-4015FE6907A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8101" y="3194902"/>
                  <a:ext cx="557584" cy="400110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8" name="文字方塊 106">
              <a:extLst>
                <a:ext uri="{FF2B5EF4-FFF2-40B4-BE49-F238E27FC236}">
                  <a16:creationId xmlns:a16="http://schemas.microsoft.com/office/drawing/2014/main" id="{01E6DF4F-369E-6C39-C41B-9B9D4494B66B}"/>
                </a:ext>
              </a:extLst>
            </p:cNvPr>
            <p:cNvSpPr txBox="1"/>
            <p:nvPr/>
          </p:nvSpPr>
          <p:spPr>
            <a:xfrm>
              <a:off x="1102089" y="3117958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Handwriting" panose="03010101010101010101" pitchFamily="66" charset="0"/>
                </a:rPr>
                <a:t>2</a:t>
              </a:r>
              <a:endParaRPr lang="en-HK" sz="1200" b="1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Calligraphy" panose="03010101010101010101" pitchFamily="66" charset="0"/>
              </a:endParaRPr>
            </a:p>
          </p:txBody>
        </p:sp>
      </p:grpSp>
      <p:sp>
        <p:nvSpPr>
          <p:cNvPr id="59" name="文字方塊 20">
            <a:extLst>
              <a:ext uri="{FF2B5EF4-FFF2-40B4-BE49-F238E27FC236}">
                <a16:creationId xmlns:a16="http://schemas.microsoft.com/office/drawing/2014/main" id="{74A36186-7EDC-E492-6A11-117634897CAF}"/>
              </a:ext>
            </a:extLst>
          </p:cNvPr>
          <p:cNvSpPr txBox="1"/>
          <p:nvPr/>
        </p:nvSpPr>
        <p:spPr>
          <a:xfrm>
            <a:off x="2226899" y="5433732"/>
            <a:ext cx="8461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Handwriting" panose="03010101010101010101" pitchFamily="66" charset="0"/>
              </a:rPr>
              <a:t>0.64</a:t>
            </a:r>
            <a:endParaRPr lang="en-HK" sz="2000" b="1">
              <a:ln>
                <a:solidFill>
                  <a:schemeClr val="tx1"/>
                </a:solidFill>
              </a:ln>
              <a:solidFill>
                <a:srgbClr val="00B0F0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60" name="文字方塊 5">
            <a:extLst>
              <a:ext uri="{FF2B5EF4-FFF2-40B4-BE49-F238E27FC236}">
                <a16:creationId xmlns:a16="http://schemas.microsoft.com/office/drawing/2014/main" id="{FBCD3D93-7945-4611-7E2C-85DAC644E4D8}"/>
              </a:ext>
            </a:extLst>
          </p:cNvPr>
          <p:cNvSpPr txBox="1"/>
          <p:nvPr/>
        </p:nvSpPr>
        <p:spPr>
          <a:xfrm>
            <a:off x="5566835" y="2649744"/>
            <a:ext cx="7589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 (c)</a:t>
            </a:r>
            <a:endParaRPr lang="en-HK" sz="2000" b="1">
              <a:ln>
                <a:solidFill>
                  <a:schemeClr val="tx1"/>
                </a:solidFill>
              </a:ln>
              <a:latin typeface="Lucida Handwriting" panose="03010101010101010101" pitchFamily="66" charset="0"/>
            </a:endParaRPr>
          </a:p>
        </p:txBody>
      </p:sp>
      <p:sp>
        <p:nvSpPr>
          <p:cNvPr id="61" name="TextBox 15">
            <a:extLst>
              <a:ext uri="{FF2B5EF4-FFF2-40B4-BE49-F238E27FC236}">
                <a16:creationId xmlns:a16="http://schemas.microsoft.com/office/drawing/2014/main" id="{F2927302-6F19-DE3B-043F-D3D9F0CDDF1D}"/>
              </a:ext>
            </a:extLst>
          </p:cNvPr>
          <p:cNvSpPr txBox="1"/>
          <p:nvPr/>
        </p:nvSpPr>
        <p:spPr>
          <a:xfrm>
            <a:off x="6155919" y="2662905"/>
            <a:ext cx="60019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Percentage change in the area of the circle</a:t>
            </a:r>
            <a:endParaRPr lang="zh-TW" altLang="en-US" sz="2000" b="1">
              <a:solidFill>
                <a:schemeClr val="accent5">
                  <a:lumMod val="60000"/>
                  <a:lumOff val="40000"/>
                </a:schemeClr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2" name="文字方塊 83">
                <a:extLst>
                  <a:ext uri="{FF2B5EF4-FFF2-40B4-BE49-F238E27FC236}">
                    <a16:creationId xmlns:a16="http://schemas.microsoft.com/office/drawing/2014/main" id="{40DA9BD9-EA99-D4EE-8203-3754C2422597}"/>
                  </a:ext>
                </a:extLst>
              </p:cNvPr>
              <p:cNvSpPr txBox="1"/>
              <p:nvPr/>
            </p:nvSpPr>
            <p:spPr>
              <a:xfrm>
                <a:off x="6531929" y="341765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62" name="文字方塊 83">
                <a:extLst>
                  <a:ext uri="{FF2B5EF4-FFF2-40B4-BE49-F238E27FC236}">
                    <a16:creationId xmlns:a16="http://schemas.microsoft.com/office/drawing/2014/main" id="{40DA9BD9-EA99-D4EE-8203-3754C24225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1929" y="3417656"/>
                <a:ext cx="295688" cy="40011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2" name="直線接點 77">
            <a:extLst>
              <a:ext uri="{FF2B5EF4-FFF2-40B4-BE49-F238E27FC236}">
                <a16:creationId xmlns:a16="http://schemas.microsoft.com/office/drawing/2014/main" id="{8C231679-AA85-5B58-A815-1F39C94FF800}"/>
              </a:ext>
            </a:extLst>
          </p:cNvPr>
          <p:cNvCxnSpPr>
            <a:cxnSpLocks/>
          </p:cNvCxnSpPr>
          <p:nvPr/>
        </p:nvCxnSpPr>
        <p:spPr bwMode="auto">
          <a:xfrm>
            <a:off x="6912255" y="3651882"/>
            <a:ext cx="2355208" cy="0"/>
          </a:xfrm>
          <a:prstGeom prst="line">
            <a:avLst/>
          </a:prstGeom>
          <a:solidFill>
            <a:srgbClr val="C0C0C0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93" name="文字方塊 74">
                <a:extLst>
                  <a:ext uri="{FF2B5EF4-FFF2-40B4-BE49-F238E27FC236}">
                    <a16:creationId xmlns:a16="http://schemas.microsoft.com/office/drawing/2014/main" id="{D0658DEB-2F7B-9A80-C483-5D7039DD749F}"/>
                  </a:ext>
                </a:extLst>
              </p:cNvPr>
              <p:cNvSpPr txBox="1"/>
              <p:nvPr/>
            </p:nvSpPr>
            <p:spPr>
              <a:xfrm>
                <a:off x="9337847" y="345182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93" name="文字方塊 74">
                <a:extLst>
                  <a:ext uri="{FF2B5EF4-FFF2-40B4-BE49-F238E27FC236}">
                    <a16:creationId xmlns:a16="http://schemas.microsoft.com/office/drawing/2014/main" id="{D0658DEB-2F7B-9A80-C483-5D7039DD74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7847" y="3451827"/>
                <a:ext cx="295688" cy="400110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4" name="文字方塊 60">
            <a:extLst>
              <a:ext uri="{FF2B5EF4-FFF2-40B4-BE49-F238E27FC236}">
                <a16:creationId xmlns:a16="http://schemas.microsoft.com/office/drawing/2014/main" id="{4525F4C7-4DFD-6CEF-6828-C52512531AD3}"/>
              </a:ext>
            </a:extLst>
          </p:cNvPr>
          <p:cNvSpPr txBox="1"/>
          <p:nvPr/>
        </p:nvSpPr>
        <p:spPr>
          <a:xfrm>
            <a:off x="9616648" y="3484570"/>
            <a:ext cx="958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100</a:t>
            </a:r>
            <a:r>
              <a:rPr lang="en-HK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%</a:t>
            </a:r>
            <a:endParaRPr lang="en-HK" sz="20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5" name="文字方塊 83">
                <a:extLst>
                  <a:ext uri="{FF2B5EF4-FFF2-40B4-BE49-F238E27FC236}">
                    <a16:creationId xmlns:a16="http://schemas.microsoft.com/office/drawing/2014/main" id="{9B1962C7-FE4D-1B1B-C5FF-C0BD28A27855}"/>
                  </a:ext>
                </a:extLst>
              </p:cNvPr>
              <p:cNvSpPr txBox="1"/>
              <p:nvPr/>
            </p:nvSpPr>
            <p:spPr>
              <a:xfrm>
                <a:off x="6543869" y="432385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95" name="文字方塊 83">
                <a:extLst>
                  <a:ext uri="{FF2B5EF4-FFF2-40B4-BE49-F238E27FC236}">
                    <a16:creationId xmlns:a16="http://schemas.microsoft.com/office/drawing/2014/main" id="{9B1962C7-FE4D-1B1B-C5FF-C0BD28A278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3869" y="4323854"/>
                <a:ext cx="295688" cy="400110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6" name="文字方塊 60">
                <a:extLst>
                  <a:ext uri="{FF2B5EF4-FFF2-40B4-BE49-F238E27FC236}">
                    <a16:creationId xmlns:a16="http://schemas.microsoft.com/office/drawing/2014/main" id="{3B522E8C-F724-1451-6D75-62A4EB376A62}"/>
                  </a:ext>
                </a:extLst>
              </p:cNvPr>
              <p:cNvSpPr txBox="1"/>
              <p:nvPr/>
            </p:nvSpPr>
            <p:spPr>
              <a:xfrm>
                <a:off x="6912255" y="4323854"/>
                <a:ext cx="107962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accent5">
                        <a:lumMod val="60000"/>
                        <a:lumOff val="40000"/>
                      </a:schemeClr>
                    </a:solidFill>
                    <a:latin typeface="Lucida Handwriting" panose="03010101010101010101" pitchFamily="66" charset="0"/>
                  </a:rPr>
                  <a:t>36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accent5">
                        <a:lumMod val="60000"/>
                        <a:lumOff val="40000"/>
                      </a:schemeClr>
                    </a:solidFill>
                    <a:latin typeface="Lucida Calligraphy" panose="03010101010101010101" pitchFamily="66" charset="0"/>
                  </a:rPr>
                  <a:t>%</a:t>
                </a:r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accent5">
                      <a:lumMod val="60000"/>
                      <a:lumOff val="40000"/>
                    </a:schemeClr>
                  </a:solidFill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196" name="文字方塊 60">
                <a:extLst>
                  <a:ext uri="{FF2B5EF4-FFF2-40B4-BE49-F238E27FC236}">
                    <a16:creationId xmlns:a16="http://schemas.microsoft.com/office/drawing/2014/main" id="{3B522E8C-F724-1451-6D75-62A4EB376A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2255" y="4323854"/>
                <a:ext cx="1079620" cy="400110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4" name="文字方塊 57">
                <a:extLst>
                  <a:ext uri="{FF2B5EF4-FFF2-40B4-BE49-F238E27FC236}">
                    <a16:creationId xmlns:a16="http://schemas.microsoft.com/office/drawing/2014/main" id="{2E77705E-3EDB-DD5F-2157-D0A668556B0E}"/>
                  </a:ext>
                </a:extLst>
              </p:cNvPr>
              <p:cNvSpPr txBox="1"/>
              <p:nvPr/>
            </p:nvSpPr>
            <p:spPr>
              <a:xfrm>
                <a:off x="8210103" y="328799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04" name="文字方塊 57">
                <a:extLst>
                  <a:ext uri="{FF2B5EF4-FFF2-40B4-BE49-F238E27FC236}">
                    <a16:creationId xmlns:a16="http://schemas.microsoft.com/office/drawing/2014/main" id="{2E77705E-3EDB-DD5F-2157-D0A668556B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0103" y="3287998"/>
                <a:ext cx="295688" cy="400110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139BB59E-6CDA-9E71-55AB-DE10910C6D8D}"/>
                  </a:ext>
                </a:extLst>
              </p:cNvPr>
              <p:cNvSpPr txBox="1"/>
              <p:nvPr/>
            </p:nvSpPr>
            <p:spPr>
              <a:xfrm>
                <a:off x="7483110" y="3287998"/>
                <a:ext cx="79762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HK" alt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𝛑</m:t>
                      </m:r>
                      <m:r>
                        <m:rPr>
                          <m:nor/>
                        </m:rPr>
                        <a:rPr lang="en-US" altLang="zh-HK" sz="2000" b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00B0F0"/>
                          </a:solidFill>
                          <a:latin typeface="Lucida Calligraphy" panose="03010101010101010101" pitchFamily="66" charset="0"/>
                        </a:rPr>
                        <m:t>r</m:t>
                      </m:r>
                    </m:oMath>
                  </m:oMathPara>
                </a14:m>
                <a:endParaRPr lang="en-US" sz="2000">
                  <a:solidFill>
                    <a:srgbClr val="00B0F0"/>
                  </a:solidFill>
                </a:endParaRPr>
              </a:p>
            </p:txBody>
          </p:sp>
        </mc:Choice>
        <mc:Fallback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139BB59E-6CDA-9E71-55AB-DE10910C6D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3110" y="3287998"/>
                <a:ext cx="797627" cy="400110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8" name="文字方塊 106">
            <a:extLst>
              <a:ext uri="{FF2B5EF4-FFF2-40B4-BE49-F238E27FC236}">
                <a16:creationId xmlns:a16="http://schemas.microsoft.com/office/drawing/2014/main" id="{B1DFF8FA-2CBD-3736-0228-B6DC527F6E80}"/>
              </a:ext>
            </a:extLst>
          </p:cNvPr>
          <p:cNvSpPr txBox="1"/>
          <p:nvPr/>
        </p:nvSpPr>
        <p:spPr>
          <a:xfrm>
            <a:off x="7991875" y="3217726"/>
            <a:ext cx="288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1200" b="1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Handwriting" panose="03010101010101010101" pitchFamily="66" charset="0"/>
              </a:rPr>
              <a:t>2</a:t>
            </a:r>
            <a:endParaRPr lang="en-HK" sz="1200" b="1">
              <a:ln>
                <a:solidFill>
                  <a:schemeClr val="tx1"/>
                </a:solidFill>
              </a:ln>
              <a:solidFill>
                <a:srgbClr val="00B0F0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209" name="文字方塊 20">
            <a:extLst>
              <a:ext uri="{FF2B5EF4-FFF2-40B4-BE49-F238E27FC236}">
                <a16:creationId xmlns:a16="http://schemas.microsoft.com/office/drawing/2014/main" id="{A1304AAB-0684-8ACE-0B4D-B660B2AE97D0}"/>
              </a:ext>
            </a:extLst>
          </p:cNvPr>
          <p:cNvSpPr txBox="1"/>
          <p:nvPr/>
        </p:nvSpPr>
        <p:spPr>
          <a:xfrm>
            <a:off x="6940211" y="3288899"/>
            <a:ext cx="8461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Handwriting" panose="03010101010101010101" pitchFamily="66" charset="0"/>
              </a:rPr>
              <a:t>0.64</a:t>
            </a:r>
            <a:endParaRPr lang="en-HK" sz="2000" b="1">
              <a:ln>
                <a:solidFill>
                  <a:schemeClr val="tx1"/>
                </a:solidFill>
              </a:ln>
              <a:solidFill>
                <a:srgbClr val="00B0F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FB5E818A-CDDF-F1D5-4553-034F9E2FE94C}"/>
                  </a:ext>
                </a:extLst>
              </p:cNvPr>
              <p:cNvSpPr txBox="1"/>
              <p:nvPr/>
            </p:nvSpPr>
            <p:spPr>
              <a:xfrm>
                <a:off x="8469837" y="3292428"/>
                <a:ext cx="77084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HK" alt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𝛑</m:t>
                      </m:r>
                      <m:r>
                        <m:rPr>
                          <m:nor/>
                        </m:rPr>
                        <a:rPr lang="en-US" altLang="zh-HK" sz="2000" b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Lucida Calligraphy" panose="03010101010101010101" pitchFamily="66" charset="0"/>
                        </a:rPr>
                        <m:t>r</m:t>
                      </m:r>
                    </m:oMath>
                  </m:oMathPara>
                </a14:m>
                <a:endParaRPr lang="en-US" sz="2000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FB5E818A-CDDF-F1D5-4553-034F9E2FE9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9837" y="3292428"/>
                <a:ext cx="770844" cy="400110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1" name="文字方塊 106">
            <a:extLst>
              <a:ext uri="{FF2B5EF4-FFF2-40B4-BE49-F238E27FC236}">
                <a16:creationId xmlns:a16="http://schemas.microsoft.com/office/drawing/2014/main" id="{8E5B7FFF-2929-1ABB-E15A-ACC5000CCD94}"/>
              </a:ext>
            </a:extLst>
          </p:cNvPr>
          <p:cNvSpPr txBox="1"/>
          <p:nvPr/>
        </p:nvSpPr>
        <p:spPr>
          <a:xfrm>
            <a:off x="8978601" y="3222156"/>
            <a:ext cx="288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12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2</a:t>
            </a:r>
            <a:endParaRPr lang="en-HK" sz="1200" b="1">
              <a:ln>
                <a:solidFill>
                  <a:schemeClr val="tx1"/>
                </a:solidFill>
              </a:ln>
              <a:solidFill>
                <a:srgbClr val="FFFF0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BD8398EB-29A6-63D7-BB54-BF2AFF6A6584}"/>
                  </a:ext>
                </a:extLst>
              </p:cNvPr>
              <p:cNvSpPr txBox="1"/>
              <p:nvPr/>
            </p:nvSpPr>
            <p:spPr>
              <a:xfrm>
                <a:off x="7555168" y="3700692"/>
                <a:ext cx="79762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HK" alt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𝛑</m:t>
                      </m:r>
                      <m:r>
                        <m:rPr>
                          <m:nor/>
                        </m:rPr>
                        <a:rPr lang="en-US" altLang="zh-HK" sz="2000" b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Lucida Calligraphy" panose="03010101010101010101" pitchFamily="66" charset="0"/>
                        </a:rPr>
                        <m:t>r</m:t>
                      </m:r>
                    </m:oMath>
                  </m:oMathPara>
                </a14:m>
                <a:endParaRPr lang="en-US" sz="2000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BD8398EB-29A6-63D7-BB54-BF2AFF6A65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168" y="3700692"/>
                <a:ext cx="797627" cy="400110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4" name="文字方塊 106">
            <a:extLst>
              <a:ext uri="{FF2B5EF4-FFF2-40B4-BE49-F238E27FC236}">
                <a16:creationId xmlns:a16="http://schemas.microsoft.com/office/drawing/2014/main" id="{E2D74E81-D8D9-D3FE-1899-E055237AE01B}"/>
              </a:ext>
            </a:extLst>
          </p:cNvPr>
          <p:cNvSpPr txBox="1"/>
          <p:nvPr/>
        </p:nvSpPr>
        <p:spPr>
          <a:xfrm>
            <a:off x="8063933" y="3630420"/>
            <a:ext cx="288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12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2</a:t>
            </a:r>
            <a:endParaRPr lang="en-HK" sz="1200" b="1">
              <a:ln>
                <a:solidFill>
                  <a:schemeClr val="tx1"/>
                </a:solidFill>
              </a:ln>
              <a:solidFill>
                <a:srgbClr val="FFFF00"/>
              </a:solidFill>
              <a:latin typeface="Lucida Calligraphy" panose="03010101010101010101" pitchFamily="66" charset="0"/>
            </a:endParaRPr>
          </a:p>
        </p:txBody>
      </p:sp>
      <p:pic>
        <p:nvPicPr>
          <p:cNvPr id="216" name="Picture 215">
            <a:extLst>
              <a:ext uri="{FF2B5EF4-FFF2-40B4-BE49-F238E27FC236}">
                <a16:creationId xmlns:a16="http://schemas.microsoft.com/office/drawing/2014/main" id="{C71606FD-33E8-F73D-6D13-5480BF252D1B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7786328" y="117637"/>
            <a:ext cx="3297712" cy="245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399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0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3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8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1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6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20" grpId="0"/>
      <p:bldP spid="21" grpId="0"/>
      <p:bldP spid="25" grpId="0"/>
      <p:bldP spid="26" grpId="0"/>
      <p:bldP spid="27" grpId="0"/>
      <p:bldP spid="28" grpId="0"/>
      <p:bldP spid="29" grpId="0"/>
      <p:bldP spid="34" grpId="0"/>
      <p:bldP spid="39" grpId="0"/>
      <p:bldP spid="41" grpId="0"/>
      <p:bldP spid="42" grpId="0"/>
      <p:bldP spid="50" grpId="0"/>
      <p:bldP spid="51" grpId="0"/>
      <p:bldP spid="52" grpId="0"/>
      <p:bldP spid="53" grpId="0"/>
      <p:bldP spid="54" grpId="0"/>
      <p:bldP spid="55" grpId="0"/>
      <p:bldP spid="59" grpId="0"/>
      <p:bldP spid="60" grpId="0"/>
      <p:bldP spid="61" grpId="0"/>
      <p:bldP spid="62" grpId="0"/>
      <p:bldP spid="193" grpId="0"/>
      <p:bldP spid="194" grpId="0"/>
      <p:bldP spid="195" grpId="0"/>
      <p:bldP spid="196" grpId="0"/>
      <p:bldP spid="204" grpId="0"/>
      <p:bldP spid="207" grpId="0"/>
      <p:bldP spid="208" grpId="0"/>
      <p:bldP spid="209" grpId="0"/>
      <p:bldP spid="210" grpId="0"/>
      <p:bldP spid="211" grpId="0"/>
      <p:bldP spid="213" grpId="0"/>
      <p:bldP spid="21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Picture 200">
            <a:extLst>
              <a:ext uri="{FF2B5EF4-FFF2-40B4-BE49-F238E27FC236}">
                <a16:creationId xmlns:a16="http://schemas.microsoft.com/office/drawing/2014/main" id="{D0EB7C7B-1BEF-ECFE-AC85-7054BCB4A01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416" y="336086"/>
            <a:ext cx="10658022" cy="248101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筆跡 3">
                <a:extLst>
                  <a:ext uri="{FF2B5EF4-FFF2-40B4-BE49-F238E27FC236}">
                    <a16:creationId xmlns:a16="http://schemas.microsoft.com/office/drawing/2014/main" id="{0A6EDCF0-2F64-CF87-FF99-D35258F1B559}"/>
                  </a:ext>
                </a:extLst>
              </p14:cNvPr>
              <p14:cNvContentPartPr/>
              <p14:nvPr/>
            </p14:nvContentPartPr>
            <p14:xfrm>
              <a:off x="3854794" y="514103"/>
              <a:ext cx="2458457" cy="45719"/>
            </p14:xfrm>
          </p:contentPart>
        </mc:Choice>
        <mc:Fallback>
          <p:pic>
            <p:nvPicPr>
              <p:cNvPr id="6" name="筆跡 3">
                <a:extLst>
                  <a:ext uri="{FF2B5EF4-FFF2-40B4-BE49-F238E27FC236}">
                    <a16:creationId xmlns:a16="http://schemas.microsoft.com/office/drawing/2014/main" id="{0A6EDCF0-2F64-CF87-FF99-D35258F1B55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800746" y="-13201597"/>
                <a:ext cx="2566192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7" name="筆跡 4">
                <a:extLst>
                  <a:ext uri="{FF2B5EF4-FFF2-40B4-BE49-F238E27FC236}">
                    <a16:creationId xmlns:a16="http://schemas.microsoft.com/office/drawing/2014/main" id="{5FA7333F-CC4D-D84C-58E8-B04A32DABA30}"/>
                  </a:ext>
                </a:extLst>
              </p14:cNvPr>
              <p14:cNvContentPartPr/>
              <p14:nvPr/>
            </p14:nvContentPartPr>
            <p14:xfrm>
              <a:off x="6854988" y="509721"/>
              <a:ext cx="3222867" cy="45719"/>
            </p14:xfrm>
          </p:contentPart>
        </mc:Choice>
        <mc:Fallback>
          <p:pic>
            <p:nvPicPr>
              <p:cNvPr id="7" name="筆跡 4">
                <a:extLst>
                  <a:ext uri="{FF2B5EF4-FFF2-40B4-BE49-F238E27FC236}">
                    <a16:creationId xmlns:a16="http://schemas.microsoft.com/office/drawing/2014/main" id="{5FA7333F-CC4D-D84C-58E8-B04A32DABA3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800967" y="-13205979"/>
                <a:ext cx="3330548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8" name="筆跡 8">
                <a:extLst>
                  <a:ext uri="{FF2B5EF4-FFF2-40B4-BE49-F238E27FC236}">
                    <a16:creationId xmlns:a16="http://schemas.microsoft.com/office/drawing/2014/main" id="{DD2DE8ED-5F26-CF6C-DCFA-0B3DD8FF1DEF}"/>
                  </a:ext>
                </a:extLst>
              </p14:cNvPr>
              <p14:cNvContentPartPr/>
              <p14:nvPr/>
            </p14:nvContentPartPr>
            <p14:xfrm>
              <a:off x="7449292" y="2293765"/>
              <a:ext cx="2168967" cy="45719"/>
            </p14:xfrm>
          </p:contentPart>
        </mc:Choice>
        <mc:Fallback>
          <p:pic>
            <p:nvPicPr>
              <p:cNvPr id="8" name="筆跡 8">
                <a:extLst>
                  <a:ext uri="{FF2B5EF4-FFF2-40B4-BE49-F238E27FC236}">
                    <a16:creationId xmlns:a16="http://schemas.microsoft.com/office/drawing/2014/main" id="{DD2DE8ED-5F26-CF6C-DCFA-0B3DD8FF1DE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395275" y="-11421935"/>
                <a:ext cx="2276641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9" name="筆跡 9">
                <a:extLst>
                  <a:ext uri="{FF2B5EF4-FFF2-40B4-BE49-F238E27FC236}">
                    <a16:creationId xmlns:a16="http://schemas.microsoft.com/office/drawing/2014/main" id="{B4A695C0-9D46-C51D-4FB7-AFB47F36A7D7}"/>
                  </a:ext>
                </a:extLst>
              </p14:cNvPr>
              <p14:cNvContentPartPr/>
              <p14:nvPr/>
            </p14:nvContentPartPr>
            <p14:xfrm>
              <a:off x="4534919" y="2295162"/>
              <a:ext cx="2203477" cy="45719"/>
            </p14:xfrm>
          </p:contentPart>
        </mc:Choice>
        <mc:Fallback>
          <p:pic>
            <p:nvPicPr>
              <p:cNvPr id="9" name="筆跡 9">
                <a:extLst>
                  <a:ext uri="{FF2B5EF4-FFF2-40B4-BE49-F238E27FC236}">
                    <a16:creationId xmlns:a16="http://schemas.microsoft.com/office/drawing/2014/main" id="{B4A695C0-9D46-C51D-4FB7-AFB47F36A7D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480886" y="-11420538"/>
                <a:ext cx="2311183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0" name="筆跡 10">
                <a:extLst>
                  <a:ext uri="{FF2B5EF4-FFF2-40B4-BE49-F238E27FC236}">
                    <a16:creationId xmlns:a16="http://schemas.microsoft.com/office/drawing/2014/main" id="{28A92CF2-A1FE-3F92-0A15-330F895EA7D9}"/>
                  </a:ext>
                </a:extLst>
              </p14:cNvPr>
              <p14:cNvContentPartPr/>
              <p14:nvPr/>
            </p14:nvContentPartPr>
            <p14:xfrm>
              <a:off x="4499614" y="917318"/>
              <a:ext cx="1687177" cy="45719"/>
            </p14:xfrm>
          </p:contentPart>
        </mc:Choice>
        <mc:Fallback>
          <p:pic>
            <p:nvPicPr>
              <p:cNvPr id="10" name="筆跡 10">
                <a:extLst>
                  <a:ext uri="{FF2B5EF4-FFF2-40B4-BE49-F238E27FC236}">
                    <a16:creationId xmlns:a16="http://schemas.microsoft.com/office/drawing/2014/main" id="{28A92CF2-A1FE-3F92-0A15-330F895EA7D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445596" y="-12798382"/>
                <a:ext cx="1794854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1" name="筆跡 9">
                <a:extLst>
                  <a:ext uri="{FF2B5EF4-FFF2-40B4-BE49-F238E27FC236}">
                    <a16:creationId xmlns:a16="http://schemas.microsoft.com/office/drawing/2014/main" id="{64BE1C25-5AE4-4981-7349-7D2A62BD782A}"/>
                  </a:ext>
                </a:extLst>
              </p14:cNvPr>
              <p14:cNvContentPartPr/>
              <p14:nvPr/>
            </p14:nvContentPartPr>
            <p14:xfrm>
              <a:off x="5636658" y="1567044"/>
              <a:ext cx="1687177" cy="45719"/>
            </p14:xfrm>
          </p:contentPart>
        </mc:Choice>
        <mc:Fallback>
          <p:pic>
            <p:nvPicPr>
              <p:cNvPr id="11" name="筆跡 9">
                <a:extLst>
                  <a:ext uri="{FF2B5EF4-FFF2-40B4-BE49-F238E27FC236}">
                    <a16:creationId xmlns:a16="http://schemas.microsoft.com/office/drawing/2014/main" id="{64BE1C25-5AE4-4981-7349-7D2A62BD782A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582628" y="-12148656"/>
                <a:ext cx="1794877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2" name="筆跡 9">
                <a:extLst>
                  <a:ext uri="{FF2B5EF4-FFF2-40B4-BE49-F238E27FC236}">
                    <a16:creationId xmlns:a16="http://schemas.microsoft.com/office/drawing/2014/main" id="{EEA63F10-4256-0FB0-6CED-B9266BFF8AF5}"/>
                  </a:ext>
                </a:extLst>
              </p14:cNvPr>
              <p14:cNvContentPartPr/>
              <p14:nvPr/>
            </p14:nvContentPartPr>
            <p14:xfrm>
              <a:off x="2716237" y="1962385"/>
              <a:ext cx="1637376" cy="45719"/>
            </p14:xfrm>
          </p:contentPart>
        </mc:Choice>
        <mc:Fallback>
          <p:pic>
            <p:nvPicPr>
              <p:cNvPr id="12" name="筆跡 9">
                <a:extLst>
                  <a:ext uri="{FF2B5EF4-FFF2-40B4-BE49-F238E27FC236}">
                    <a16:creationId xmlns:a16="http://schemas.microsoft.com/office/drawing/2014/main" id="{EEA63F10-4256-0FB0-6CED-B9266BFF8AF5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662210" y="-11753315"/>
                <a:ext cx="1745070" cy="27431400"/>
              </a:xfrm>
              <a:prstGeom prst="rect">
                <a:avLst/>
              </a:prstGeom>
            </p:spPr>
          </p:pic>
        </mc:Fallback>
      </mc:AlternateContent>
      <p:sp>
        <p:nvSpPr>
          <p:cNvPr id="13" name="文字方塊 5">
            <a:extLst>
              <a:ext uri="{FF2B5EF4-FFF2-40B4-BE49-F238E27FC236}">
                <a16:creationId xmlns:a16="http://schemas.microsoft.com/office/drawing/2014/main" id="{EBF6A104-622E-8C15-40CD-133C5BFCF90D}"/>
              </a:ext>
            </a:extLst>
          </p:cNvPr>
          <p:cNvSpPr txBox="1"/>
          <p:nvPr/>
        </p:nvSpPr>
        <p:spPr>
          <a:xfrm>
            <a:off x="-23496" y="2789554"/>
            <a:ext cx="6557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 (a)</a:t>
            </a:r>
            <a:endParaRPr lang="en-HK" sz="2000" b="1">
              <a:ln>
                <a:solidFill>
                  <a:schemeClr val="tx1"/>
                </a:solidFill>
              </a:ln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字方塊 55">
                <a:extLst>
                  <a:ext uri="{FF2B5EF4-FFF2-40B4-BE49-F238E27FC236}">
                    <a16:creationId xmlns:a16="http://schemas.microsoft.com/office/drawing/2014/main" id="{F8CB41D9-137D-5713-EC90-6A923328513A}"/>
                  </a:ext>
                </a:extLst>
              </p:cNvPr>
              <p:cNvSpPr txBox="1"/>
              <p:nvPr/>
            </p:nvSpPr>
            <p:spPr>
              <a:xfrm>
                <a:off x="976840" y="325579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4" name="文字方塊 55">
                <a:extLst>
                  <a:ext uri="{FF2B5EF4-FFF2-40B4-BE49-F238E27FC236}">
                    <a16:creationId xmlns:a16="http://schemas.microsoft.com/office/drawing/2014/main" id="{F8CB41D9-137D-5713-EC90-6A9233285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6840" y="3255796"/>
                <a:ext cx="295688" cy="40011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文字方塊 56">
            <a:extLst>
              <a:ext uri="{FF2B5EF4-FFF2-40B4-BE49-F238E27FC236}">
                <a16:creationId xmlns:a16="http://schemas.microsoft.com/office/drawing/2014/main" id="{3A3BB363-E8E7-12EF-A0ED-CF2F38A700DF}"/>
              </a:ext>
            </a:extLst>
          </p:cNvPr>
          <p:cNvSpPr txBox="1"/>
          <p:nvPr/>
        </p:nvSpPr>
        <p:spPr>
          <a:xfrm>
            <a:off x="1257527" y="3269612"/>
            <a:ext cx="9586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24</a:t>
            </a:r>
            <a:endParaRPr lang="en-HK" altLang="zh-HK" sz="20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文字方塊 57">
                <a:extLst>
                  <a:ext uri="{FF2B5EF4-FFF2-40B4-BE49-F238E27FC236}">
                    <a16:creationId xmlns:a16="http://schemas.microsoft.com/office/drawing/2014/main" id="{5E700D48-E893-2E92-CD8E-99E5E131793B}"/>
                  </a:ext>
                </a:extLst>
              </p:cNvPr>
              <p:cNvSpPr txBox="1"/>
              <p:nvPr/>
            </p:nvSpPr>
            <p:spPr>
              <a:xfrm>
                <a:off x="1694660" y="324847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6" name="文字方塊 57">
                <a:extLst>
                  <a:ext uri="{FF2B5EF4-FFF2-40B4-BE49-F238E27FC236}">
                    <a16:creationId xmlns:a16="http://schemas.microsoft.com/office/drawing/2014/main" id="{5E700D48-E893-2E92-CD8E-99E5E13179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4660" y="3248471"/>
                <a:ext cx="295688" cy="40011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群組 58">
            <a:extLst>
              <a:ext uri="{FF2B5EF4-FFF2-40B4-BE49-F238E27FC236}">
                <a16:creationId xmlns:a16="http://schemas.microsoft.com/office/drawing/2014/main" id="{8094D0F3-515C-6BBF-65CE-12003C7579AA}"/>
              </a:ext>
            </a:extLst>
          </p:cNvPr>
          <p:cNvGrpSpPr/>
          <p:nvPr/>
        </p:nvGrpSpPr>
        <p:grpSpPr>
          <a:xfrm>
            <a:off x="1934173" y="3239570"/>
            <a:ext cx="1600752" cy="409011"/>
            <a:chOff x="1498603" y="1408278"/>
            <a:chExt cx="1600752" cy="409011"/>
          </a:xfrm>
        </p:grpSpPr>
        <p:sp>
          <p:nvSpPr>
            <p:cNvPr id="18" name="文字方塊 59">
              <a:extLst>
                <a:ext uri="{FF2B5EF4-FFF2-40B4-BE49-F238E27FC236}">
                  <a16:creationId xmlns:a16="http://schemas.microsoft.com/office/drawing/2014/main" id="{0C3E426B-0529-CBFF-6D58-C4BAB411DAC5}"/>
                </a:ext>
              </a:extLst>
            </p:cNvPr>
            <p:cNvSpPr txBox="1"/>
            <p:nvPr/>
          </p:nvSpPr>
          <p:spPr>
            <a:xfrm>
              <a:off x="1498603" y="1417179"/>
              <a:ext cx="45717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000" b="1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19" name="文字方塊 60">
              <a:extLst>
                <a:ext uri="{FF2B5EF4-FFF2-40B4-BE49-F238E27FC236}">
                  <a16:creationId xmlns:a16="http://schemas.microsoft.com/office/drawing/2014/main" id="{ABC4DFF0-5824-6137-AE7A-6036BACA343E}"/>
                </a:ext>
              </a:extLst>
            </p:cNvPr>
            <p:cNvSpPr txBox="1"/>
            <p:nvPr/>
          </p:nvSpPr>
          <p:spPr>
            <a:xfrm>
              <a:off x="2008473" y="1417179"/>
              <a:ext cx="10908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92D050"/>
                  </a:solidFill>
                  <a:latin typeface="Lucida Handwriting" panose="03010101010101010101" pitchFamily="66" charset="0"/>
                </a:rPr>
                <a:t>37.5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%</a:t>
              </a:r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文字方塊 61">
                  <a:extLst>
                    <a:ext uri="{FF2B5EF4-FFF2-40B4-BE49-F238E27FC236}">
                      <a16:creationId xmlns:a16="http://schemas.microsoft.com/office/drawing/2014/main" id="{40F3D21F-2520-27DD-4DAA-29085BFD1AF9}"/>
                    </a:ext>
                  </a:extLst>
                </p:cNvPr>
                <p:cNvSpPr txBox="1"/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20" name="文字方塊 61">
                  <a:extLst>
                    <a:ext uri="{FF2B5EF4-FFF2-40B4-BE49-F238E27FC236}">
                      <a16:creationId xmlns:a16="http://schemas.microsoft.com/office/drawing/2014/main" id="{40F3D21F-2520-27DD-4DAA-29085BFD1A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文字方塊 64">
                <a:extLst>
                  <a:ext uri="{FF2B5EF4-FFF2-40B4-BE49-F238E27FC236}">
                    <a16:creationId xmlns:a16="http://schemas.microsoft.com/office/drawing/2014/main" id="{1456DFE4-F1A7-B730-6E15-25251B25FF7A}"/>
                  </a:ext>
                </a:extLst>
              </p:cNvPr>
              <p:cNvSpPr txBox="1"/>
              <p:nvPr/>
            </p:nvSpPr>
            <p:spPr>
              <a:xfrm>
                <a:off x="3440634" y="323957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1" name="文字方塊 64">
                <a:extLst>
                  <a:ext uri="{FF2B5EF4-FFF2-40B4-BE49-F238E27FC236}">
                    <a16:creationId xmlns:a16="http://schemas.microsoft.com/office/drawing/2014/main" id="{1456DFE4-F1A7-B730-6E15-25251B25FF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0634" y="3239570"/>
                <a:ext cx="295688" cy="40011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" name="群組 65">
            <a:extLst>
              <a:ext uri="{FF2B5EF4-FFF2-40B4-BE49-F238E27FC236}">
                <a16:creationId xmlns:a16="http://schemas.microsoft.com/office/drawing/2014/main" id="{575D6903-1728-10C9-4981-FCD7E5381711}"/>
              </a:ext>
            </a:extLst>
          </p:cNvPr>
          <p:cNvGrpSpPr/>
          <p:nvPr/>
        </p:nvGrpSpPr>
        <p:grpSpPr>
          <a:xfrm>
            <a:off x="3680147" y="3230669"/>
            <a:ext cx="1468501" cy="409011"/>
            <a:chOff x="1498603" y="1408278"/>
            <a:chExt cx="1468501" cy="409011"/>
          </a:xfrm>
        </p:grpSpPr>
        <p:sp>
          <p:nvSpPr>
            <p:cNvPr id="23" name="文字方塊 66">
              <a:extLst>
                <a:ext uri="{FF2B5EF4-FFF2-40B4-BE49-F238E27FC236}">
                  <a16:creationId xmlns:a16="http://schemas.microsoft.com/office/drawing/2014/main" id="{3B868A2E-2733-355B-A9A9-7EE44143EFA3}"/>
                </a:ext>
              </a:extLst>
            </p:cNvPr>
            <p:cNvSpPr txBox="1"/>
            <p:nvPr/>
          </p:nvSpPr>
          <p:spPr>
            <a:xfrm>
              <a:off x="1498603" y="1417179"/>
              <a:ext cx="45717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000" b="1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24" name="文字方塊 67">
              <a:extLst>
                <a:ext uri="{FF2B5EF4-FFF2-40B4-BE49-F238E27FC236}">
                  <a16:creationId xmlns:a16="http://schemas.microsoft.com/office/drawing/2014/main" id="{84E3E221-EE60-304C-9CC0-2DDB3BD74BA2}"/>
                </a:ext>
              </a:extLst>
            </p:cNvPr>
            <p:cNvSpPr txBox="1"/>
            <p:nvPr/>
          </p:nvSpPr>
          <p:spPr>
            <a:xfrm>
              <a:off x="2008473" y="1417179"/>
              <a:ext cx="95863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FF0000"/>
                  </a:solidFill>
                  <a:latin typeface="Lucida Handwriting" panose="03010101010101010101" pitchFamily="66" charset="0"/>
                </a:rPr>
                <a:t>10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%</a:t>
              </a:r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文字方塊 68">
                  <a:extLst>
                    <a:ext uri="{FF2B5EF4-FFF2-40B4-BE49-F238E27FC236}">
                      <a16:creationId xmlns:a16="http://schemas.microsoft.com/office/drawing/2014/main" id="{F4EED14F-6DD8-EF1C-4442-9E0C94E7109B}"/>
                    </a:ext>
                  </a:extLst>
                </p:cNvPr>
                <p:cNvSpPr txBox="1"/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25" name="文字方塊 68">
                  <a:extLst>
                    <a:ext uri="{FF2B5EF4-FFF2-40B4-BE49-F238E27FC236}">
                      <a16:creationId xmlns:a16="http://schemas.microsoft.com/office/drawing/2014/main" id="{F4EED14F-6DD8-EF1C-4442-9E0C94E710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文字方塊 83">
                <a:extLst>
                  <a:ext uri="{FF2B5EF4-FFF2-40B4-BE49-F238E27FC236}">
                    <a16:creationId xmlns:a16="http://schemas.microsoft.com/office/drawing/2014/main" id="{26D04A9C-1227-AC3E-6197-72347719AFAE}"/>
                  </a:ext>
                </a:extLst>
              </p:cNvPr>
              <p:cNvSpPr txBox="1"/>
              <p:nvPr/>
            </p:nvSpPr>
            <p:spPr>
              <a:xfrm>
                <a:off x="961839" y="382866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1" name="文字方塊 83">
                <a:extLst>
                  <a:ext uri="{FF2B5EF4-FFF2-40B4-BE49-F238E27FC236}">
                    <a16:creationId xmlns:a16="http://schemas.microsoft.com/office/drawing/2014/main" id="{26D04A9C-1227-AC3E-6197-72347719AF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1839" y="3828662"/>
                <a:ext cx="295688" cy="40011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2" name="群組 87">
            <a:extLst>
              <a:ext uri="{FF2B5EF4-FFF2-40B4-BE49-F238E27FC236}">
                <a16:creationId xmlns:a16="http://schemas.microsoft.com/office/drawing/2014/main" id="{92CFC64F-CEEF-045A-7B7A-145F19CE7C2F}"/>
              </a:ext>
            </a:extLst>
          </p:cNvPr>
          <p:cNvGrpSpPr/>
          <p:nvPr/>
        </p:nvGrpSpPr>
        <p:grpSpPr>
          <a:xfrm>
            <a:off x="1268085" y="3844185"/>
            <a:ext cx="1659631" cy="409011"/>
            <a:chOff x="2250648" y="4946123"/>
            <a:chExt cx="1659631" cy="409011"/>
          </a:xfrm>
        </p:grpSpPr>
        <p:sp>
          <p:nvSpPr>
            <p:cNvPr id="33" name="文字方塊 84">
              <a:extLst>
                <a:ext uri="{FF2B5EF4-FFF2-40B4-BE49-F238E27FC236}">
                  <a16:creationId xmlns:a16="http://schemas.microsoft.com/office/drawing/2014/main" id="{63CC83DA-E63C-DBAF-8D92-E4AC1AB6AA4F}"/>
                </a:ext>
              </a:extLst>
            </p:cNvPr>
            <p:cNvSpPr txBox="1"/>
            <p:nvPr/>
          </p:nvSpPr>
          <p:spPr>
            <a:xfrm>
              <a:off x="2250648" y="4946123"/>
              <a:ext cx="145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13.5</a:t>
              </a:r>
              <a:endParaRPr lang="en-HK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34" name="TextBox 15">
              <a:extLst>
                <a:ext uri="{FF2B5EF4-FFF2-40B4-BE49-F238E27FC236}">
                  <a16:creationId xmlns:a16="http://schemas.microsoft.com/office/drawing/2014/main" id="{BD947205-7EF4-6D69-0E50-C18890DD219E}"/>
                </a:ext>
              </a:extLst>
            </p:cNvPr>
            <p:cNvSpPr txBox="1"/>
            <p:nvPr/>
          </p:nvSpPr>
          <p:spPr>
            <a:xfrm>
              <a:off x="2939494" y="4955024"/>
              <a:ext cx="97078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hours</a:t>
              </a:r>
              <a:endParaRPr lang="zh-TW" altLang="en-US" sz="2000" b="1">
                <a:solidFill>
                  <a:srgbClr val="FFFF00"/>
                </a:solidFill>
                <a:latin typeface="Lucida Handwriting" panose="03010101010101010101" pitchFamily="66" charset="0"/>
              </a:endParaRPr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3E0C3BA9-5C49-7242-8679-DE0217D4A516}"/>
              </a:ext>
            </a:extLst>
          </p:cNvPr>
          <p:cNvSpPr txBox="1"/>
          <p:nvPr/>
        </p:nvSpPr>
        <p:spPr>
          <a:xfrm>
            <a:off x="598213" y="2792591"/>
            <a:ext cx="568484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Amount of time used for other purposes</a:t>
            </a:r>
            <a:endParaRPr lang="en-US" sz="2000">
              <a:solidFill>
                <a:srgbClr val="FFFF00"/>
              </a:solidFill>
            </a:endParaRPr>
          </a:p>
        </p:txBody>
      </p:sp>
      <p:sp>
        <p:nvSpPr>
          <p:cNvPr id="40" name="文字方塊 5">
            <a:extLst>
              <a:ext uri="{FF2B5EF4-FFF2-40B4-BE49-F238E27FC236}">
                <a16:creationId xmlns:a16="http://schemas.microsoft.com/office/drawing/2014/main" id="{8C37A644-DD15-768D-5EAC-2F6E74779584}"/>
              </a:ext>
            </a:extLst>
          </p:cNvPr>
          <p:cNvSpPr txBox="1"/>
          <p:nvPr/>
        </p:nvSpPr>
        <p:spPr>
          <a:xfrm>
            <a:off x="-23496" y="4254609"/>
            <a:ext cx="7589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 (bi)</a:t>
            </a:r>
            <a:endParaRPr lang="en-HK" sz="2000" b="1">
              <a:ln>
                <a:solidFill>
                  <a:schemeClr val="tx1"/>
                </a:solidFill>
              </a:ln>
              <a:latin typeface="Lucida Handwriting" panose="03010101010101010101" pitchFamily="66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8CF633E-1334-5E35-9273-3085DBB813B1}"/>
              </a:ext>
            </a:extLst>
          </p:cNvPr>
          <p:cNvSpPr txBox="1"/>
          <p:nvPr/>
        </p:nvSpPr>
        <p:spPr>
          <a:xfrm>
            <a:off x="598214" y="4257646"/>
            <a:ext cx="49378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0070C0"/>
                </a:solidFill>
                <a:latin typeface="Lucida Calligraphy" panose="03010101010101010101" pitchFamily="66" charset="0"/>
              </a:rPr>
              <a:t>Original amount of studying time</a:t>
            </a:r>
            <a:endParaRPr lang="en-US" sz="2000">
              <a:solidFill>
                <a:srgbClr val="0070C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2" name="文字方塊 55">
                <a:extLst>
                  <a:ext uri="{FF2B5EF4-FFF2-40B4-BE49-F238E27FC236}">
                    <a16:creationId xmlns:a16="http://schemas.microsoft.com/office/drawing/2014/main" id="{91708B19-06EC-FDD5-F1CF-D78F33FE14C1}"/>
                  </a:ext>
                </a:extLst>
              </p:cNvPr>
              <p:cNvSpPr txBox="1"/>
              <p:nvPr/>
            </p:nvSpPr>
            <p:spPr>
              <a:xfrm>
                <a:off x="976840" y="471175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2" name="文字方塊 55">
                <a:extLst>
                  <a:ext uri="{FF2B5EF4-FFF2-40B4-BE49-F238E27FC236}">
                    <a16:creationId xmlns:a16="http://schemas.microsoft.com/office/drawing/2014/main" id="{91708B19-06EC-FDD5-F1CF-D78F33FE14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6840" y="4711757"/>
                <a:ext cx="295688" cy="400110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文字方塊 56">
            <a:extLst>
              <a:ext uri="{FF2B5EF4-FFF2-40B4-BE49-F238E27FC236}">
                <a16:creationId xmlns:a16="http://schemas.microsoft.com/office/drawing/2014/main" id="{7A2CD05A-351B-EE66-FE17-0C684B3B42F5}"/>
              </a:ext>
            </a:extLst>
          </p:cNvPr>
          <p:cNvSpPr txBox="1"/>
          <p:nvPr/>
        </p:nvSpPr>
        <p:spPr>
          <a:xfrm>
            <a:off x="1257527" y="4725573"/>
            <a:ext cx="6239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24</a:t>
            </a:r>
            <a:endParaRPr lang="en-HK" altLang="zh-HK" sz="20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4" name="文字方塊 57">
                <a:extLst>
                  <a:ext uri="{FF2B5EF4-FFF2-40B4-BE49-F238E27FC236}">
                    <a16:creationId xmlns:a16="http://schemas.microsoft.com/office/drawing/2014/main" id="{3D37E686-35C9-6A05-34AD-D5F30DF351E7}"/>
                  </a:ext>
                </a:extLst>
              </p:cNvPr>
              <p:cNvSpPr txBox="1"/>
              <p:nvPr/>
            </p:nvSpPr>
            <p:spPr>
              <a:xfrm>
                <a:off x="1694660" y="470443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4" name="文字方塊 57">
                <a:extLst>
                  <a:ext uri="{FF2B5EF4-FFF2-40B4-BE49-F238E27FC236}">
                    <a16:creationId xmlns:a16="http://schemas.microsoft.com/office/drawing/2014/main" id="{3D37E686-35C9-6A05-34AD-D5F30DF351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4660" y="4704432"/>
                <a:ext cx="295688" cy="40011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5" name="群組 58">
            <a:extLst>
              <a:ext uri="{FF2B5EF4-FFF2-40B4-BE49-F238E27FC236}">
                <a16:creationId xmlns:a16="http://schemas.microsoft.com/office/drawing/2014/main" id="{9F0A4914-F83D-9889-86AE-E6CBEC68CAC0}"/>
              </a:ext>
            </a:extLst>
          </p:cNvPr>
          <p:cNvGrpSpPr/>
          <p:nvPr/>
        </p:nvGrpSpPr>
        <p:grpSpPr>
          <a:xfrm>
            <a:off x="1934173" y="4695531"/>
            <a:ext cx="1600752" cy="409011"/>
            <a:chOff x="1498603" y="1408278"/>
            <a:chExt cx="1600752" cy="409011"/>
          </a:xfrm>
        </p:grpSpPr>
        <p:sp>
          <p:nvSpPr>
            <p:cNvPr id="46" name="文字方塊 59">
              <a:extLst>
                <a:ext uri="{FF2B5EF4-FFF2-40B4-BE49-F238E27FC236}">
                  <a16:creationId xmlns:a16="http://schemas.microsoft.com/office/drawing/2014/main" id="{28F19B1B-20B1-9958-B320-B13B99F562E9}"/>
                </a:ext>
              </a:extLst>
            </p:cNvPr>
            <p:cNvSpPr txBox="1"/>
            <p:nvPr/>
          </p:nvSpPr>
          <p:spPr>
            <a:xfrm>
              <a:off x="1498603" y="1417179"/>
              <a:ext cx="45717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000" b="1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47" name="文字方塊 60">
              <a:extLst>
                <a:ext uri="{FF2B5EF4-FFF2-40B4-BE49-F238E27FC236}">
                  <a16:creationId xmlns:a16="http://schemas.microsoft.com/office/drawing/2014/main" id="{CD89CB27-A3A2-026E-4E31-9F24BA61D327}"/>
                </a:ext>
              </a:extLst>
            </p:cNvPr>
            <p:cNvSpPr txBox="1"/>
            <p:nvPr/>
          </p:nvSpPr>
          <p:spPr>
            <a:xfrm>
              <a:off x="2008473" y="1417179"/>
              <a:ext cx="10908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chemeClr val="accent6">
                      <a:lumMod val="40000"/>
                      <a:lumOff val="60000"/>
                    </a:schemeClr>
                  </a:solidFill>
                  <a:latin typeface="Lucida Handwriting" panose="03010101010101010101" pitchFamily="66" charset="0"/>
                </a:rPr>
                <a:t>37.5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%</a:t>
              </a:r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8" name="文字方塊 61">
                  <a:extLst>
                    <a:ext uri="{FF2B5EF4-FFF2-40B4-BE49-F238E27FC236}">
                      <a16:creationId xmlns:a16="http://schemas.microsoft.com/office/drawing/2014/main" id="{6326D193-E3CA-CEB6-7606-2880F891D021}"/>
                    </a:ext>
                  </a:extLst>
                </p:cNvPr>
                <p:cNvSpPr txBox="1"/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48" name="文字方塊 61">
                  <a:extLst>
                    <a:ext uri="{FF2B5EF4-FFF2-40B4-BE49-F238E27FC236}">
                      <a16:creationId xmlns:a16="http://schemas.microsoft.com/office/drawing/2014/main" id="{6326D193-E3CA-CEB6-7606-2880F891D0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9" name="文字方塊 64">
                <a:extLst>
                  <a:ext uri="{FF2B5EF4-FFF2-40B4-BE49-F238E27FC236}">
                    <a16:creationId xmlns:a16="http://schemas.microsoft.com/office/drawing/2014/main" id="{6416B123-EE40-5FE7-1FDF-8B44280E9F8C}"/>
                  </a:ext>
                </a:extLst>
              </p:cNvPr>
              <p:cNvSpPr txBox="1"/>
              <p:nvPr/>
            </p:nvSpPr>
            <p:spPr>
              <a:xfrm>
                <a:off x="3440634" y="469553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9" name="文字方塊 64">
                <a:extLst>
                  <a:ext uri="{FF2B5EF4-FFF2-40B4-BE49-F238E27FC236}">
                    <a16:creationId xmlns:a16="http://schemas.microsoft.com/office/drawing/2014/main" id="{6416B123-EE40-5FE7-1FDF-8B44280E9F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0634" y="4695531"/>
                <a:ext cx="295688" cy="400110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文字方塊 67">
            <a:extLst>
              <a:ext uri="{FF2B5EF4-FFF2-40B4-BE49-F238E27FC236}">
                <a16:creationId xmlns:a16="http://schemas.microsoft.com/office/drawing/2014/main" id="{4239CDC8-6742-A4EE-E188-41D45FBFC91B}"/>
              </a:ext>
            </a:extLst>
          </p:cNvPr>
          <p:cNvSpPr txBox="1"/>
          <p:nvPr/>
        </p:nvSpPr>
        <p:spPr>
          <a:xfrm>
            <a:off x="3680082" y="4712726"/>
            <a:ext cx="7562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Handwriting" panose="03010101010101010101" pitchFamily="66" charset="0"/>
              </a:rPr>
              <a:t>10</a:t>
            </a:r>
            <a:r>
              <a:rPr lang="en-HK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%</a:t>
            </a:r>
            <a:endParaRPr lang="en-HK" sz="20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4" name="文字方塊 83">
                <a:extLst>
                  <a:ext uri="{FF2B5EF4-FFF2-40B4-BE49-F238E27FC236}">
                    <a16:creationId xmlns:a16="http://schemas.microsoft.com/office/drawing/2014/main" id="{D61CF759-6FE5-C6F3-5D52-4ABEE3953714}"/>
                  </a:ext>
                </a:extLst>
              </p:cNvPr>
              <p:cNvSpPr txBox="1"/>
              <p:nvPr/>
            </p:nvSpPr>
            <p:spPr>
              <a:xfrm>
                <a:off x="964395" y="520544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4" name="文字方塊 83">
                <a:extLst>
                  <a:ext uri="{FF2B5EF4-FFF2-40B4-BE49-F238E27FC236}">
                    <a16:creationId xmlns:a16="http://schemas.microsoft.com/office/drawing/2014/main" id="{D61CF759-6FE5-C6F3-5D52-4ABEE39537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395" y="5205441"/>
                <a:ext cx="295688" cy="400110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5" name="群組 87">
            <a:extLst>
              <a:ext uri="{FF2B5EF4-FFF2-40B4-BE49-F238E27FC236}">
                <a16:creationId xmlns:a16="http://schemas.microsoft.com/office/drawing/2014/main" id="{45FF9B44-4466-B137-B551-F1B2A1EAD956}"/>
              </a:ext>
            </a:extLst>
          </p:cNvPr>
          <p:cNvGrpSpPr/>
          <p:nvPr/>
        </p:nvGrpSpPr>
        <p:grpSpPr>
          <a:xfrm>
            <a:off x="1270641" y="5220964"/>
            <a:ext cx="1460812" cy="409011"/>
            <a:chOff x="2250648" y="4946123"/>
            <a:chExt cx="1460812" cy="409011"/>
          </a:xfrm>
        </p:grpSpPr>
        <p:sp>
          <p:nvSpPr>
            <p:cNvPr id="56" name="文字方塊 84">
              <a:extLst>
                <a:ext uri="{FF2B5EF4-FFF2-40B4-BE49-F238E27FC236}">
                  <a16:creationId xmlns:a16="http://schemas.microsoft.com/office/drawing/2014/main" id="{A01A310B-2ECC-468B-3320-38FC16DE769B}"/>
                </a:ext>
              </a:extLst>
            </p:cNvPr>
            <p:cNvSpPr txBox="1"/>
            <p:nvPr/>
          </p:nvSpPr>
          <p:spPr>
            <a:xfrm>
              <a:off x="2250648" y="4946123"/>
              <a:ext cx="145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0070C0"/>
                  </a:solidFill>
                  <a:latin typeface="Lucida Handwriting" panose="03010101010101010101" pitchFamily="66" charset="0"/>
                </a:rPr>
                <a:t>1.5</a:t>
              </a:r>
              <a:endParaRPr lang="en-HK" altLang="zh-HK" sz="2000" b="1">
                <a:ln>
                  <a:solidFill>
                    <a:schemeClr val="tx1"/>
                  </a:solidFill>
                </a:ln>
                <a:solidFill>
                  <a:srgbClr val="0070C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57" name="TextBox 15">
              <a:extLst>
                <a:ext uri="{FF2B5EF4-FFF2-40B4-BE49-F238E27FC236}">
                  <a16:creationId xmlns:a16="http://schemas.microsoft.com/office/drawing/2014/main" id="{202D5966-925D-09D7-AE9E-23E39CA065A1}"/>
                </a:ext>
              </a:extLst>
            </p:cNvPr>
            <p:cNvSpPr txBox="1"/>
            <p:nvPr/>
          </p:nvSpPr>
          <p:spPr>
            <a:xfrm>
              <a:off x="2740675" y="4955024"/>
              <a:ext cx="97078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HK" sz="2000" b="1">
                  <a:ln>
                    <a:solidFill>
                      <a:schemeClr val="tx1"/>
                    </a:solidFill>
                  </a:ln>
                  <a:solidFill>
                    <a:srgbClr val="0070C0"/>
                  </a:solidFill>
                  <a:latin typeface="Lucida Calligraphy" panose="03010101010101010101" pitchFamily="66" charset="0"/>
                </a:rPr>
                <a:t>hours</a:t>
              </a:r>
              <a:endParaRPr lang="zh-TW" altLang="en-US" sz="2000" b="1">
                <a:solidFill>
                  <a:srgbClr val="0070C0"/>
                </a:solidFill>
                <a:latin typeface="Lucida Handwriting" panose="03010101010101010101" pitchFamily="66" charset="0"/>
              </a:endParaRPr>
            </a:p>
          </p:txBody>
        </p:sp>
      </p:grpSp>
      <p:sp>
        <p:nvSpPr>
          <p:cNvPr id="58" name="TextBox 57">
            <a:extLst>
              <a:ext uri="{FF2B5EF4-FFF2-40B4-BE49-F238E27FC236}">
                <a16:creationId xmlns:a16="http://schemas.microsoft.com/office/drawing/2014/main" id="{F96634F0-7473-A753-4078-9CA210EE1DD3}"/>
              </a:ext>
            </a:extLst>
          </p:cNvPr>
          <p:cNvSpPr txBox="1"/>
          <p:nvPr/>
        </p:nvSpPr>
        <p:spPr>
          <a:xfrm>
            <a:off x="140700" y="5608673"/>
            <a:ext cx="49378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latin typeface="Lucida Calligraphy" panose="03010101010101010101" pitchFamily="66" charset="0"/>
              </a:rPr>
              <a:t>New amount of studying time</a:t>
            </a:r>
            <a:endParaRPr lang="en-US" sz="2000">
              <a:solidFill>
                <a:srgbClr val="00B05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9" name="文字方塊 55">
                <a:extLst>
                  <a:ext uri="{FF2B5EF4-FFF2-40B4-BE49-F238E27FC236}">
                    <a16:creationId xmlns:a16="http://schemas.microsoft.com/office/drawing/2014/main" id="{5125FC08-F76C-8BE3-BFC2-56930D0DCFF1}"/>
                  </a:ext>
                </a:extLst>
              </p:cNvPr>
              <p:cNvSpPr txBox="1"/>
              <p:nvPr/>
            </p:nvSpPr>
            <p:spPr>
              <a:xfrm>
                <a:off x="506329" y="601610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9" name="文字方塊 55">
                <a:extLst>
                  <a:ext uri="{FF2B5EF4-FFF2-40B4-BE49-F238E27FC236}">
                    <a16:creationId xmlns:a16="http://schemas.microsoft.com/office/drawing/2014/main" id="{5125FC08-F76C-8BE3-BFC2-56930D0DCF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329" y="6016108"/>
                <a:ext cx="295688" cy="400110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文字方塊 56">
            <a:extLst>
              <a:ext uri="{FF2B5EF4-FFF2-40B4-BE49-F238E27FC236}">
                <a16:creationId xmlns:a16="http://schemas.microsoft.com/office/drawing/2014/main" id="{DD9A411B-A1E6-2EA6-DF2C-387E08614798}"/>
              </a:ext>
            </a:extLst>
          </p:cNvPr>
          <p:cNvSpPr txBox="1"/>
          <p:nvPr/>
        </p:nvSpPr>
        <p:spPr>
          <a:xfrm>
            <a:off x="787016" y="6029924"/>
            <a:ext cx="6239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24</a:t>
            </a:r>
            <a:endParaRPr lang="en-HK" altLang="zh-HK" sz="20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1" name="文字方塊 57">
                <a:extLst>
                  <a:ext uri="{FF2B5EF4-FFF2-40B4-BE49-F238E27FC236}">
                    <a16:creationId xmlns:a16="http://schemas.microsoft.com/office/drawing/2014/main" id="{CD5DBD8D-A82F-222A-7037-C1597D9A7322}"/>
                  </a:ext>
                </a:extLst>
              </p:cNvPr>
              <p:cNvSpPr txBox="1"/>
              <p:nvPr/>
            </p:nvSpPr>
            <p:spPr>
              <a:xfrm>
                <a:off x="1224149" y="600878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61" name="文字方塊 57">
                <a:extLst>
                  <a:ext uri="{FF2B5EF4-FFF2-40B4-BE49-F238E27FC236}">
                    <a16:creationId xmlns:a16="http://schemas.microsoft.com/office/drawing/2014/main" id="{CD5DBD8D-A82F-222A-7037-C1597D9A73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4149" y="6008783"/>
                <a:ext cx="295688" cy="400110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文字方塊 56">
            <a:extLst>
              <a:ext uri="{FF2B5EF4-FFF2-40B4-BE49-F238E27FC236}">
                <a16:creationId xmlns:a16="http://schemas.microsoft.com/office/drawing/2014/main" id="{CDB6A600-16BE-FDCE-15D2-EC381063D72D}"/>
              </a:ext>
            </a:extLst>
          </p:cNvPr>
          <p:cNvSpPr txBox="1"/>
          <p:nvPr/>
        </p:nvSpPr>
        <p:spPr>
          <a:xfrm>
            <a:off x="1537104" y="6029924"/>
            <a:ext cx="9586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24</a:t>
            </a:r>
            <a:endParaRPr lang="en-HK" altLang="zh-HK" sz="20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3" name="文字方塊 57">
                <a:extLst>
                  <a:ext uri="{FF2B5EF4-FFF2-40B4-BE49-F238E27FC236}">
                    <a16:creationId xmlns:a16="http://schemas.microsoft.com/office/drawing/2014/main" id="{BEEF176E-0874-52FC-D29C-C0343EA0020A}"/>
                  </a:ext>
                </a:extLst>
              </p:cNvPr>
              <p:cNvSpPr txBox="1"/>
              <p:nvPr/>
            </p:nvSpPr>
            <p:spPr>
              <a:xfrm>
                <a:off x="1936096" y="601610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63" name="文字方塊 57">
                <a:extLst>
                  <a:ext uri="{FF2B5EF4-FFF2-40B4-BE49-F238E27FC236}">
                    <a16:creationId xmlns:a16="http://schemas.microsoft.com/office/drawing/2014/main" id="{BEEF176E-0874-52FC-D29C-C0343EA002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6096" y="6016108"/>
                <a:ext cx="295688" cy="400110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4" name="文字方塊 60">
            <a:extLst>
              <a:ext uri="{FF2B5EF4-FFF2-40B4-BE49-F238E27FC236}">
                <a16:creationId xmlns:a16="http://schemas.microsoft.com/office/drawing/2014/main" id="{6CE05AD9-678E-9733-59D3-B04B7E6E2B40}"/>
              </a:ext>
            </a:extLst>
          </p:cNvPr>
          <p:cNvSpPr txBox="1"/>
          <p:nvPr/>
        </p:nvSpPr>
        <p:spPr>
          <a:xfrm>
            <a:off x="2141939" y="6019215"/>
            <a:ext cx="10908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Handwriting" panose="03010101010101010101" pitchFamily="66" charset="0"/>
              </a:rPr>
              <a:t>37.5</a:t>
            </a:r>
            <a:r>
              <a:rPr lang="en-HK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%</a:t>
            </a:r>
            <a:endParaRPr lang="en-HK" sz="20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6" name="文字方塊 64">
                <a:extLst>
                  <a:ext uri="{FF2B5EF4-FFF2-40B4-BE49-F238E27FC236}">
                    <a16:creationId xmlns:a16="http://schemas.microsoft.com/office/drawing/2014/main" id="{15D566F3-0BD6-F0B7-FE8E-CF1E38F4BCCF}"/>
                  </a:ext>
                </a:extLst>
              </p:cNvPr>
              <p:cNvSpPr txBox="1"/>
              <p:nvPr/>
            </p:nvSpPr>
            <p:spPr>
              <a:xfrm>
                <a:off x="3017103" y="601610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96" name="文字方塊 64">
                <a:extLst>
                  <a:ext uri="{FF2B5EF4-FFF2-40B4-BE49-F238E27FC236}">
                    <a16:creationId xmlns:a16="http://schemas.microsoft.com/office/drawing/2014/main" id="{15D566F3-0BD6-F0B7-FE8E-CF1E38F4BC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7103" y="6016108"/>
                <a:ext cx="295688" cy="400110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7" name="群組 65">
            <a:extLst>
              <a:ext uri="{FF2B5EF4-FFF2-40B4-BE49-F238E27FC236}">
                <a16:creationId xmlns:a16="http://schemas.microsoft.com/office/drawing/2014/main" id="{E6FF6E9E-4583-9A2E-2788-9A8381095934}"/>
              </a:ext>
            </a:extLst>
          </p:cNvPr>
          <p:cNvGrpSpPr/>
          <p:nvPr/>
        </p:nvGrpSpPr>
        <p:grpSpPr>
          <a:xfrm>
            <a:off x="3237264" y="6006896"/>
            <a:ext cx="1468501" cy="409011"/>
            <a:chOff x="1498603" y="1408278"/>
            <a:chExt cx="1468501" cy="409011"/>
          </a:xfrm>
        </p:grpSpPr>
        <p:sp>
          <p:nvSpPr>
            <p:cNvPr id="198" name="文字方塊 66">
              <a:extLst>
                <a:ext uri="{FF2B5EF4-FFF2-40B4-BE49-F238E27FC236}">
                  <a16:creationId xmlns:a16="http://schemas.microsoft.com/office/drawing/2014/main" id="{931137E9-6B49-090E-8465-3CBCE8D72E80}"/>
                </a:ext>
              </a:extLst>
            </p:cNvPr>
            <p:cNvSpPr txBox="1"/>
            <p:nvPr/>
          </p:nvSpPr>
          <p:spPr>
            <a:xfrm>
              <a:off x="1498603" y="1417179"/>
              <a:ext cx="45717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000" b="1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199" name="文字方塊 67">
              <a:extLst>
                <a:ext uri="{FF2B5EF4-FFF2-40B4-BE49-F238E27FC236}">
                  <a16:creationId xmlns:a16="http://schemas.microsoft.com/office/drawing/2014/main" id="{3CB492B5-E0F0-E284-668B-4AEFA635DD2F}"/>
                </a:ext>
              </a:extLst>
            </p:cNvPr>
            <p:cNvSpPr txBox="1"/>
            <p:nvPr/>
          </p:nvSpPr>
          <p:spPr>
            <a:xfrm>
              <a:off x="2008473" y="1417179"/>
              <a:ext cx="95863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chemeClr val="accent5">
                      <a:lumMod val="60000"/>
                      <a:lumOff val="40000"/>
                    </a:schemeClr>
                  </a:solidFill>
                  <a:latin typeface="Lucida Handwriting" panose="03010101010101010101" pitchFamily="66" charset="0"/>
                </a:rPr>
                <a:t>5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%</a:t>
              </a:r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0" name="文字方塊 68">
                  <a:extLst>
                    <a:ext uri="{FF2B5EF4-FFF2-40B4-BE49-F238E27FC236}">
                      <a16:creationId xmlns:a16="http://schemas.microsoft.com/office/drawing/2014/main" id="{639E2574-CBC3-FAFA-DEF7-385F3C79458F}"/>
                    </a:ext>
                  </a:extLst>
                </p:cNvPr>
                <p:cNvSpPr txBox="1"/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200" name="文字方塊 68">
                  <a:extLst>
                    <a:ext uri="{FF2B5EF4-FFF2-40B4-BE49-F238E27FC236}">
                      <a16:creationId xmlns:a16="http://schemas.microsoft.com/office/drawing/2014/main" id="{639E2574-CBC3-FAFA-DEF7-385F3C7945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02" name="文字方塊 57">
                <a:extLst>
                  <a:ext uri="{FF2B5EF4-FFF2-40B4-BE49-F238E27FC236}">
                    <a16:creationId xmlns:a16="http://schemas.microsoft.com/office/drawing/2014/main" id="{44350FC6-6CE5-AB12-F27E-FB9C37378106}"/>
                  </a:ext>
                </a:extLst>
              </p:cNvPr>
              <p:cNvSpPr txBox="1"/>
              <p:nvPr/>
            </p:nvSpPr>
            <p:spPr>
              <a:xfrm>
                <a:off x="4383362" y="598305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02" name="文字方塊 57">
                <a:extLst>
                  <a:ext uri="{FF2B5EF4-FFF2-40B4-BE49-F238E27FC236}">
                    <a16:creationId xmlns:a16="http://schemas.microsoft.com/office/drawing/2014/main" id="{44350FC6-6CE5-AB12-F27E-FB9C373781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3362" y="5983054"/>
                <a:ext cx="295688" cy="400110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3" name="文字方塊 56">
            <a:extLst>
              <a:ext uri="{FF2B5EF4-FFF2-40B4-BE49-F238E27FC236}">
                <a16:creationId xmlns:a16="http://schemas.microsoft.com/office/drawing/2014/main" id="{0EA0BD49-EE5E-3D70-7DEE-7A68725E0ABA}"/>
              </a:ext>
            </a:extLst>
          </p:cNvPr>
          <p:cNvSpPr txBox="1"/>
          <p:nvPr/>
        </p:nvSpPr>
        <p:spPr>
          <a:xfrm>
            <a:off x="4679050" y="6022811"/>
            <a:ext cx="9586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13.5</a:t>
            </a:r>
            <a:endParaRPr lang="en-HK" altLang="zh-HK" sz="2000" b="1">
              <a:ln>
                <a:solidFill>
                  <a:schemeClr val="tx1"/>
                </a:solidFill>
              </a:ln>
              <a:solidFill>
                <a:srgbClr val="FFFF0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6" name="文字方塊 64">
                <a:extLst>
                  <a:ext uri="{FF2B5EF4-FFF2-40B4-BE49-F238E27FC236}">
                    <a16:creationId xmlns:a16="http://schemas.microsoft.com/office/drawing/2014/main" id="{323649E0-DC50-2234-4C47-57A72DA2B7CA}"/>
                  </a:ext>
                </a:extLst>
              </p:cNvPr>
              <p:cNvSpPr txBox="1"/>
              <p:nvPr/>
            </p:nvSpPr>
            <p:spPr>
              <a:xfrm>
                <a:off x="5329730" y="602122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06" name="文字方塊 64">
                <a:extLst>
                  <a:ext uri="{FF2B5EF4-FFF2-40B4-BE49-F238E27FC236}">
                    <a16:creationId xmlns:a16="http://schemas.microsoft.com/office/drawing/2014/main" id="{323649E0-DC50-2234-4C47-57A72DA2B7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9730" y="6021229"/>
                <a:ext cx="295688" cy="400110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7" name="群組 65">
            <a:extLst>
              <a:ext uri="{FF2B5EF4-FFF2-40B4-BE49-F238E27FC236}">
                <a16:creationId xmlns:a16="http://schemas.microsoft.com/office/drawing/2014/main" id="{D91FAD9A-38BD-296C-1CDF-2CA34FAD87A1}"/>
              </a:ext>
            </a:extLst>
          </p:cNvPr>
          <p:cNvGrpSpPr/>
          <p:nvPr/>
        </p:nvGrpSpPr>
        <p:grpSpPr>
          <a:xfrm>
            <a:off x="5569243" y="6012328"/>
            <a:ext cx="1169153" cy="409011"/>
            <a:chOff x="1498603" y="1408278"/>
            <a:chExt cx="1169153" cy="409011"/>
          </a:xfrm>
        </p:grpSpPr>
        <p:sp>
          <p:nvSpPr>
            <p:cNvPr id="208" name="文字方塊 66">
              <a:extLst>
                <a:ext uri="{FF2B5EF4-FFF2-40B4-BE49-F238E27FC236}">
                  <a16:creationId xmlns:a16="http://schemas.microsoft.com/office/drawing/2014/main" id="{F397A8E3-9D2D-A77A-73C9-B163D6558B03}"/>
                </a:ext>
              </a:extLst>
            </p:cNvPr>
            <p:cNvSpPr txBox="1"/>
            <p:nvPr/>
          </p:nvSpPr>
          <p:spPr>
            <a:xfrm>
              <a:off x="1498603" y="1417179"/>
              <a:ext cx="45717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000" b="1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209" name="文字方塊 67">
              <a:extLst>
                <a:ext uri="{FF2B5EF4-FFF2-40B4-BE49-F238E27FC236}">
                  <a16:creationId xmlns:a16="http://schemas.microsoft.com/office/drawing/2014/main" id="{217E4BB8-A45A-F0D7-8FF6-E37F8447385F}"/>
                </a:ext>
              </a:extLst>
            </p:cNvPr>
            <p:cNvSpPr txBox="1"/>
            <p:nvPr/>
          </p:nvSpPr>
          <p:spPr>
            <a:xfrm>
              <a:off x="2008473" y="1417179"/>
              <a:ext cx="65928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chemeClr val="accent5">
                      <a:lumMod val="60000"/>
                      <a:lumOff val="40000"/>
                    </a:schemeClr>
                  </a:solidFill>
                  <a:latin typeface="Lucida Handwriting" panose="03010101010101010101" pitchFamily="66" charset="0"/>
                </a:rPr>
                <a:t>5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%</a:t>
              </a:r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0" name="文字方塊 68">
                  <a:extLst>
                    <a:ext uri="{FF2B5EF4-FFF2-40B4-BE49-F238E27FC236}">
                      <a16:creationId xmlns:a16="http://schemas.microsoft.com/office/drawing/2014/main" id="{1563E6F5-72E0-B0E5-A4E5-36143566C05B}"/>
                    </a:ext>
                  </a:extLst>
                </p:cNvPr>
                <p:cNvSpPr txBox="1"/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210" name="文字方塊 68">
                  <a:extLst>
                    <a:ext uri="{FF2B5EF4-FFF2-40B4-BE49-F238E27FC236}">
                      <a16:creationId xmlns:a16="http://schemas.microsoft.com/office/drawing/2014/main" id="{1563E6F5-72E0-B0E5-A4E5-36143566C0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blipFill>
                  <a:blip r:embed="rId3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11" name="文字方塊 83">
                <a:extLst>
                  <a:ext uri="{FF2B5EF4-FFF2-40B4-BE49-F238E27FC236}">
                    <a16:creationId xmlns:a16="http://schemas.microsoft.com/office/drawing/2014/main" id="{0589BCD0-9D0F-8512-87BA-1BF6651A11D9}"/>
                  </a:ext>
                </a:extLst>
              </p:cNvPr>
              <p:cNvSpPr txBox="1"/>
              <p:nvPr/>
            </p:nvSpPr>
            <p:spPr>
              <a:xfrm>
                <a:off x="516758" y="642183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11" name="文字方塊 83">
                <a:extLst>
                  <a:ext uri="{FF2B5EF4-FFF2-40B4-BE49-F238E27FC236}">
                    <a16:creationId xmlns:a16="http://schemas.microsoft.com/office/drawing/2014/main" id="{0589BCD0-9D0F-8512-87BA-1BF6651A11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758" y="6421836"/>
                <a:ext cx="295688" cy="400110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2" name="群組 87">
            <a:extLst>
              <a:ext uri="{FF2B5EF4-FFF2-40B4-BE49-F238E27FC236}">
                <a16:creationId xmlns:a16="http://schemas.microsoft.com/office/drawing/2014/main" id="{7E1048B5-7BE8-A0AC-1323-25E8B876A3F0}"/>
              </a:ext>
            </a:extLst>
          </p:cNvPr>
          <p:cNvGrpSpPr/>
          <p:nvPr/>
        </p:nvGrpSpPr>
        <p:grpSpPr>
          <a:xfrm>
            <a:off x="823004" y="6437359"/>
            <a:ext cx="1840031" cy="400110"/>
            <a:chOff x="2250648" y="4946123"/>
            <a:chExt cx="1840031" cy="400110"/>
          </a:xfrm>
        </p:grpSpPr>
        <p:sp>
          <p:nvSpPr>
            <p:cNvPr id="213" name="文字方塊 84">
              <a:extLst>
                <a:ext uri="{FF2B5EF4-FFF2-40B4-BE49-F238E27FC236}">
                  <a16:creationId xmlns:a16="http://schemas.microsoft.com/office/drawing/2014/main" id="{BF9DB6A4-C95D-6F5F-9549-EEB9A505F53A}"/>
                </a:ext>
              </a:extLst>
            </p:cNvPr>
            <p:cNvSpPr txBox="1"/>
            <p:nvPr/>
          </p:nvSpPr>
          <p:spPr>
            <a:xfrm>
              <a:off x="2250648" y="4946123"/>
              <a:ext cx="145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00B050"/>
                  </a:solidFill>
                  <a:latin typeface="Lucida Handwriting" panose="03010101010101010101" pitchFamily="66" charset="0"/>
                </a:rPr>
                <a:t>2.625</a:t>
              </a:r>
              <a:endParaRPr lang="en-HK" altLang="zh-HK" sz="2000" b="1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214" name="TextBox 15">
              <a:extLst>
                <a:ext uri="{FF2B5EF4-FFF2-40B4-BE49-F238E27FC236}">
                  <a16:creationId xmlns:a16="http://schemas.microsoft.com/office/drawing/2014/main" id="{95D58713-C67C-2E41-6D74-D48D2887A687}"/>
                </a:ext>
              </a:extLst>
            </p:cNvPr>
            <p:cNvSpPr txBox="1"/>
            <p:nvPr/>
          </p:nvSpPr>
          <p:spPr>
            <a:xfrm>
              <a:off x="3119894" y="4946123"/>
              <a:ext cx="97078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HK" sz="2000" b="1">
                  <a:ln>
                    <a:solidFill>
                      <a:schemeClr val="tx1"/>
                    </a:solidFill>
                  </a:ln>
                  <a:solidFill>
                    <a:srgbClr val="00B050"/>
                  </a:solidFill>
                  <a:latin typeface="Lucida Calligraphy" panose="03010101010101010101" pitchFamily="66" charset="0"/>
                </a:rPr>
                <a:t>hours</a:t>
              </a:r>
              <a:endParaRPr lang="zh-TW" altLang="en-US" sz="2000" b="1">
                <a:solidFill>
                  <a:srgbClr val="00B050"/>
                </a:solidFill>
                <a:latin typeface="Lucida Handwriting" panose="03010101010101010101" pitchFamily="66" charset="0"/>
              </a:endParaRPr>
            </a:p>
          </p:txBody>
        </p:sp>
      </p:grpSp>
      <p:sp>
        <p:nvSpPr>
          <p:cNvPr id="215" name="文字方塊 5">
            <a:extLst>
              <a:ext uri="{FF2B5EF4-FFF2-40B4-BE49-F238E27FC236}">
                <a16:creationId xmlns:a16="http://schemas.microsoft.com/office/drawing/2014/main" id="{301E97C2-2C8B-EB9E-CAD5-269217C781D2}"/>
              </a:ext>
            </a:extLst>
          </p:cNvPr>
          <p:cNvSpPr txBox="1"/>
          <p:nvPr/>
        </p:nvSpPr>
        <p:spPr>
          <a:xfrm>
            <a:off x="6965252" y="3056863"/>
            <a:ext cx="14150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Lucida Calligraphy" panose="03010101010101010101" pitchFamily="66" charset="0"/>
              </a:rPr>
              <a:t>% </a:t>
            </a:r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Lucida Calligraphy" panose="03010101010101010101" pitchFamily="66" charset="0"/>
              </a:rPr>
              <a:t>change</a:t>
            </a:r>
            <a:endParaRPr lang="en-HK" sz="2000" b="1">
              <a:ln>
                <a:solidFill>
                  <a:schemeClr val="tx1"/>
                </a:solidFill>
              </a:ln>
              <a:solidFill>
                <a:schemeClr val="accent2">
                  <a:lumMod val="40000"/>
                  <a:lumOff val="60000"/>
                </a:schemeClr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6" name="文字方塊 83">
                <a:extLst>
                  <a:ext uri="{FF2B5EF4-FFF2-40B4-BE49-F238E27FC236}">
                    <a16:creationId xmlns:a16="http://schemas.microsoft.com/office/drawing/2014/main" id="{C797A28F-C0AC-720A-DEB6-762659505946}"/>
                  </a:ext>
                </a:extLst>
              </p:cNvPr>
              <p:cNvSpPr txBox="1"/>
              <p:nvPr/>
            </p:nvSpPr>
            <p:spPr>
              <a:xfrm>
                <a:off x="8367942" y="306576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16" name="文字方塊 83">
                <a:extLst>
                  <a:ext uri="{FF2B5EF4-FFF2-40B4-BE49-F238E27FC236}">
                    <a16:creationId xmlns:a16="http://schemas.microsoft.com/office/drawing/2014/main" id="{C797A28F-C0AC-720A-DEB6-7626595059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7942" y="3065764"/>
                <a:ext cx="295688" cy="400110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7" name="群組 74">
            <a:extLst>
              <a:ext uri="{FF2B5EF4-FFF2-40B4-BE49-F238E27FC236}">
                <a16:creationId xmlns:a16="http://schemas.microsoft.com/office/drawing/2014/main" id="{E1236C11-1EB1-F20C-513B-E297FA39DCD2}"/>
              </a:ext>
            </a:extLst>
          </p:cNvPr>
          <p:cNvGrpSpPr/>
          <p:nvPr/>
        </p:nvGrpSpPr>
        <p:grpSpPr>
          <a:xfrm>
            <a:off x="8786466" y="2894743"/>
            <a:ext cx="2710910" cy="800220"/>
            <a:chOff x="2896106" y="4671588"/>
            <a:chExt cx="2710910" cy="800220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8" name="文字方塊 75">
                  <a:extLst>
                    <a:ext uri="{FF2B5EF4-FFF2-40B4-BE49-F238E27FC236}">
                      <a16:creationId xmlns:a16="http://schemas.microsoft.com/office/drawing/2014/main" id="{2DBA12F1-55C1-345E-E6BC-99387D71218C}"/>
                    </a:ext>
                  </a:extLst>
                </p:cNvPr>
                <p:cNvSpPr txBox="1"/>
                <p:nvPr/>
              </p:nvSpPr>
              <p:spPr>
                <a:xfrm>
                  <a:off x="2896106" y="4671588"/>
                  <a:ext cx="271091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HK" altLang="zh-HK" sz="2000" b="1">
                      <a:ln>
                        <a:solidFill>
                          <a:schemeClr val="tx1"/>
                        </a:solidFill>
                      </a:ln>
                      <a:solidFill>
                        <a:srgbClr val="00B050"/>
                      </a:solidFill>
                      <a:latin typeface="Lucida Handwriting" panose="03010101010101010101" pitchFamily="66" charset="0"/>
                    </a:rPr>
                    <a:t>2.625</a:t>
                  </a:r>
                  <a:r>
                    <a:rPr lang="en-HK" sz="2000" b="1">
                      <a:ln>
                        <a:solidFill>
                          <a:schemeClr val="tx1"/>
                        </a:solidFill>
                      </a:ln>
                      <a:latin typeface="Lucida Handwriting" panose="03010101010101010101" pitchFamily="66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a14:m>
                  <a:r>
                    <a:rPr lang="en-HK" sz="2000" b="1">
                      <a:ln>
                        <a:solidFill>
                          <a:schemeClr val="tx1"/>
                        </a:solidFill>
                      </a:ln>
                      <a:solidFill>
                        <a:schemeClr val="tx1"/>
                      </a:solidFill>
                      <a:latin typeface="Lucida Calligraphy" panose="03010101010101010101" pitchFamily="66" charset="0"/>
                    </a:rPr>
                    <a:t> </a:t>
                  </a:r>
                  <a:r>
                    <a:rPr lang="en-HK" altLang="zh-HK" sz="2000" b="1">
                      <a:ln>
                        <a:solidFill>
                          <a:schemeClr val="tx1"/>
                        </a:solidFill>
                      </a:ln>
                      <a:solidFill>
                        <a:srgbClr val="0070C0"/>
                      </a:solidFill>
                      <a:latin typeface="Lucida Handwriting" panose="03010101010101010101" pitchFamily="66" charset="0"/>
                    </a:rPr>
                    <a:t>1.5</a:t>
                  </a:r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218" name="文字方塊 75">
                  <a:extLst>
                    <a:ext uri="{FF2B5EF4-FFF2-40B4-BE49-F238E27FC236}">
                      <a16:creationId xmlns:a16="http://schemas.microsoft.com/office/drawing/2014/main" id="{2DBA12F1-55C1-345E-E6BC-99387D7121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96106" y="4671588"/>
                  <a:ext cx="2710910" cy="400110"/>
                </a:xfrm>
                <a:prstGeom prst="rect">
                  <a:avLst/>
                </a:prstGeom>
                <a:blipFill>
                  <a:blip r:embed="rId3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19" name="群組 76">
              <a:extLst>
                <a:ext uri="{FF2B5EF4-FFF2-40B4-BE49-F238E27FC236}">
                  <a16:creationId xmlns:a16="http://schemas.microsoft.com/office/drawing/2014/main" id="{C4ED9B4C-DB1E-FF1D-4BE0-46E0A574166C}"/>
                </a:ext>
              </a:extLst>
            </p:cNvPr>
            <p:cNvGrpSpPr/>
            <p:nvPr/>
          </p:nvGrpSpPr>
          <p:grpSpPr>
            <a:xfrm>
              <a:off x="2967650" y="5016415"/>
              <a:ext cx="1652528" cy="455393"/>
              <a:chOff x="2967650" y="5016415"/>
              <a:chExt cx="1652528" cy="455393"/>
            </a:xfrm>
          </p:grpSpPr>
          <p:cxnSp>
            <p:nvCxnSpPr>
              <p:cNvPr id="220" name="直線接點 77">
                <a:extLst>
                  <a:ext uri="{FF2B5EF4-FFF2-40B4-BE49-F238E27FC236}">
                    <a16:creationId xmlns:a16="http://schemas.microsoft.com/office/drawing/2014/main" id="{7B449A10-542F-EB47-AC69-9E4DCF3AD7C3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2967650" y="5016415"/>
                <a:ext cx="1652528" cy="0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221" name="文字方塊 78">
                <a:extLst>
                  <a:ext uri="{FF2B5EF4-FFF2-40B4-BE49-F238E27FC236}">
                    <a16:creationId xmlns:a16="http://schemas.microsoft.com/office/drawing/2014/main" id="{833EFE93-701C-B1FE-BC50-A98D9D604066}"/>
                  </a:ext>
                </a:extLst>
              </p:cNvPr>
              <p:cNvSpPr txBox="1"/>
              <p:nvPr/>
            </p:nvSpPr>
            <p:spPr>
              <a:xfrm>
                <a:off x="3472800" y="5071698"/>
                <a:ext cx="61587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0070C0"/>
                    </a:solidFill>
                    <a:latin typeface="Lucida Handwriting" panose="03010101010101010101" pitchFamily="66" charset="0"/>
                  </a:rPr>
                  <a:t>1.5</a:t>
                </a:r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22" name="文字方塊 74">
                <a:extLst>
                  <a:ext uri="{FF2B5EF4-FFF2-40B4-BE49-F238E27FC236}">
                    <a16:creationId xmlns:a16="http://schemas.microsoft.com/office/drawing/2014/main" id="{C5D53F78-BE37-7A4E-D8E8-23834DEFA5B8}"/>
                  </a:ext>
                </a:extLst>
              </p:cNvPr>
              <p:cNvSpPr txBox="1"/>
              <p:nvPr/>
            </p:nvSpPr>
            <p:spPr>
              <a:xfrm>
                <a:off x="10497340" y="303951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22" name="文字方塊 74">
                <a:extLst>
                  <a:ext uri="{FF2B5EF4-FFF2-40B4-BE49-F238E27FC236}">
                    <a16:creationId xmlns:a16="http://schemas.microsoft.com/office/drawing/2014/main" id="{C5D53F78-BE37-7A4E-D8E8-23834DEFA5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97340" y="3039515"/>
                <a:ext cx="295688" cy="400110"/>
              </a:xfrm>
              <a:prstGeom prst="rect">
                <a:avLst/>
              </a:prstGeom>
              <a:blipFill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3" name="文字方塊 60">
            <a:extLst>
              <a:ext uri="{FF2B5EF4-FFF2-40B4-BE49-F238E27FC236}">
                <a16:creationId xmlns:a16="http://schemas.microsoft.com/office/drawing/2014/main" id="{3B5F9A81-8972-97D1-0E08-AB0F88B77B95}"/>
              </a:ext>
            </a:extLst>
          </p:cNvPr>
          <p:cNvSpPr txBox="1"/>
          <p:nvPr/>
        </p:nvSpPr>
        <p:spPr>
          <a:xfrm>
            <a:off x="10776141" y="3039515"/>
            <a:ext cx="958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100</a:t>
            </a:r>
            <a:r>
              <a:rPr lang="en-HK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%</a:t>
            </a:r>
            <a:endParaRPr lang="en-HK" sz="20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4" name="文字方塊 83">
                <a:extLst>
                  <a:ext uri="{FF2B5EF4-FFF2-40B4-BE49-F238E27FC236}">
                    <a16:creationId xmlns:a16="http://schemas.microsoft.com/office/drawing/2014/main" id="{DC5F1715-7B8B-E35F-032A-D5C698D37528}"/>
                  </a:ext>
                </a:extLst>
              </p:cNvPr>
              <p:cNvSpPr txBox="1"/>
              <p:nvPr/>
            </p:nvSpPr>
            <p:spPr>
              <a:xfrm>
                <a:off x="8394442" y="370353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24" name="文字方塊 83">
                <a:extLst>
                  <a:ext uri="{FF2B5EF4-FFF2-40B4-BE49-F238E27FC236}">
                    <a16:creationId xmlns:a16="http://schemas.microsoft.com/office/drawing/2014/main" id="{DC5F1715-7B8B-E35F-032A-D5C698D375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4442" y="3703534"/>
                <a:ext cx="295688" cy="400110"/>
              </a:xfrm>
              <a:prstGeom prst="rect">
                <a:avLst/>
              </a:prstGeom>
              <a:blipFill>
                <a:blip r:embed="rId4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5" name="文字方塊 60">
            <a:extLst>
              <a:ext uri="{FF2B5EF4-FFF2-40B4-BE49-F238E27FC236}">
                <a16:creationId xmlns:a16="http://schemas.microsoft.com/office/drawing/2014/main" id="{146FCEF8-26DB-F87A-B6E1-313D7C99B27F}"/>
              </a:ext>
            </a:extLst>
          </p:cNvPr>
          <p:cNvSpPr txBox="1"/>
          <p:nvPr/>
        </p:nvSpPr>
        <p:spPr>
          <a:xfrm>
            <a:off x="8762828" y="3703534"/>
            <a:ext cx="8554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Lucida Handwriting" panose="03010101010101010101" pitchFamily="66" charset="0"/>
              </a:rPr>
              <a:t>75</a:t>
            </a:r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Lucida Calligraphy" panose="03010101010101010101" pitchFamily="66" charset="0"/>
              </a:rPr>
              <a:t>%</a:t>
            </a:r>
            <a:endParaRPr lang="en-HK" sz="2000" b="1">
              <a:ln>
                <a:solidFill>
                  <a:schemeClr val="tx1"/>
                </a:solidFill>
              </a:ln>
              <a:solidFill>
                <a:schemeClr val="accent2">
                  <a:lumMod val="40000"/>
                  <a:lumOff val="60000"/>
                </a:schemeClr>
              </a:solidFill>
              <a:latin typeface="Lucida Calligraphy" panose="03010101010101010101" pitchFamily="66" charset="0"/>
            </a:endParaRPr>
          </a:p>
        </p:txBody>
      </p:sp>
      <p:sp>
        <p:nvSpPr>
          <p:cNvPr id="227" name="文字方塊 5">
            <a:extLst>
              <a:ext uri="{FF2B5EF4-FFF2-40B4-BE49-F238E27FC236}">
                <a16:creationId xmlns:a16="http://schemas.microsoft.com/office/drawing/2014/main" id="{0F143275-04A4-4C23-1633-CE43D4E83E15}"/>
              </a:ext>
            </a:extLst>
          </p:cNvPr>
          <p:cNvSpPr txBox="1"/>
          <p:nvPr/>
        </p:nvSpPr>
        <p:spPr>
          <a:xfrm>
            <a:off x="6186791" y="4246543"/>
            <a:ext cx="8782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 (</a:t>
            </a:r>
            <a:r>
              <a:rPr lang="en-HK" sz="2000" b="1" err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bii</a:t>
            </a:r>
            <a:r>
              <a: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)</a:t>
            </a:r>
            <a:endParaRPr lang="en-HK" sz="2000" b="1">
              <a:ln>
                <a:solidFill>
                  <a:schemeClr val="tx1"/>
                </a:solidFill>
              </a:ln>
              <a:latin typeface="Lucida Handwriting" panose="03010101010101010101" pitchFamily="66" charset="0"/>
            </a:endParaRPr>
          </a:p>
        </p:txBody>
      </p:sp>
      <p:sp>
        <p:nvSpPr>
          <p:cNvPr id="228" name="文字方塊 5">
            <a:extLst>
              <a:ext uri="{FF2B5EF4-FFF2-40B4-BE49-F238E27FC236}">
                <a16:creationId xmlns:a16="http://schemas.microsoft.com/office/drawing/2014/main" id="{918AB1A5-4BC4-4376-0977-3EEACD11555C}"/>
              </a:ext>
            </a:extLst>
          </p:cNvPr>
          <p:cNvSpPr txBox="1"/>
          <p:nvPr/>
        </p:nvSpPr>
        <p:spPr>
          <a:xfrm>
            <a:off x="7028939" y="4247954"/>
            <a:ext cx="50732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Let</a:t>
            </a:r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Calligraphy" panose="03010101010101010101" pitchFamily="66" charset="0"/>
              </a:rPr>
              <a:t> </a:t>
            </a:r>
            <a:r>
              <a: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x</a:t>
            </a:r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Calligraphy" panose="03010101010101010101" pitchFamily="66" charset="0"/>
              </a:rPr>
              <a:t> </a:t>
            </a:r>
            <a:r>
              <a: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be the original rate of reading</a:t>
            </a:r>
            <a:endParaRPr lang="en-HK" sz="2000" b="1">
              <a:ln>
                <a:solidFill>
                  <a:schemeClr val="tx1"/>
                </a:solidFill>
              </a:ln>
              <a:latin typeface="Lucida Handwriting" panose="03010101010101010101" pitchFamily="66" charset="0"/>
            </a:endParaRPr>
          </a:p>
        </p:txBody>
      </p:sp>
      <p:sp>
        <p:nvSpPr>
          <p:cNvPr id="229" name="文字方塊 5">
            <a:extLst>
              <a:ext uri="{FF2B5EF4-FFF2-40B4-BE49-F238E27FC236}">
                <a16:creationId xmlns:a16="http://schemas.microsoft.com/office/drawing/2014/main" id="{706F4ED2-BCB9-380C-101C-3CD3510F73EC}"/>
              </a:ext>
            </a:extLst>
          </p:cNvPr>
          <p:cNvSpPr txBox="1"/>
          <p:nvPr/>
        </p:nvSpPr>
        <p:spPr>
          <a:xfrm>
            <a:off x="7065014" y="4719687"/>
            <a:ext cx="50732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chemeClr val="accent4">
                    <a:lumMod val="40000"/>
                    <a:lumOff val="60000"/>
                  </a:schemeClr>
                </a:solidFill>
                <a:latin typeface="Lucida Calligraphy" panose="03010101010101010101" pitchFamily="66" charset="0"/>
              </a:rPr>
              <a:t>%</a:t>
            </a:r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chemeClr val="accent1">
                    <a:lumMod val="40000"/>
                    <a:lumOff val="60000"/>
                  </a:schemeClr>
                </a:solidFill>
                <a:latin typeface="Lucida Calligraphy" panose="03010101010101010101" pitchFamily="66" charset="0"/>
              </a:rPr>
              <a:t> </a:t>
            </a:r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chemeClr val="accent4">
                    <a:lumMod val="40000"/>
                    <a:lumOff val="60000"/>
                  </a:schemeClr>
                </a:solidFill>
                <a:latin typeface="Lucida Calligraphy" panose="03010101010101010101" pitchFamily="66" charset="0"/>
              </a:rPr>
              <a:t>increase in the amount of reading materials she can read</a:t>
            </a:r>
            <a:endParaRPr lang="en-HK" sz="2000" b="1">
              <a:ln>
                <a:solidFill>
                  <a:schemeClr val="tx1"/>
                </a:solidFill>
              </a:ln>
              <a:solidFill>
                <a:schemeClr val="accent4">
                  <a:lumMod val="40000"/>
                  <a:lumOff val="60000"/>
                </a:schemeClr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0" name="文字方塊 83">
                <a:extLst>
                  <a:ext uri="{FF2B5EF4-FFF2-40B4-BE49-F238E27FC236}">
                    <a16:creationId xmlns:a16="http://schemas.microsoft.com/office/drawing/2014/main" id="{3A9769D5-A597-0CBA-0C8A-2A93FD5BB330}"/>
                  </a:ext>
                </a:extLst>
              </p:cNvPr>
              <p:cNvSpPr txBox="1"/>
              <p:nvPr/>
            </p:nvSpPr>
            <p:spPr>
              <a:xfrm>
                <a:off x="7140863" y="582105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30" name="文字方塊 83">
                <a:extLst>
                  <a:ext uri="{FF2B5EF4-FFF2-40B4-BE49-F238E27FC236}">
                    <a16:creationId xmlns:a16="http://schemas.microsoft.com/office/drawing/2014/main" id="{3A9769D5-A597-0CBA-0C8A-2A93FD5BB3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0863" y="5821056"/>
                <a:ext cx="295688" cy="400110"/>
              </a:xfrm>
              <a:prstGeom prst="rect">
                <a:avLst/>
              </a:prstGeom>
              <a:blipFill>
                <a:blip r:embed="rId4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3" name="文字方塊 75">
            <a:extLst>
              <a:ext uri="{FF2B5EF4-FFF2-40B4-BE49-F238E27FC236}">
                <a16:creationId xmlns:a16="http://schemas.microsoft.com/office/drawing/2014/main" id="{169ED6F6-5076-F62B-514C-566B5A19AA4A}"/>
              </a:ext>
            </a:extLst>
          </p:cNvPr>
          <p:cNvSpPr txBox="1"/>
          <p:nvPr/>
        </p:nvSpPr>
        <p:spPr>
          <a:xfrm>
            <a:off x="7521189" y="5685746"/>
            <a:ext cx="12274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latin typeface="Lucida Handwriting" panose="03010101010101010101" pitchFamily="66" charset="0"/>
              </a:rPr>
              <a:t>2.625</a:t>
            </a:r>
            <a:endParaRPr lang="en-HK" altLang="zh-HK" sz="2000" b="1">
              <a:ln>
                <a:solidFill>
                  <a:schemeClr val="tx1"/>
                </a:solidFill>
              </a:ln>
              <a:solidFill>
                <a:srgbClr val="0070C0"/>
              </a:solidFill>
              <a:latin typeface="Lucida Calligraphy" panose="03010101010101010101" pitchFamily="66" charset="0"/>
            </a:endParaRPr>
          </a:p>
        </p:txBody>
      </p:sp>
      <p:cxnSp>
        <p:nvCxnSpPr>
          <p:cNvPr id="235" name="直線接點 77">
            <a:extLst>
              <a:ext uri="{FF2B5EF4-FFF2-40B4-BE49-F238E27FC236}">
                <a16:creationId xmlns:a16="http://schemas.microsoft.com/office/drawing/2014/main" id="{EE8051F2-F2DC-0D71-27DB-9688D4861DBC}"/>
              </a:ext>
            </a:extLst>
          </p:cNvPr>
          <p:cNvCxnSpPr>
            <a:cxnSpLocks/>
          </p:cNvCxnSpPr>
          <p:nvPr/>
        </p:nvCxnSpPr>
        <p:spPr bwMode="auto">
          <a:xfrm>
            <a:off x="7689026" y="6030012"/>
            <a:ext cx="3187073" cy="0"/>
          </a:xfrm>
          <a:prstGeom prst="line">
            <a:avLst/>
          </a:prstGeom>
          <a:solidFill>
            <a:srgbClr val="C0C0C0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37" name="文字方塊 74">
                <a:extLst>
                  <a:ext uri="{FF2B5EF4-FFF2-40B4-BE49-F238E27FC236}">
                    <a16:creationId xmlns:a16="http://schemas.microsoft.com/office/drawing/2014/main" id="{84A81346-3C27-ECD1-9DBA-2AB39D088762}"/>
                  </a:ext>
                </a:extLst>
              </p:cNvPr>
              <p:cNvSpPr txBox="1"/>
              <p:nvPr/>
            </p:nvSpPr>
            <p:spPr>
              <a:xfrm>
                <a:off x="10959362" y="578299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37" name="文字方塊 74">
                <a:extLst>
                  <a:ext uri="{FF2B5EF4-FFF2-40B4-BE49-F238E27FC236}">
                    <a16:creationId xmlns:a16="http://schemas.microsoft.com/office/drawing/2014/main" id="{84A81346-3C27-ECD1-9DBA-2AB39D0887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59362" y="5782999"/>
                <a:ext cx="295688" cy="400110"/>
              </a:xfrm>
              <a:prstGeom prst="rect">
                <a:avLst/>
              </a:prstGeom>
              <a:blipFill>
                <a:blip r:embed="rId4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8" name="文字方塊 60">
            <a:extLst>
              <a:ext uri="{FF2B5EF4-FFF2-40B4-BE49-F238E27FC236}">
                <a16:creationId xmlns:a16="http://schemas.microsoft.com/office/drawing/2014/main" id="{B39EB1F6-DC00-ECBF-4DBF-2AA5C131EDA2}"/>
              </a:ext>
            </a:extLst>
          </p:cNvPr>
          <p:cNvSpPr txBox="1"/>
          <p:nvPr/>
        </p:nvSpPr>
        <p:spPr>
          <a:xfrm>
            <a:off x="11238163" y="5815742"/>
            <a:ext cx="958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100</a:t>
            </a:r>
            <a:r>
              <a:rPr lang="en-HK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%</a:t>
            </a:r>
            <a:endParaRPr lang="en-HK" sz="20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9" name="文字方塊 83">
                <a:extLst>
                  <a:ext uri="{FF2B5EF4-FFF2-40B4-BE49-F238E27FC236}">
                    <a16:creationId xmlns:a16="http://schemas.microsoft.com/office/drawing/2014/main" id="{1967247F-2280-A352-00AC-5677562B565D}"/>
                  </a:ext>
                </a:extLst>
              </p:cNvPr>
              <p:cNvSpPr txBox="1"/>
              <p:nvPr/>
            </p:nvSpPr>
            <p:spPr>
              <a:xfrm>
                <a:off x="7152997" y="633205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39" name="文字方塊 83">
                <a:extLst>
                  <a:ext uri="{FF2B5EF4-FFF2-40B4-BE49-F238E27FC236}">
                    <a16:creationId xmlns:a16="http://schemas.microsoft.com/office/drawing/2014/main" id="{1967247F-2280-A352-00AC-5677562B56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2997" y="6332058"/>
                <a:ext cx="295688" cy="400110"/>
              </a:xfrm>
              <a:prstGeom prst="rect">
                <a:avLst/>
              </a:prstGeom>
              <a:blipFill>
                <a:blip r:embed="rId4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0" name="文字方塊 60">
            <a:extLst>
              <a:ext uri="{FF2B5EF4-FFF2-40B4-BE49-F238E27FC236}">
                <a16:creationId xmlns:a16="http://schemas.microsoft.com/office/drawing/2014/main" id="{AF00A627-EBE4-6C84-59D9-04FBE52F1161}"/>
              </a:ext>
            </a:extLst>
          </p:cNvPr>
          <p:cNvSpPr txBox="1"/>
          <p:nvPr/>
        </p:nvSpPr>
        <p:spPr>
          <a:xfrm>
            <a:off x="7521383" y="6332058"/>
            <a:ext cx="8556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chemeClr val="accent4">
                    <a:lumMod val="40000"/>
                    <a:lumOff val="60000"/>
                  </a:schemeClr>
                </a:solidFill>
                <a:latin typeface="Lucida Handwriting" panose="03010101010101010101" pitchFamily="66" charset="0"/>
              </a:rPr>
              <a:t>82</a:t>
            </a:r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chemeClr val="accent4">
                    <a:lumMod val="40000"/>
                    <a:lumOff val="60000"/>
                  </a:schemeClr>
                </a:solidFill>
                <a:latin typeface="Lucida Calligraphy" panose="03010101010101010101" pitchFamily="66" charset="0"/>
              </a:rPr>
              <a:t>%</a:t>
            </a:r>
            <a:endParaRPr lang="en-HK" sz="2000" b="1">
              <a:ln>
                <a:solidFill>
                  <a:schemeClr val="tx1"/>
                </a:solidFill>
              </a:ln>
              <a:solidFill>
                <a:schemeClr val="accent4">
                  <a:lumMod val="40000"/>
                  <a:lumOff val="60000"/>
                </a:schemeClr>
              </a:solidFill>
              <a:latin typeface="Lucida Calligraphy" panose="03010101010101010101" pitchFamily="66" charset="0"/>
            </a:endParaRPr>
          </a:p>
        </p:txBody>
      </p:sp>
      <p:sp>
        <p:nvSpPr>
          <p:cNvPr id="242" name="TextBox 241">
            <a:extLst>
              <a:ext uri="{FF2B5EF4-FFF2-40B4-BE49-F238E27FC236}">
                <a16:creationId xmlns:a16="http://schemas.microsoft.com/office/drawing/2014/main" id="{27AB5A51-595C-8D73-D15F-DA7F46FAD8D3}"/>
              </a:ext>
            </a:extLst>
          </p:cNvPr>
          <p:cNvSpPr txBox="1"/>
          <p:nvPr/>
        </p:nvSpPr>
        <p:spPr>
          <a:xfrm>
            <a:off x="10104259" y="5673775"/>
            <a:ext cx="85510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0070C0"/>
                </a:solidFill>
                <a:latin typeface="Lucida Handwriting" panose="03010101010101010101" pitchFamily="66" charset="0"/>
              </a:rPr>
              <a:t>1.5</a:t>
            </a:r>
            <a:r>
              <a: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x</a:t>
            </a:r>
            <a:endParaRPr lang="en-US" sz="20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3" name="文字方塊 64">
                <a:extLst>
                  <a:ext uri="{FF2B5EF4-FFF2-40B4-BE49-F238E27FC236}">
                    <a16:creationId xmlns:a16="http://schemas.microsoft.com/office/drawing/2014/main" id="{2438B50A-4EFB-82FA-0537-62B665E5BFEA}"/>
                  </a:ext>
                </a:extLst>
              </p:cNvPr>
              <p:cNvSpPr txBox="1"/>
              <p:nvPr/>
            </p:nvSpPr>
            <p:spPr>
              <a:xfrm>
                <a:off x="8350483" y="566295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43" name="文字方塊 64">
                <a:extLst>
                  <a:ext uri="{FF2B5EF4-FFF2-40B4-BE49-F238E27FC236}">
                    <a16:creationId xmlns:a16="http://schemas.microsoft.com/office/drawing/2014/main" id="{2438B50A-4EFB-82FA-0537-62B665E5BF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0483" y="5662956"/>
                <a:ext cx="295688" cy="400110"/>
              </a:xfrm>
              <a:prstGeom prst="rect">
                <a:avLst/>
              </a:prstGeom>
              <a:blipFill>
                <a:blip r:embed="rId4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4" name="群組 65">
            <a:extLst>
              <a:ext uri="{FF2B5EF4-FFF2-40B4-BE49-F238E27FC236}">
                <a16:creationId xmlns:a16="http://schemas.microsoft.com/office/drawing/2014/main" id="{29FAF126-4A9D-B09E-169D-7CAA9352E3F7}"/>
              </a:ext>
            </a:extLst>
          </p:cNvPr>
          <p:cNvGrpSpPr/>
          <p:nvPr/>
        </p:nvGrpSpPr>
        <p:grpSpPr>
          <a:xfrm>
            <a:off x="8570644" y="5653744"/>
            <a:ext cx="1185833" cy="409011"/>
            <a:chOff x="1498603" y="1408278"/>
            <a:chExt cx="1185833" cy="409011"/>
          </a:xfrm>
        </p:grpSpPr>
        <p:sp>
          <p:nvSpPr>
            <p:cNvPr id="245" name="文字方塊 66">
              <a:extLst>
                <a:ext uri="{FF2B5EF4-FFF2-40B4-BE49-F238E27FC236}">
                  <a16:creationId xmlns:a16="http://schemas.microsoft.com/office/drawing/2014/main" id="{D736CD5B-46E7-6F9A-C271-CC8C041B5343}"/>
                </a:ext>
              </a:extLst>
            </p:cNvPr>
            <p:cNvSpPr txBox="1"/>
            <p:nvPr/>
          </p:nvSpPr>
          <p:spPr>
            <a:xfrm>
              <a:off x="1498603" y="1417179"/>
              <a:ext cx="45717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000" b="1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246" name="文字方塊 67">
              <a:extLst>
                <a:ext uri="{FF2B5EF4-FFF2-40B4-BE49-F238E27FC236}">
                  <a16:creationId xmlns:a16="http://schemas.microsoft.com/office/drawing/2014/main" id="{21629642-DAB3-55C5-2105-8848FE751AE7}"/>
                </a:ext>
              </a:extLst>
            </p:cNvPr>
            <p:cNvSpPr txBox="1"/>
            <p:nvPr/>
          </p:nvSpPr>
          <p:spPr>
            <a:xfrm>
              <a:off x="2008473" y="1417179"/>
              <a:ext cx="67596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FFC000"/>
                  </a:solidFill>
                  <a:latin typeface="Lucida Handwriting" panose="03010101010101010101" pitchFamily="66" charset="0"/>
                </a:rPr>
                <a:t>4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%</a:t>
              </a:r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7" name="文字方塊 68">
                  <a:extLst>
                    <a:ext uri="{FF2B5EF4-FFF2-40B4-BE49-F238E27FC236}">
                      <a16:creationId xmlns:a16="http://schemas.microsoft.com/office/drawing/2014/main" id="{7A5E0743-CA91-FD18-B837-4706D4A4BB06}"/>
                    </a:ext>
                  </a:extLst>
                </p:cNvPr>
                <p:cNvSpPr txBox="1"/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247" name="文字方塊 68">
                  <a:extLst>
                    <a:ext uri="{FF2B5EF4-FFF2-40B4-BE49-F238E27FC236}">
                      <a16:creationId xmlns:a16="http://schemas.microsoft.com/office/drawing/2014/main" id="{7A5E0743-CA91-FD18-B837-4706D4A4BB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blipFill>
                  <a:blip r:embed="rId4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49" name="文字方塊 57">
                <a:extLst>
                  <a:ext uri="{FF2B5EF4-FFF2-40B4-BE49-F238E27FC236}">
                    <a16:creationId xmlns:a16="http://schemas.microsoft.com/office/drawing/2014/main" id="{0E162441-97DC-9B2F-8776-21C785C7498B}"/>
                  </a:ext>
                </a:extLst>
              </p:cNvPr>
              <p:cNvSpPr txBox="1"/>
              <p:nvPr/>
            </p:nvSpPr>
            <p:spPr>
              <a:xfrm>
                <a:off x="9858921" y="565517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49" name="文字方塊 57">
                <a:extLst>
                  <a:ext uri="{FF2B5EF4-FFF2-40B4-BE49-F238E27FC236}">
                    <a16:creationId xmlns:a16="http://schemas.microsoft.com/office/drawing/2014/main" id="{0E162441-97DC-9B2F-8776-21C785C749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8921" y="5655172"/>
                <a:ext cx="295688" cy="400110"/>
              </a:xfrm>
              <a:prstGeom prst="rect">
                <a:avLst/>
              </a:prstGeom>
              <a:blipFill>
                <a:blip r:embed="rId4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1" name="TextBox 250">
            <a:extLst>
              <a:ext uri="{FF2B5EF4-FFF2-40B4-BE49-F238E27FC236}">
                <a16:creationId xmlns:a16="http://schemas.microsoft.com/office/drawing/2014/main" id="{61A5AA70-A455-516F-67F4-0A5CA23BF836}"/>
              </a:ext>
            </a:extLst>
          </p:cNvPr>
          <p:cNvSpPr txBox="1"/>
          <p:nvPr/>
        </p:nvSpPr>
        <p:spPr>
          <a:xfrm>
            <a:off x="8927983" y="6064209"/>
            <a:ext cx="85510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0070C0"/>
                </a:solidFill>
                <a:latin typeface="Lucida Handwriting" panose="03010101010101010101" pitchFamily="66" charset="0"/>
              </a:rPr>
              <a:t>1.5</a:t>
            </a:r>
            <a:r>
              <a: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x</a:t>
            </a:r>
            <a:endParaRPr lang="en-US" sz="2000"/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DDF17F59-9312-BC50-0743-2D0456E87BFF}"/>
              </a:ext>
            </a:extLst>
          </p:cNvPr>
          <p:cNvSpPr txBox="1"/>
          <p:nvPr/>
        </p:nvSpPr>
        <p:spPr>
          <a:xfrm>
            <a:off x="9534081" y="5685746"/>
            <a:ext cx="4677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sz="18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x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197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4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2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7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0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5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8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1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4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9"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4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9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indefinite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4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7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indefinite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2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5"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>
                      <p:stCondLst>
                        <p:cond delay="indefinite"/>
                      </p:stCondLst>
                      <p:childTnLst>
                        <p:par>
                          <p:cTn id="237" fill="hold">
                            <p:stCondLst>
                              <p:cond delay="0"/>
                            </p:stCondLst>
                            <p:childTnLst>
                              <p:par>
                                <p:cTn id="2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0"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1" fill="hold">
                      <p:stCondLst>
                        <p:cond delay="indefinite"/>
                      </p:stCondLst>
                      <p:childTnLst>
                        <p:par>
                          <p:cTn id="242" fill="hold">
                            <p:stCondLst>
                              <p:cond delay="0"/>
                            </p:stCondLst>
                            <p:childTnLst>
                              <p:par>
                                <p:cTn id="2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5" dur="5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8"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>
                      <p:stCondLst>
                        <p:cond delay="indefinite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3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4" fill="hold">
                      <p:stCondLst>
                        <p:cond delay="indefinite"/>
                      </p:stCondLst>
                      <p:childTnLst>
                        <p:par>
                          <p:cTn id="255" fill="hold">
                            <p:stCondLst>
                              <p:cond delay="0"/>
                            </p:stCondLst>
                            <p:childTnLst>
                              <p:par>
                                <p:cTn id="2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8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1" dur="5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4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5" fill="hold">
                      <p:stCondLst>
                        <p:cond delay="indefinite"/>
                      </p:stCondLst>
                      <p:childTnLst>
                        <p:par>
                          <p:cTn id="266" fill="hold">
                            <p:stCondLst>
                              <p:cond delay="0"/>
                            </p:stCondLst>
                            <p:childTnLst>
                              <p:par>
                                <p:cTn id="2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9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2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3" fill="hold">
                      <p:stCondLst>
                        <p:cond delay="indefinite"/>
                      </p:stCondLst>
                      <p:childTnLst>
                        <p:par>
                          <p:cTn id="274" fill="hold">
                            <p:stCondLst>
                              <p:cond delay="0"/>
                            </p:stCondLst>
                            <p:childTnLst>
                              <p:par>
                                <p:cTn id="2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7" dur="5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16" grpId="0"/>
      <p:bldP spid="21" grpId="0"/>
      <p:bldP spid="31" grpId="0"/>
      <p:bldP spid="39" grpId="0"/>
      <p:bldP spid="40" grpId="0"/>
      <p:bldP spid="41" grpId="0"/>
      <p:bldP spid="42" grpId="0"/>
      <p:bldP spid="43" grpId="0"/>
      <p:bldP spid="44" grpId="0"/>
      <p:bldP spid="49" grpId="0"/>
      <p:bldP spid="52" grpId="0"/>
      <p:bldP spid="54" grpId="0"/>
      <p:bldP spid="58" grpId="0"/>
      <p:bldP spid="59" grpId="0"/>
      <p:bldP spid="60" grpId="0"/>
      <p:bldP spid="61" grpId="0"/>
      <p:bldP spid="62" grpId="0"/>
      <p:bldP spid="63" grpId="0"/>
      <p:bldP spid="194" grpId="0"/>
      <p:bldP spid="196" grpId="0"/>
      <p:bldP spid="202" grpId="0"/>
      <p:bldP spid="203" grpId="0"/>
      <p:bldP spid="206" grpId="0"/>
      <p:bldP spid="211" grpId="0"/>
      <p:bldP spid="215" grpId="0"/>
      <p:bldP spid="216" grpId="0"/>
      <p:bldP spid="222" grpId="0"/>
      <p:bldP spid="223" grpId="0"/>
      <p:bldP spid="224" grpId="0"/>
      <p:bldP spid="225" grpId="0"/>
      <p:bldP spid="227" grpId="0"/>
      <p:bldP spid="228" grpId="0"/>
      <p:bldP spid="229" grpId="0"/>
      <p:bldP spid="230" grpId="0"/>
      <p:bldP spid="233" grpId="0"/>
      <p:bldP spid="237" grpId="0"/>
      <p:bldP spid="238" grpId="0"/>
      <p:bldP spid="239" grpId="0"/>
      <p:bldP spid="240" grpId="0"/>
      <p:bldP spid="242" grpId="0"/>
      <p:bldP spid="243" grpId="0"/>
      <p:bldP spid="249" grpId="0"/>
      <p:bldP spid="251" grpId="0"/>
      <p:bldP spid="25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" name="Picture 254">
            <a:extLst>
              <a:ext uri="{FF2B5EF4-FFF2-40B4-BE49-F238E27FC236}">
                <a16:creationId xmlns:a16="http://schemas.microsoft.com/office/drawing/2014/main" id="{90EC74D9-8AA9-7A67-2199-94D938CCF7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401" y="170829"/>
            <a:ext cx="10933762" cy="178745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筆跡 3">
                <a:extLst>
                  <a:ext uri="{FF2B5EF4-FFF2-40B4-BE49-F238E27FC236}">
                    <a16:creationId xmlns:a16="http://schemas.microsoft.com/office/drawing/2014/main" id="{C0C8330F-6155-25B4-9C38-E1AF68E31B49}"/>
                  </a:ext>
                </a:extLst>
              </p14:cNvPr>
              <p14:cNvContentPartPr/>
              <p14:nvPr/>
            </p14:nvContentPartPr>
            <p14:xfrm>
              <a:off x="915983" y="885411"/>
              <a:ext cx="75707" cy="45719"/>
            </p14:xfrm>
          </p:contentPart>
        </mc:Choice>
        <mc:Fallback>
          <p:pic>
            <p:nvPicPr>
              <p:cNvPr id="4" name="筆跡 3">
                <a:extLst>
                  <a:ext uri="{FF2B5EF4-FFF2-40B4-BE49-F238E27FC236}">
                    <a16:creationId xmlns:a16="http://schemas.microsoft.com/office/drawing/2014/main" id="{C0C8330F-6155-25B4-9C38-E1AF68E31B4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62163" y="-12830289"/>
                <a:ext cx="182988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7" name="筆跡 10">
                <a:extLst>
                  <a:ext uri="{FF2B5EF4-FFF2-40B4-BE49-F238E27FC236}">
                    <a16:creationId xmlns:a16="http://schemas.microsoft.com/office/drawing/2014/main" id="{D3D162C2-930F-D4E5-F53C-A5BB54668513}"/>
                  </a:ext>
                </a:extLst>
              </p14:cNvPr>
              <p14:cNvContentPartPr/>
              <p14:nvPr/>
            </p14:nvContentPartPr>
            <p14:xfrm>
              <a:off x="5636657" y="900779"/>
              <a:ext cx="1687177" cy="45719"/>
            </p14:xfrm>
          </p:contentPart>
        </mc:Choice>
        <mc:Fallback>
          <p:pic>
            <p:nvPicPr>
              <p:cNvPr id="7" name="筆跡 10">
                <a:extLst>
                  <a:ext uri="{FF2B5EF4-FFF2-40B4-BE49-F238E27FC236}">
                    <a16:creationId xmlns:a16="http://schemas.microsoft.com/office/drawing/2014/main" id="{D3D162C2-930F-D4E5-F53C-A5BB5466851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582639" y="-12814921"/>
                <a:ext cx="1794854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8" name="筆跡 9">
                <a:extLst>
                  <a:ext uri="{FF2B5EF4-FFF2-40B4-BE49-F238E27FC236}">
                    <a16:creationId xmlns:a16="http://schemas.microsoft.com/office/drawing/2014/main" id="{D5BE9C63-D704-DE8B-EB36-223D24C12958}"/>
                  </a:ext>
                </a:extLst>
              </p14:cNvPr>
              <p14:cNvContentPartPr/>
              <p14:nvPr/>
            </p14:nvContentPartPr>
            <p14:xfrm>
              <a:off x="878130" y="1236303"/>
              <a:ext cx="1687177" cy="45719"/>
            </p14:xfrm>
          </p:contentPart>
        </mc:Choice>
        <mc:Fallback>
          <p:pic>
            <p:nvPicPr>
              <p:cNvPr id="8" name="筆跡 9">
                <a:extLst>
                  <a:ext uri="{FF2B5EF4-FFF2-40B4-BE49-F238E27FC236}">
                    <a16:creationId xmlns:a16="http://schemas.microsoft.com/office/drawing/2014/main" id="{D5BE9C63-D704-DE8B-EB36-223D24C1295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24100" y="-12479397"/>
                <a:ext cx="1794877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9" name="筆跡 9">
                <a:extLst>
                  <a:ext uri="{FF2B5EF4-FFF2-40B4-BE49-F238E27FC236}">
                    <a16:creationId xmlns:a16="http://schemas.microsoft.com/office/drawing/2014/main" id="{375C5932-8108-4535-5DF2-338792ED3137}"/>
                  </a:ext>
                </a:extLst>
              </p14:cNvPr>
              <p14:cNvContentPartPr/>
              <p14:nvPr/>
            </p14:nvContentPartPr>
            <p14:xfrm>
              <a:off x="2794057" y="1249050"/>
              <a:ext cx="7410257" cy="45719"/>
            </p14:xfrm>
          </p:contentPart>
        </mc:Choice>
        <mc:Fallback>
          <p:pic>
            <p:nvPicPr>
              <p:cNvPr id="9" name="筆跡 9">
                <a:extLst>
                  <a:ext uri="{FF2B5EF4-FFF2-40B4-BE49-F238E27FC236}">
                    <a16:creationId xmlns:a16="http://schemas.microsoft.com/office/drawing/2014/main" id="{375C5932-8108-4535-5DF2-338792ED313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740017" y="-12466650"/>
                <a:ext cx="7517976" cy="27431400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文字方塊 5">
            <a:extLst>
              <a:ext uri="{FF2B5EF4-FFF2-40B4-BE49-F238E27FC236}">
                <a16:creationId xmlns:a16="http://schemas.microsoft.com/office/drawing/2014/main" id="{A176F35D-A6D4-36B9-CA6C-73CE28BE1E46}"/>
              </a:ext>
            </a:extLst>
          </p:cNvPr>
          <p:cNvSpPr txBox="1"/>
          <p:nvPr/>
        </p:nvSpPr>
        <p:spPr>
          <a:xfrm>
            <a:off x="328195" y="1832792"/>
            <a:ext cx="6972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Let</a:t>
            </a:r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Calligraphy" panose="03010101010101010101" pitchFamily="66" charset="0"/>
              </a:rPr>
              <a:t> </a:t>
            </a:r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Calligraphy" panose="03010101010101010101" pitchFamily="66" charset="0"/>
              </a:rPr>
              <a:t>x</a:t>
            </a:r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Calligraphy" panose="03010101010101010101" pitchFamily="66" charset="0"/>
              </a:rPr>
              <a:t> </a:t>
            </a:r>
            <a:r>
              <a: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be the total number of customers last week</a:t>
            </a:r>
            <a:endParaRPr lang="en-HK" sz="2000" b="1">
              <a:ln>
                <a:solidFill>
                  <a:schemeClr val="tx1"/>
                </a:solidFill>
              </a:ln>
              <a:latin typeface="Lucida Handwriting" panose="03010101010101010101" pitchFamily="66" charset="0"/>
            </a:endParaRPr>
          </a:p>
        </p:txBody>
      </p:sp>
      <p:sp>
        <p:nvSpPr>
          <p:cNvPr id="13" name="文字方塊 5">
            <a:extLst>
              <a:ext uri="{FF2B5EF4-FFF2-40B4-BE49-F238E27FC236}">
                <a16:creationId xmlns:a16="http://schemas.microsoft.com/office/drawing/2014/main" id="{AEBE5266-3411-1DBB-05A1-EE084C352C74}"/>
              </a:ext>
            </a:extLst>
          </p:cNvPr>
          <p:cNvSpPr txBox="1"/>
          <p:nvPr/>
        </p:nvSpPr>
        <p:spPr>
          <a:xfrm>
            <a:off x="304401" y="2280135"/>
            <a:ext cx="18482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Last week,</a:t>
            </a:r>
            <a:endParaRPr lang="en-HK" sz="2000" b="1">
              <a:ln>
                <a:solidFill>
                  <a:schemeClr val="tx1"/>
                </a:solidFill>
              </a:ln>
              <a:latin typeface="Lucida Handwriting" panose="03010101010101010101" pitchFamily="66" charset="0"/>
            </a:endParaRPr>
          </a:p>
        </p:txBody>
      </p:sp>
      <p:sp>
        <p:nvSpPr>
          <p:cNvPr id="14" name="文字方塊 5">
            <a:extLst>
              <a:ext uri="{FF2B5EF4-FFF2-40B4-BE49-F238E27FC236}">
                <a16:creationId xmlns:a16="http://schemas.microsoft.com/office/drawing/2014/main" id="{2EA08167-A4F6-379D-3DF6-3CB843460709}"/>
              </a:ext>
            </a:extLst>
          </p:cNvPr>
          <p:cNvSpPr txBox="1"/>
          <p:nvPr/>
        </p:nvSpPr>
        <p:spPr>
          <a:xfrm>
            <a:off x="304401" y="2758863"/>
            <a:ext cx="42120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Number of male customers</a:t>
            </a:r>
            <a:endParaRPr lang="en-HK" sz="2000" b="1">
              <a:ln>
                <a:solidFill>
                  <a:schemeClr val="tx1"/>
                </a:solidFill>
              </a:ln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字方塊 55">
                <a:extLst>
                  <a:ext uri="{FF2B5EF4-FFF2-40B4-BE49-F238E27FC236}">
                    <a16:creationId xmlns:a16="http://schemas.microsoft.com/office/drawing/2014/main" id="{686F5C60-69D1-5653-0551-D67052A1F0C5}"/>
                  </a:ext>
                </a:extLst>
              </p:cNvPr>
              <p:cNvSpPr txBox="1"/>
              <p:nvPr/>
            </p:nvSpPr>
            <p:spPr>
              <a:xfrm>
                <a:off x="4073045" y="275886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5" name="文字方塊 55">
                <a:extLst>
                  <a:ext uri="{FF2B5EF4-FFF2-40B4-BE49-F238E27FC236}">
                    <a16:creationId xmlns:a16="http://schemas.microsoft.com/office/drawing/2014/main" id="{686F5C60-69D1-5653-0551-D67052A1F0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3045" y="2758863"/>
                <a:ext cx="295688" cy="4001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群組 74">
            <a:extLst>
              <a:ext uri="{FF2B5EF4-FFF2-40B4-BE49-F238E27FC236}">
                <a16:creationId xmlns:a16="http://schemas.microsoft.com/office/drawing/2014/main" id="{DF5ECF7E-920A-5477-5262-BFF614FF82E9}"/>
              </a:ext>
            </a:extLst>
          </p:cNvPr>
          <p:cNvGrpSpPr/>
          <p:nvPr/>
        </p:nvGrpSpPr>
        <p:grpSpPr>
          <a:xfrm>
            <a:off x="4422337" y="2588823"/>
            <a:ext cx="900770" cy="770207"/>
            <a:chOff x="2703521" y="4798745"/>
            <a:chExt cx="900770" cy="832671"/>
          </a:xfrm>
        </p:grpSpPr>
        <p:sp>
          <p:nvSpPr>
            <p:cNvPr id="17" name="文字方塊 75">
              <a:extLst>
                <a:ext uri="{FF2B5EF4-FFF2-40B4-BE49-F238E27FC236}">
                  <a16:creationId xmlns:a16="http://schemas.microsoft.com/office/drawing/2014/main" id="{C03C6349-A07A-285E-BD22-691E4B51A4B9}"/>
                </a:ext>
              </a:extLst>
            </p:cNvPr>
            <p:cNvSpPr txBox="1"/>
            <p:nvPr/>
          </p:nvSpPr>
          <p:spPr>
            <a:xfrm>
              <a:off x="2891203" y="4798745"/>
              <a:ext cx="357790" cy="43255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chemeClr val="accent3">
                      <a:lumMod val="20000"/>
                      <a:lumOff val="80000"/>
                    </a:schemeClr>
                  </a:solidFill>
                  <a:latin typeface="Lucida Handwriting" panose="03010101010101010101" pitchFamily="66" charset="0"/>
                </a:rPr>
                <a:t>1</a:t>
              </a:r>
              <a:endParaRPr lang="en-HK" sz="2000" b="1">
                <a:ln>
                  <a:solidFill>
                    <a:schemeClr val="tx1"/>
                  </a:solidFill>
                </a:ln>
                <a:solidFill>
                  <a:schemeClr val="accent3">
                    <a:lumMod val="20000"/>
                    <a:lumOff val="80000"/>
                  </a:schemeClr>
                </a:solidFill>
                <a:latin typeface="Lucida Calligraphy" panose="03010101010101010101" pitchFamily="66" charset="0"/>
              </a:endParaRPr>
            </a:p>
          </p:txBody>
        </p:sp>
        <p:grpSp>
          <p:nvGrpSpPr>
            <p:cNvPr id="18" name="群組 76">
              <a:extLst>
                <a:ext uri="{FF2B5EF4-FFF2-40B4-BE49-F238E27FC236}">
                  <a16:creationId xmlns:a16="http://schemas.microsoft.com/office/drawing/2014/main" id="{5B03833F-0026-E6F4-F507-808FDFF99DBB}"/>
                </a:ext>
              </a:extLst>
            </p:cNvPr>
            <p:cNvGrpSpPr/>
            <p:nvPr/>
          </p:nvGrpSpPr>
          <p:grpSpPr>
            <a:xfrm>
              <a:off x="2703521" y="5198856"/>
              <a:ext cx="900770" cy="432560"/>
              <a:chOff x="2703521" y="5198856"/>
              <a:chExt cx="900770" cy="432560"/>
            </a:xfrm>
          </p:grpSpPr>
          <p:cxnSp>
            <p:nvCxnSpPr>
              <p:cNvPr id="19" name="直線接點 77">
                <a:extLst>
                  <a:ext uri="{FF2B5EF4-FFF2-40B4-BE49-F238E27FC236}">
                    <a16:creationId xmlns:a16="http://schemas.microsoft.com/office/drawing/2014/main" id="{C4A82E43-F8E1-1EE9-F243-4E72A3D4FF46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2825800" y="5198856"/>
                <a:ext cx="488596" cy="0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0" name="文字方塊 78">
                    <a:extLst>
                      <a:ext uri="{FF2B5EF4-FFF2-40B4-BE49-F238E27FC236}">
                        <a16:creationId xmlns:a16="http://schemas.microsoft.com/office/drawing/2014/main" id="{B6865529-8A8C-9BA5-E1AB-CB1E7F519594}"/>
                      </a:ext>
                    </a:extLst>
                  </p:cNvPr>
                  <p:cNvSpPr txBox="1"/>
                  <p:nvPr/>
                </p:nvSpPr>
                <p:spPr>
                  <a:xfrm>
                    <a:off x="2703521" y="5198857"/>
                    <a:ext cx="900770" cy="43255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HK" sz="2000" b="1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Lucida Handwriting" panose="03010101010101010101" pitchFamily="66" charset="0"/>
                      </a:rPr>
                      <a:t>1</a:t>
                    </a:r>
                    <a14:m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a14:m>
                    <a:r>
                      <a:rPr lang="en-HK" sz="2000" b="1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Lucida Handwriting" panose="03010101010101010101" pitchFamily="66" charset="0"/>
                      </a:rPr>
                      <a:t>3</a:t>
                    </a:r>
                    <a:endParaRPr lang="en-HK" sz="2000" b="1">
                      <a:ln>
                        <a:solidFill>
                          <a:schemeClr val="tx1"/>
                        </a:solidFill>
                      </a:ln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latin typeface="Lucida Calligraphy" panose="03010101010101010101" pitchFamily="66" charset="0"/>
                    </a:endParaRPr>
                  </a:p>
                </p:txBody>
              </p:sp>
            </mc:Choice>
            <mc:Fallback>
              <p:sp>
                <p:nvSpPr>
                  <p:cNvPr id="20" name="文字方塊 78">
                    <a:extLst>
                      <a:ext uri="{FF2B5EF4-FFF2-40B4-BE49-F238E27FC236}">
                        <a16:creationId xmlns:a16="http://schemas.microsoft.com/office/drawing/2014/main" id="{B6865529-8A8C-9BA5-E1AB-CB1E7F51959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03521" y="5198857"/>
                    <a:ext cx="900770" cy="432559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22" name="筆跡 3">
                <a:extLst>
                  <a:ext uri="{FF2B5EF4-FFF2-40B4-BE49-F238E27FC236}">
                    <a16:creationId xmlns:a16="http://schemas.microsoft.com/office/drawing/2014/main" id="{13FF5500-DF72-9052-F6A7-D140AC4C382E}"/>
                  </a:ext>
                </a:extLst>
              </p14:cNvPr>
              <p14:cNvContentPartPr/>
              <p14:nvPr/>
            </p14:nvContentPartPr>
            <p14:xfrm>
              <a:off x="1248871" y="898415"/>
              <a:ext cx="75707" cy="45719"/>
            </p14:xfrm>
          </p:contentPart>
        </mc:Choice>
        <mc:Fallback>
          <p:pic>
            <p:nvPicPr>
              <p:cNvPr id="22" name="筆跡 3">
                <a:extLst>
                  <a:ext uri="{FF2B5EF4-FFF2-40B4-BE49-F238E27FC236}">
                    <a16:creationId xmlns:a16="http://schemas.microsoft.com/office/drawing/2014/main" id="{13FF5500-DF72-9052-F6A7-D140AC4C382E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195051" y="-12817285"/>
                <a:ext cx="182988" cy="27431400"/>
              </a:xfrm>
              <a:prstGeom prst="rect">
                <a:avLst/>
              </a:prstGeom>
            </p:spPr>
          </p:pic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85B7D659-5B0E-55C7-3643-C48FD09F0513}"/>
              </a:ext>
            </a:extLst>
          </p:cNvPr>
          <p:cNvSpPr txBox="1"/>
          <p:nvPr/>
        </p:nvSpPr>
        <p:spPr>
          <a:xfrm>
            <a:off x="5088476" y="2739548"/>
            <a:ext cx="5764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Calligraphy" panose="03010101010101010101" pitchFamily="66" charset="0"/>
              </a:rPr>
              <a:t>x</a:t>
            </a:r>
            <a:endParaRPr lang="en-US" sz="20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文字方塊 55">
                <a:extLst>
                  <a:ext uri="{FF2B5EF4-FFF2-40B4-BE49-F238E27FC236}">
                    <a16:creationId xmlns:a16="http://schemas.microsoft.com/office/drawing/2014/main" id="{B7DE78BA-189C-38BD-04C4-801EA51FBD8C}"/>
                  </a:ext>
                </a:extLst>
              </p:cNvPr>
              <p:cNvSpPr txBox="1"/>
              <p:nvPr/>
            </p:nvSpPr>
            <p:spPr>
              <a:xfrm>
                <a:off x="5524256" y="276080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5" name="文字方塊 55">
                <a:extLst>
                  <a:ext uri="{FF2B5EF4-FFF2-40B4-BE49-F238E27FC236}">
                    <a16:creationId xmlns:a16="http://schemas.microsoft.com/office/drawing/2014/main" id="{B7DE78BA-189C-38BD-04C4-801EA51FBD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4256" y="2760800"/>
                <a:ext cx="295688" cy="4001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9C495762-C1B3-3046-2862-BE210618790E}"/>
              </a:ext>
            </a:extLst>
          </p:cNvPr>
          <p:cNvSpPr txBox="1"/>
          <p:nvPr/>
        </p:nvSpPr>
        <p:spPr>
          <a:xfrm>
            <a:off x="5873548" y="2788551"/>
            <a:ext cx="11057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0.25 </a:t>
            </a:r>
            <a:r>
              <a: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x</a:t>
            </a:r>
            <a:endParaRPr lang="en-US" sz="2000"/>
          </a:p>
        </p:txBody>
      </p:sp>
      <p:sp>
        <p:nvSpPr>
          <p:cNvPr id="27" name="文字方塊 5">
            <a:extLst>
              <a:ext uri="{FF2B5EF4-FFF2-40B4-BE49-F238E27FC236}">
                <a16:creationId xmlns:a16="http://schemas.microsoft.com/office/drawing/2014/main" id="{85C2435D-E7ED-7A90-630C-B28222ACFF0C}"/>
              </a:ext>
            </a:extLst>
          </p:cNvPr>
          <p:cNvSpPr txBox="1"/>
          <p:nvPr/>
        </p:nvSpPr>
        <p:spPr>
          <a:xfrm>
            <a:off x="351296" y="3462876"/>
            <a:ext cx="42120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Number of female customers</a:t>
            </a:r>
            <a:endParaRPr lang="en-HK" sz="2000" b="1">
              <a:ln>
                <a:solidFill>
                  <a:schemeClr val="tx1"/>
                </a:solidFill>
              </a:ln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文字方塊 55">
                <a:extLst>
                  <a:ext uri="{FF2B5EF4-FFF2-40B4-BE49-F238E27FC236}">
                    <a16:creationId xmlns:a16="http://schemas.microsoft.com/office/drawing/2014/main" id="{2F35EE78-40C5-97EA-8AAB-CC7CFB8A34C5}"/>
                  </a:ext>
                </a:extLst>
              </p:cNvPr>
              <p:cNvSpPr txBox="1"/>
              <p:nvPr/>
            </p:nvSpPr>
            <p:spPr>
              <a:xfrm>
                <a:off x="4373801" y="346287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8" name="文字方塊 55">
                <a:extLst>
                  <a:ext uri="{FF2B5EF4-FFF2-40B4-BE49-F238E27FC236}">
                    <a16:creationId xmlns:a16="http://schemas.microsoft.com/office/drawing/2014/main" id="{2F35EE78-40C5-97EA-8AAB-CC7CFB8A34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3801" y="3462876"/>
                <a:ext cx="295688" cy="40011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9" name="群組 74">
            <a:extLst>
              <a:ext uri="{FF2B5EF4-FFF2-40B4-BE49-F238E27FC236}">
                <a16:creationId xmlns:a16="http://schemas.microsoft.com/office/drawing/2014/main" id="{1CA355CB-45D7-547F-810B-808C7015A7D1}"/>
              </a:ext>
            </a:extLst>
          </p:cNvPr>
          <p:cNvGrpSpPr/>
          <p:nvPr/>
        </p:nvGrpSpPr>
        <p:grpSpPr>
          <a:xfrm>
            <a:off x="4723093" y="3292836"/>
            <a:ext cx="900770" cy="770206"/>
            <a:chOff x="2703521" y="4798745"/>
            <a:chExt cx="900770" cy="832670"/>
          </a:xfrm>
        </p:grpSpPr>
        <p:sp>
          <p:nvSpPr>
            <p:cNvPr id="30" name="文字方塊 75">
              <a:extLst>
                <a:ext uri="{FF2B5EF4-FFF2-40B4-BE49-F238E27FC236}">
                  <a16:creationId xmlns:a16="http://schemas.microsoft.com/office/drawing/2014/main" id="{9BB8EB9E-ABF4-7899-885D-D8A25826F9A9}"/>
                </a:ext>
              </a:extLst>
            </p:cNvPr>
            <p:cNvSpPr txBox="1"/>
            <p:nvPr/>
          </p:nvSpPr>
          <p:spPr>
            <a:xfrm>
              <a:off x="2891203" y="4798745"/>
              <a:ext cx="357790" cy="43255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chemeClr val="accent1">
                      <a:lumMod val="40000"/>
                      <a:lumOff val="60000"/>
                    </a:schemeClr>
                  </a:solidFill>
                  <a:latin typeface="Lucida Handwriting" panose="03010101010101010101" pitchFamily="66" charset="0"/>
                </a:rPr>
                <a:t>3</a:t>
              </a:r>
              <a:endParaRPr lang="en-HK" sz="2000" b="1">
                <a:ln>
                  <a:solidFill>
                    <a:schemeClr val="tx1"/>
                  </a:solidFill>
                </a:ln>
                <a:solidFill>
                  <a:schemeClr val="accent1">
                    <a:lumMod val="40000"/>
                    <a:lumOff val="60000"/>
                  </a:schemeClr>
                </a:solidFill>
                <a:latin typeface="Lucida Calligraphy" panose="03010101010101010101" pitchFamily="66" charset="0"/>
              </a:endParaRPr>
            </a:p>
          </p:txBody>
        </p:sp>
        <p:grpSp>
          <p:nvGrpSpPr>
            <p:cNvPr id="31" name="群組 76">
              <a:extLst>
                <a:ext uri="{FF2B5EF4-FFF2-40B4-BE49-F238E27FC236}">
                  <a16:creationId xmlns:a16="http://schemas.microsoft.com/office/drawing/2014/main" id="{78CD9662-E2AC-5FB2-0EE9-8FDD0F927940}"/>
                </a:ext>
              </a:extLst>
            </p:cNvPr>
            <p:cNvGrpSpPr/>
            <p:nvPr/>
          </p:nvGrpSpPr>
          <p:grpSpPr>
            <a:xfrm>
              <a:off x="2703521" y="5198856"/>
              <a:ext cx="900770" cy="432559"/>
              <a:chOff x="2703521" y="5198856"/>
              <a:chExt cx="900770" cy="432559"/>
            </a:xfrm>
          </p:grpSpPr>
          <p:cxnSp>
            <p:nvCxnSpPr>
              <p:cNvPr id="32" name="直線接點 77">
                <a:extLst>
                  <a:ext uri="{FF2B5EF4-FFF2-40B4-BE49-F238E27FC236}">
                    <a16:creationId xmlns:a16="http://schemas.microsoft.com/office/drawing/2014/main" id="{DE900B0A-125C-ED91-BBBC-45E543DB75E9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2825800" y="5198856"/>
                <a:ext cx="488596" cy="0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3" name="文字方塊 78">
                    <a:extLst>
                      <a:ext uri="{FF2B5EF4-FFF2-40B4-BE49-F238E27FC236}">
                        <a16:creationId xmlns:a16="http://schemas.microsoft.com/office/drawing/2014/main" id="{B3994713-12BA-1B5F-9A7F-F33ABFD982BD}"/>
                      </a:ext>
                    </a:extLst>
                  </p:cNvPr>
                  <p:cNvSpPr txBox="1"/>
                  <p:nvPr/>
                </p:nvSpPr>
                <p:spPr>
                  <a:xfrm>
                    <a:off x="2703521" y="5198856"/>
                    <a:ext cx="900770" cy="43255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HK" sz="2000" b="1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Lucida Handwriting" panose="03010101010101010101" pitchFamily="66" charset="0"/>
                      </a:rPr>
                      <a:t>1</a:t>
                    </a:r>
                    <a14:m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a14:m>
                    <a:r>
                      <a:rPr lang="en-HK" sz="2000" b="1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Lucida Handwriting" panose="03010101010101010101" pitchFamily="66" charset="0"/>
                      </a:rPr>
                      <a:t>3</a:t>
                    </a:r>
                    <a:endParaRPr lang="en-HK" sz="2000" b="1">
                      <a:ln>
                        <a:solidFill>
                          <a:schemeClr val="tx1"/>
                        </a:solidFill>
                      </a:ln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latin typeface="Lucida Calligraphy" panose="03010101010101010101" pitchFamily="66" charset="0"/>
                    </a:endParaRPr>
                  </a:p>
                </p:txBody>
              </p:sp>
            </mc:Choice>
            <mc:Fallback>
              <p:sp>
                <p:nvSpPr>
                  <p:cNvPr id="33" name="文字方塊 78">
                    <a:extLst>
                      <a:ext uri="{FF2B5EF4-FFF2-40B4-BE49-F238E27FC236}">
                        <a16:creationId xmlns:a16="http://schemas.microsoft.com/office/drawing/2014/main" id="{B3994713-12BA-1B5F-9A7F-F33ABFD982B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03521" y="5198856"/>
                    <a:ext cx="900770" cy="432559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3DCB85D5-6992-9B3F-D3E7-D27C5B0EB62B}"/>
              </a:ext>
            </a:extLst>
          </p:cNvPr>
          <p:cNvSpPr txBox="1"/>
          <p:nvPr/>
        </p:nvSpPr>
        <p:spPr>
          <a:xfrm>
            <a:off x="5389232" y="3443561"/>
            <a:ext cx="5764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Calligraphy" panose="03010101010101010101" pitchFamily="66" charset="0"/>
              </a:rPr>
              <a:t>x</a:t>
            </a:r>
            <a:endParaRPr lang="en-US" sz="20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文字方塊 55">
                <a:extLst>
                  <a:ext uri="{FF2B5EF4-FFF2-40B4-BE49-F238E27FC236}">
                    <a16:creationId xmlns:a16="http://schemas.microsoft.com/office/drawing/2014/main" id="{114B20CD-67F0-0BE0-A2C7-30DAEC6E50CF}"/>
                  </a:ext>
                </a:extLst>
              </p:cNvPr>
              <p:cNvSpPr txBox="1"/>
              <p:nvPr/>
            </p:nvSpPr>
            <p:spPr>
              <a:xfrm>
                <a:off x="5744530" y="345246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5" name="文字方塊 55">
                <a:extLst>
                  <a:ext uri="{FF2B5EF4-FFF2-40B4-BE49-F238E27FC236}">
                    <a16:creationId xmlns:a16="http://schemas.microsoft.com/office/drawing/2014/main" id="{114B20CD-67F0-0BE0-A2C7-30DAEC6E50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4530" y="3452462"/>
                <a:ext cx="295688" cy="40011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Box 35">
            <a:extLst>
              <a:ext uri="{FF2B5EF4-FFF2-40B4-BE49-F238E27FC236}">
                <a16:creationId xmlns:a16="http://schemas.microsoft.com/office/drawing/2014/main" id="{05831194-4AD1-F763-E740-C7489878438F}"/>
              </a:ext>
            </a:extLst>
          </p:cNvPr>
          <p:cNvSpPr txBox="1"/>
          <p:nvPr/>
        </p:nvSpPr>
        <p:spPr>
          <a:xfrm>
            <a:off x="6093822" y="3480213"/>
            <a:ext cx="11057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0.75 </a:t>
            </a:r>
            <a:r>
              <a: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x</a:t>
            </a:r>
            <a:endParaRPr lang="en-US" sz="2000"/>
          </a:p>
        </p:txBody>
      </p:sp>
      <p:sp>
        <p:nvSpPr>
          <p:cNvPr id="38" name="文字方塊 5">
            <a:extLst>
              <a:ext uri="{FF2B5EF4-FFF2-40B4-BE49-F238E27FC236}">
                <a16:creationId xmlns:a16="http://schemas.microsoft.com/office/drawing/2014/main" id="{485B9555-FC53-2699-F1B9-DAF091B8CD8F}"/>
              </a:ext>
            </a:extLst>
          </p:cNvPr>
          <p:cNvSpPr txBox="1"/>
          <p:nvPr/>
        </p:nvSpPr>
        <p:spPr>
          <a:xfrm>
            <a:off x="304401" y="4005955"/>
            <a:ext cx="18482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This week,</a:t>
            </a:r>
            <a:endParaRPr lang="en-HK" sz="2000" b="1">
              <a:ln>
                <a:solidFill>
                  <a:schemeClr val="tx1"/>
                </a:solidFill>
              </a:ln>
              <a:latin typeface="Lucida Handwriting" panose="03010101010101010101" pitchFamily="66" charset="0"/>
            </a:endParaRPr>
          </a:p>
        </p:txBody>
      </p:sp>
      <p:sp>
        <p:nvSpPr>
          <p:cNvPr id="39" name="文字方塊 5">
            <a:extLst>
              <a:ext uri="{FF2B5EF4-FFF2-40B4-BE49-F238E27FC236}">
                <a16:creationId xmlns:a16="http://schemas.microsoft.com/office/drawing/2014/main" id="{A6000CA8-F70F-2D63-A3E5-DE871984055B}"/>
              </a:ext>
            </a:extLst>
          </p:cNvPr>
          <p:cNvSpPr txBox="1"/>
          <p:nvPr/>
        </p:nvSpPr>
        <p:spPr>
          <a:xfrm>
            <a:off x="304401" y="4449478"/>
            <a:ext cx="42120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0070C0"/>
                </a:solidFill>
                <a:latin typeface="Lucida Calligraphy" panose="03010101010101010101" pitchFamily="66" charset="0"/>
              </a:rPr>
              <a:t>Number of male customers</a:t>
            </a:r>
            <a:endParaRPr lang="en-HK" sz="2000" b="1">
              <a:ln>
                <a:solidFill>
                  <a:schemeClr val="tx1"/>
                </a:solidFill>
              </a:ln>
              <a:solidFill>
                <a:srgbClr val="0070C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文字方塊 55">
                <a:extLst>
                  <a:ext uri="{FF2B5EF4-FFF2-40B4-BE49-F238E27FC236}">
                    <a16:creationId xmlns:a16="http://schemas.microsoft.com/office/drawing/2014/main" id="{0C85043C-02FF-2980-F117-E74AD341919D}"/>
                  </a:ext>
                </a:extLst>
              </p:cNvPr>
              <p:cNvSpPr txBox="1"/>
              <p:nvPr/>
            </p:nvSpPr>
            <p:spPr>
              <a:xfrm>
                <a:off x="4073045" y="444947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0" name="文字方塊 55">
                <a:extLst>
                  <a:ext uri="{FF2B5EF4-FFF2-40B4-BE49-F238E27FC236}">
                    <a16:creationId xmlns:a16="http://schemas.microsoft.com/office/drawing/2014/main" id="{0C85043C-02FF-2980-F117-E74AD34191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3045" y="4449478"/>
                <a:ext cx="295688" cy="40011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" name="文字方塊 55">
                <a:extLst>
                  <a:ext uri="{FF2B5EF4-FFF2-40B4-BE49-F238E27FC236}">
                    <a16:creationId xmlns:a16="http://schemas.microsoft.com/office/drawing/2014/main" id="{764F2B19-FFDE-8666-C376-2911D5EAE7B7}"/>
                  </a:ext>
                </a:extLst>
              </p:cNvPr>
              <p:cNvSpPr txBox="1"/>
              <p:nvPr/>
            </p:nvSpPr>
            <p:spPr>
              <a:xfrm>
                <a:off x="6505888" y="444057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7" name="文字方塊 55">
                <a:extLst>
                  <a:ext uri="{FF2B5EF4-FFF2-40B4-BE49-F238E27FC236}">
                    <a16:creationId xmlns:a16="http://schemas.microsoft.com/office/drawing/2014/main" id="{764F2B19-FFDE-8666-C376-2911D5EAE7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5888" y="4440577"/>
                <a:ext cx="295688" cy="40011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TextBox 47">
            <a:extLst>
              <a:ext uri="{FF2B5EF4-FFF2-40B4-BE49-F238E27FC236}">
                <a16:creationId xmlns:a16="http://schemas.microsoft.com/office/drawing/2014/main" id="{8AC35547-8051-3700-0150-3261C560E75D}"/>
              </a:ext>
            </a:extLst>
          </p:cNvPr>
          <p:cNvSpPr txBox="1"/>
          <p:nvPr/>
        </p:nvSpPr>
        <p:spPr>
          <a:xfrm>
            <a:off x="4364957" y="4445278"/>
            <a:ext cx="11057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0.25 </a:t>
            </a:r>
            <a:r>
              <a: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x</a:t>
            </a:r>
            <a:endParaRPr lang="en-US" sz="2000"/>
          </a:p>
        </p:txBody>
      </p:sp>
      <p:grpSp>
        <p:nvGrpSpPr>
          <p:cNvPr id="49" name="群組 65">
            <a:extLst>
              <a:ext uri="{FF2B5EF4-FFF2-40B4-BE49-F238E27FC236}">
                <a16:creationId xmlns:a16="http://schemas.microsoft.com/office/drawing/2014/main" id="{EF871DBD-7119-5D81-4DFB-C3F7E2B8A303}"/>
              </a:ext>
            </a:extLst>
          </p:cNvPr>
          <p:cNvGrpSpPr/>
          <p:nvPr/>
        </p:nvGrpSpPr>
        <p:grpSpPr>
          <a:xfrm>
            <a:off x="5274336" y="4440577"/>
            <a:ext cx="1468501" cy="409011"/>
            <a:chOff x="1498603" y="1408278"/>
            <a:chExt cx="1468501" cy="409011"/>
          </a:xfrm>
        </p:grpSpPr>
        <p:sp>
          <p:nvSpPr>
            <p:cNvPr id="50" name="文字方塊 66">
              <a:extLst>
                <a:ext uri="{FF2B5EF4-FFF2-40B4-BE49-F238E27FC236}">
                  <a16:creationId xmlns:a16="http://schemas.microsoft.com/office/drawing/2014/main" id="{DFDC19CE-8764-47E4-F85F-52092CD4E695}"/>
                </a:ext>
              </a:extLst>
            </p:cNvPr>
            <p:cNvSpPr txBox="1"/>
            <p:nvPr/>
          </p:nvSpPr>
          <p:spPr>
            <a:xfrm>
              <a:off x="1498603" y="1417179"/>
              <a:ext cx="45717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000" b="1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51" name="文字方塊 67">
              <a:extLst>
                <a:ext uri="{FF2B5EF4-FFF2-40B4-BE49-F238E27FC236}">
                  <a16:creationId xmlns:a16="http://schemas.microsoft.com/office/drawing/2014/main" id="{DC89BE90-4A61-D04E-EA9F-F4DADB377D92}"/>
                </a:ext>
              </a:extLst>
            </p:cNvPr>
            <p:cNvSpPr txBox="1"/>
            <p:nvPr/>
          </p:nvSpPr>
          <p:spPr>
            <a:xfrm>
              <a:off x="2008473" y="1417179"/>
              <a:ext cx="95863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16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%</a:t>
              </a:r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2" name="文字方塊 68">
                  <a:extLst>
                    <a:ext uri="{FF2B5EF4-FFF2-40B4-BE49-F238E27FC236}">
                      <a16:creationId xmlns:a16="http://schemas.microsoft.com/office/drawing/2014/main" id="{51D98505-790B-6D66-6465-D60788D21812}"/>
                    </a:ext>
                  </a:extLst>
                </p:cNvPr>
                <p:cNvSpPr txBox="1"/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52" name="文字方塊 68">
                  <a:extLst>
                    <a:ext uri="{FF2B5EF4-FFF2-40B4-BE49-F238E27FC236}">
                      <a16:creationId xmlns:a16="http://schemas.microsoft.com/office/drawing/2014/main" id="{51D98505-790B-6D66-6465-D60788D218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8C6683B5-132A-C1B9-F2DD-0BFBFB827703}"/>
              </a:ext>
            </a:extLst>
          </p:cNvPr>
          <p:cNvSpPr txBox="1"/>
          <p:nvPr/>
        </p:nvSpPr>
        <p:spPr>
          <a:xfrm>
            <a:off x="6890681" y="4440577"/>
            <a:ext cx="11057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0070C0"/>
                </a:solidFill>
                <a:latin typeface="Lucida Handwriting" panose="03010101010101010101" pitchFamily="66" charset="0"/>
              </a:rPr>
              <a:t>0.29 </a:t>
            </a:r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0070C0"/>
                </a:solidFill>
                <a:latin typeface="Lucida Calligraphy" panose="03010101010101010101" pitchFamily="66" charset="0"/>
              </a:rPr>
              <a:t>x</a:t>
            </a:r>
            <a:endParaRPr lang="en-US" sz="2000">
              <a:solidFill>
                <a:srgbClr val="0070C0"/>
              </a:solidFill>
            </a:endParaRPr>
          </a:p>
        </p:txBody>
      </p:sp>
      <p:sp>
        <p:nvSpPr>
          <p:cNvPr id="63" name="文字方塊 5">
            <a:extLst>
              <a:ext uri="{FF2B5EF4-FFF2-40B4-BE49-F238E27FC236}">
                <a16:creationId xmlns:a16="http://schemas.microsoft.com/office/drawing/2014/main" id="{8DF97A1B-3A67-6A13-A5ED-500387F84274}"/>
              </a:ext>
            </a:extLst>
          </p:cNvPr>
          <p:cNvSpPr txBox="1"/>
          <p:nvPr/>
        </p:nvSpPr>
        <p:spPr>
          <a:xfrm>
            <a:off x="328195" y="5002971"/>
            <a:ext cx="42120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latin typeface="Lucida Calligraphy" panose="03010101010101010101" pitchFamily="66" charset="0"/>
              </a:rPr>
              <a:t>Number of female customers</a:t>
            </a:r>
            <a:endParaRPr lang="en-HK" sz="2000" b="1">
              <a:ln>
                <a:solidFill>
                  <a:schemeClr val="tx1"/>
                </a:solidFill>
              </a:ln>
              <a:solidFill>
                <a:srgbClr val="00B05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2" name="文字方塊 55">
                <a:extLst>
                  <a:ext uri="{FF2B5EF4-FFF2-40B4-BE49-F238E27FC236}">
                    <a16:creationId xmlns:a16="http://schemas.microsoft.com/office/drawing/2014/main" id="{3605DE17-BEDC-D041-FE81-47E117CB7216}"/>
                  </a:ext>
                </a:extLst>
              </p:cNvPr>
              <p:cNvSpPr txBox="1"/>
              <p:nvPr/>
            </p:nvSpPr>
            <p:spPr>
              <a:xfrm>
                <a:off x="4309994" y="501187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92" name="文字方塊 55">
                <a:extLst>
                  <a:ext uri="{FF2B5EF4-FFF2-40B4-BE49-F238E27FC236}">
                    <a16:creationId xmlns:a16="http://schemas.microsoft.com/office/drawing/2014/main" id="{3605DE17-BEDC-D041-FE81-47E117CB72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9994" y="5011872"/>
                <a:ext cx="295688" cy="40011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3" name="文字方塊 55">
                <a:extLst>
                  <a:ext uri="{FF2B5EF4-FFF2-40B4-BE49-F238E27FC236}">
                    <a16:creationId xmlns:a16="http://schemas.microsoft.com/office/drawing/2014/main" id="{6F37DB3D-4F55-2903-1884-BD1CE34AB91E}"/>
                  </a:ext>
                </a:extLst>
              </p:cNvPr>
              <p:cNvSpPr txBox="1"/>
              <p:nvPr/>
            </p:nvSpPr>
            <p:spPr>
              <a:xfrm>
                <a:off x="6742837" y="500297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93" name="文字方塊 55">
                <a:extLst>
                  <a:ext uri="{FF2B5EF4-FFF2-40B4-BE49-F238E27FC236}">
                    <a16:creationId xmlns:a16="http://schemas.microsoft.com/office/drawing/2014/main" id="{6F37DB3D-4F55-2903-1884-BD1CE34AB9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2837" y="5002971"/>
                <a:ext cx="295688" cy="400110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4" name="TextBox 193">
            <a:extLst>
              <a:ext uri="{FF2B5EF4-FFF2-40B4-BE49-F238E27FC236}">
                <a16:creationId xmlns:a16="http://schemas.microsoft.com/office/drawing/2014/main" id="{8C9B2B87-4292-ABAD-D19B-E68D692BB23C}"/>
              </a:ext>
            </a:extLst>
          </p:cNvPr>
          <p:cNvSpPr txBox="1"/>
          <p:nvPr/>
        </p:nvSpPr>
        <p:spPr>
          <a:xfrm>
            <a:off x="4601906" y="5007672"/>
            <a:ext cx="11057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0.75 </a:t>
            </a:r>
            <a:r>
              <a: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x</a:t>
            </a:r>
            <a:endParaRPr lang="en-US" sz="2000"/>
          </a:p>
        </p:txBody>
      </p:sp>
      <p:grpSp>
        <p:nvGrpSpPr>
          <p:cNvPr id="195" name="群組 65">
            <a:extLst>
              <a:ext uri="{FF2B5EF4-FFF2-40B4-BE49-F238E27FC236}">
                <a16:creationId xmlns:a16="http://schemas.microsoft.com/office/drawing/2014/main" id="{57E97B57-7FC5-AA1E-82DD-8DD8DA2F61C2}"/>
              </a:ext>
            </a:extLst>
          </p:cNvPr>
          <p:cNvGrpSpPr/>
          <p:nvPr/>
        </p:nvGrpSpPr>
        <p:grpSpPr>
          <a:xfrm>
            <a:off x="5511285" y="5002971"/>
            <a:ext cx="1468501" cy="409011"/>
            <a:chOff x="1498603" y="1408278"/>
            <a:chExt cx="1468501" cy="409011"/>
          </a:xfrm>
        </p:grpSpPr>
        <p:sp>
          <p:nvSpPr>
            <p:cNvPr id="196" name="文字方塊 66">
              <a:extLst>
                <a:ext uri="{FF2B5EF4-FFF2-40B4-BE49-F238E27FC236}">
                  <a16:creationId xmlns:a16="http://schemas.microsoft.com/office/drawing/2014/main" id="{98D08587-D08D-BA3A-19A3-FE3590A37CDC}"/>
                </a:ext>
              </a:extLst>
            </p:cNvPr>
            <p:cNvSpPr txBox="1"/>
            <p:nvPr/>
          </p:nvSpPr>
          <p:spPr>
            <a:xfrm>
              <a:off x="1498603" y="1417179"/>
              <a:ext cx="45717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000" b="1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197" name="文字方塊 67">
              <a:extLst>
                <a:ext uri="{FF2B5EF4-FFF2-40B4-BE49-F238E27FC236}">
                  <a16:creationId xmlns:a16="http://schemas.microsoft.com/office/drawing/2014/main" id="{7647F2D8-1175-C92F-D751-A2C56D12C72C}"/>
                </a:ext>
              </a:extLst>
            </p:cNvPr>
            <p:cNvSpPr txBox="1"/>
            <p:nvPr/>
          </p:nvSpPr>
          <p:spPr>
            <a:xfrm>
              <a:off x="2008473" y="1417179"/>
              <a:ext cx="95863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chemeClr val="accent5">
                      <a:lumMod val="60000"/>
                      <a:lumOff val="40000"/>
                    </a:schemeClr>
                  </a:solidFill>
                  <a:latin typeface="Lucida Handwriting" panose="03010101010101010101" pitchFamily="66" charset="0"/>
                </a:rPr>
                <a:t>12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%</a:t>
              </a:r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8" name="文字方塊 68">
                  <a:extLst>
                    <a:ext uri="{FF2B5EF4-FFF2-40B4-BE49-F238E27FC236}">
                      <a16:creationId xmlns:a16="http://schemas.microsoft.com/office/drawing/2014/main" id="{422D9E84-9A7C-C506-D608-8F9EFD077FB3}"/>
                    </a:ext>
                  </a:extLst>
                </p:cNvPr>
                <p:cNvSpPr txBox="1"/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198" name="文字方塊 68">
                  <a:extLst>
                    <a:ext uri="{FF2B5EF4-FFF2-40B4-BE49-F238E27FC236}">
                      <a16:creationId xmlns:a16="http://schemas.microsoft.com/office/drawing/2014/main" id="{422D9E84-9A7C-C506-D608-8F9EFD077F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99" name="TextBox 198">
            <a:extLst>
              <a:ext uri="{FF2B5EF4-FFF2-40B4-BE49-F238E27FC236}">
                <a16:creationId xmlns:a16="http://schemas.microsoft.com/office/drawing/2014/main" id="{667F7585-8959-F0EB-B24B-7A64E42FBF50}"/>
              </a:ext>
            </a:extLst>
          </p:cNvPr>
          <p:cNvSpPr txBox="1"/>
          <p:nvPr/>
        </p:nvSpPr>
        <p:spPr>
          <a:xfrm>
            <a:off x="7102642" y="5002971"/>
            <a:ext cx="11057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latin typeface="Lucida Handwriting" panose="03010101010101010101" pitchFamily="66" charset="0"/>
              </a:rPr>
              <a:t>0.66 </a:t>
            </a:r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latin typeface="Lucida Calligraphy" panose="03010101010101010101" pitchFamily="66" charset="0"/>
              </a:rPr>
              <a:t>x</a:t>
            </a:r>
            <a:endParaRPr lang="en-US" sz="2000">
              <a:solidFill>
                <a:srgbClr val="00B05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1" name="TextBox 200">
                <a:extLst>
                  <a:ext uri="{FF2B5EF4-FFF2-40B4-BE49-F238E27FC236}">
                    <a16:creationId xmlns:a16="http://schemas.microsoft.com/office/drawing/2014/main" id="{52A78686-5D20-8C64-511C-4E5D234354BD}"/>
                  </a:ext>
                </a:extLst>
              </p:cNvPr>
              <p:cNvSpPr txBox="1"/>
              <p:nvPr/>
            </p:nvSpPr>
            <p:spPr>
              <a:xfrm>
                <a:off x="315006" y="5590253"/>
                <a:ext cx="410733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0000"/>
                    </a:solidFill>
                    <a:latin typeface="Lucida Calligraphy" panose="03010101010101010101" pitchFamily="66" charset="0"/>
                  </a:rPr>
                  <a:t>Total number of customers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rgbClr val="FF0000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01" name="TextBox 200">
                <a:extLst>
                  <a:ext uri="{FF2B5EF4-FFF2-40B4-BE49-F238E27FC236}">
                    <a16:creationId xmlns:a16="http://schemas.microsoft.com/office/drawing/2014/main" id="{52A78686-5D20-8C64-511C-4E5D234354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006" y="5590253"/>
                <a:ext cx="4107331" cy="400110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2" name="TextBox 201">
            <a:extLst>
              <a:ext uri="{FF2B5EF4-FFF2-40B4-BE49-F238E27FC236}">
                <a16:creationId xmlns:a16="http://schemas.microsoft.com/office/drawing/2014/main" id="{8E4ED571-9CBE-148C-0557-6545A270E39F}"/>
              </a:ext>
            </a:extLst>
          </p:cNvPr>
          <p:cNvSpPr txBox="1"/>
          <p:nvPr/>
        </p:nvSpPr>
        <p:spPr>
          <a:xfrm>
            <a:off x="4309994" y="5606403"/>
            <a:ext cx="11057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0070C0"/>
                </a:solidFill>
                <a:latin typeface="Lucida Handwriting" panose="03010101010101010101" pitchFamily="66" charset="0"/>
              </a:rPr>
              <a:t>0.29 </a:t>
            </a:r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0070C0"/>
                </a:solidFill>
                <a:latin typeface="Lucida Calligraphy" panose="03010101010101010101" pitchFamily="66" charset="0"/>
              </a:rPr>
              <a:t>x</a:t>
            </a:r>
            <a:endParaRPr lang="en-US" sz="2000">
              <a:solidFill>
                <a:srgbClr val="0070C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4" name="TextBox 203">
                <a:extLst>
                  <a:ext uri="{FF2B5EF4-FFF2-40B4-BE49-F238E27FC236}">
                    <a16:creationId xmlns:a16="http://schemas.microsoft.com/office/drawing/2014/main" id="{8499079D-CEF4-CB87-05B2-A8EED4B1CC57}"/>
                  </a:ext>
                </a:extLst>
              </p:cNvPr>
              <p:cNvSpPr txBox="1"/>
              <p:nvPr/>
            </p:nvSpPr>
            <p:spPr>
              <a:xfrm>
                <a:off x="5291784" y="5608950"/>
                <a:ext cx="35779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>
          <p:sp>
            <p:nvSpPr>
              <p:cNvPr id="204" name="TextBox 203">
                <a:extLst>
                  <a:ext uri="{FF2B5EF4-FFF2-40B4-BE49-F238E27FC236}">
                    <a16:creationId xmlns:a16="http://schemas.microsoft.com/office/drawing/2014/main" id="{8499079D-CEF4-CB87-05B2-A8EED4B1CC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1784" y="5608950"/>
                <a:ext cx="357790" cy="400110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5" name="TextBox 204">
            <a:extLst>
              <a:ext uri="{FF2B5EF4-FFF2-40B4-BE49-F238E27FC236}">
                <a16:creationId xmlns:a16="http://schemas.microsoft.com/office/drawing/2014/main" id="{A3372872-B630-8479-BEA8-7E8B2687A42F}"/>
              </a:ext>
            </a:extLst>
          </p:cNvPr>
          <p:cNvSpPr txBox="1"/>
          <p:nvPr/>
        </p:nvSpPr>
        <p:spPr>
          <a:xfrm>
            <a:off x="5552733" y="5613150"/>
            <a:ext cx="11057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latin typeface="Lucida Handwriting" panose="03010101010101010101" pitchFamily="66" charset="0"/>
              </a:rPr>
              <a:t>0.66 </a:t>
            </a:r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latin typeface="Lucida Calligraphy" panose="03010101010101010101" pitchFamily="66" charset="0"/>
              </a:rPr>
              <a:t>x</a:t>
            </a:r>
            <a:endParaRPr lang="en-US" sz="2000">
              <a:solidFill>
                <a:srgbClr val="00B05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6" name="文字方塊 55">
                <a:extLst>
                  <a:ext uri="{FF2B5EF4-FFF2-40B4-BE49-F238E27FC236}">
                    <a16:creationId xmlns:a16="http://schemas.microsoft.com/office/drawing/2014/main" id="{4A7502A8-3DA2-F1D8-3C16-E49CB3BDC389}"/>
                  </a:ext>
                </a:extLst>
              </p:cNvPr>
              <p:cNvSpPr txBox="1"/>
              <p:nvPr/>
            </p:nvSpPr>
            <p:spPr>
              <a:xfrm>
                <a:off x="6594993" y="559480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06" name="文字方塊 55">
                <a:extLst>
                  <a:ext uri="{FF2B5EF4-FFF2-40B4-BE49-F238E27FC236}">
                    <a16:creationId xmlns:a16="http://schemas.microsoft.com/office/drawing/2014/main" id="{4A7502A8-3DA2-F1D8-3C16-E49CB3BDC3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4993" y="5594800"/>
                <a:ext cx="295688" cy="400110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7" name="TextBox 206">
            <a:extLst>
              <a:ext uri="{FF2B5EF4-FFF2-40B4-BE49-F238E27FC236}">
                <a16:creationId xmlns:a16="http://schemas.microsoft.com/office/drawing/2014/main" id="{DC71E833-B080-412C-2398-F163E769E979}"/>
              </a:ext>
            </a:extLst>
          </p:cNvPr>
          <p:cNvSpPr txBox="1"/>
          <p:nvPr/>
        </p:nvSpPr>
        <p:spPr>
          <a:xfrm>
            <a:off x="6954798" y="5594800"/>
            <a:ext cx="11057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Handwriting" panose="03010101010101010101" pitchFamily="66" charset="0"/>
              </a:rPr>
              <a:t>0.95 </a:t>
            </a:r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Calligraphy" panose="03010101010101010101" pitchFamily="66" charset="0"/>
              </a:rPr>
              <a:t>x</a:t>
            </a:r>
            <a:endParaRPr lang="en-US" sz="200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0" name="文字方塊 260">
                <a:extLst>
                  <a:ext uri="{FF2B5EF4-FFF2-40B4-BE49-F238E27FC236}">
                    <a16:creationId xmlns:a16="http://schemas.microsoft.com/office/drawing/2014/main" id="{2C7F9D40-7EE1-DE32-1168-1A470F85F222}"/>
                  </a:ext>
                </a:extLst>
              </p:cNvPr>
              <p:cNvSpPr txBox="1"/>
              <p:nvPr/>
            </p:nvSpPr>
            <p:spPr>
              <a:xfrm>
                <a:off x="8367459" y="1786926"/>
                <a:ext cx="23841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HK" sz="2400" b="1" i="1" dirty="0" smtClean="0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</m:oMath>
                  </m:oMathPara>
                </a14:m>
                <a:endParaRPr lang="en-HK" sz="24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210" name="文字方塊 260">
                <a:extLst>
                  <a:ext uri="{FF2B5EF4-FFF2-40B4-BE49-F238E27FC236}">
                    <a16:creationId xmlns:a16="http://schemas.microsoft.com/office/drawing/2014/main" id="{2C7F9D40-7EE1-DE32-1168-1A470F85F2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7459" y="1786926"/>
                <a:ext cx="238419" cy="461665"/>
              </a:xfrm>
              <a:prstGeom prst="rect">
                <a:avLst/>
              </a:prstGeom>
              <a:blipFill>
                <a:blip r:embed="rId29"/>
                <a:stretch>
                  <a:fillRect r="-5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1" name="文字方塊 5">
            <a:extLst>
              <a:ext uri="{FF2B5EF4-FFF2-40B4-BE49-F238E27FC236}">
                <a16:creationId xmlns:a16="http://schemas.microsoft.com/office/drawing/2014/main" id="{C67E2E34-2DBD-7A6A-DE33-332B3B956844}"/>
              </a:ext>
            </a:extLst>
          </p:cNvPr>
          <p:cNvSpPr txBox="1"/>
          <p:nvPr/>
        </p:nvSpPr>
        <p:spPr>
          <a:xfrm>
            <a:off x="8832647" y="1863943"/>
            <a:ext cx="33249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% </a:t>
            </a:r>
            <a:r>
              <a: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change in the total number of customers</a:t>
            </a:r>
            <a:endParaRPr lang="en-HK" sz="2000" b="1">
              <a:ln>
                <a:solidFill>
                  <a:schemeClr val="tx1"/>
                </a:solidFill>
              </a:ln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2" name="文字方塊 83">
                <a:extLst>
                  <a:ext uri="{FF2B5EF4-FFF2-40B4-BE49-F238E27FC236}">
                    <a16:creationId xmlns:a16="http://schemas.microsoft.com/office/drawing/2014/main" id="{E08CE20A-4CEA-764F-F9C3-C0815B53483C}"/>
                  </a:ext>
                </a:extLst>
              </p:cNvPr>
              <p:cNvSpPr txBox="1"/>
              <p:nvPr/>
            </p:nvSpPr>
            <p:spPr>
              <a:xfrm>
                <a:off x="8450400" y="285126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12" name="文字方塊 83">
                <a:extLst>
                  <a:ext uri="{FF2B5EF4-FFF2-40B4-BE49-F238E27FC236}">
                    <a16:creationId xmlns:a16="http://schemas.microsoft.com/office/drawing/2014/main" id="{E08CE20A-4CEA-764F-F9C3-C0815B5348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0400" y="2851266"/>
                <a:ext cx="295688" cy="400110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3" name="群組 74">
            <a:extLst>
              <a:ext uri="{FF2B5EF4-FFF2-40B4-BE49-F238E27FC236}">
                <a16:creationId xmlns:a16="http://schemas.microsoft.com/office/drawing/2014/main" id="{88ADFBC4-9E13-733A-7D5C-5AD1DE7AB923}"/>
              </a:ext>
            </a:extLst>
          </p:cNvPr>
          <p:cNvGrpSpPr/>
          <p:nvPr/>
        </p:nvGrpSpPr>
        <p:grpSpPr>
          <a:xfrm>
            <a:off x="8868924" y="2680245"/>
            <a:ext cx="1724072" cy="753509"/>
            <a:chOff x="2896106" y="4671588"/>
            <a:chExt cx="1724072" cy="753509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4" name="文字方塊 75">
                  <a:extLst>
                    <a:ext uri="{FF2B5EF4-FFF2-40B4-BE49-F238E27FC236}">
                      <a16:creationId xmlns:a16="http://schemas.microsoft.com/office/drawing/2014/main" id="{11BC0B61-9D2C-763E-320E-1B0AC46F20DD}"/>
                    </a:ext>
                  </a:extLst>
                </p:cNvPr>
                <p:cNvSpPr txBox="1"/>
                <p:nvPr/>
              </p:nvSpPr>
              <p:spPr>
                <a:xfrm>
                  <a:off x="2896106" y="4671588"/>
                  <a:ext cx="1639914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HK" sz="2000" b="1">
                      <a:ln>
                        <a:solidFill>
                          <a:schemeClr val="tx1"/>
                        </a:solidFill>
                      </a:ln>
                      <a:solidFill>
                        <a:srgbClr val="FF0000"/>
                      </a:solidFill>
                      <a:latin typeface="Lucida Handwriting" panose="03010101010101010101" pitchFamily="66" charset="0"/>
                    </a:rPr>
                    <a:t>0.95 </a:t>
                  </a:r>
                  <a:r>
                    <a:rPr lang="en-HK" sz="2000" b="1">
                      <a:ln>
                        <a:solidFill>
                          <a:schemeClr val="tx1"/>
                        </a:solidFill>
                      </a:ln>
                      <a:solidFill>
                        <a:srgbClr val="FF0000"/>
                      </a:solidFill>
                      <a:latin typeface="Lucida Calligraphy" panose="03010101010101010101" pitchFamily="66" charset="0"/>
                    </a:rPr>
                    <a:t>x</a:t>
                  </a:r>
                  <a:r>
                    <a:rPr lang="en-HK" sz="2000" b="1">
                      <a:ln>
                        <a:solidFill>
                          <a:schemeClr val="tx1"/>
                        </a:solidFill>
                      </a:ln>
                      <a:latin typeface="Lucida Handwriting" panose="03010101010101010101" pitchFamily="66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a14:m>
                  <a:r>
                    <a:rPr lang="en-HK" sz="2000" b="1">
                      <a:ln>
                        <a:solidFill>
                          <a:schemeClr val="tx1"/>
                        </a:solidFill>
                      </a:ln>
                      <a:solidFill>
                        <a:schemeClr val="tx1"/>
                      </a:solidFill>
                      <a:latin typeface="Lucida Calligraphy" panose="03010101010101010101" pitchFamily="66" charset="0"/>
                    </a:rPr>
                    <a:t> </a:t>
                  </a:r>
                  <a:r>
                    <a:rPr lang="en-HK" sz="2000" b="1">
                      <a:ln>
                        <a:solidFill>
                          <a:schemeClr val="tx1"/>
                        </a:solidFill>
                      </a:ln>
                      <a:solidFill>
                        <a:srgbClr val="FFC000"/>
                      </a:solidFill>
                      <a:latin typeface="Lucida Calligraphy" panose="03010101010101010101" pitchFamily="66" charset="0"/>
                    </a:rPr>
                    <a:t>x</a:t>
                  </a:r>
                  <a:endParaRPr lang="en-US" sz="2000"/>
                </a:p>
              </p:txBody>
            </p:sp>
          </mc:Choice>
          <mc:Fallback>
            <p:sp>
              <p:nvSpPr>
                <p:cNvPr id="214" name="文字方塊 75">
                  <a:extLst>
                    <a:ext uri="{FF2B5EF4-FFF2-40B4-BE49-F238E27FC236}">
                      <a16:creationId xmlns:a16="http://schemas.microsoft.com/office/drawing/2014/main" id="{11BC0B61-9D2C-763E-320E-1B0AC46F20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96106" y="4671588"/>
                  <a:ext cx="1639914" cy="400110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15" name="群組 76">
              <a:extLst>
                <a:ext uri="{FF2B5EF4-FFF2-40B4-BE49-F238E27FC236}">
                  <a16:creationId xmlns:a16="http://schemas.microsoft.com/office/drawing/2014/main" id="{0C701B82-71D4-28A0-C48A-73838E4F8B8D}"/>
                </a:ext>
              </a:extLst>
            </p:cNvPr>
            <p:cNvGrpSpPr/>
            <p:nvPr/>
          </p:nvGrpSpPr>
          <p:grpSpPr>
            <a:xfrm>
              <a:off x="2967650" y="5016415"/>
              <a:ext cx="1652528" cy="408682"/>
              <a:chOff x="2967650" y="5016415"/>
              <a:chExt cx="1652528" cy="408682"/>
            </a:xfrm>
          </p:grpSpPr>
          <p:cxnSp>
            <p:nvCxnSpPr>
              <p:cNvPr id="216" name="直線接點 77">
                <a:extLst>
                  <a:ext uri="{FF2B5EF4-FFF2-40B4-BE49-F238E27FC236}">
                    <a16:creationId xmlns:a16="http://schemas.microsoft.com/office/drawing/2014/main" id="{F44C75B9-3EEF-2B71-2676-17CE3905BDE6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2967650" y="5016415"/>
                <a:ext cx="1652528" cy="0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217" name="文字方塊 78">
                <a:extLst>
                  <a:ext uri="{FF2B5EF4-FFF2-40B4-BE49-F238E27FC236}">
                    <a16:creationId xmlns:a16="http://schemas.microsoft.com/office/drawing/2014/main" id="{E809D5ED-4FC0-9E25-C798-EE18C9EB6067}"/>
                  </a:ext>
                </a:extLst>
              </p:cNvPr>
              <p:cNvSpPr txBox="1"/>
              <p:nvPr/>
            </p:nvSpPr>
            <p:spPr>
              <a:xfrm>
                <a:off x="3544195" y="5024987"/>
                <a:ext cx="36740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C000"/>
                    </a:solidFill>
                    <a:latin typeface="Lucida Calligraphy" panose="03010101010101010101" pitchFamily="66" charset="0"/>
                  </a:rPr>
                  <a:t>x</a:t>
                </a:r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18" name="文字方塊 74">
                <a:extLst>
                  <a:ext uri="{FF2B5EF4-FFF2-40B4-BE49-F238E27FC236}">
                    <a16:creationId xmlns:a16="http://schemas.microsoft.com/office/drawing/2014/main" id="{ADC70CC6-CD0D-2843-1E6A-E74577AEA482}"/>
                  </a:ext>
                </a:extLst>
              </p:cNvPr>
              <p:cNvSpPr txBox="1"/>
              <p:nvPr/>
            </p:nvSpPr>
            <p:spPr>
              <a:xfrm>
                <a:off x="10579798" y="282501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18" name="文字方塊 74">
                <a:extLst>
                  <a:ext uri="{FF2B5EF4-FFF2-40B4-BE49-F238E27FC236}">
                    <a16:creationId xmlns:a16="http://schemas.microsoft.com/office/drawing/2014/main" id="{ADC70CC6-CD0D-2843-1E6A-E74577AEA4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79798" y="2825017"/>
                <a:ext cx="295688" cy="400110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9" name="文字方塊 60">
            <a:extLst>
              <a:ext uri="{FF2B5EF4-FFF2-40B4-BE49-F238E27FC236}">
                <a16:creationId xmlns:a16="http://schemas.microsoft.com/office/drawing/2014/main" id="{BDDB467B-1881-C877-CFFA-AB804B8D905A}"/>
              </a:ext>
            </a:extLst>
          </p:cNvPr>
          <p:cNvSpPr txBox="1"/>
          <p:nvPr/>
        </p:nvSpPr>
        <p:spPr>
          <a:xfrm>
            <a:off x="10858599" y="2825017"/>
            <a:ext cx="958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100</a:t>
            </a:r>
            <a:r>
              <a:rPr lang="en-HK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%</a:t>
            </a:r>
            <a:endParaRPr lang="en-HK" sz="20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0" name="文字方塊 83">
                <a:extLst>
                  <a:ext uri="{FF2B5EF4-FFF2-40B4-BE49-F238E27FC236}">
                    <a16:creationId xmlns:a16="http://schemas.microsoft.com/office/drawing/2014/main" id="{FC1299C8-0C6B-98C1-5B35-5FAFB6D0EF8F}"/>
                  </a:ext>
                </a:extLst>
              </p:cNvPr>
              <p:cNvSpPr txBox="1"/>
              <p:nvPr/>
            </p:nvSpPr>
            <p:spPr>
              <a:xfrm>
                <a:off x="8446834" y="342066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20" name="文字方塊 83">
                <a:extLst>
                  <a:ext uri="{FF2B5EF4-FFF2-40B4-BE49-F238E27FC236}">
                    <a16:creationId xmlns:a16="http://schemas.microsoft.com/office/drawing/2014/main" id="{FC1299C8-0C6B-98C1-5B35-5FAFB6D0EF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6834" y="3420669"/>
                <a:ext cx="295688" cy="400110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1" name="文字方塊 60">
                <a:extLst>
                  <a:ext uri="{FF2B5EF4-FFF2-40B4-BE49-F238E27FC236}">
                    <a16:creationId xmlns:a16="http://schemas.microsoft.com/office/drawing/2014/main" id="{7D2A42D4-A371-38C7-B0DE-952094798304}"/>
                  </a:ext>
                </a:extLst>
              </p:cNvPr>
              <p:cNvSpPr txBox="1"/>
              <p:nvPr/>
            </p:nvSpPr>
            <p:spPr>
              <a:xfrm>
                <a:off x="8815220" y="3420669"/>
                <a:ext cx="85543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rPr>
                  <a:t>5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%</a:t>
                </a:r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221" name="文字方塊 60">
                <a:extLst>
                  <a:ext uri="{FF2B5EF4-FFF2-40B4-BE49-F238E27FC236}">
                    <a16:creationId xmlns:a16="http://schemas.microsoft.com/office/drawing/2014/main" id="{7D2A42D4-A371-38C7-B0DE-9520947983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5220" y="3420669"/>
                <a:ext cx="855431" cy="400110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2" name="文字方塊 260">
                <a:extLst>
                  <a:ext uri="{FF2B5EF4-FFF2-40B4-BE49-F238E27FC236}">
                    <a16:creationId xmlns:a16="http://schemas.microsoft.com/office/drawing/2014/main" id="{A90C8E6D-C753-4564-70E7-34F583329AD2}"/>
                  </a:ext>
                </a:extLst>
              </p:cNvPr>
              <p:cNvSpPr txBox="1"/>
              <p:nvPr/>
            </p:nvSpPr>
            <p:spPr>
              <a:xfrm>
                <a:off x="8192194" y="4062318"/>
                <a:ext cx="23841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HK" sz="2400" b="1" i="1" dirty="0" smtClean="0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</m:oMath>
                  </m:oMathPara>
                </a14:m>
                <a:endParaRPr lang="en-HK" sz="24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222" name="文字方塊 260">
                <a:extLst>
                  <a:ext uri="{FF2B5EF4-FFF2-40B4-BE49-F238E27FC236}">
                    <a16:creationId xmlns:a16="http://schemas.microsoft.com/office/drawing/2014/main" id="{A90C8E6D-C753-4564-70E7-34F583329A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2194" y="4062318"/>
                <a:ext cx="238419" cy="461665"/>
              </a:xfrm>
              <a:prstGeom prst="rect">
                <a:avLst/>
              </a:prstGeom>
              <a:blipFill>
                <a:blip r:embed="rId35"/>
                <a:stretch>
                  <a:fillRect r="-5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3" name="文字方塊 5">
            <a:extLst>
              <a:ext uri="{FF2B5EF4-FFF2-40B4-BE49-F238E27FC236}">
                <a16:creationId xmlns:a16="http://schemas.microsoft.com/office/drawing/2014/main" id="{C9052468-B10C-4B6C-92C9-A90DAB86740E}"/>
              </a:ext>
            </a:extLst>
          </p:cNvPr>
          <p:cNvSpPr txBox="1"/>
          <p:nvPr/>
        </p:nvSpPr>
        <p:spPr>
          <a:xfrm>
            <a:off x="8666238" y="4150182"/>
            <a:ext cx="351671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Lucida Calligraphy" panose="03010101010101010101" pitchFamily="66" charset="0"/>
              </a:rPr>
              <a:t>The total number of customers does not increase as compared to last week </a:t>
            </a:r>
            <a:endParaRPr lang="en-HK" sz="2000" b="1">
              <a:ln>
                <a:solidFill>
                  <a:schemeClr val="tx1"/>
                </a:solidFill>
              </a:ln>
              <a:solidFill>
                <a:schemeClr val="accent2">
                  <a:lumMod val="40000"/>
                  <a:lumOff val="60000"/>
                </a:schemeClr>
              </a:solidFill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4171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0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3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8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1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4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7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2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7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0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24" grpId="0"/>
      <p:bldP spid="25" grpId="0"/>
      <p:bldP spid="26" grpId="0"/>
      <p:bldP spid="27" grpId="0"/>
      <p:bldP spid="28" grpId="0"/>
      <p:bldP spid="34" grpId="0"/>
      <p:bldP spid="35" grpId="0"/>
      <p:bldP spid="36" grpId="0"/>
      <p:bldP spid="38" grpId="0"/>
      <p:bldP spid="39" grpId="0"/>
      <p:bldP spid="40" grpId="0"/>
      <p:bldP spid="47" grpId="0"/>
      <p:bldP spid="48" grpId="0"/>
      <p:bldP spid="53" grpId="0"/>
      <p:bldP spid="63" grpId="0"/>
      <p:bldP spid="192" grpId="0"/>
      <p:bldP spid="193" grpId="0"/>
      <p:bldP spid="194" grpId="0"/>
      <p:bldP spid="199" grpId="0"/>
      <p:bldP spid="201" grpId="0"/>
      <p:bldP spid="202" grpId="0"/>
      <p:bldP spid="204" grpId="0"/>
      <p:bldP spid="205" grpId="0"/>
      <p:bldP spid="206" grpId="0"/>
      <p:bldP spid="207" grpId="0"/>
      <p:bldP spid="210" grpId="0"/>
      <p:bldP spid="211" grpId="0"/>
      <p:bldP spid="212" grpId="0"/>
      <p:bldP spid="218" grpId="0"/>
      <p:bldP spid="219" grpId="0"/>
      <p:bldP spid="220" grpId="0"/>
      <p:bldP spid="221" grpId="0"/>
      <p:bldP spid="222" grpId="0"/>
      <p:bldP spid="22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Picture 223">
            <a:extLst>
              <a:ext uri="{FF2B5EF4-FFF2-40B4-BE49-F238E27FC236}">
                <a16:creationId xmlns:a16="http://schemas.microsoft.com/office/drawing/2014/main" id="{40320344-8163-BA41-172E-FADB904FBC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375" b="85943"/>
          <a:stretch>
            <a:fillRect/>
          </a:stretch>
        </p:blipFill>
        <p:spPr>
          <a:xfrm>
            <a:off x="343809" y="340205"/>
            <a:ext cx="10959731" cy="74525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筆跡 3">
                <a:extLst>
                  <a:ext uri="{FF2B5EF4-FFF2-40B4-BE49-F238E27FC236}">
                    <a16:creationId xmlns:a16="http://schemas.microsoft.com/office/drawing/2014/main" id="{DA0EB5B4-DFB4-8765-2B4D-77E136261090}"/>
                  </a:ext>
                </a:extLst>
              </p14:cNvPr>
              <p14:cNvContentPartPr/>
              <p14:nvPr/>
            </p14:nvContentPartPr>
            <p14:xfrm>
              <a:off x="4086643" y="541183"/>
              <a:ext cx="1567707" cy="45719"/>
            </p14:xfrm>
          </p:contentPart>
        </mc:Choice>
        <mc:Fallback>
          <p:pic>
            <p:nvPicPr>
              <p:cNvPr id="5" name="筆跡 3">
                <a:extLst>
                  <a:ext uri="{FF2B5EF4-FFF2-40B4-BE49-F238E27FC236}">
                    <a16:creationId xmlns:a16="http://schemas.microsoft.com/office/drawing/2014/main" id="{DA0EB5B4-DFB4-8765-2B4D-77E13626109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032597" y="-13174517"/>
                <a:ext cx="1675440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" name="筆跡 9">
                <a:extLst>
                  <a:ext uri="{FF2B5EF4-FFF2-40B4-BE49-F238E27FC236}">
                    <a16:creationId xmlns:a16="http://schemas.microsoft.com/office/drawing/2014/main" id="{A58BFF53-DE02-C532-753E-1FA8733AE19E}"/>
                  </a:ext>
                </a:extLst>
              </p14:cNvPr>
              <p14:cNvContentPartPr/>
              <p14:nvPr/>
            </p14:nvContentPartPr>
            <p14:xfrm>
              <a:off x="6606073" y="518323"/>
              <a:ext cx="3756862" cy="45719"/>
            </p14:xfrm>
          </p:contentPart>
        </mc:Choice>
        <mc:Fallback>
          <p:pic>
            <p:nvPicPr>
              <p:cNvPr id="6" name="筆跡 9">
                <a:extLst>
                  <a:ext uri="{FF2B5EF4-FFF2-40B4-BE49-F238E27FC236}">
                    <a16:creationId xmlns:a16="http://schemas.microsoft.com/office/drawing/2014/main" id="{A58BFF53-DE02-C532-753E-1FA8733AE19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552038" y="-13197377"/>
                <a:ext cx="3864571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7" name="筆跡 9">
                <a:extLst>
                  <a:ext uri="{FF2B5EF4-FFF2-40B4-BE49-F238E27FC236}">
                    <a16:creationId xmlns:a16="http://schemas.microsoft.com/office/drawing/2014/main" id="{600C262C-E338-BA88-1378-95F52EE43A1C}"/>
                  </a:ext>
                </a:extLst>
              </p14:cNvPr>
              <p14:cNvContentPartPr/>
              <p14:nvPr/>
            </p14:nvContentPartPr>
            <p14:xfrm>
              <a:off x="890256" y="937724"/>
              <a:ext cx="1765395" cy="45719"/>
            </p14:xfrm>
          </p:contentPart>
        </mc:Choice>
        <mc:Fallback>
          <p:pic>
            <p:nvPicPr>
              <p:cNvPr id="7" name="筆跡 9">
                <a:extLst>
                  <a:ext uri="{FF2B5EF4-FFF2-40B4-BE49-F238E27FC236}">
                    <a16:creationId xmlns:a16="http://schemas.microsoft.com/office/drawing/2014/main" id="{600C262C-E338-BA88-1378-95F52EE43A1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36224" y="-12777976"/>
                <a:ext cx="1873098" cy="2743140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文字方塊 5">
            <a:extLst>
              <a:ext uri="{FF2B5EF4-FFF2-40B4-BE49-F238E27FC236}">
                <a16:creationId xmlns:a16="http://schemas.microsoft.com/office/drawing/2014/main" id="{D074C115-96C6-4D7B-CB9D-3FDB459E4A25}"/>
              </a:ext>
            </a:extLst>
          </p:cNvPr>
          <p:cNvSpPr txBox="1"/>
          <p:nvPr/>
        </p:nvSpPr>
        <p:spPr>
          <a:xfrm>
            <a:off x="477485" y="1161561"/>
            <a:ext cx="101687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Let</a:t>
            </a:r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Calligraphy" panose="03010101010101010101" pitchFamily="66" charset="0"/>
              </a:rPr>
              <a:t> </a:t>
            </a:r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r</a:t>
            </a:r>
            <a:r>
              <a: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, </a:t>
            </a:r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Calligraphy" panose="03010101010101010101" pitchFamily="66" charset="0"/>
              </a:rPr>
              <a:t>h</a:t>
            </a:r>
            <a:r>
              <a: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 and </a:t>
            </a:r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chemeClr val="accent4">
                    <a:lumMod val="40000"/>
                    <a:lumOff val="60000"/>
                  </a:schemeClr>
                </a:solidFill>
                <a:latin typeface="Lucida Calligraphy" panose="03010101010101010101" pitchFamily="66" charset="0"/>
              </a:rPr>
              <a:t>R</a:t>
            </a:r>
            <a:r>
              <a: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 be the </a:t>
            </a:r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original base radius</a:t>
            </a:r>
            <a:r>
              <a: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, </a:t>
            </a:r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Calligraphy" panose="03010101010101010101" pitchFamily="66" charset="0"/>
              </a:rPr>
              <a:t>original height </a:t>
            </a:r>
            <a:r>
              <a: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and </a:t>
            </a:r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chemeClr val="accent4">
                    <a:lumMod val="40000"/>
                    <a:lumOff val="60000"/>
                  </a:schemeClr>
                </a:solidFill>
                <a:latin typeface="Lucida Calligraphy" panose="03010101010101010101" pitchFamily="66" charset="0"/>
              </a:rPr>
              <a:t>new base radius</a:t>
            </a:r>
            <a:r>
              <a: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 of the cylinder respectively,</a:t>
            </a:r>
            <a:endParaRPr lang="en-HK" sz="2000" b="1">
              <a:ln>
                <a:solidFill>
                  <a:schemeClr val="tx1"/>
                </a:solidFill>
              </a:ln>
              <a:latin typeface="Lucida Handwriting" panose="03010101010101010101" pitchFamily="66" charset="0"/>
            </a:endParaRPr>
          </a:p>
        </p:txBody>
      </p:sp>
      <p:sp>
        <p:nvSpPr>
          <p:cNvPr id="9" name="文字方塊 5">
            <a:extLst>
              <a:ext uri="{FF2B5EF4-FFF2-40B4-BE49-F238E27FC236}">
                <a16:creationId xmlns:a16="http://schemas.microsoft.com/office/drawing/2014/main" id="{B40323B0-04A6-0916-0621-A2F82F706C2A}"/>
              </a:ext>
            </a:extLst>
          </p:cNvPr>
          <p:cNvSpPr txBox="1"/>
          <p:nvPr/>
        </p:nvSpPr>
        <p:spPr>
          <a:xfrm>
            <a:off x="437457" y="1945553"/>
            <a:ext cx="42185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Calligraphy" panose="03010101010101010101" pitchFamily="66" charset="0"/>
              </a:rPr>
              <a:t>New height of the cylinder</a:t>
            </a:r>
            <a:endParaRPr lang="en-HK" sz="2000" b="1">
              <a:ln>
                <a:solidFill>
                  <a:schemeClr val="tx1"/>
                </a:solidFill>
              </a:ln>
              <a:solidFill>
                <a:srgbClr val="FFC0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字方塊 55">
                <a:extLst>
                  <a:ext uri="{FF2B5EF4-FFF2-40B4-BE49-F238E27FC236}">
                    <a16:creationId xmlns:a16="http://schemas.microsoft.com/office/drawing/2014/main" id="{F1B4B3F8-C636-B1E0-9BE5-4C6695F7D157}"/>
                  </a:ext>
                </a:extLst>
              </p:cNvPr>
              <p:cNvSpPr txBox="1"/>
              <p:nvPr/>
            </p:nvSpPr>
            <p:spPr>
              <a:xfrm>
                <a:off x="4184429" y="189892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0" name="文字方塊 55">
                <a:extLst>
                  <a:ext uri="{FF2B5EF4-FFF2-40B4-BE49-F238E27FC236}">
                    <a16:creationId xmlns:a16="http://schemas.microsoft.com/office/drawing/2014/main" id="{F1B4B3F8-C636-B1E0-9BE5-4C6695F7D1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4429" y="1898922"/>
                <a:ext cx="295688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字方塊 57">
                <a:extLst>
                  <a:ext uri="{FF2B5EF4-FFF2-40B4-BE49-F238E27FC236}">
                    <a16:creationId xmlns:a16="http://schemas.microsoft.com/office/drawing/2014/main" id="{DA3CA8C3-D03B-9AD4-CD6D-AC35BE7ED0E9}"/>
                  </a:ext>
                </a:extLst>
              </p:cNvPr>
              <p:cNvSpPr txBox="1"/>
              <p:nvPr/>
            </p:nvSpPr>
            <p:spPr>
              <a:xfrm>
                <a:off x="4508378" y="1938564"/>
                <a:ext cx="295688" cy="407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HK" sz="2000" b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0000"/>
                          </a:solidFill>
                          <a:latin typeface="Lucida Calligraphy" panose="03010101010101010101" pitchFamily="66" charset="0"/>
                        </a:rPr>
                        <m:t>h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2" name="文字方塊 57">
                <a:extLst>
                  <a:ext uri="{FF2B5EF4-FFF2-40B4-BE49-F238E27FC236}">
                    <a16:creationId xmlns:a16="http://schemas.microsoft.com/office/drawing/2014/main" id="{DA3CA8C3-D03B-9AD4-CD6D-AC35BE7ED0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8378" y="1938564"/>
                <a:ext cx="295688" cy="40709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群組 58">
            <a:extLst>
              <a:ext uri="{FF2B5EF4-FFF2-40B4-BE49-F238E27FC236}">
                <a16:creationId xmlns:a16="http://schemas.microsoft.com/office/drawing/2014/main" id="{F481230E-2C9F-F38C-6274-1F1918AAB984}"/>
              </a:ext>
            </a:extLst>
          </p:cNvPr>
          <p:cNvGrpSpPr/>
          <p:nvPr/>
        </p:nvGrpSpPr>
        <p:grpSpPr>
          <a:xfrm>
            <a:off x="4747891" y="1929663"/>
            <a:ext cx="1468501" cy="409011"/>
            <a:chOff x="1498603" y="1408278"/>
            <a:chExt cx="1468501" cy="409011"/>
          </a:xfrm>
        </p:grpSpPr>
        <p:sp>
          <p:nvSpPr>
            <p:cNvPr id="14" name="文字方塊 59">
              <a:extLst>
                <a:ext uri="{FF2B5EF4-FFF2-40B4-BE49-F238E27FC236}">
                  <a16:creationId xmlns:a16="http://schemas.microsoft.com/office/drawing/2014/main" id="{8A89D66B-7685-DA04-CCD0-22A542D3701B}"/>
                </a:ext>
              </a:extLst>
            </p:cNvPr>
            <p:cNvSpPr txBox="1"/>
            <p:nvPr/>
          </p:nvSpPr>
          <p:spPr>
            <a:xfrm>
              <a:off x="1498603" y="1417179"/>
              <a:ext cx="45717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000" b="1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15" name="文字方塊 60">
              <a:extLst>
                <a:ext uri="{FF2B5EF4-FFF2-40B4-BE49-F238E27FC236}">
                  <a16:creationId xmlns:a16="http://schemas.microsoft.com/office/drawing/2014/main" id="{65CD3A85-FE8F-8797-DFAD-757CE8726300}"/>
                </a:ext>
              </a:extLst>
            </p:cNvPr>
            <p:cNvSpPr txBox="1"/>
            <p:nvPr/>
          </p:nvSpPr>
          <p:spPr>
            <a:xfrm>
              <a:off x="2008473" y="1417179"/>
              <a:ext cx="95863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chemeClr val="accent3">
                      <a:lumMod val="20000"/>
                      <a:lumOff val="80000"/>
                    </a:schemeClr>
                  </a:solidFill>
                  <a:latin typeface="Lucida Handwriting" panose="03010101010101010101" pitchFamily="66" charset="0"/>
                </a:rPr>
                <a:t>60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%</a:t>
              </a:r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文字方塊 61">
                  <a:extLst>
                    <a:ext uri="{FF2B5EF4-FFF2-40B4-BE49-F238E27FC236}">
                      <a16:creationId xmlns:a16="http://schemas.microsoft.com/office/drawing/2014/main" id="{AE40DC1E-E20C-4428-1F51-CC1863FD3F52}"/>
                    </a:ext>
                  </a:extLst>
                </p:cNvPr>
                <p:cNvSpPr txBox="1"/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16" name="文字方塊 61">
                  <a:extLst>
                    <a:ext uri="{FF2B5EF4-FFF2-40B4-BE49-F238E27FC236}">
                      <a16:creationId xmlns:a16="http://schemas.microsoft.com/office/drawing/2014/main" id="{AE40DC1E-E20C-4428-1F51-CC1863FD3F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文字方塊 69">
                <a:extLst>
                  <a:ext uri="{FF2B5EF4-FFF2-40B4-BE49-F238E27FC236}">
                    <a16:creationId xmlns:a16="http://schemas.microsoft.com/office/drawing/2014/main" id="{A53FF1B7-83B1-F46F-2DD2-69C042E3686F}"/>
                  </a:ext>
                </a:extLst>
              </p:cNvPr>
              <p:cNvSpPr txBox="1"/>
              <p:nvPr/>
            </p:nvSpPr>
            <p:spPr>
              <a:xfrm>
                <a:off x="6068548" y="190306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3" name="文字方塊 69">
                <a:extLst>
                  <a:ext uri="{FF2B5EF4-FFF2-40B4-BE49-F238E27FC236}">
                    <a16:creationId xmlns:a16="http://schemas.microsoft.com/office/drawing/2014/main" id="{A53FF1B7-83B1-F46F-2DD2-69C042E368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8548" y="1903068"/>
                <a:ext cx="295688" cy="4001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文字方塊 70">
                <a:extLst>
                  <a:ext uri="{FF2B5EF4-FFF2-40B4-BE49-F238E27FC236}">
                    <a16:creationId xmlns:a16="http://schemas.microsoft.com/office/drawing/2014/main" id="{622518C8-5CA8-7975-87D8-6CB4A5060B6F}"/>
                  </a:ext>
                </a:extLst>
              </p:cNvPr>
              <p:cNvSpPr txBox="1"/>
              <p:nvPr/>
            </p:nvSpPr>
            <p:spPr>
              <a:xfrm>
                <a:off x="6363910" y="1914972"/>
                <a:ext cx="911048" cy="407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C000"/>
                    </a:solidFill>
                    <a:latin typeface="Lucida Handwriting" panose="03010101010101010101" pitchFamily="66" charset="0"/>
                  </a:rPr>
                  <a:t>1.6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HK" sz="2000" b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C000"/>
                        </a:solidFill>
                        <a:latin typeface="Lucida Calligraphy" panose="03010101010101010101" pitchFamily="66" charset="0"/>
                      </a:rPr>
                      <m:t>h</m:t>
                    </m:r>
                  </m:oMath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rgbClr val="FFC000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4" name="文字方塊 70">
                <a:extLst>
                  <a:ext uri="{FF2B5EF4-FFF2-40B4-BE49-F238E27FC236}">
                    <a16:creationId xmlns:a16="http://schemas.microsoft.com/office/drawing/2014/main" id="{622518C8-5CA8-7975-87D8-6CB4A5060B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3910" y="1914972"/>
                <a:ext cx="911048" cy="40709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文字方塊 54">
                <a:extLst>
                  <a:ext uri="{FF2B5EF4-FFF2-40B4-BE49-F238E27FC236}">
                    <a16:creationId xmlns:a16="http://schemas.microsoft.com/office/drawing/2014/main" id="{EFFFFF5F-2A32-B9FB-C5B4-E7556F3E2996}"/>
                  </a:ext>
                </a:extLst>
              </p:cNvPr>
              <p:cNvSpPr txBox="1"/>
              <p:nvPr/>
            </p:nvSpPr>
            <p:spPr>
              <a:xfrm>
                <a:off x="518457" y="2338674"/>
                <a:ext cx="29568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∵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4" name="文字方塊 54">
                <a:extLst>
                  <a:ext uri="{FF2B5EF4-FFF2-40B4-BE49-F238E27FC236}">
                    <a16:creationId xmlns:a16="http://schemas.microsoft.com/office/drawing/2014/main" id="{EFFFFF5F-2A32-B9FB-C5B4-E7556F3E29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457" y="2338674"/>
                <a:ext cx="295688" cy="461665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文字方塊 5">
                <a:extLst>
                  <a:ext uri="{FF2B5EF4-FFF2-40B4-BE49-F238E27FC236}">
                    <a16:creationId xmlns:a16="http://schemas.microsoft.com/office/drawing/2014/main" id="{A4495101-841F-C18F-3967-8F79960286E3}"/>
                  </a:ext>
                </a:extLst>
              </p:cNvPr>
              <p:cNvSpPr txBox="1"/>
              <p:nvPr/>
            </p:nvSpPr>
            <p:spPr>
              <a:xfrm>
                <a:off x="814145" y="2367596"/>
                <a:ext cx="848380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Lucida Calligraphy" panose="03010101010101010101" pitchFamily="66" charset="0"/>
                  </a:rPr>
                  <a:t>Original curved surface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Lucida Calligraphy" panose="03010101010101010101" pitchFamily="66" charset="0"/>
                  </a:rPr>
                  <a:t>new curved surface area</a:t>
                </a:r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accent2">
                      <a:lumMod val="40000"/>
                      <a:lumOff val="60000"/>
                    </a:schemeClr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5" name="文字方塊 5">
                <a:extLst>
                  <a:ext uri="{FF2B5EF4-FFF2-40B4-BE49-F238E27FC236}">
                    <a16:creationId xmlns:a16="http://schemas.microsoft.com/office/drawing/2014/main" id="{A4495101-841F-C18F-3967-8F79960286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145" y="2367596"/>
                <a:ext cx="8483809" cy="4001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文字方塊 260">
                <a:extLst>
                  <a:ext uri="{FF2B5EF4-FFF2-40B4-BE49-F238E27FC236}">
                    <a16:creationId xmlns:a16="http://schemas.microsoft.com/office/drawing/2014/main" id="{5B759CB9-5A09-9BB5-B382-AB0B68E8E15B}"/>
                  </a:ext>
                </a:extLst>
              </p:cNvPr>
              <p:cNvSpPr txBox="1"/>
              <p:nvPr/>
            </p:nvSpPr>
            <p:spPr>
              <a:xfrm>
                <a:off x="518457" y="2767706"/>
                <a:ext cx="23841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HK" sz="2400" b="1" i="1" dirty="0" smtClean="0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</m:oMath>
                  </m:oMathPara>
                </a14:m>
                <a:endParaRPr lang="en-HK" sz="24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36" name="文字方塊 260">
                <a:extLst>
                  <a:ext uri="{FF2B5EF4-FFF2-40B4-BE49-F238E27FC236}">
                    <a16:creationId xmlns:a16="http://schemas.microsoft.com/office/drawing/2014/main" id="{5B759CB9-5A09-9BB5-B382-AB0B68E8E1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457" y="2767706"/>
                <a:ext cx="238419" cy="461665"/>
              </a:xfrm>
              <a:prstGeom prst="rect">
                <a:avLst/>
              </a:prstGeom>
              <a:blipFill>
                <a:blip r:embed="rId17"/>
                <a:stretch>
                  <a:fillRect r="-5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97CD170E-9B35-D4A5-C97B-DF2A772242A0}"/>
                  </a:ext>
                </a:extLst>
              </p:cNvPr>
              <p:cNvSpPr txBox="1"/>
              <p:nvPr/>
            </p:nvSpPr>
            <p:spPr>
              <a:xfrm>
                <a:off x="975326" y="2805529"/>
                <a:ext cx="797627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Handwriting" panose="03010101010101010101" pitchFamily="66" charset="0"/>
                        </a:rPr>
                        <m:t>2</m:t>
                      </m:r>
                      <m:r>
                        <a:rPr lang="zh-HK" alt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𝛑</m:t>
                      </m:r>
                      <m:r>
                        <m:rPr>
                          <m:nor/>
                        </m:rPr>
                        <a:rPr lang="en-US" altLang="zh-HK" sz="2000" b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Lucida Calligraphy" panose="03010101010101010101" pitchFamily="66" charset="0"/>
                        </a:rPr>
                        <m:t>r</m:t>
                      </m:r>
                      <m:r>
                        <m:rPr>
                          <m:nor/>
                        </m:rPr>
                        <a:rPr lang="en-HK" sz="2000" b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0000"/>
                          </a:solidFill>
                          <a:latin typeface="Lucida Calligraphy" panose="03010101010101010101" pitchFamily="66" charset="0"/>
                        </a:rPr>
                        <m:t>h</m:t>
                      </m:r>
                    </m:oMath>
                  </m:oMathPara>
                </a14:m>
                <a:endParaRPr lang="en-US" sz="2000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97CD170E-9B35-D4A5-C97B-DF2A772242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326" y="2805529"/>
                <a:ext cx="797627" cy="407099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文字方塊 55">
                <a:extLst>
                  <a:ext uri="{FF2B5EF4-FFF2-40B4-BE49-F238E27FC236}">
                    <a16:creationId xmlns:a16="http://schemas.microsoft.com/office/drawing/2014/main" id="{E33BB221-5C44-134A-7657-567E1BAD4560}"/>
                  </a:ext>
                </a:extLst>
              </p:cNvPr>
              <p:cNvSpPr txBox="1"/>
              <p:nvPr/>
            </p:nvSpPr>
            <p:spPr>
              <a:xfrm>
                <a:off x="1786290" y="279848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8" name="文字方塊 55">
                <a:extLst>
                  <a:ext uri="{FF2B5EF4-FFF2-40B4-BE49-F238E27FC236}">
                    <a16:creationId xmlns:a16="http://schemas.microsoft.com/office/drawing/2014/main" id="{E33BB221-5C44-134A-7657-567E1BAD45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6290" y="2798483"/>
                <a:ext cx="295688" cy="40011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E2BBDCE8-3643-B0E0-640F-103C3A4CDA17}"/>
                  </a:ext>
                </a:extLst>
              </p:cNvPr>
              <p:cNvSpPr txBox="1"/>
              <p:nvPr/>
            </p:nvSpPr>
            <p:spPr>
              <a:xfrm>
                <a:off x="1991403" y="2805528"/>
                <a:ext cx="1690669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Handwriting" panose="03010101010101010101" pitchFamily="66" charset="0"/>
                        </a:rPr>
                        <m:t>2</m:t>
                      </m:r>
                      <m:r>
                        <a:rPr lang="zh-HK" alt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𝛑</m:t>
                      </m:r>
                      <m:r>
                        <m:rPr>
                          <m:nor/>
                        </m:rPr>
                        <a:rPr lang="en-HK" sz="2000" b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latin typeface="Lucida Calligraphy" panose="03010101010101010101" pitchFamily="66" charset="0"/>
                        </a:rPr>
                        <m:t>R</m:t>
                      </m:r>
                      <m:r>
                        <m:rPr>
                          <m:nor/>
                        </m:rPr>
                        <a:rPr lang="en-HK" sz="2000" b="1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Calligraphy" panose="03010101010101010101" pitchFamily="66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HK" altLang="zh-HK" sz="2000" b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C000"/>
                          </a:solidFill>
                          <a:latin typeface="Lucida Handwriting" panose="03010101010101010101" pitchFamily="66" charset="0"/>
                        </a:rPr>
                        <m:t>1.6</m:t>
                      </m:r>
                      <m:r>
                        <m:rPr>
                          <m:nor/>
                        </m:rPr>
                        <a:rPr lang="en-HK" sz="2000" b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C000"/>
                          </a:solidFill>
                          <a:latin typeface="Lucida Calligraphy" panose="03010101010101010101" pitchFamily="66" charset="0"/>
                        </a:rPr>
                        <m:t>h</m:t>
                      </m:r>
                      <m:r>
                        <m:rPr>
                          <m:nor/>
                        </m:rPr>
                        <a:rPr lang="en-HK" sz="2000" b="1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Calligraphy" panose="03010101010101010101" pitchFamily="66" charset="0"/>
                        </a:rPr>
                        <m:t>)</m:t>
                      </m:r>
                    </m:oMath>
                  </m:oMathPara>
                </a14:m>
                <a:endParaRPr lang="en-US" sz="2000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E2BBDCE8-3643-B0E0-640F-103C3A4CDA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1403" y="2805528"/>
                <a:ext cx="1690669" cy="407099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TextBox 40">
            <a:extLst>
              <a:ext uri="{FF2B5EF4-FFF2-40B4-BE49-F238E27FC236}">
                <a16:creationId xmlns:a16="http://schemas.microsoft.com/office/drawing/2014/main" id="{02816D4A-E215-AD86-CED6-9CD5FD1F7C62}"/>
              </a:ext>
            </a:extLst>
          </p:cNvPr>
          <p:cNvSpPr txBox="1"/>
          <p:nvPr/>
        </p:nvSpPr>
        <p:spPr>
          <a:xfrm>
            <a:off x="1374139" y="3290076"/>
            <a:ext cx="4315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chemeClr val="accent4">
                    <a:lumMod val="40000"/>
                    <a:lumOff val="60000"/>
                  </a:schemeClr>
                </a:solidFill>
                <a:latin typeface="Lucida Calligraphy" panose="03010101010101010101" pitchFamily="66" charset="0"/>
              </a:rPr>
              <a:t>R</a:t>
            </a:r>
            <a:endParaRPr lang="en-US" sz="200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2" name="文字方塊 55">
                <a:extLst>
                  <a:ext uri="{FF2B5EF4-FFF2-40B4-BE49-F238E27FC236}">
                    <a16:creationId xmlns:a16="http://schemas.microsoft.com/office/drawing/2014/main" id="{4AF702D5-C38D-904B-D8D0-BB3F1663F9F5}"/>
                  </a:ext>
                </a:extLst>
              </p:cNvPr>
              <p:cNvSpPr txBox="1"/>
              <p:nvPr/>
            </p:nvSpPr>
            <p:spPr>
              <a:xfrm>
                <a:off x="1786290" y="326585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2" name="文字方塊 55">
                <a:extLst>
                  <a:ext uri="{FF2B5EF4-FFF2-40B4-BE49-F238E27FC236}">
                    <a16:creationId xmlns:a16="http://schemas.microsoft.com/office/drawing/2014/main" id="{4AF702D5-C38D-904B-D8D0-BB3F1663F9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6290" y="3265855"/>
                <a:ext cx="295688" cy="40011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" name="文字方塊 70">
                <a:extLst>
                  <a:ext uri="{FF2B5EF4-FFF2-40B4-BE49-F238E27FC236}">
                    <a16:creationId xmlns:a16="http://schemas.microsoft.com/office/drawing/2014/main" id="{5A8E3B72-FD34-2806-06F6-480940A7B8E9}"/>
                  </a:ext>
                </a:extLst>
              </p:cNvPr>
              <p:cNvSpPr txBox="1"/>
              <p:nvPr/>
            </p:nvSpPr>
            <p:spPr>
              <a:xfrm>
                <a:off x="2081978" y="3279889"/>
                <a:ext cx="154401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Lucida Handwriting" panose="03010101010101010101" pitchFamily="66" charset="0"/>
                  </a:rPr>
                  <a:t>0.625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  <a:latin typeface="Lucida Calligraphy" panose="03010101010101010101" pitchFamily="66" charset="0"/>
                      </a:rPr>
                      <m:t>r</m:t>
                    </m:r>
                  </m:oMath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accent4">
                      <a:lumMod val="40000"/>
                      <a:lumOff val="60000"/>
                    </a:schemeClr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3" name="文字方塊 70">
                <a:extLst>
                  <a:ext uri="{FF2B5EF4-FFF2-40B4-BE49-F238E27FC236}">
                    <a16:creationId xmlns:a16="http://schemas.microsoft.com/office/drawing/2014/main" id="{5A8E3B72-FD34-2806-06F6-480940A7B8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1978" y="3279889"/>
                <a:ext cx="1544011" cy="40011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TextBox 43">
            <a:extLst>
              <a:ext uri="{FF2B5EF4-FFF2-40B4-BE49-F238E27FC236}">
                <a16:creationId xmlns:a16="http://schemas.microsoft.com/office/drawing/2014/main" id="{6A8DC16A-D16E-F204-7892-02E036209C72}"/>
              </a:ext>
            </a:extLst>
          </p:cNvPr>
          <p:cNvSpPr txBox="1"/>
          <p:nvPr/>
        </p:nvSpPr>
        <p:spPr>
          <a:xfrm>
            <a:off x="357494" y="3974336"/>
            <a:ext cx="44417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latin typeface="Lucida Calligraphy" panose="03010101010101010101" pitchFamily="66" charset="0"/>
              </a:rPr>
              <a:t>Original volume of the cylinder</a:t>
            </a:r>
            <a:endParaRPr lang="en-US" sz="2000">
              <a:solidFill>
                <a:srgbClr val="00B05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文字方塊 12">
                <a:extLst>
                  <a:ext uri="{FF2B5EF4-FFF2-40B4-BE49-F238E27FC236}">
                    <a16:creationId xmlns:a16="http://schemas.microsoft.com/office/drawing/2014/main" id="{0FB3626F-DF0A-9FB9-83EE-F7D25C21DF08}"/>
                  </a:ext>
                </a:extLst>
              </p:cNvPr>
              <p:cNvSpPr txBox="1"/>
              <p:nvPr/>
            </p:nvSpPr>
            <p:spPr>
              <a:xfrm>
                <a:off x="4792213" y="394612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5" name="文字方塊 12">
                <a:extLst>
                  <a:ext uri="{FF2B5EF4-FFF2-40B4-BE49-F238E27FC236}">
                    <a16:creationId xmlns:a16="http://schemas.microsoft.com/office/drawing/2014/main" id="{0FB3626F-DF0A-9FB9-83EE-F7D25C21DF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2213" y="3946129"/>
                <a:ext cx="295688" cy="40011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C6FF402F-B907-5A78-3CB0-F4B20AAAE3AF}"/>
                  </a:ext>
                </a:extLst>
              </p:cNvPr>
              <p:cNvSpPr txBox="1"/>
              <p:nvPr/>
            </p:nvSpPr>
            <p:spPr>
              <a:xfrm>
                <a:off x="5112106" y="3971299"/>
                <a:ext cx="97909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HK" alt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𝛑</m:t>
                    </m:r>
                    <m:r>
                      <m:rPr>
                        <m:nor/>
                      </m:rPr>
                      <a:rPr lang="en-US" altLang="zh-HK" sz="2000" b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Lucida Calligraphy" panose="03010101010101010101" pitchFamily="66" charset="0"/>
                      </a:rPr>
                      <m:t>r</m:t>
                    </m:r>
                  </m:oMath>
                </a14:m>
                <a:r>
                  <a:rPr lang="en-US" sz="2000">
                    <a:solidFill>
                      <a:srgbClr val="FFFF00"/>
                    </a:solidFill>
                  </a:rPr>
                  <a:t>  </a:t>
                </a:r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0000"/>
                    </a:solidFill>
                    <a:latin typeface="Lucida Calligraphy" panose="03010101010101010101" pitchFamily="66" charset="0"/>
                  </a:rPr>
                  <a:t>h</a:t>
                </a:r>
                <a:endParaRPr lang="en-US" sz="2000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C6FF402F-B907-5A78-3CB0-F4B20AAAE3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2106" y="3971299"/>
                <a:ext cx="979097" cy="400110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文字方塊 106">
            <a:extLst>
              <a:ext uri="{FF2B5EF4-FFF2-40B4-BE49-F238E27FC236}">
                <a16:creationId xmlns:a16="http://schemas.microsoft.com/office/drawing/2014/main" id="{AF8CB65A-67EA-36BC-B5A3-EEA60B6375FD}"/>
              </a:ext>
            </a:extLst>
          </p:cNvPr>
          <p:cNvSpPr txBox="1"/>
          <p:nvPr/>
        </p:nvSpPr>
        <p:spPr>
          <a:xfrm>
            <a:off x="5457223" y="3894355"/>
            <a:ext cx="288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12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</a:t>
            </a:r>
            <a:endParaRPr lang="en-HK" sz="12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F83D1B9-7BC4-4AB8-97EE-559F8E8D41A3}"/>
              </a:ext>
            </a:extLst>
          </p:cNvPr>
          <p:cNvSpPr txBox="1"/>
          <p:nvPr/>
        </p:nvSpPr>
        <p:spPr>
          <a:xfrm>
            <a:off x="374642" y="4432909"/>
            <a:ext cx="410067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0070C0"/>
                </a:solidFill>
                <a:latin typeface="Lucida Calligraphy" panose="03010101010101010101" pitchFamily="66" charset="0"/>
              </a:rPr>
              <a:t>New volume of the cylinder</a:t>
            </a:r>
            <a:endParaRPr lang="en-US" sz="2000">
              <a:solidFill>
                <a:srgbClr val="0070C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2" name="文字方塊 12">
                <a:extLst>
                  <a:ext uri="{FF2B5EF4-FFF2-40B4-BE49-F238E27FC236}">
                    <a16:creationId xmlns:a16="http://schemas.microsoft.com/office/drawing/2014/main" id="{D4379180-D26C-A565-68A0-560E4E56360A}"/>
                  </a:ext>
                </a:extLst>
              </p:cNvPr>
              <p:cNvSpPr txBox="1"/>
              <p:nvPr/>
            </p:nvSpPr>
            <p:spPr>
              <a:xfrm>
                <a:off x="4321408" y="443290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2" name="文字方塊 12">
                <a:extLst>
                  <a:ext uri="{FF2B5EF4-FFF2-40B4-BE49-F238E27FC236}">
                    <a16:creationId xmlns:a16="http://schemas.microsoft.com/office/drawing/2014/main" id="{D4379180-D26C-A565-68A0-560E4E5636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1408" y="4432909"/>
                <a:ext cx="295688" cy="40011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BECE1D44-8BAD-178A-6BA1-A3065ED29118}"/>
                  </a:ext>
                </a:extLst>
              </p:cNvPr>
              <p:cNvSpPr txBox="1"/>
              <p:nvPr/>
            </p:nvSpPr>
            <p:spPr>
              <a:xfrm>
                <a:off x="4636515" y="4465902"/>
                <a:ext cx="1575080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HK" alt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𝛑</m:t>
                    </m:r>
                    <m:r>
                      <m:rPr>
                        <m:nor/>
                      </m:rPr>
                      <a:rPr lang="en-HK" sz="2000" b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  <a:latin typeface="Lucida Calligraphy" panose="03010101010101010101" pitchFamily="66" charset="0"/>
                      </a:rPr>
                      <m:t>R</m:t>
                    </m:r>
                  </m:oMath>
                </a14:m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0000"/>
                    </a:solidFill>
                    <a:latin typeface="Lucida Calligraphy" panose="03010101010101010101" pitchFamily="66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HK" sz="2000" b="1" dirty="0" smtClean="0">
                        <a:ln>
                          <a:solidFill>
                            <a:schemeClr val="tx1"/>
                          </a:solidFill>
                        </a:ln>
                        <a:latin typeface="Lucida Calligraphy" panose="03010101010101010101" pitchFamily="66" charset="0"/>
                      </a:rPr>
                      <m:t>(</m:t>
                    </m:r>
                    <m:r>
                      <m:rPr>
                        <m:nor/>
                      </m:rPr>
                      <a:rPr lang="en-HK" altLang="zh-HK" sz="2000" b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C000"/>
                        </a:solidFill>
                        <a:latin typeface="Lucida Handwriting" panose="03010101010101010101" pitchFamily="66" charset="0"/>
                      </a:rPr>
                      <m:t>1.6</m:t>
                    </m:r>
                    <m:r>
                      <m:rPr>
                        <m:nor/>
                      </m:rPr>
                      <a:rPr lang="en-HK" sz="2000" b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C000"/>
                        </a:solidFill>
                        <a:latin typeface="Lucida Calligraphy" panose="03010101010101010101" pitchFamily="66" charset="0"/>
                      </a:rPr>
                      <m:t>h</m:t>
                    </m:r>
                    <m:r>
                      <m:rPr>
                        <m:nor/>
                      </m:rPr>
                      <a:rPr lang="en-HK" sz="2000" b="1" dirty="0" smtClean="0">
                        <a:ln>
                          <a:solidFill>
                            <a:schemeClr val="tx1"/>
                          </a:solidFill>
                        </a:ln>
                        <a:latin typeface="Lucida Calligraphy" panose="03010101010101010101" pitchFamily="66" charset="0"/>
                      </a:rPr>
                      <m:t>)</m:t>
                    </m:r>
                  </m:oMath>
                </a14:m>
                <a:endParaRPr lang="en-US" sz="2000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BECE1D44-8BAD-178A-6BA1-A3065ED291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6515" y="4465902"/>
                <a:ext cx="1575080" cy="407099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文字方塊 106">
            <a:extLst>
              <a:ext uri="{FF2B5EF4-FFF2-40B4-BE49-F238E27FC236}">
                <a16:creationId xmlns:a16="http://schemas.microsoft.com/office/drawing/2014/main" id="{6162E125-6AE3-E892-74BD-BAF527934AF9}"/>
              </a:ext>
            </a:extLst>
          </p:cNvPr>
          <p:cNvSpPr txBox="1"/>
          <p:nvPr/>
        </p:nvSpPr>
        <p:spPr>
          <a:xfrm>
            <a:off x="5051252" y="4388958"/>
            <a:ext cx="288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12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</a:t>
            </a:r>
            <a:endParaRPr lang="en-HK" sz="12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5" name="文字方塊 12">
                <a:extLst>
                  <a:ext uri="{FF2B5EF4-FFF2-40B4-BE49-F238E27FC236}">
                    <a16:creationId xmlns:a16="http://schemas.microsoft.com/office/drawing/2014/main" id="{06BF9371-22B0-71A0-ED26-A183AD2262ED}"/>
                  </a:ext>
                </a:extLst>
              </p:cNvPr>
              <p:cNvSpPr txBox="1"/>
              <p:nvPr/>
            </p:nvSpPr>
            <p:spPr>
              <a:xfrm>
                <a:off x="4321408" y="495665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5" name="文字方塊 12">
                <a:extLst>
                  <a:ext uri="{FF2B5EF4-FFF2-40B4-BE49-F238E27FC236}">
                    <a16:creationId xmlns:a16="http://schemas.microsoft.com/office/drawing/2014/main" id="{06BF9371-22B0-71A0-ED26-A183AD2262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1408" y="4956654"/>
                <a:ext cx="295688" cy="400110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924B2EC3-057A-6F1B-043D-D15729B096FF}"/>
                  </a:ext>
                </a:extLst>
              </p:cNvPr>
              <p:cNvSpPr txBox="1"/>
              <p:nvPr/>
            </p:nvSpPr>
            <p:spPr>
              <a:xfrm>
                <a:off x="4636514" y="4949665"/>
                <a:ext cx="2633647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HK" alt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𝛑</m:t>
                    </m:r>
                    <m:r>
                      <m:rPr>
                        <m:nor/>
                      </m:rPr>
                      <a:rPr lang="en-HK" sz="2000" b="1" dirty="0" smtClean="0">
                        <a:ln>
                          <a:solidFill>
                            <a:schemeClr val="tx1"/>
                          </a:solidFill>
                        </a:ln>
                        <a:latin typeface="Lucida Calligraphy" panose="03010101010101010101" pitchFamily="66" charset="0"/>
                      </a:rPr>
                      <m:t>(</m:t>
                    </m:r>
                    <m:r>
                      <m:rPr>
                        <m:nor/>
                      </m:rPr>
                      <a:rPr lang="en-HK" altLang="zh-HK" sz="2000" b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  <a:latin typeface="Lucida Handwriting" panose="03010101010101010101" pitchFamily="66" charset="0"/>
                      </a:rPr>
                      <m:t>0.625</m:t>
                    </m:r>
                    <m:r>
                      <m:rPr>
                        <m:nor/>
                      </m:rPr>
                      <a:rPr lang="en-US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  <a:latin typeface="Lucida Calligraphy" panose="03010101010101010101" pitchFamily="66" charset="0"/>
                      </a:rPr>
                      <m:t>r</m:t>
                    </m:r>
                    <m:r>
                      <m:rPr>
                        <m:nor/>
                      </m:rPr>
                      <a:rPr lang="en-HK" sz="2000" b="1" dirty="0" smtClean="0">
                        <a:ln>
                          <a:solidFill>
                            <a:schemeClr val="tx1"/>
                          </a:solidFill>
                        </a:ln>
                        <a:latin typeface="Lucida Calligraphy" panose="03010101010101010101" pitchFamily="66" charset="0"/>
                      </a:rPr>
                      <m:t>)</m:t>
                    </m:r>
                  </m:oMath>
                </a14:m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0000"/>
                    </a:solidFill>
                    <a:latin typeface="Lucida Calligraphy" panose="03010101010101010101" pitchFamily="66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nor/>
                      </m:rPr>
                      <a:rPr lang="en-HK" sz="2000" b="1" dirty="0" smtClean="0">
                        <a:ln>
                          <a:solidFill>
                            <a:schemeClr val="tx1"/>
                          </a:solidFill>
                        </a:ln>
                        <a:latin typeface="Lucida Calligraphy" panose="03010101010101010101" pitchFamily="66" charset="0"/>
                      </a:rPr>
                      <m:t>(</m:t>
                    </m:r>
                    <m:r>
                      <m:rPr>
                        <m:nor/>
                      </m:rPr>
                      <a:rPr lang="en-HK" altLang="zh-HK" sz="2000" b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C000"/>
                        </a:solidFill>
                        <a:latin typeface="Lucida Handwriting" panose="03010101010101010101" pitchFamily="66" charset="0"/>
                      </a:rPr>
                      <m:t>1.6</m:t>
                    </m:r>
                    <m:r>
                      <m:rPr>
                        <m:nor/>
                      </m:rPr>
                      <a:rPr lang="en-HK" sz="2000" b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C000"/>
                        </a:solidFill>
                        <a:latin typeface="Lucida Calligraphy" panose="03010101010101010101" pitchFamily="66" charset="0"/>
                      </a:rPr>
                      <m:t>h</m:t>
                    </m:r>
                    <m:r>
                      <m:rPr>
                        <m:nor/>
                      </m:rPr>
                      <a:rPr lang="en-HK" sz="2000" b="1" dirty="0" smtClean="0">
                        <a:ln>
                          <a:solidFill>
                            <a:schemeClr val="tx1"/>
                          </a:solidFill>
                        </a:ln>
                        <a:latin typeface="Lucida Calligraphy" panose="03010101010101010101" pitchFamily="66" charset="0"/>
                      </a:rPr>
                      <m:t>)</m:t>
                    </m:r>
                  </m:oMath>
                </a14:m>
                <a:endParaRPr lang="en-US" sz="2000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924B2EC3-057A-6F1B-043D-D15729B096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6514" y="4949665"/>
                <a:ext cx="2633647" cy="407099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文字方塊 106">
            <a:extLst>
              <a:ext uri="{FF2B5EF4-FFF2-40B4-BE49-F238E27FC236}">
                <a16:creationId xmlns:a16="http://schemas.microsoft.com/office/drawing/2014/main" id="{9BF18457-21C6-A0B9-B155-635555D63F06}"/>
              </a:ext>
            </a:extLst>
          </p:cNvPr>
          <p:cNvSpPr txBox="1"/>
          <p:nvPr/>
        </p:nvSpPr>
        <p:spPr>
          <a:xfrm>
            <a:off x="5861975" y="4811165"/>
            <a:ext cx="288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12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</a:t>
            </a:r>
            <a:endParaRPr lang="en-HK" sz="12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8" name="文字方塊 12">
                <a:extLst>
                  <a:ext uri="{FF2B5EF4-FFF2-40B4-BE49-F238E27FC236}">
                    <a16:creationId xmlns:a16="http://schemas.microsoft.com/office/drawing/2014/main" id="{3832A91B-8399-02C1-D591-6EB262C10B3C}"/>
                  </a:ext>
                </a:extLst>
              </p:cNvPr>
              <p:cNvSpPr txBox="1"/>
              <p:nvPr/>
            </p:nvSpPr>
            <p:spPr>
              <a:xfrm>
                <a:off x="4322831" y="543716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8" name="文字方塊 12">
                <a:extLst>
                  <a:ext uri="{FF2B5EF4-FFF2-40B4-BE49-F238E27FC236}">
                    <a16:creationId xmlns:a16="http://schemas.microsoft.com/office/drawing/2014/main" id="{3832A91B-8399-02C1-D591-6EB262C10B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2831" y="5437162"/>
                <a:ext cx="295688" cy="400110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4E973E36-6BFC-E30E-9BCA-C611FA6D041B}"/>
                  </a:ext>
                </a:extLst>
              </p:cNvPr>
              <p:cNvSpPr txBox="1"/>
              <p:nvPr/>
            </p:nvSpPr>
            <p:spPr>
              <a:xfrm>
                <a:off x="4674269" y="5451718"/>
                <a:ext cx="1711905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HK" altLang="zh-HK" sz="2000" b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0070C0"/>
                        </a:solidFill>
                        <a:latin typeface="Lucida Handwriting" panose="03010101010101010101" pitchFamily="66" charset="0"/>
                      </a:rPr>
                      <m:t>0.625</m:t>
                    </m:r>
                    <m:r>
                      <a:rPr lang="zh-HK" alt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𝛑</m:t>
                    </m:r>
                    <m:r>
                      <m:rPr>
                        <m:nor/>
                      </m:rPr>
                      <a:rPr lang="en-US" altLang="zh-HK" sz="2000" b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0070C0"/>
                        </a:solidFill>
                        <a:latin typeface="Lucida Calligraphy" panose="03010101010101010101" pitchFamily="66" charset="0"/>
                      </a:rPr>
                      <m:t>r</m:t>
                    </m:r>
                  </m:oMath>
                </a14:m>
                <a:r>
                  <a:rPr lang="en-US" sz="2000">
                    <a:solidFill>
                      <a:srgbClr val="0070C0"/>
                    </a:solidFill>
                  </a:rPr>
                  <a:t>  </a:t>
                </a:r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0070C0"/>
                    </a:solidFill>
                    <a:latin typeface="Lucida Calligraphy" panose="03010101010101010101" pitchFamily="66" charset="0"/>
                  </a:rPr>
                  <a:t>h</a:t>
                </a:r>
                <a:endParaRPr lang="en-US" sz="200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4E973E36-6BFC-E30E-9BCA-C611FA6D04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4269" y="5451718"/>
                <a:ext cx="1711905" cy="400110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文字方塊 106">
            <a:extLst>
              <a:ext uri="{FF2B5EF4-FFF2-40B4-BE49-F238E27FC236}">
                <a16:creationId xmlns:a16="http://schemas.microsoft.com/office/drawing/2014/main" id="{6BC814E6-78D9-1929-FDD7-307481D88845}"/>
              </a:ext>
            </a:extLst>
          </p:cNvPr>
          <p:cNvSpPr txBox="1"/>
          <p:nvPr/>
        </p:nvSpPr>
        <p:spPr>
          <a:xfrm>
            <a:off x="5796884" y="5368252"/>
            <a:ext cx="288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1200" b="1">
                <a:ln>
                  <a:solidFill>
                    <a:schemeClr val="tx1"/>
                  </a:solidFill>
                </a:ln>
                <a:solidFill>
                  <a:srgbClr val="0070C0"/>
                </a:solidFill>
                <a:latin typeface="Lucida Handwriting" panose="03010101010101010101" pitchFamily="66" charset="0"/>
              </a:rPr>
              <a:t>2</a:t>
            </a:r>
            <a:endParaRPr lang="en-HK" sz="1200" b="1">
              <a:ln>
                <a:solidFill>
                  <a:schemeClr val="tx1"/>
                </a:solidFill>
              </a:ln>
              <a:solidFill>
                <a:srgbClr val="0070C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1" name="文字方塊 260">
                <a:extLst>
                  <a:ext uri="{FF2B5EF4-FFF2-40B4-BE49-F238E27FC236}">
                    <a16:creationId xmlns:a16="http://schemas.microsoft.com/office/drawing/2014/main" id="{03D62EF6-35B2-0AE4-BE26-7FB500AD407B}"/>
                  </a:ext>
                </a:extLst>
              </p:cNvPr>
              <p:cNvSpPr txBox="1"/>
              <p:nvPr/>
            </p:nvSpPr>
            <p:spPr>
              <a:xfrm>
                <a:off x="7996103" y="3126581"/>
                <a:ext cx="23841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HK" sz="2400" b="1" i="1" dirty="0" smtClean="0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</m:oMath>
                  </m:oMathPara>
                </a14:m>
                <a:endParaRPr lang="en-HK" sz="24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61" name="文字方塊 260">
                <a:extLst>
                  <a:ext uri="{FF2B5EF4-FFF2-40B4-BE49-F238E27FC236}">
                    <a16:creationId xmlns:a16="http://schemas.microsoft.com/office/drawing/2014/main" id="{03D62EF6-35B2-0AE4-BE26-7FB500AD40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6103" y="3126581"/>
                <a:ext cx="238419" cy="461665"/>
              </a:xfrm>
              <a:prstGeom prst="rect">
                <a:avLst/>
              </a:prstGeom>
              <a:blipFill>
                <a:blip r:embed="rId31"/>
                <a:stretch>
                  <a:fillRect r="-5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文字方塊 5">
            <a:extLst>
              <a:ext uri="{FF2B5EF4-FFF2-40B4-BE49-F238E27FC236}">
                <a16:creationId xmlns:a16="http://schemas.microsoft.com/office/drawing/2014/main" id="{9FC126D8-0F74-0BC0-9EED-C2EC28BB20FC}"/>
              </a:ext>
            </a:extLst>
          </p:cNvPr>
          <p:cNvSpPr txBox="1"/>
          <p:nvPr/>
        </p:nvSpPr>
        <p:spPr>
          <a:xfrm>
            <a:off x="8461291" y="3203598"/>
            <a:ext cx="33249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% </a:t>
            </a:r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change in the volume of the cylinder</a:t>
            </a:r>
            <a:endParaRPr lang="en-HK" sz="2000" b="1">
              <a:ln>
                <a:solidFill>
                  <a:schemeClr val="tx1"/>
                </a:solidFill>
              </a:ln>
              <a:solidFill>
                <a:schemeClr val="accent5">
                  <a:lumMod val="60000"/>
                  <a:lumOff val="40000"/>
                </a:schemeClr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3" name="文字方塊 83">
                <a:extLst>
                  <a:ext uri="{FF2B5EF4-FFF2-40B4-BE49-F238E27FC236}">
                    <a16:creationId xmlns:a16="http://schemas.microsoft.com/office/drawing/2014/main" id="{91CD1A46-793D-E5AF-1D17-5BB78E474572}"/>
                  </a:ext>
                </a:extLst>
              </p:cNvPr>
              <p:cNvSpPr txBox="1"/>
              <p:nvPr/>
            </p:nvSpPr>
            <p:spPr>
              <a:xfrm>
                <a:off x="7996103" y="431815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63" name="文字方塊 83">
                <a:extLst>
                  <a:ext uri="{FF2B5EF4-FFF2-40B4-BE49-F238E27FC236}">
                    <a16:creationId xmlns:a16="http://schemas.microsoft.com/office/drawing/2014/main" id="{91CD1A46-793D-E5AF-1D17-5BB78E4745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6103" y="4318158"/>
                <a:ext cx="295688" cy="400110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2" name="直線接點 77">
            <a:extLst>
              <a:ext uri="{FF2B5EF4-FFF2-40B4-BE49-F238E27FC236}">
                <a16:creationId xmlns:a16="http://schemas.microsoft.com/office/drawing/2014/main" id="{4808DF05-04E1-0A6B-2074-91FB91D75294}"/>
              </a:ext>
            </a:extLst>
          </p:cNvPr>
          <p:cNvCxnSpPr>
            <a:cxnSpLocks/>
          </p:cNvCxnSpPr>
          <p:nvPr/>
        </p:nvCxnSpPr>
        <p:spPr bwMode="auto">
          <a:xfrm>
            <a:off x="8376429" y="4552384"/>
            <a:ext cx="2591613" cy="0"/>
          </a:xfrm>
          <a:prstGeom prst="line">
            <a:avLst/>
          </a:prstGeom>
          <a:solidFill>
            <a:srgbClr val="C0C0C0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93" name="文字方塊 74">
                <a:extLst>
                  <a:ext uri="{FF2B5EF4-FFF2-40B4-BE49-F238E27FC236}">
                    <a16:creationId xmlns:a16="http://schemas.microsoft.com/office/drawing/2014/main" id="{87369DAE-C0E4-FC0F-6DAA-AADC539AB99D}"/>
                  </a:ext>
                </a:extLst>
              </p:cNvPr>
              <p:cNvSpPr txBox="1"/>
              <p:nvPr/>
            </p:nvSpPr>
            <p:spPr>
              <a:xfrm>
                <a:off x="10968042" y="431815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93" name="文字方塊 74">
                <a:extLst>
                  <a:ext uri="{FF2B5EF4-FFF2-40B4-BE49-F238E27FC236}">
                    <a16:creationId xmlns:a16="http://schemas.microsoft.com/office/drawing/2014/main" id="{87369DAE-C0E4-FC0F-6DAA-AADC539AB9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68042" y="4318158"/>
                <a:ext cx="295688" cy="400110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4" name="文字方塊 60">
            <a:extLst>
              <a:ext uri="{FF2B5EF4-FFF2-40B4-BE49-F238E27FC236}">
                <a16:creationId xmlns:a16="http://schemas.microsoft.com/office/drawing/2014/main" id="{8F6A5183-C19C-A980-016B-A15F673D75A2}"/>
              </a:ext>
            </a:extLst>
          </p:cNvPr>
          <p:cNvSpPr txBox="1"/>
          <p:nvPr/>
        </p:nvSpPr>
        <p:spPr>
          <a:xfrm>
            <a:off x="11246843" y="4350901"/>
            <a:ext cx="958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100</a:t>
            </a:r>
            <a:r>
              <a:rPr lang="en-HK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%</a:t>
            </a:r>
            <a:endParaRPr lang="en-HK" sz="20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5" name="文字方塊 83">
                <a:extLst>
                  <a:ext uri="{FF2B5EF4-FFF2-40B4-BE49-F238E27FC236}">
                    <a16:creationId xmlns:a16="http://schemas.microsoft.com/office/drawing/2014/main" id="{82389881-F853-3DB0-E3E8-3AD5CC03AD82}"/>
                  </a:ext>
                </a:extLst>
              </p:cNvPr>
              <p:cNvSpPr txBox="1"/>
              <p:nvPr/>
            </p:nvSpPr>
            <p:spPr>
              <a:xfrm>
                <a:off x="8008044" y="606866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95" name="文字方塊 83">
                <a:extLst>
                  <a:ext uri="{FF2B5EF4-FFF2-40B4-BE49-F238E27FC236}">
                    <a16:creationId xmlns:a16="http://schemas.microsoft.com/office/drawing/2014/main" id="{82389881-F853-3DB0-E3E8-3AD5CC03AD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8044" y="6068665"/>
                <a:ext cx="295688" cy="400110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6" name="文字方塊 60">
                <a:extLst>
                  <a:ext uri="{FF2B5EF4-FFF2-40B4-BE49-F238E27FC236}">
                    <a16:creationId xmlns:a16="http://schemas.microsoft.com/office/drawing/2014/main" id="{966C9F7A-79EF-49F4-AEC4-3C8239873EEF}"/>
                  </a:ext>
                </a:extLst>
              </p:cNvPr>
              <p:cNvSpPr txBox="1"/>
              <p:nvPr/>
            </p:nvSpPr>
            <p:spPr>
              <a:xfrm>
                <a:off x="8376429" y="6068665"/>
                <a:ext cx="146148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accent5">
                        <a:lumMod val="60000"/>
                        <a:lumOff val="40000"/>
                      </a:schemeClr>
                    </a:solidFill>
                    <a:latin typeface="Lucida Handwriting" panose="03010101010101010101" pitchFamily="66" charset="0"/>
                  </a:rPr>
                  <a:t>37.5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accent5">
                        <a:lumMod val="60000"/>
                        <a:lumOff val="40000"/>
                      </a:schemeClr>
                    </a:solidFill>
                    <a:latin typeface="Lucida Calligraphy" panose="03010101010101010101" pitchFamily="66" charset="0"/>
                  </a:rPr>
                  <a:t>%</a:t>
                </a:r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accent5">
                      <a:lumMod val="60000"/>
                      <a:lumOff val="40000"/>
                    </a:schemeClr>
                  </a:solidFill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196" name="文字方塊 60">
                <a:extLst>
                  <a:ext uri="{FF2B5EF4-FFF2-40B4-BE49-F238E27FC236}">
                    <a16:creationId xmlns:a16="http://schemas.microsoft.com/office/drawing/2014/main" id="{966C9F7A-79EF-49F4-AEC4-3C8239873E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6429" y="6068665"/>
                <a:ext cx="1461489" cy="400110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7" name="文字方塊 57">
                <a:extLst>
                  <a:ext uri="{FF2B5EF4-FFF2-40B4-BE49-F238E27FC236}">
                    <a16:creationId xmlns:a16="http://schemas.microsoft.com/office/drawing/2014/main" id="{063697F1-CEB4-D4D6-47D2-9C69E641839B}"/>
                  </a:ext>
                </a:extLst>
              </p:cNvPr>
              <p:cNvSpPr txBox="1"/>
              <p:nvPr/>
            </p:nvSpPr>
            <p:spPr>
              <a:xfrm>
                <a:off x="9889063" y="418850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97" name="文字方塊 57">
                <a:extLst>
                  <a:ext uri="{FF2B5EF4-FFF2-40B4-BE49-F238E27FC236}">
                    <a16:creationId xmlns:a16="http://schemas.microsoft.com/office/drawing/2014/main" id="{063697F1-CEB4-D4D6-47D2-9C69E64183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9063" y="4188500"/>
                <a:ext cx="295688" cy="400110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8" name="TextBox 197">
                <a:extLst>
                  <a:ext uri="{FF2B5EF4-FFF2-40B4-BE49-F238E27FC236}">
                    <a16:creationId xmlns:a16="http://schemas.microsoft.com/office/drawing/2014/main" id="{DE586476-F016-7AD2-BCAA-DCD3EC3868DB}"/>
                  </a:ext>
                </a:extLst>
              </p:cNvPr>
              <p:cNvSpPr txBox="1"/>
              <p:nvPr/>
            </p:nvSpPr>
            <p:spPr>
              <a:xfrm>
                <a:off x="9206739" y="4158414"/>
                <a:ext cx="797627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HK" alt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𝛑</m:t>
                      </m:r>
                      <m:r>
                        <m:rPr>
                          <m:nor/>
                        </m:rPr>
                        <a:rPr lang="en-US" altLang="zh-HK" sz="2000" b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0070C0"/>
                          </a:solidFill>
                          <a:latin typeface="Lucida Calligraphy" panose="03010101010101010101" pitchFamily="66" charset="0"/>
                        </a:rPr>
                        <m:t>r</m:t>
                      </m:r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0070C0"/>
                          </a:solidFill>
                          <a:latin typeface="Lucida Calligraphy" panose="03010101010101010101" pitchFamily="66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0070C0"/>
                          </a:solidFill>
                          <a:latin typeface="Lucida Calligraphy" panose="03010101010101010101" pitchFamily="66" charset="0"/>
                        </a:rPr>
                        <m:t>h</m:t>
                      </m:r>
                    </m:oMath>
                  </m:oMathPara>
                </a14:m>
                <a:endParaRPr lang="en-US" sz="200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198" name="TextBox 197">
                <a:extLst>
                  <a:ext uri="{FF2B5EF4-FFF2-40B4-BE49-F238E27FC236}">
                    <a16:creationId xmlns:a16="http://schemas.microsoft.com/office/drawing/2014/main" id="{DE586476-F016-7AD2-BCAA-DCD3EC3868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6739" y="4158414"/>
                <a:ext cx="797627" cy="407099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9" name="文字方塊 106">
            <a:extLst>
              <a:ext uri="{FF2B5EF4-FFF2-40B4-BE49-F238E27FC236}">
                <a16:creationId xmlns:a16="http://schemas.microsoft.com/office/drawing/2014/main" id="{AAB9840E-B004-2E1E-DB97-9338E8C0E2E2}"/>
              </a:ext>
            </a:extLst>
          </p:cNvPr>
          <p:cNvSpPr txBox="1"/>
          <p:nvPr/>
        </p:nvSpPr>
        <p:spPr>
          <a:xfrm>
            <a:off x="9549056" y="4090295"/>
            <a:ext cx="288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1200" b="1">
                <a:ln>
                  <a:solidFill>
                    <a:schemeClr val="tx1"/>
                  </a:solidFill>
                </a:ln>
                <a:solidFill>
                  <a:srgbClr val="0070C0"/>
                </a:solidFill>
                <a:latin typeface="Lucida Handwriting" panose="03010101010101010101" pitchFamily="66" charset="0"/>
              </a:rPr>
              <a:t>2</a:t>
            </a:r>
            <a:endParaRPr lang="en-HK" sz="1200" b="1">
              <a:ln>
                <a:solidFill>
                  <a:schemeClr val="tx1"/>
                </a:solidFill>
              </a:ln>
              <a:solidFill>
                <a:srgbClr val="0070C0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200" name="文字方塊 20">
            <a:extLst>
              <a:ext uri="{FF2B5EF4-FFF2-40B4-BE49-F238E27FC236}">
                <a16:creationId xmlns:a16="http://schemas.microsoft.com/office/drawing/2014/main" id="{A8761D0F-FB91-4072-CD92-3F9D462E458C}"/>
              </a:ext>
            </a:extLst>
          </p:cNvPr>
          <p:cNvSpPr txBox="1"/>
          <p:nvPr/>
        </p:nvSpPr>
        <p:spPr>
          <a:xfrm>
            <a:off x="8404385" y="4189401"/>
            <a:ext cx="10966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0070C0"/>
                </a:solidFill>
                <a:latin typeface="Lucida Handwriting" panose="03010101010101010101" pitchFamily="66" charset="0"/>
              </a:rPr>
              <a:t>0.625</a:t>
            </a:r>
            <a:endParaRPr lang="en-HK" sz="2000" b="1">
              <a:ln>
                <a:solidFill>
                  <a:schemeClr val="tx1"/>
                </a:solidFill>
              </a:ln>
              <a:solidFill>
                <a:srgbClr val="0070C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1" name="TextBox 200">
                <a:extLst>
                  <a:ext uri="{FF2B5EF4-FFF2-40B4-BE49-F238E27FC236}">
                    <a16:creationId xmlns:a16="http://schemas.microsoft.com/office/drawing/2014/main" id="{4FCDE6AF-105C-AB28-4D23-54A7BDDB7C02}"/>
                  </a:ext>
                </a:extLst>
              </p:cNvPr>
              <p:cNvSpPr txBox="1"/>
              <p:nvPr/>
            </p:nvSpPr>
            <p:spPr>
              <a:xfrm>
                <a:off x="10197198" y="4153916"/>
                <a:ext cx="770844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HK" alt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𝛑</m:t>
                      </m:r>
                      <m:r>
                        <m:rPr>
                          <m:nor/>
                        </m:rPr>
                        <a:rPr lang="en-US" altLang="zh-HK" sz="2000" b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00B050"/>
                          </a:solidFill>
                          <a:latin typeface="Lucida Calligraphy" panose="03010101010101010101" pitchFamily="66" charset="0"/>
                        </a:rPr>
                        <m:t>r</m:t>
                      </m:r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00B050"/>
                          </a:solidFill>
                          <a:latin typeface="Lucida Calligraphy" panose="03010101010101010101" pitchFamily="66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00B050"/>
                          </a:solidFill>
                          <a:latin typeface="Lucida Calligraphy" panose="03010101010101010101" pitchFamily="66" charset="0"/>
                        </a:rPr>
                        <m:t>h</m:t>
                      </m:r>
                    </m:oMath>
                  </m:oMathPara>
                </a14:m>
                <a:endParaRPr lang="en-US" sz="200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201" name="TextBox 200">
                <a:extLst>
                  <a:ext uri="{FF2B5EF4-FFF2-40B4-BE49-F238E27FC236}">
                    <a16:creationId xmlns:a16="http://schemas.microsoft.com/office/drawing/2014/main" id="{4FCDE6AF-105C-AB28-4D23-54A7BDDB7C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7198" y="4153916"/>
                <a:ext cx="770844" cy="407099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2" name="文字方塊 106">
            <a:extLst>
              <a:ext uri="{FF2B5EF4-FFF2-40B4-BE49-F238E27FC236}">
                <a16:creationId xmlns:a16="http://schemas.microsoft.com/office/drawing/2014/main" id="{5DBBB42F-5795-CA04-7526-F6402A028D43}"/>
              </a:ext>
            </a:extLst>
          </p:cNvPr>
          <p:cNvSpPr txBox="1"/>
          <p:nvPr/>
        </p:nvSpPr>
        <p:spPr>
          <a:xfrm>
            <a:off x="10532644" y="4090295"/>
            <a:ext cx="288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1200" b="1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latin typeface="Lucida Handwriting" panose="03010101010101010101" pitchFamily="66" charset="0"/>
              </a:rPr>
              <a:t>2</a:t>
            </a:r>
            <a:endParaRPr lang="en-HK" sz="1200" b="1">
              <a:ln>
                <a:solidFill>
                  <a:schemeClr val="tx1"/>
                </a:solidFill>
              </a:ln>
              <a:solidFill>
                <a:srgbClr val="00B05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3" name="TextBox 202">
                <a:extLst>
                  <a:ext uri="{FF2B5EF4-FFF2-40B4-BE49-F238E27FC236}">
                    <a16:creationId xmlns:a16="http://schemas.microsoft.com/office/drawing/2014/main" id="{C5EE2E95-CA7F-70B3-EDD6-9736C6D054B6}"/>
                  </a:ext>
                </a:extLst>
              </p:cNvPr>
              <p:cNvSpPr txBox="1"/>
              <p:nvPr/>
            </p:nvSpPr>
            <p:spPr>
              <a:xfrm>
                <a:off x="9174275" y="4570150"/>
                <a:ext cx="83009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HK" alt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𝛑</m:t>
                      </m:r>
                      <m:r>
                        <m:rPr>
                          <m:nor/>
                        </m:rPr>
                        <a:rPr lang="en-US" altLang="zh-HK" sz="2000" b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00B050"/>
                          </a:solidFill>
                          <a:latin typeface="Lucida Calligraphy" panose="03010101010101010101" pitchFamily="66" charset="0"/>
                        </a:rPr>
                        <m:t>r</m:t>
                      </m:r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00B050"/>
                          </a:solidFill>
                          <a:latin typeface="Lucida Calligraphy" panose="03010101010101010101" pitchFamily="66" charset="0"/>
                        </a:rPr>
                        <m:t>  </m:t>
                      </m:r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00B050"/>
                          </a:solidFill>
                          <a:latin typeface="Lucida Calligraphy" panose="03010101010101010101" pitchFamily="66" charset="0"/>
                        </a:rPr>
                        <m:t>h</m:t>
                      </m:r>
                    </m:oMath>
                  </m:oMathPara>
                </a14:m>
                <a:endParaRPr lang="en-US" sz="200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203" name="TextBox 202">
                <a:extLst>
                  <a:ext uri="{FF2B5EF4-FFF2-40B4-BE49-F238E27FC236}">
                    <a16:creationId xmlns:a16="http://schemas.microsoft.com/office/drawing/2014/main" id="{C5EE2E95-CA7F-70B3-EDD6-9736C6D054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4275" y="4570150"/>
                <a:ext cx="830091" cy="407099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4" name="文字方塊 106">
            <a:extLst>
              <a:ext uri="{FF2B5EF4-FFF2-40B4-BE49-F238E27FC236}">
                <a16:creationId xmlns:a16="http://schemas.microsoft.com/office/drawing/2014/main" id="{8220EE82-EFD6-1604-DE7B-4E94FED6D8E0}"/>
              </a:ext>
            </a:extLst>
          </p:cNvPr>
          <p:cNvSpPr txBox="1"/>
          <p:nvPr/>
        </p:nvSpPr>
        <p:spPr>
          <a:xfrm>
            <a:off x="9528107" y="4530922"/>
            <a:ext cx="288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1200" b="1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latin typeface="Lucida Handwriting" panose="03010101010101010101" pitchFamily="66" charset="0"/>
              </a:rPr>
              <a:t>2</a:t>
            </a:r>
            <a:endParaRPr lang="en-HK" sz="1200" b="1">
              <a:ln>
                <a:solidFill>
                  <a:schemeClr val="tx1"/>
                </a:solidFill>
              </a:ln>
              <a:solidFill>
                <a:srgbClr val="00B05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6" name="文字方塊 83">
                <a:extLst>
                  <a:ext uri="{FF2B5EF4-FFF2-40B4-BE49-F238E27FC236}">
                    <a16:creationId xmlns:a16="http://schemas.microsoft.com/office/drawing/2014/main" id="{77271737-F6F9-86F1-B2F7-7174ED54E760}"/>
                  </a:ext>
                </a:extLst>
              </p:cNvPr>
              <p:cNvSpPr txBox="1"/>
              <p:nvPr/>
            </p:nvSpPr>
            <p:spPr>
              <a:xfrm>
                <a:off x="7996103" y="522966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06" name="文字方塊 83">
                <a:extLst>
                  <a:ext uri="{FF2B5EF4-FFF2-40B4-BE49-F238E27FC236}">
                    <a16:creationId xmlns:a16="http://schemas.microsoft.com/office/drawing/2014/main" id="{77271737-F6F9-86F1-B2F7-7174ED54E7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6103" y="5229669"/>
                <a:ext cx="295688" cy="400110"/>
              </a:xfrm>
              <a:prstGeom prst="rect">
                <a:avLst/>
              </a:prstGeom>
              <a:blipFill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7" name="直線接點 77">
            <a:extLst>
              <a:ext uri="{FF2B5EF4-FFF2-40B4-BE49-F238E27FC236}">
                <a16:creationId xmlns:a16="http://schemas.microsoft.com/office/drawing/2014/main" id="{35320256-819D-C18E-005E-65CAACC2C15E}"/>
              </a:ext>
            </a:extLst>
          </p:cNvPr>
          <p:cNvCxnSpPr>
            <a:cxnSpLocks/>
          </p:cNvCxnSpPr>
          <p:nvPr/>
        </p:nvCxnSpPr>
        <p:spPr bwMode="auto">
          <a:xfrm>
            <a:off x="8734119" y="5444635"/>
            <a:ext cx="1627937" cy="13129"/>
          </a:xfrm>
          <a:prstGeom prst="line">
            <a:avLst/>
          </a:prstGeom>
          <a:solidFill>
            <a:srgbClr val="C0C0C0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08" name="文字方塊 74">
                <a:extLst>
                  <a:ext uri="{FF2B5EF4-FFF2-40B4-BE49-F238E27FC236}">
                    <a16:creationId xmlns:a16="http://schemas.microsoft.com/office/drawing/2014/main" id="{5E82ECA2-6214-8798-D1F2-00173EC8C345}"/>
                  </a:ext>
                </a:extLst>
              </p:cNvPr>
              <p:cNvSpPr txBox="1"/>
              <p:nvPr/>
            </p:nvSpPr>
            <p:spPr>
              <a:xfrm>
                <a:off x="10350541" y="524876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08" name="文字方塊 74">
                <a:extLst>
                  <a:ext uri="{FF2B5EF4-FFF2-40B4-BE49-F238E27FC236}">
                    <a16:creationId xmlns:a16="http://schemas.microsoft.com/office/drawing/2014/main" id="{5E82ECA2-6214-8798-D1F2-00173EC8C3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50541" y="5248766"/>
                <a:ext cx="295688" cy="400110"/>
              </a:xfrm>
              <a:prstGeom prst="rect">
                <a:avLst/>
              </a:prstGeom>
              <a:blipFill>
                <a:blip r:embed="rId4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9" name="文字方塊 60">
            <a:extLst>
              <a:ext uri="{FF2B5EF4-FFF2-40B4-BE49-F238E27FC236}">
                <a16:creationId xmlns:a16="http://schemas.microsoft.com/office/drawing/2014/main" id="{00E34DD3-B11A-3516-2E8D-9DC715878BB9}"/>
              </a:ext>
            </a:extLst>
          </p:cNvPr>
          <p:cNvSpPr txBox="1"/>
          <p:nvPr/>
        </p:nvSpPr>
        <p:spPr>
          <a:xfrm>
            <a:off x="10629342" y="5281509"/>
            <a:ext cx="958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100</a:t>
            </a:r>
            <a:r>
              <a:rPr lang="en-HK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%</a:t>
            </a:r>
            <a:endParaRPr lang="en-HK" sz="20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F49EAD2E-42FC-749F-7D0D-C54C1287025C}"/>
                  </a:ext>
                </a:extLst>
              </p:cNvPr>
              <p:cNvSpPr txBox="1"/>
              <p:nvPr/>
            </p:nvSpPr>
            <p:spPr>
              <a:xfrm>
                <a:off x="9564429" y="5050665"/>
                <a:ext cx="797627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HK" alt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𝛑</m:t>
                      </m:r>
                      <m:r>
                        <m:rPr>
                          <m:nor/>
                        </m:rPr>
                        <a:rPr lang="en-US" altLang="zh-HK" sz="2000" b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r</m:t>
                      </m:r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h</m:t>
                      </m:r>
                    </m:oMath>
                  </m:oMathPara>
                </a14:m>
                <a:endParaRPr lang="en-US" sz="200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F49EAD2E-42FC-749F-7D0D-C54C128702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64429" y="5050665"/>
                <a:ext cx="797627" cy="407099"/>
              </a:xfrm>
              <a:prstGeom prst="rect">
                <a:avLst/>
              </a:prstGeom>
              <a:blipFill>
                <a:blip r:embed="rId4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2" name="文字方塊 106">
            <a:extLst>
              <a:ext uri="{FF2B5EF4-FFF2-40B4-BE49-F238E27FC236}">
                <a16:creationId xmlns:a16="http://schemas.microsoft.com/office/drawing/2014/main" id="{7D4C098A-589C-2F23-0682-D59D1FDFF23A}"/>
              </a:ext>
            </a:extLst>
          </p:cNvPr>
          <p:cNvSpPr txBox="1"/>
          <p:nvPr/>
        </p:nvSpPr>
        <p:spPr>
          <a:xfrm>
            <a:off x="9906746" y="4982546"/>
            <a:ext cx="288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12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</a:t>
            </a:r>
            <a:endParaRPr lang="en-HK" sz="12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p:sp>
        <p:nvSpPr>
          <p:cNvPr id="213" name="文字方塊 20">
            <a:extLst>
              <a:ext uri="{FF2B5EF4-FFF2-40B4-BE49-F238E27FC236}">
                <a16:creationId xmlns:a16="http://schemas.microsoft.com/office/drawing/2014/main" id="{E19159BF-7F11-2EC8-BAE1-C1C2498F572B}"/>
              </a:ext>
            </a:extLst>
          </p:cNvPr>
          <p:cNvSpPr txBox="1"/>
          <p:nvPr/>
        </p:nvSpPr>
        <p:spPr>
          <a:xfrm>
            <a:off x="8762075" y="5081652"/>
            <a:ext cx="10966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0.375</a:t>
            </a:r>
            <a:endParaRPr lang="en-HK" sz="20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F294130B-44BD-890C-EC60-657577DDD3D2}"/>
                  </a:ext>
                </a:extLst>
              </p:cNvPr>
              <p:cNvSpPr txBox="1"/>
              <p:nvPr/>
            </p:nvSpPr>
            <p:spPr>
              <a:xfrm>
                <a:off x="9178133" y="5482155"/>
                <a:ext cx="83009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HK" alt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𝛑</m:t>
                      </m:r>
                      <m:r>
                        <m:rPr>
                          <m:nor/>
                        </m:rPr>
                        <a:rPr lang="en-US" altLang="zh-HK" sz="2000" b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00B050"/>
                          </a:solidFill>
                          <a:latin typeface="Lucida Calligraphy" panose="03010101010101010101" pitchFamily="66" charset="0"/>
                        </a:rPr>
                        <m:t>r</m:t>
                      </m:r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00B050"/>
                          </a:solidFill>
                          <a:latin typeface="Lucida Calligraphy" panose="03010101010101010101" pitchFamily="66" charset="0"/>
                        </a:rPr>
                        <m:t>  </m:t>
                      </m:r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00B050"/>
                          </a:solidFill>
                          <a:latin typeface="Lucida Calligraphy" panose="03010101010101010101" pitchFamily="66" charset="0"/>
                        </a:rPr>
                        <m:t>h</m:t>
                      </m:r>
                    </m:oMath>
                  </m:oMathPara>
                </a14:m>
                <a:endParaRPr lang="en-US" sz="200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F294130B-44BD-890C-EC60-657577DDD3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8133" y="5482155"/>
                <a:ext cx="830091" cy="407099"/>
              </a:xfrm>
              <a:prstGeom prst="rect">
                <a:avLst/>
              </a:prstGeom>
              <a:blipFill>
                <a:blip r:embed="rId4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7" name="文字方塊 106">
            <a:extLst>
              <a:ext uri="{FF2B5EF4-FFF2-40B4-BE49-F238E27FC236}">
                <a16:creationId xmlns:a16="http://schemas.microsoft.com/office/drawing/2014/main" id="{5BAC4287-FDFB-7B08-57CD-6019BEAB238B}"/>
              </a:ext>
            </a:extLst>
          </p:cNvPr>
          <p:cNvSpPr txBox="1"/>
          <p:nvPr/>
        </p:nvSpPr>
        <p:spPr>
          <a:xfrm>
            <a:off x="9531965" y="5442927"/>
            <a:ext cx="288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1200" b="1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latin typeface="Lucida Handwriting" panose="03010101010101010101" pitchFamily="66" charset="0"/>
              </a:rPr>
              <a:t>2</a:t>
            </a:r>
            <a:endParaRPr lang="en-HK" sz="1200" b="1">
              <a:ln>
                <a:solidFill>
                  <a:schemeClr val="tx1"/>
                </a:solidFill>
              </a:ln>
              <a:solidFill>
                <a:srgbClr val="00B05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9" name="文字方塊 57">
                <a:extLst>
                  <a:ext uri="{FF2B5EF4-FFF2-40B4-BE49-F238E27FC236}">
                    <a16:creationId xmlns:a16="http://schemas.microsoft.com/office/drawing/2014/main" id="{EFEDB436-C1C5-E398-BD0D-4C79E4CAF3FC}"/>
                  </a:ext>
                </a:extLst>
              </p:cNvPr>
              <p:cNvSpPr txBox="1"/>
              <p:nvPr/>
            </p:nvSpPr>
            <p:spPr>
              <a:xfrm>
                <a:off x="8333424" y="523710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19" name="文字方塊 57">
                <a:extLst>
                  <a:ext uri="{FF2B5EF4-FFF2-40B4-BE49-F238E27FC236}">
                    <a16:creationId xmlns:a16="http://schemas.microsoft.com/office/drawing/2014/main" id="{EFEDB436-C1C5-E398-BD0D-4C79E4CAF3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3424" y="5237107"/>
                <a:ext cx="295688" cy="400110"/>
              </a:xfrm>
              <a:prstGeom prst="rect">
                <a:avLst/>
              </a:prstGeom>
              <a:blipFill>
                <a:blip r:embed="rId4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8380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0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3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8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1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4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9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2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7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0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3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6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9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4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7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0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5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8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>
                      <p:stCondLst>
                        <p:cond delay="indefinite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id="2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3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2" grpId="0"/>
      <p:bldP spid="23" grpId="0"/>
      <p:bldP spid="24" grpId="0"/>
      <p:bldP spid="34" grpId="0"/>
      <p:bldP spid="35" grpId="0"/>
      <p:bldP spid="36" grpId="0"/>
      <p:bldP spid="37" grpId="0"/>
      <p:bldP spid="38" grpId="0"/>
      <p:bldP spid="39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51" grpId="0"/>
      <p:bldP spid="52" grpId="0"/>
      <p:bldP spid="53" grpId="0"/>
      <p:bldP spid="54" grpId="0"/>
      <p:bldP spid="55" grpId="0"/>
      <p:bldP spid="56" grpId="0"/>
      <p:bldP spid="57" grpId="0"/>
      <p:bldP spid="58" grpId="0"/>
      <p:bldP spid="59" grpId="0"/>
      <p:bldP spid="60" grpId="0"/>
      <p:bldP spid="61" grpId="0"/>
      <p:bldP spid="62" grpId="0"/>
      <p:bldP spid="63" grpId="0"/>
      <p:bldP spid="193" grpId="0"/>
      <p:bldP spid="194" grpId="0"/>
      <p:bldP spid="195" grpId="0"/>
      <p:bldP spid="196" grpId="0"/>
      <p:bldP spid="197" grpId="0"/>
      <p:bldP spid="198" grpId="0"/>
      <p:bldP spid="199" grpId="0"/>
      <p:bldP spid="200" grpId="0"/>
      <p:bldP spid="201" grpId="0"/>
      <p:bldP spid="202" grpId="0"/>
      <p:bldP spid="203" grpId="0"/>
      <p:bldP spid="204" grpId="0"/>
      <p:bldP spid="206" grpId="0"/>
      <p:bldP spid="208" grpId="0"/>
      <p:bldP spid="209" grpId="0"/>
      <p:bldP spid="211" grpId="0"/>
      <p:bldP spid="212" grpId="0"/>
      <p:bldP spid="213" grpId="0"/>
      <p:bldP spid="216" grpId="0"/>
      <p:bldP spid="217" grpId="0"/>
      <p:bldP spid="21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Picture 219">
            <a:extLst>
              <a:ext uri="{FF2B5EF4-FFF2-40B4-BE49-F238E27FC236}">
                <a16:creationId xmlns:a16="http://schemas.microsoft.com/office/drawing/2014/main" id="{913B9472-8F3A-6AA5-259D-44C840BD2FD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258" b="65745"/>
          <a:stretch>
            <a:fillRect/>
          </a:stretch>
        </p:blipFill>
        <p:spPr>
          <a:xfrm>
            <a:off x="154474" y="147310"/>
            <a:ext cx="11740812" cy="81789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筆跡 7">
                <a:extLst>
                  <a:ext uri="{FF2B5EF4-FFF2-40B4-BE49-F238E27FC236}">
                    <a16:creationId xmlns:a16="http://schemas.microsoft.com/office/drawing/2014/main" id="{D9F6DC29-BED9-C826-3A5C-DC5CCF456D27}"/>
                  </a:ext>
                </a:extLst>
              </p14:cNvPr>
              <p14:cNvContentPartPr/>
              <p14:nvPr/>
            </p14:nvContentPartPr>
            <p14:xfrm>
              <a:off x="8269838" y="438721"/>
              <a:ext cx="2835042" cy="45719"/>
            </p14:xfrm>
          </p:contentPart>
        </mc:Choice>
        <mc:Fallback>
          <p:pic>
            <p:nvPicPr>
              <p:cNvPr id="5" name="筆跡 7">
                <a:extLst>
                  <a:ext uri="{FF2B5EF4-FFF2-40B4-BE49-F238E27FC236}">
                    <a16:creationId xmlns:a16="http://schemas.microsoft.com/office/drawing/2014/main" id="{D9F6DC29-BED9-C826-3A5C-DC5CCF456D2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215810" y="-13276979"/>
                <a:ext cx="2942738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筆跡 8">
                <a:extLst>
                  <a:ext uri="{FF2B5EF4-FFF2-40B4-BE49-F238E27FC236}">
                    <a16:creationId xmlns:a16="http://schemas.microsoft.com/office/drawing/2014/main" id="{93A3B101-6C6A-1FB4-617C-8B4E3C82CF05}"/>
                  </a:ext>
                </a:extLst>
              </p14:cNvPr>
              <p14:cNvContentPartPr/>
              <p14:nvPr/>
            </p14:nvContentPartPr>
            <p14:xfrm>
              <a:off x="1634642" y="415862"/>
              <a:ext cx="1516449" cy="45719"/>
            </p14:xfrm>
          </p:contentPart>
        </mc:Choice>
        <mc:Fallback>
          <p:pic>
            <p:nvPicPr>
              <p:cNvPr id="6" name="筆跡 8">
                <a:extLst>
                  <a:ext uri="{FF2B5EF4-FFF2-40B4-BE49-F238E27FC236}">
                    <a16:creationId xmlns:a16="http://schemas.microsoft.com/office/drawing/2014/main" id="{93A3B101-6C6A-1FB4-617C-8B4E3C82CF0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580586" y="-13299838"/>
                <a:ext cx="1624200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7" name="筆跡 9">
                <a:extLst>
                  <a:ext uri="{FF2B5EF4-FFF2-40B4-BE49-F238E27FC236}">
                    <a16:creationId xmlns:a16="http://schemas.microsoft.com/office/drawing/2014/main" id="{7254AC75-12C2-7F1A-6C5E-5E581ECF6F1B}"/>
                  </a:ext>
                </a:extLst>
              </p14:cNvPr>
              <p14:cNvContentPartPr/>
              <p14:nvPr/>
            </p14:nvContentPartPr>
            <p14:xfrm>
              <a:off x="1287713" y="847221"/>
              <a:ext cx="1516448" cy="45719"/>
            </p14:xfrm>
          </p:contentPart>
        </mc:Choice>
        <mc:Fallback>
          <p:pic>
            <p:nvPicPr>
              <p:cNvPr id="7" name="筆跡 9">
                <a:extLst>
                  <a:ext uri="{FF2B5EF4-FFF2-40B4-BE49-F238E27FC236}">
                    <a16:creationId xmlns:a16="http://schemas.microsoft.com/office/drawing/2014/main" id="{7254AC75-12C2-7F1A-6C5E-5E581ECF6F1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233683" y="-12868479"/>
                <a:ext cx="1624148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8" name="筆跡 10">
                <a:extLst>
                  <a:ext uri="{FF2B5EF4-FFF2-40B4-BE49-F238E27FC236}">
                    <a16:creationId xmlns:a16="http://schemas.microsoft.com/office/drawing/2014/main" id="{9DDB1F26-A916-7FC5-CF50-F82FCEA5E6B0}"/>
                  </a:ext>
                </a:extLst>
              </p14:cNvPr>
              <p14:cNvContentPartPr/>
              <p14:nvPr/>
            </p14:nvContentPartPr>
            <p14:xfrm>
              <a:off x="4354983" y="847220"/>
              <a:ext cx="1408677" cy="45719"/>
            </p14:xfrm>
          </p:contentPart>
        </mc:Choice>
        <mc:Fallback>
          <p:pic>
            <p:nvPicPr>
              <p:cNvPr id="8" name="筆跡 10">
                <a:extLst>
                  <a:ext uri="{FF2B5EF4-FFF2-40B4-BE49-F238E27FC236}">
                    <a16:creationId xmlns:a16="http://schemas.microsoft.com/office/drawing/2014/main" id="{9DDB1F26-A916-7FC5-CF50-F82FCEA5E6B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300956" y="-12868480"/>
                <a:ext cx="1516372" cy="27431400"/>
              </a:xfrm>
              <a:prstGeom prst="rect">
                <a:avLst/>
              </a:prstGeom>
            </p:spPr>
          </p:pic>
        </mc:Fallback>
      </mc:AlternateContent>
      <p:sp>
        <p:nvSpPr>
          <p:cNvPr id="9" name="TextBox 15">
            <a:extLst>
              <a:ext uri="{FF2B5EF4-FFF2-40B4-BE49-F238E27FC236}">
                <a16:creationId xmlns:a16="http://schemas.microsoft.com/office/drawing/2014/main" id="{AC8D3DA9-B7C3-B2AB-B691-E14A743575BE}"/>
              </a:ext>
            </a:extLst>
          </p:cNvPr>
          <p:cNvSpPr txBox="1"/>
          <p:nvPr/>
        </p:nvSpPr>
        <p:spPr>
          <a:xfrm>
            <a:off x="8715217" y="1850825"/>
            <a:ext cx="16561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Old value</a:t>
            </a:r>
            <a:endParaRPr lang="zh-TW" altLang="en-US" sz="2000" b="1">
              <a:solidFill>
                <a:srgbClr val="00FF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字方塊 12">
                <a:extLst>
                  <a:ext uri="{FF2B5EF4-FFF2-40B4-BE49-F238E27FC236}">
                    <a16:creationId xmlns:a16="http://schemas.microsoft.com/office/drawing/2014/main" id="{E3C9A1EC-047E-FCA4-87C3-7D381543D98B}"/>
                  </a:ext>
                </a:extLst>
              </p:cNvPr>
              <p:cNvSpPr txBox="1"/>
              <p:nvPr/>
            </p:nvSpPr>
            <p:spPr>
              <a:xfrm>
                <a:off x="10219926" y="185082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0" name="文字方塊 12">
                <a:extLst>
                  <a:ext uri="{FF2B5EF4-FFF2-40B4-BE49-F238E27FC236}">
                    <a16:creationId xmlns:a16="http://schemas.microsoft.com/office/drawing/2014/main" id="{E3C9A1EC-047E-FCA4-87C3-7D381543D9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19926" y="1850825"/>
                <a:ext cx="295688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字方塊 13">
            <a:extLst>
              <a:ext uri="{FF2B5EF4-FFF2-40B4-BE49-F238E27FC236}">
                <a16:creationId xmlns:a16="http://schemas.microsoft.com/office/drawing/2014/main" id="{AE12C95B-F90A-DC46-304F-EE751B0E96A7}"/>
              </a:ext>
            </a:extLst>
          </p:cNvPr>
          <p:cNvSpPr txBox="1"/>
          <p:nvPr/>
        </p:nvSpPr>
        <p:spPr>
          <a:xfrm>
            <a:off x="10515614" y="1850825"/>
            <a:ext cx="10902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80</a:t>
            </a:r>
            <a:endParaRPr lang="en-HK" altLang="zh-HK" sz="2000" b="1">
              <a:ln>
                <a:solidFill>
                  <a:schemeClr val="tx1"/>
                </a:solidFill>
              </a:ln>
              <a:solidFill>
                <a:srgbClr val="00FF00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12" name="TextBox 15">
            <a:extLst>
              <a:ext uri="{FF2B5EF4-FFF2-40B4-BE49-F238E27FC236}">
                <a16:creationId xmlns:a16="http://schemas.microsoft.com/office/drawing/2014/main" id="{7CFF9619-ED75-9617-67E0-628C2401EFD5}"/>
              </a:ext>
            </a:extLst>
          </p:cNvPr>
          <p:cNvSpPr txBox="1"/>
          <p:nvPr/>
        </p:nvSpPr>
        <p:spPr>
          <a:xfrm>
            <a:off x="8067145" y="2391640"/>
            <a:ext cx="2304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Calligraphy" panose="03010101010101010101" pitchFamily="66" charset="0"/>
              </a:rPr>
              <a:t>Change factor</a:t>
            </a:r>
            <a:endParaRPr lang="zh-TW" altLang="en-US" sz="2000" b="1">
              <a:solidFill>
                <a:srgbClr val="00B0F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字方塊 15">
                <a:extLst>
                  <a:ext uri="{FF2B5EF4-FFF2-40B4-BE49-F238E27FC236}">
                    <a16:creationId xmlns:a16="http://schemas.microsoft.com/office/drawing/2014/main" id="{06D2F3D7-6942-EA6C-64E5-F8E97D62E8EB}"/>
                  </a:ext>
                </a:extLst>
              </p:cNvPr>
              <p:cNvSpPr txBox="1"/>
              <p:nvPr/>
            </p:nvSpPr>
            <p:spPr>
              <a:xfrm>
                <a:off x="10219926" y="239164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3" name="文字方塊 15">
                <a:extLst>
                  <a:ext uri="{FF2B5EF4-FFF2-40B4-BE49-F238E27FC236}">
                    <a16:creationId xmlns:a16="http://schemas.microsoft.com/office/drawing/2014/main" id="{06D2F3D7-6942-EA6C-64E5-F8E97D62E8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19926" y="2391640"/>
                <a:ext cx="295688" cy="4001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文字方塊 16">
            <a:extLst>
              <a:ext uri="{FF2B5EF4-FFF2-40B4-BE49-F238E27FC236}">
                <a16:creationId xmlns:a16="http://schemas.microsoft.com/office/drawing/2014/main" id="{02DB32E5-832F-BA8B-11B6-8A0AA63E2533}"/>
              </a:ext>
            </a:extLst>
          </p:cNvPr>
          <p:cNvSpPr txBox="1"/>
          <p:nvPr/>
        </p:nvSpPr>
        <p:spPr>
          <a:xfrm>
            <a:off x="10515614" y="2391640"/>
            <a:ext cx="10902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Handwriting" panose="03010101010101010101" pitchFamily="66" charset="0"/>
              </a:rPr>
              <a:t>5.5 %</a:t>
            </a:r>
          </a:p>
        </p:txBody>
      </p:sp>
      <p:sp>
        <p:nvSpPr>
          <p:cNvPr id="15" name="文字方塊 20">
            <a:extLst>
              <a:ext uri="{FF2B5EF4-FFF2-40B4-BE49-F238E27FC236}">
                <a16:creationId xmlns:a16="http://schemas.microsoft.com/office/drawing/2014/main" id="{F3B4E400-F1C9-19E8-80A6-2FB27B213D91}"/>
              </a:ext>
            </a:extLst>
          </p:cNvPr>
          <p:cNvSpPr txBox="1"/>
          <p:nvPr/>
        </p:nvSpPr>
        <p:spPr>
          <a:xfrm>
            <a:off x="9931809" y="2921986"/>
            <a:ext cx="4343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Calligraphy" panose="03010101010101010101" pitchFamily="66" charset="0"/>
              </a:rPr>
              <a:t>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文字方塊 21">
                <a:extLst>
                  <a:ext uri="{FF2B5EF4-FFF2-40B4-BE49-F238E27FC236}">
                    <a16:creationId xmlns:a16="http://schemas.microsoft.com/office/drawing/2014/main" id="{72DAFB87-F29B-4DF8-6C16-EE907B762649}"/>
                  </a:ext>
                </a:extLst>
              </p:cNvPr>
              <p:cNvSpPr txBox="1"/>
              <p:nvPr/>
            </p:nvSpPr>
            <p:spPr>
              <a:xfrm>
                <a:off x="10218312" y="291032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6" name="文字方塊 21">
                <a:extLst>
                  <a:ext uri="{FF2B5EF4-FFF2-40B4-BE49-F238E27FC236}">
                    <a16:creationId xmlns:a16="http://schemas.microsoft.com/office/drawing/2014/main" id="{72DAFB87-F29B-4DF8-6C16-EE907B7626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18312" y="2910320"/>
                <a:ext cx="295688" cy="4001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文字方塊 22">
            <a:extLst>
              <a:ext uri="{FF2B5EF4-FFF2-40B4-BE49-F238E27FC236}">
                <a16:creationId xmlns:a16="http://schemas.microsoft.com/office/drawing/2014/main" id="{9AB4B2A0-BECF-56C9-0F60-2F93122ECFF8}"/>
              </a:ext>
            </a:extLst>
          </p:cNvPr>
          <p:cNvSpPr txBox="1"/>
          <p:nvPr/>
        </p:nvSpPr>
        <p:spPr>
          <a:xfrm>
            <a:off x="10514000" y="2921986"/>
            <a:ext cx="3592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Handwriting" panose="03010101010101010101" pitchFamily="66" charset="0"/>
              </a:rPr>
              <a:t>3</a:t>
            </a:r>
          </a:p>
        </p:txBody>
      </p:sp>
      <p:sp>
        <p:nvSpPr>
          <p:cNvPr id="18" name="TextBox 15">
            <a:extLst>
              <a:ext uri="{FF2B5EF4-FFF2-40B4-BE49-F238E27FC236}">
                <a16:creationId xmlns:a16="http://schemas.microsoft.com/office/drawing/2014/main" id="{456F2FAB-2D3A-FB7C-2BA9-934F712A8382}"/>
              </a:ext>
            </a:extLst>
          </p:cNvPr>
          <p:cNvSpPr txBox="1"/>
          <p:nvPr/>
        </p:nvSpPr>
        <p:spPr>
          <a:xfrm>
            <a:off x="8499193" y="3429000"/>
            <a:ext cx="18705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New value</a:t>
            </a:r>
            <a:endParaRPr lang="zh-TW" altLang="en-US" sz="2000" b="1"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文字方塊 24">
                <a:extLst>
                  <a:ext uri="{FF2B5EF4-FFF2-40B4-BE49-F238E27FC236}">
                    <a16:creationId xmlns:a16="http://schemas.microsoft.com/office/drawing/2014/main" id="{5A631AE0-D431-C182-C5EA-6154AFA128C6}"/>
                  </a:ext>
                </a:extLst>
              </p:cNvPr>
              <p:cNvSpPr txBox="1"/>
              <p:nvPr/>
            </p:nvSpPr>
            <p:spPr>
              <a:xfrm>
                <a:off x="10218312" y="342900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9" name="文字方塊 24">
                <a:extLst>
                  <a:ext uri="{FF2B5EF4-FFF2-40B4-BE49-F238E27FC236}">
                    <a16:creationId xmlns:a16="http://schemas.microsoft.com/office/drawing/2014/main" id="{5A631AE0-D431-C182-C5EA-6154AFA128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18312" y="3429000"/>
                <a:ext cx="295688" cy="4001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文字方塊 25">
            <a:extLst>
              <a:ext uri="{FF2B5EF4-FFF2-40B4-BE49-F238E27FC236}">
                <a16:creationId xmlns:a16="http://schemas.microsoft.com/office/drawing/2014/main" id="{B961468F-8BB0-DE3D-B437-2B6295E892E0}"/>
              </a:ext>
            </a:extLst>
          </p:cNvPr>
          <p:cNvSpPr txBox="1"/>
          <p:nvPr/>
        </p:nvSpPr>
        <p:spPr>
          <a:xfrm>
            <a:off x="10514000" y="3429000"/>
            <a:ext cx="3592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x</a:t>
            </a:r>
          </a:p>
        </p:txBody>
      </p:sp>
      <p:sp>
        <p:nvSpPr>
          <p:cNvPr id="21" name="TextBox 15">
            <a:extLst>
              <a:ext uri="{FF2B5EF4-FFF2-40B4-BE49-F238E27FC236}">
                <a16:creationId xmlns:a16="http://schemas.microsoft.com/office/drawing/2014/main" id="{FCE4B0EB-A675-9443-D433-8EECF5D7F321}"/>
              </a:ext>
            </a:extLst>
          </p:cNvPr>
          <p:cNvSpPr txBox="1"/>
          <p:nvPr/>
        </p:nvSpPr>
        <p:spPr>
          <a:xfrm>
            <a:off x="510376" y="1368202"/>
            <a:ext cx="36686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Oscar’s weight in 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2011</a:t>
            </a:r>
            <a:endParaRPr lang="zh-TW" altLang="en-US" sz="2000" b="1"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文字方塊 30">
                <a:extLst>
                  <a:ext uri="{FF2B5EF4-FFF2-40B4-BE49-F238E27FC236}">
                    <a16:creationId xmlns:a16="http://schemas.microsoft.com/office/drawing/2014/main" id="{B4451448-2838-A5AE-BAF1-F14E9F2FA336}"/>
                  </a:ext>
                </a:extLst>
              </p:cNvPr>
              <p:cNvSpPr txBox="1"/>
              <p:nvPr/>
            </p:nvSpPr>
            <p:spPr>
              <a:xfrm>
                <a:off x="1065308" y="216195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2" name="文字方塊 30">
                <a:extLst>
                  <a:ext uri="{FF2B5EF4-FFF2-40B4-BE49-F238E27FC236}">
                    <a16:creationId xmlns:a16="http://schemas.microsoft.com/office/drawing/2014/main" id="{B4451448-2838-A5AE-BAF1-F14E9F2FA3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5308" y="2161953"/>
                <a:ext cx="295688" cy="40011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文字方塊 31">
            <a:extLst>
              <a:ext uri="{FF2B5EF4-FFF2-40B4-BE49-F238E27FC236}">
                <a16:creationId xmlns:a16="http://schemas.microsoft.com/office/drawing/2014/main" id="{8E213292-2D95-2798-B410-4B91B8B67CA8}"/>
              </a:ext>
            </a:extLst>
          </p:cNvPr>
          <p:cNvSpPr txBox="1"/>
          <p:nvPr/>
        </p:nvSpPr>
        <p:spPr>
          <a:xfrm>
            <a:off x="1304172" y="2173842"/>
            <a:ext cx="5362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80</a:t>
            </a:r>
            <a:endParaRPr lang="en-HK" altLang="zh-HK" sz="2000" b="1">
              <a:ln>
                <a:solidFill>
                  <a:schemeClr val="tx1"/>
                </a:solidFill>
              </a:ln>
              <a:solidFill>
                <a:srgbClr val="00FF0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文字方塊 32">
                <a:extLst>
                  <a:ext uri="{FF2B5EF4-FFF2-40B4-BE49-F238E27FC236}">
                    <a16:creationId xmlns:a16="http://schemas.microsoft.com/office/drawing/2014/main" id="{E61D59B7-A089-2D30-6E8E-48C2638D29FC}"/>
                  </a:ext>
                </a:extLst>
              </p:cNvPr>
              <p:cNvSpPr txBox="1"/>
              <p:nvPr/>
            </p:nvSpPr>
            <p:spPr>
              <a:xfrm>
                <a:off x="1760115" y="216250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4" name="文字方塊 32">
                <a:extLst>
                  <a:ext uri="{FF2B5EF4-FFF2-40B4-BE49-F238E27FC236}">
                    <a16:creationId xmlns:a16="http://schemas.microsoft.com/office/drawing/2014/main" id="{E61D59B7-A089-2D30-6E8E-48C2638D29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0115" y="2162502"/>
                <a:ext cx="295688" cy="4001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" name="群組 33">
            <a:extLst>
              <a:ext uri="{FF2B5EF4-FFF2-40B4-BE49-F238E27FC236}">
                <a16:creationId xmlns:a16="http://schemas.microsoft.com/office/drawing/2014/main" id="{BC255364-71CC-474C-C19D-59DD36524E30}"/>
              </a:ext>
            </a:extLst>
          </p:cNvPr>
          <p:cNvGrpSpPr/>
          <p:nvPr/>
        </p:nvGrpSpPr>
        <p:grpSpPr>
          <a:xfrm>
            <a:off x="1984655" y="2154147"/>
            <a:ext cx="1468501" cy="409011"/>
            <a:chOff x="1498603" y="1408278"/>
            <a:chExt cx="1468501" cy="409011"/>
          </a:xfrm>
        </p:grpSpPr>
        <p:sp>
          <p:nvSpPr>
            <p:cNvPr id="26" name="文字方塊 34">
              <a:extLst>
                <a:ext uri="{FF2B5EF4-FFF2-40B4-BE49-F238E27FC236}">
                  <a16:creationId xmlns:a16="http://schemas.microsoft.com/office/drawing/2014/main" id="{ED6E4138-2D0A-1A40-1D24-BCB5C2BCAF13}"/>
                </a:ext>
              </a:extLst>
            </p:cNvPr>
            <p:cNvSpPr txBox="1"/>
            <p:nvPr/>
          </p:nvSpPr>
          <p:spPr>
            <a:xfrm>
              <a:off x="1498603" y="1417179"/>
              <a:ext cx="45717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000" b="1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27" name="文字方塊 35">
              <a:extLst>
                <a:ext uri="{FF2B5EF4-FFF2-40B4-BE49-F238E27FC236}">
                  <a16:creationId xmlns:a16="http://schemas.microsoft.com/office/drawing/2014/main" id="{BA0CC2C4-3C77-76C4-061C-A66995001755}"/>
                </a:ext>
              </a:extLst>
            </p:cNvPr>
            <p:cNvSpPr txBox="1"/>
            <p:nvPr/>
          </p:nvSpPr>
          <p:spPr>
            <a:xfrm>
              <a:off x="2008473" y="1417179"/>
              <a:ext cx="95863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Handwriting" panose="03010101010101010101" pitchFamily="66" charset="0"/>
                </a:rPr>
                <a:t>5.5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%</a:t>
              </a:r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" name="文字方塊 36">
                  <a:extLst>
                    <a:ext uri="{FF2B5EF4-FFF2-40B4-BE49-F238E27FC236}">
                      <a16:creationId xmlns:a16="http://schemas.microsoft.com/office/drawing/2014/main" id="{97CD0595-DCE3-9FB7-1CAA-7A17AD2FDCEE}"/>
                    </a:ext>
                  </a:extLst>
                </p:cNvPr>
                <p:cNvSpPr txBox="1"/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28" name="文字方塊 36">
                  <a:extLst>
                    <a:ext uri="{FF2B5EF4-FFF2-40B4-BE49-F238E27FC236}">
                      <a16:creationId xmlns:a16="http://schemas.microsoft.com/office/drawing/2014/main" id="{97CD0595-DCE3-9FB7-1CAA-7A17AD2FDC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9" name="文字方塊 37">
            <a:extLst>
              <a:ext uri="{FF2B5EF4-FFF2-40B4-BE49-F238E27FC236}">
                <a16:creationId xmlns:a16="http://schemas.microsoft.com/office/drawing/2014/main" id="{1292105B-7231-2814-187F-A4794EF748FA}"/>
              </a:ext>
            </a:extLst>
          </p:cNvPr>
          <p:cNvSpPr txBox="1"/>
          <p:nvPr/>
        </p:nvSpPr>
        <p:spPr>
          <a:xfrm>
            <a:off x="3163862" y="2008064"/>
            <a:ext cx="3270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14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Handwriting" panose="03010101010101010101" pitchFamily="66" charset="0"/>
              </a:rPr>
              <a:t>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文字方塊 38">
                <a:extLst>
                  <a:ext uri="{FF2B5EF4-FFF2-40B4-BE49-F238E27FC236}">
                    <a16:creationId xmlns:a16="http://schemas.microsoft.com/office/drawing/2014/main" id="{DD166980-FAD4-5628-5884-BC245C122420}"/>
                  </a:ext>
                </a:extLst>
              </p:cNvPr>
              <p:cNvSpPr txBox="1"/>
              <p:nvPr/>
            </p:nvSpPr>
            <p:spPr>
              <a:xfrm>
                <a:off x="1065308" y="292198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0" name="文字方塊 38">
                <a:extLst>
                  <a:ext uri="{FF2B5EF4-FFF2-40B4-BE49-F238E27FC236}">
                    <a16:creationId xmlns:a16="http://schemas.microsoft.com/office/drawing/2014/main" id="{DD166980-FAD4-5628-5884-BC245C1224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5308" y="2921986"/>
                <a:ext cx="295688" cy="40011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文字方塊 39">
            <a:extLst>
              <a:ext uri="{FF2B5EF4-FFF2-40B4-BE49-F238E27FC236}">
                <a16:creationId xmlns:a16="http://schemas.microsoft.com/office/drawing/2014/main" id="{44A086A7-0539-FD55-7159-52BF137FC088}"/>
              </a:ext>
            </a:extLst>
          </p:cNvPr>
          <p:cNvSpPr txBox="1"/>
          <p:nvPr/>
        </p:nvSpPr>
        <p:spPr>
          <a:xfrm>
            <a:off x="1318750" y="2921986"/>
            <a:ext cx="42794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93.9 </a:t>
            </a:r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kg  </a:t>
            </a:r>
            <a:r>
              <a:rPr lang="en-HK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(to the nearest </a:t>
            </a:r>
            <a:r>
              <a:rPr lang="en-HK" altLang="zh-HK" sz="20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0.1</a:t>
            </a:r>
            <a:r>
              <a:rPr lang="en-HK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 kg)</a:t>
            </a:r>
          </a:p>
        </p:txBody>
      </p:sp>
    </p:spTree>
    <p:extLst>
      <p:ext uri="{BB962C8B-B14F-4D97-AF65-F5344CB8AC3E}">
        <p14:creationId xmlns:p14="http://schemas.microsoft.com/office/powerpoint/2010/main" val="888338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9" grpId="0"/>
      <p:bldP spid="30" grpId="0"/>
      <p:bldP spid="3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2">
            <a:extLst>
              <a:ext uri="{FF2B5EF4-FFF2-40B4-BE49-F238E27FC236}">
                <a16:creationId xmlns:a16="http://schemas.microsoft.com/office/drawing/2014/main" id="{6F216653-8492-912D-6B4C-CA8EFDA0381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632" b="72582"/>
          <a:stretch>
            <a:fillRect/>
          </a:stretch>
        </p:blipFill>
        <p:spPr>
          <a:xfrm>
            <a:off x="235754" y="169413"/>
            <a:ext cx="11883052" cy="83992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筆跡 57">
                <a:extLst>
                  <a:ext uri="{FF2B5EF4-FFF2-40B4-BE49-F238E27FC236}">
                    <a16:creationId xmlns:a16="http://schemas.microsoft.com/office/drawing/2014/main" id="{C5AFFECD-866D-5142-49DA-1F9598DEEBA2}"/>
                  </a:ext>
                </a:extLst>
              </p14:cNvPr>
              <p14:cNvContentPartPr/>
              <p14:nvPr/>
            </p14:nvContentPartPr>
            <p14:xfrm>
              <a:off x="9870849" y="461039"/>
              <a:ext cx="1274671" cy="45719"/>
            </p14:xfrm>
          </p:contentPart>
        </mc:Choice>
        <mc:Fallback>
          <p:pic>
            <p:nvPicPr>
              <p:cNvPr id="5" name="筆跡 57">
                <a:extLst>
                  <a:ext uri="{FF2B5EF4-FFF2-40B4-BE49-F238E27FC236}">
                    <a16:creationId xmlns:a16="http://schemas.microsoft.com/office/drawing/2014/main" id="{C5AFFECD-866D-5142-49DA-1F9598DEEBA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816822" y="-13254661"/>
                <a:ext cx="1382364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筆跡 58">
                <a:extLst>
                  <a:ext uri="{FF2B5EF4-FFF2-40B4-BE49-F238E27FC236}">
                    <a16:creationId xmlns:a16="http://schemas.microsoft.com/office/drawing/2014/main" id="{E098EA11-474C-7C40-0DDB-5FB10829EE4B}"/>
                  </a:ext>
                </a:extLst>
              </p14:cNvPr>
              <p14:cNvContentPartPr/>
              <p14:nvPr/>
            </p14:nvContentPartPr>
            <p14:xfrm>
              <a:off x="3653542" y="461040"/>
              <a:ext cx="1531429" cy="45719"/>
            </p14:xfrm>
          </p:contentPart>
        </mc:Choice>
        <mc:Fallback>
          <p:pic>
            <p:nvPicPr>
              <p:cNvPr id="6" name="筆跡 58">
                <a:extLst>
                  <a:ext uri="{FF2B5EF4-FFF2-40B4-BE49-F238E27FC236}">
                    <a16:creationId xmlns:a16="http://schemas.microsoft.com/office/drawing/2014/main" id="{E098EA11-474C-7C40-0DDB-5FB10829EE4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599517" y="-13254660"/>
                <a:ext cx="1639119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7" name="筆跡 59">
                <a:extLst>
                  <a:ext uri="{FF2B5EF4-FFF2-40B4-BE49-F238E27FC236}">
                    <a16:creationId xmlns:a16="http://schemas.microsoft.com/office/drawing/2014/main" id="{A208852D-6083-412D-023A-E846708A6BD1}"/>
                  </a:ext>
                </a:extLst>
              </p14:cNvPr>
              <p14:cNvContentPartPr/>
              <p14:nvPr/>
            </p14:nvContentPartPr>
            <p14:xfrm>
              <a:off x="949400" y="844105"/>
              <a:ext cx="3406207" cy="45719"/>
            </p14:xfrm>
          </p:contentPart>
        </mc:Choice>
        <mc:Fallback>
          <p:pic>
            <p:nvPicPr>
              <p:cNvPr id="7" name="筆跡 59">
                <a:extLst>
                  <a:ext uri="{FF2B5EF4-FFF2-40B4-BE49-F238E27FC236}">
                    <a16:creationId xmlns:a16="http://schemas.microsoft.com/office/drawing/2014/main" id="{A208852D-6083-412D-023A-E846708A6BD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95350" y="-12871595"/>
                <a:ext cx="3513946" cy="27431400"/>
              </a:xfrm>
              <a:prstGeom prst="rect">
                <a:avLst/>
              </a:prstGeom>
            </p:spPr>
          </p:pic>
        </mc:Fallback>
      </mc:AlternateContent>
      <p:sp>
        <p:nvSpPr>
          <p:cNvPr id="9" name="TextBox 15">
            <a:extLst>
              <a:ext uri="{FF2B5EF4-FFF2-40B4-BE49-F238E27FC236}">
                <a16:creationId xmlns:a16="http://schemas.microsoft.com/office/drawing/2014/main" id="{3C4AA0BD-E53D-8126-1904-61D931643348}"/>
              </a:ext>
            </a:extLst>
          </p:cNvPr>
          <p:cNvSpPr txBox="1"/>
          <p:nvPr/>
        </p:nvSpPr>
        <p:spPr>
          <a:xfrm>
            <a:off x="8654257" y="1745652"/>
            <a:ext cx="16561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Old value</a:t>
            </a:r>
            <a:endParaRPr lang="zh-TW" altLang="en-US" sz="2000" b="1">
              <a:solidFill>
                <a:srgbClr val="00FF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字方塊 62">
                <a:extLst>
                  <a:ext uri="{FF2B5EF4-FFF2-40B4-BE49-F238E27FC236}">
                    <a16:creationId xmlns:a16="http://schemas.microsoft.com/office/drawing/2014/main" id="{8B48D34D-1C30-1EF3-F2CD-6CB07D8D495D}"/>
                  </a:ext>
                </a:extLst>
              </p:cNvPr>
              <p:cNvSpPr txBox="1"/>
              <p:nvPr/>
            </p:nvSpPr>
            <p:spPr>
              <a:xfrm>
                <a:off x="10158966" y="174565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0" name="文字方塊 62">
                <a:extLst>
                  <a:ext uri="{FF2B5EF4-FFF2-40B4-BE49-F238E27FC236}">
                    <a16:creationId xmlns:a16="http://schemas.microsoft.com/office/drawing/2014/main" id="{8B48D34D-1C30-1EF3-F2CD-6CB07D8D49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8966" y="1745652"/>
                <a:ext cx="295688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字方塊 63">
            <a:extLst>
              <a:ext uri="{FF2B5EF4-FFF2-40B4-BE49-F238E27FC236}">
                <a16:creationId xmlns:a16="http://schemas.microsoft.com/office/drawing/2014/main" id="{B47627F0-56FE-0EC2-0202-1D1DB178CE05}"/>
              </a:ext>
            </a:extLst>
          </p:cNvPr>
          <p:cNvSpPr txBox="1"/>
          <p:nvPr/>
        </p:nvSpPr>
        <p:spPr>
          <a:xfrm>
            <a:off x="10454654" y="1745652"/>
            <a:ext cx="502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y</a:t>
            </a:r>
          </a:p>
        </p:txBody>
      </p:sp>
      <p:sp>
        <p:nvSpPr>
          <p:cNvPr id="12" name="TextBox 15">
            <a:extLst>
              <a:ext uri="{FF2B5EF4-FFF2-40B4-BE49-F238E27FC236}">
                <a16:creationId xmlns:a16="http://schemas.microsoft.com/office/drawing/2014/main" id="{22A13573-B1B9-3401-F4DF-6D405FF5A21A}"/>
              </a:ext>
            </a:extLst>
          </p:cNvPr>
          <p:cNvSpPr txBox="1"/>
          <p:nvPr/>
        </p:nvSpPr>
        <p:spPr>
          <a:xfrm>
            <a:off x="8006185" y="2286467"/>
            <a:ext cx="23042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Calligraphy" panose="03010101010101010101" pitchFamily="66" charset="0"/>
              </a:rPr>
              <a:t>Change factor</a:t>
            </a:r>
            <a:endParaRPr lang="zh-TW" altLang="en-US" sz="2000" b="1">
              <a:solidFill>
                <a:srgbClr val="00B0F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字方塊 65">
                <a:extLst>
                  <a:ext uri="{FF2B5EF4-FFF2-40B4-BE49-F238E27FC236}">
                    <a16:creationId xmlns:a16="http://schemas.microsoft.com/office/drawing/2014/main" id="{F53C32C2-0634-C329-BFAE-9A8FFE60E90F}"/>
                  </a:ext>
                </a:extLst>
              </p:cNvPr>
              <p:cNvSpPr txBox="1"/>
              <p:nvPr/>
            </p:nvSpPr>
            <p:spPr>
              <a:xfrm>
                <a:off x="10158966" y="228646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3" name="文字方塊 65">
                <a:extLst>
                  <a:ext uri="{FF2B5EF4-FFF2-40B4-BE49-F238E27FC236}">
                    <a16:creationId xmlns:a16="http://schemas.microsoft.com/office/drawing/2014/main" id="{F53C32C2-0634-C329-BFAE-9A8FFE60E9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8966" y="2286467"/>
                <a:ext cx="295688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字方塊 66">
                <a:extLst>
                  <a:ext uri="{FF2B5EF4-FFF2-40B4-BE49-F238E27FC236}">
                    <a16:creationId xmlns:a16="http://schemas.microsoft.com/office/drawing/2014/main" id="{33371C9E-C426-2C56-A195-EC73ACA6A62D}"/>
                  </a:ext>
                </a:extLst>
              </p:cNvPr>
              <p:cNvSpPr txBox="1"/>
              <p:nvPr/>
            </p:nvSpPr>
            <p:spPr>
              <a:xfrm>
                <a:off x="10454654" y="2286467"/>
                <a:ext cx="112264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00B0F0"/>
                    </a:solidFill>
                    <a:latin typeface="Lucida Handwriting" panose="03010101010101010101" pitchFamily="66" charset="0"/>
                  </a:rPr>
                  <a:t>25 %</a:t>
                </a:r>
              </a:p>
            </p:txBody>
          </p:sp>
        </mc:Choice>
        <mc:Fallback>
          <p:sp>
            <p:nvSpPr>
              <p:cNvPr id="14" name="文字方塊 66">
                <a:extLst>
                  <a:ext uri="{FF2B5EF4-FFF2-40B4-BE49-F238E27FC236}">
                    <a16:creationId xmlns:a16="http://schemas.microsoft.com/office/drawing/2014/main" id="{33371C9E-C426-2C56-A195-EC73ACA6A6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54654" y="2286467"/>
                <a:ext cx="1122640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文字方塊 67">
            <a:extLst>
              <a:ext uri="{FF2B5EF4-FFF2-40B4-BE49-F238E27FC236}">
                <a16:creationId xmlns:a16="http://schemas.microsoft.com/office/drawing/2014/main" id="{539896C0-16FF-24E1-FEDD-B20DA66DCC1C}"/>
              </a:ext>
            </a:extLst>
          </p:cNvPr>
          <p:cNvSpPr txBox="1"/>
          <p:nvPr/>
        </p:nvSpPr>
        <p:spPr>
          <a:xfrm>
            <a:off x="9870849" y="2816813"/>
            <a:ext cx="4343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Calligraphy" panose="03010101010101010101" pitchFamily="66" charset="0"/>
              </a:rPr>
              <a:t>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文字方塊 68">
                <a:extLst>
                  <a:ext uri="{FF2B5EF4-FFF2-40B4-BE49-F238E27FC236}">
                    <a16:creationId xmlns:a16="http://schemas.microsoft.com/office/drawing/2014/main" id="{2109C457-F176-D2CD-608A-08526348A6C8}"/>
                  </a:ext>
                </a:extLst>
              </p:cNvPr>
              <p:cNvSpPr txBox="1"/>
              <p:nvPr/>
            </p:nvSpPr>
            <p:spPr>
              <a:xfrm>
                <a:off x="10157352" y="280514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6" name="文字方塊 68">
                <a:extLst>
                  <a:ext uri="{FF2B5EF4-FFF2-40B4-BE49-F238E27FC236}">
                    <a16:creationId xmlns:a16="http://schemas.microsoft.com/office/drawing/2014/main" id="{2109C457-F176-D2CD-608A-08526348A6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7352" y="2805147"/>
                <a:ext cx="295688" cy="4001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文字方塊 69">
            <a:extLst>
              <a:ext uri="{FF2B5EF4-FFF2-40B4-BE49-F238E27FC236}">
                <a16:creationId xmlns:a16="http://schemas.microsoft.com/office/drawing/2014/main" id="{0B778377-25FB-DB93-2F59-249A42C99DB2}"/>
              </a:ext>
            </a:extLst>
          </p:cNvPr>
          <p:cNvSpPr txBox="1"/>
          <p:nvPr/>
        </p:nvSpPr>
        <p:spPr>
          <a:xfrm>
            <a:off x="10453040" y="2816813"/>
            <a:ext cx="3592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Handwriting" panose="03010101010101010101" pitchFamily="66" charset="0"/>
              </a:rPr>
              <a:t>2</a:t>
            </a:r>
          </a:p>
        </p:txBody>
      </p:sp>
      <p:sp>
        <p:nvSpPr>
          <p:cNvPr id="18" name="TextBox 15">
            <a:extLst>
              <a:ext uri="{FF2B5EF4-FFF2-40B4-BE49-F238E27FC236}">
                <a16:creationId xmlns:a16="http://schemas.microsoft.com/office/drawing/2014/main" id="{0107FDB6-A397-FE40-186F-68DD2D4F6414}"/>
              </a:ext>
            </a:extLst>
          </p:cNvPr>
          <p:cNvSpPr txBox="1"/>
          <p:nvPr/>
        </p:nvSpPr>
        <p:spPr>
          <a:xfrm>
            <a:off x="8438233" y="3323827"/>
            <a:ext cx="18705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New value</a:t>
            </a:r>
            <a:endParaRPr lang="zh-TW" altLang="en-US" sz="2000" b="1"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文字方塊 71">
                <a:extLst>
                  <a:ext uri="{FF2B5EF4-FFF2-40B4-BE49-F238E27FC236}">
                    <a16:creationId xmlns:a16="http://schemas.microsoft.com/office/drawing/2014/main" id="{3BA867AF-79AB-5799-5556-5B2DBEC85CE4}"/>
                  </a:ext>
                </a:extLst>
              </p:cNvPr>
              <p:cNvSpPr txBox="1"/>
              <p:nvPr/>
            </p:nvSpPr>
            <p:spPr>
              <a:xfrm>
                <a:off x="10157352" y="332382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9" name="文字方塊 71">
                <a:extLst>
                  <a:ext uri="{FF2B5EF4-FFF2-40B4-BE49-F238E27FC236}">
                    <a16:creationId xmlns:a16="http://schemas.microsoft.com/office/drawing/2014/main" id="{3BA867AF-79AB-5799-5556-5B2DBEC85C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7352" y="3323827"/>
                <a:ext cx="295688" cy="4001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文字方塊 72">
            <a:extLst>
              <a:ext uri="{FF2B5EF4-FFF2-40B4-BE49-F238E27FC236}">
                <a16:creationId xmlns:a16="http://schemas.microsoft.com/office/drawing/2014/main" id="{D22C5323-BA83-0B86-9F70-01B8CE457964}"/>
              </a:ext>
            </a:extLst>
          </p:cNvPr>
          <p:cNvSpPr txBox="1"/>
          <p:nvPr/>
        </p:nvSpPr>
        <p:spPr>
          <a:xfrm>
            <a:off x="10453039" y="3323827"/>
            <a:ext cx="1153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3940</a:t>
            </a:r>
            <a:endParaRPr lang="en-HK" altLang="zh-HK" sz="2000" b="1">
              <a:ln>
                <a:solidFill>
                  <a:schemeClr val="tx1"/>
                </a:solidFill>
              </a:ln>
              <a:solidFill>
                <a:srgbClr val="FFFF00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21" name="TextBox 15">
            <a:extLst>
              <a:ext uri="{FF2B5EF4-FFF2-40B4-BE49-F238E27FC236}">
                <a16:creationId xmlns:a16="http://schemas.microsoft.com/office/drawing/2014/main" id="{6CEB458B-1236-7207-A61A-755C44133E0E}"/>
              </a:ext>
            </a:extLst>
          </p:cNvPr>
          <p:cNvSpPr txBox="1"/>
          <p:nvPr/>
        </p:nvSpPr>
        <p:spPr>
          <a:xfrm>
            <a:off x="812237" y="1358697"/>
            <a:ext cx="67238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Let </a:t>
            </a:r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$</a:t>
            </a:r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y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 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be the value of the computer 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 years ago</a:t>
            </a:r>
            <a:endParaRPr lang="en-HK" altLang="zh-HK" sz="2000" b="1">
              <a:ln>
                <a:solidFill>
                  <a:schemeClr val="tx1"/>
                </a:solidFill>
              </a:ln>
              <a:solidFill>
                <a:srgbClr val="00FF00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22" name="文字方塊 74">
            <a:extLst>
              <a:ext uri="{FF2B5EF4-FFF2-40B4-BE49-F238E27FC236}">
                <a16:creationId xmlns:a16="http://schemas.microsoft.com/office/drawing/2014/main" id="{28866B16-8C5F-5255-AC89-0271A1150C9F}"/>
              </a:ext>
            </a:extLst>
          </p:cNvPr>
          <p:cNvSpPr txBox="1"/>
          <p:nvPr/>
        </p:nvSpPr>
        <p:spPr>
          <a:xfrm>
            <a:off x="911348" y="2043743"/>
            <a:ext cx="5509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$</a:t>
            </a:r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y</a:t>
            </a:r>
            <a:endParaRPr lang="en-HK" altLang="zh-HK" sz="2000" b="1">
              <a:ln>
                <a:solidFill>
                  <a:schemeClr val="tx1"/>
                </a:solidFill>
              </a:ln>
              <a:solidFill>
                <a:srgbClr val="00FF00"/>
              </a:solidFill>
              <a:latin typeface="Lucida Calligraphy" panose="03010101010101010101" pitchFamily="66" charset="0"/>
            </a:endParaRPr>
          </a:p>
        </p:txBody>
      </p:sp>
      <p:grpSp>
        <p:nvGrpSpPr>
          <p:cNvPr id="23" name="群組 75">
            <a:extLst>
              <a:ext uri="{FF2B5EF4-FFF2-40B4-BE49-F238E27FC236}">
                <a16:creationId xmlns:a16="http://schemas.microsoft.com/office/drawing/2014/main" id="{26895D09-856D-7506-FCD0-8D3BBD1306ED}"/>
              </a:ext>
            </a:extLst>
          </p:cNvPr>
          <p:cNvGrpSpPr/>
          <p:nvPr/>
        </p:nvGrpSpPr>
        <p:grpSpPr>
          <a:xfrm>
            <a:off x="1270598" y="2051745"/>
            <a:ext cx="1388637" cy="409011"/>
            <a:chOff x="1498603" y="1408278"/>
            <a:chExt cx="1388637" cy="409011"/>
          </a:xfrm>
        </p:grpSpPr>
        <p:sp>
          <p:nvSpPr>
            <p:cNvPr id="24" name="文字方塊 76">
              <a:extLst>
                <a:ext uri="{FF2B5EF4-FFF2-40B4-BE49-F238E27FC236}">
                  <a16:creationId xmlns:a16="http://schemas.microsoft.com/office/drawing/2014/main" id="{22A5DE8A-7DCE-FF25-64A2-B2BDDF908478}"/>
                </a:ext>
              </a:extLst>
            </p:cNvPr>
            <p:cNvSpPr txBox="1"/>
            <p:nvPr/>
          </p:nvSpPr>
          <p:spPr>
            <a:xfrm>
              <a:off x="1498603" y="1417179"/>
              <a:ext cx="45717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000" b="1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25" name="文字方塊 77">
              <a:extLst>
                <a:ext uri="{FF2B5EF4-FFF2-40B4-BE49-F238E27FC236}">
                  <a16:creationId xmlns:a16="http://schemas.microsoft.com/office/drawing/2014/main" id="{2CE457A9-AC30-54CD-FA2E-62161AD1F6F0}"/>
                </a:ext>
              </a:extLst>
            </p:cNvPr>
            <p:cNvSpPr txBox="1"/>
            <p:nvPr/>
          </p:nvSpPr>
          <p:spPr>
            <a:xfrm>
              <a:off x="2008474" y="1417179"/>
              <a:ext cx="87876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Handwriting" panose="03010101010101010101" pitchFamily="66" charset="0"/>
                </a:rPr>
                <a:t>25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%</a:t>
              </a:r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" name="文字方塊 78">
                  <a:extLst>
                    <a:ext uri="{FF2B5EF4-FFF2-40B4-BE49-F238E27FC236}">
                      <a16:creationId xmlns:a16="http://schemas.microsoft.com/office/drawing/2014/main" id="{887AE84F-7681-C170-A8E4-13481E9C1AEB}"/>
                    </a:ext>
                  </a:extLst>
                </p:cNvPr>
                <p:cNvSpPr txBox="1"/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26" name="文字方塊 78">
                  <a:extLst>
                    <a:ext uri="{FF2B5EF4-FFF2-40B4-BE49-F238E27FC236}">
                      <a16:creationId xmlns:a16="http://schemas.microsoft.com/office/drawing/2014/main" id="{887AE84F-7681-C170-A8E4-13481E9C1A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7" name="文字方塊 79">
            <a:extLst>
              <a:ext uri="{FF2B5EF4-FFF2-40B4-BE49-F238E27FC236}">
                <a16:creationId xmlns:a16="http://schemas.microsoft.com/office/drawing/2014/main" id="{0765F35E-1211-C138-92AD-1760C5D90B39}"/>
              </a:ext>
            </a:extLst>
          </p:cNvPr>
          <p:cNvSpPr txBox="1"/>
          <p:nvPr/>
        </p:nvSpPr>
        <p:spPr>
          <a:xfrm>
            <a:off x="2379161" y="1896858"/>
            <a:ext cx="3270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14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Handwriting" panose="03010101010101010101" pitchFamily="66" charset="0"/>
              </a:rPr>
              <a:t>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文字方塊 80">
                <a:extLst>
                  <a:ext uri="{FF2B5EF4-FFF2-40B4-BE49-F238E27FC236}">
                    <a16:creationId xmlns:a16="http://schemas.microsoft.com/office/drawing/2014/main" id="{5A9FC350-2B5F-08DC-D4EE-BF2F44322059}"/>
                  </a:ext>
                </a:extLst>
              </p:cNvPr>
              <p:cNvSpPr txBox="1"/>
              <p:nvPr/>
            </p:nvSpPr>
            <p:spPr>
              <a:xfrm>
                <a:off x="2542580" y="205128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8" name="文字方塊 80">
                <a:extLst>
                  <a:ext uri="{FF2B5EF4-FFF2-40B4-BE49-F238E27FC236}">
                    <a16:creationId xmlns:a16="http://schemas.microsoft.com/office/drawing/2014/main" id="{5A9FC350-2B5F-08DC-D4EE-BF2F443220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2580" y="2051285"/>
                <a:ext cx="295688" cy="40011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文字方塊 81">
            <a:extLst>
              <a:ext uri="{FF2B5EF4-FFF2-40B4-BE49-F238E27FC236}">
                <a16:creationId xmlns:a16="http://schemas.microsoft.com/office/drawing/2014/main" id="{90B5EC7A-6E72-5BC0-6108-3AE61E3AB1D5}"/>
              </a:ext>
            </a:extLst>
          </p:cNvPr>
          <p:cNvSpPr txBox="1"/>
          <p:nvPr/>
        </p:nvSpPr>
        <p:spPr>
          <a:xfrm>
            <a:off x="2842759" y="2061184"/>
            <a:ext cx="1153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$</a:t>
            </a:r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 </a:t>
            </a:r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3940</a:t>
            </a:r>
            <a:endParaRPr lang="en-HK" altLang="zh-HK" sz="2000" b="1">
              <a:ln>
                <a:solidFill>
                  <a:schemeClr val="tx1"/>
                </a:solidFill>
              </a:ln>
              <a:solidFill>
                <a:srgbClr val="FFFF00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30" name="文字方塊 83">
            <a:extLst>
              <a:ext uri="{FF2B5EF4-FFF2-40B4-BE49-F238E27FC236}">
                <a16:creationId xmlns:a16="http://schemas.microsoft.com/office/drawing/2014/main" id="{5E7D0DFD-CFFC-1D98-3D76-F85EFE8783A5}"/>
              </a:ext>
            </a:extLst>
          </p:cNvPr>
          <p:cNvSpPr txBox="1"/>
          <p:nvPr/>
        </p:nvSpPr>
        <p:spPr>
          <a:xfrm>
            <a:off x="1323230" y="2703509"/>
            <a:ext cx="3891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y</a:t>
            </a:r>
          </a:p>
        </p:txBody>
      </p:sp>
      <p:grpSp>
        <p:nvGrpSpPr>
          <p:cNvPr id="31" name="群組 84">
            <a:extLst>
              <a:ext uri="{FF2B5EF4-FFF2-40B4-BE49-F238E27FC236}">
                <a16:creationId xmlns:a16="http://schemas.microsoft.com/office/drawing/2014/main" id="{3C1606F2-A7D5-3326-F1F4-5EDA905C357A}"/>
              </a:ext>
            </a:extLst>
          </p:cNvPr>
          <p:cNvGrpSpPr/>
          <p:nvPr/>
        </p:nvGrpSpPr>
        <p:grpSpPr>
          <a:xfrm>
            <a:off x="1563258" y="2728185"/>
            <a:ext cx="988584" cy="400110"/>
            <a:chOff x="1377671" y="1369717"/>
            <a:chExt cx="988584" cy="400110"/>
          </a:xfrm>
        </p:grpSpPr>
        <p:sp>
          <p:nvSpPr>
            <p:cNvPr id="32" name="文字方塊 85">
              <a:extLst>
                <a:ext uri="{FF2B5EF4-FFF2-40B4-BE49-F238E27FC236}">
                  <a16:creationId xmlns:a16="http://schemas.microsoft.com/office/drawing/2014/main" id="{44A00D0C-285D-EEAE-7C68-59DD4B6E3F1D}"/>
                </a:ext>
              </a:extLst>
            </p:cNvPr>
            <p:cNvSpPr txBox="1"/>
            <p:nvPr/>
          </p:nvSpPr>
          <p:spPr>
            <a:xfrm>
              <a:off x="1377671" y="1369717"/>
              <a:ext cx="2744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</a:p>
          </p:txBody>
        </p:sp>
        <p:sp>
          <p:nvSpPr>
            <p:cNvPr id="34" name="文字方塊 86">
              <a:extLst>
                <a:ext uri="{FF2B5EF4-FFF2-40B4-BE49-F238E27FC236}">
                  <a16:creationId xmlns:a16="http://schemas.microsoft.com/office/drawing/2014/main" id="{317C65FF-57F9-4EE6-9C3D-79A3861A5259}"/>
                </a:ext>
              </a:extLst>
            </p:cNvPr>
            <p:cNvSpPr txBox="1"/>
            <p:nvPr/>
          </p:nvSpPr>
          <p:spPr>
            <a:xfrm>
              <a:off x="1487488" y="1369717"/>
              <a:ext cx="87876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0.75</a:t>
              </a:r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</p:grpSp>
      <p:sp>
        <p:nvSpPr>
          <p:cNvPr id="35" name="文字方塊 87">
            <a:extLst>
              <a:ext uri="{FF2B5EF4-FFF2-40B4-BE49-F238E27FC236}">
                <a16:creationId xmlns:a16="http://schemas.microsoft.com/office/drawing/2014/main" id="{4238AF64-8BBD-8ECD-EBFE-575F4DD44B8A}"/>
              </a:ext>
            </a:extLst>
          </p:cNvPr>
          <p:cNvSpPr txBox="1"/>
          <p:nvPr/>
        </p:nvSpPr>
        <p:spPr>
          <a:xfrm>
            <a:off x="2369488" y="2583197"/>
            <a:ext cx="3270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14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Handwriting" panose="03010101010101010101" pitchFamily="66" charset="0"/>
              </a:rPr>
              <a:t>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文字方塊 88">
                <a:extLst>
                  <a:ext uri="{FF2B5EF4-FFF2-40B4-BE49-F238E27FC236}">
                    <a16:creationId xmlns:a16="http://schemas.microsoft.com/office/drawing/2014/main" id="{4DF06AFD-21BF-7AC6-0E27-A56147E342D7}"/>
                  </a:ext>
                </a:extLst>
              </p:cNvPr>
              <p:cNvSpPr txBox="1"/>
              <p:nvPr/>
            </p:nvSpPr>
            <p:spPr>
              <a:xfrm>
                <a:off x="2537029" y="271831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6" name="文字方塊 88">
                <a:extLst>
                  <a:ext uri="{FF2B5EF4-FFF2-40B4-BE49-F238E27FC236}">
                    <a16:creationId xmlns:a16="http://schemas.microsoft.com/office/drawing/2014/main" id="{4DF06AFD-21BF-7AC6-0E27-A56147E342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7029" y="2718312"/>
                <a:ext cx="295688" cy="4001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文字方塊 89">
            <a:extLst>
              <a:ext uri="{FF2B5EF4-FFF2-40B4-BE49-F238E27FC236}">
                <a16:creationId xmlns:a16="http://schemas.microsoft.com/office/drawing/2014/main" id="{CE605395-5D9B-DCB5-2458-3F9F07BC8FC3}"/>
              </a:ext>
            </a:extLst>
          </p:cNvPr>
          <p:cNvSpPr txBox="1"/>
          <p:nvPr/>
        </p:nvSpPr>
        <p:spPr>
          <a:xfrm>
            <a:off x="2798718" y="2728185"/>
            <a:ext cx="11975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3940</a:t>
            </a:r>
          </a:p>
        </p:txBody>
      </p:sp>
      <p:sp>
        <p:nvSpPr>
          <p:cNvPr id="38" name="文字方塊 90">
            <a:extLst>
              <a:ext uri="{FF2B5EF4-FFF2-40B4-BE49-F238E27FC236}">
                <a16:creationId xmlns:a16="http://schemas.microsoft.com/office/drawing/2014/main" id="{83097252-7AA2-7C94-5D62-13990E746A0B}"/>
              </a:ext>
            </a:extLst>
          </p:cNvPr>
          <p:cNvSpPr txBox="1"/>
          <p:nvPr/>
        </p:nvSpPr>
        <p:spPr>
          <a:xfrm>
            <a:off x="2234323" y="3333782"/>
            <a:ext cx="3891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9" name="文字方塊 91">
                <a:extLst>
                  <a:ext uri="{FF2B5EF4-FFF2-40B4-BE49-F238E27FC236}">
                    <a16:creationId xmlns:a16="http://schemas.microsoft.com/office/drawing/2014/main" id="{F78398F1-3324-B0CF-7EC1-B213B81B9F4B}"/>
                  </a:ext>
                </a:extLst>
              </p:cNvPr>
              <p:cNvSpPr txBox="1"/>
              <p:nvPr/>
            </p:nvSpPr>
            <p:spPr>
              <a:xfrm>
                <a:off x="2562194" y="330958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9" name="文字方塊 91">
                <a:extLst>
                  <a:ext uri="{FF2B5EF4-FFF2-40B4-BE49-F238E27FC236}">
                    <a16:creationId xmlns:a16="http://schemas.microsoft.com/office/drawing/2014/main" id="{F78398F1-3324-B0CF-7EC1-B213B81B9F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2194" y="3309580"/>
                <a:ext cx="295688" cy="40011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文字方塊 94">
            <a:extLst>
              <a:ext uri="{FF2B5EF4-FFF2-40B4-BE49-F238E27FC236}">
                <a16:creationId xmlns:a16="http://schemas.microsoft.com/office/drawing/2014/main" id="{A8E2C152-854E-2C7A-CD0C-004C1FD3998E}"/>
              </a:ext>
            </a:extLst>
          </p:cNvPr>
          <p:cNvSpPr txBox="1"/>
          <p:nvPr/>
        </p:nvSpPr>
        <p:spPr>
          <a:xfrm>
            <a:off x="2875100" y="3333782"/>
            <a:ext cx="4541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7000 </a:t>
            </a:r>
            <a:r>
              <a: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(cor. to </a:t>
            </a:r>
            <a:r>
              <a:rPr lang="en-HK" sz="20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3</a:t>
            </a:r>
            <a:r>
              <a: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 </a:t>
            </a:r>
            <a:r>
              <a:rPr lang="en-HK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sig. fig.)</a:t>
            </a:r>
            <a:endParaRPr lang="en-HK" sz="20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p:grpSp>
        <p:nvGrpSpPr>
          <p:cNvPr id="43" name="群組 96">
            <a:extLst>
              <a:ext uri="{FF2B5EF4-FFF2-40B4-BE49-F238E27FC236}">
                <a16:creationId xmlns:a16="http://schemas.microsoft.com/office/drawing/2014/main" id="{818CA62C-5616-3DD6-E6FD-7C5BF80350EF}"/>
              </a:ext>
            </a:extLst>
          </p:cNvPr>
          <p:cNvGrpSpPr/>
          <p:nvPr/>
        </p:nvGrpSpPr>
        <p:grpSpPr>
          <a:xfrm>
            <a:off x="487855" y="4152658"/>
            <a:ext cx="7950378" cy="410107"/>
            <a:chOff x="420004" y="4149080"/>
            <a:chExt cx="7950378" cy="410107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4" name="文字方塊 97">
                  <a:extLst>
                    <a:ext uri="{FF2B5EF4-FFF2-40B4-BE49-F238E27FC236}">
                      <a16:creationId xmlns:a16="http://schemas.microsoft.com/office/drawing/2014/main" id="{A8C75B38-E08D-EEF6-E632-4EDDBAA59FC0}"/>
                    </a:ext>
                  </a:extLst>
                </p:cNvPr>
                <p:cNvSpPr txBox="1"/>
                <p:nvPr/>
              </p:nvSpPr>
              <p:spPr>
                <a:xfrm>
                  <a:off x="420004" y="4149080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∴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44" name="文字方塊 97">
                  <a:extLst>
                    <a:ext uri="{FF2B5EF4-FFF2-40B4-BE49-F238E27FC236}">
                      <a16:creationId xmlns:a16="http://schemas.microsoft.com/office/drawing/2014/main" id="{A8C75B38-E08D-EEF6-E632-4EDDBAA59F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0004" y="4149080"/>
                  <a:ext cx="295688" cy="400110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5" name="文字方塊 98">
              <a:extLst>
                <a:ext uri="{FF2B5EF4-FFF2-40B4-BE49-F238E27FC236}">
                  <a16:creationId xmlns:a16="http://schemas.microsoft.com/office/drawing/2014/main" id="{3784AA52-0A0E-D5F6-76B8-374978612664}"/>
                </a:ext>
              </a:extLst>
            </p:cNvPr>
            <p:cNvSpPr txBox="1"/>
            <p:nvPr/>
          </p:nvSpPr>
          <p:spPr>
            <a:xfrm>
              <a:off x="744386" y="4159077"/>
              <a:ext cx="762599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The</a:t>
              </a:r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92D050"/>
                  </a:solidFill>
                  <a:latin typeface="Lucida Calligraphy" panose="03010101010101010101" pitchFamily="66" charset="0"/>
                </a:rPr>
                <a:t> </a:t>
              </a:r>
              <a:r>
                <a:rPr lang="en-US" altLang="zh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value of the computer was </a:t>
              </a:r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00FF00"/>
                  </a:solidFill>
                  <a:latin typeface="Lucida Handwriting" panose="03010101010101010101" pitchFamily="66" charset="0"/>
                </a:rPr>
                <a:t>$7000</a:t>
              </a:r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00FF00"/>
                  </a:solidFill>
                  <a:latin typeface="Lucida Calligraphy" panose="03010101010101010101" pitchFamily="66" charset="0"/>
                </a:rPr>
                <a:t>  </a:t>
              </a:r>
              <a:r>
                <a:rPr lang="en-US" altLang="zh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r>
                <a:rPr lang="en-US" altLang="zh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 years ago</a:t>
              </a:r>
              <a:endParaRPr lang="en-HK" sz="2000" b="1">
                <a:ln>
                  <a:solidFill>
                    <a:schemeClr val="tx1"/>
                  </a:solidFill>
                </a:ln>
                <a:solidFill>
                  <a:srgbClr val="37CBFF"/>
                </a:solidFill>
                <a:latin typeface="Lucida Calligraphy" panose="03010101010101010101" pitchFamily="66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90226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7" grpId="0"/>
      <p:bldP spid="28" grpId="0"/>
      <p:bldP spid="29" grpId="0"/>
      <p:bldP spid="30" grpId="0"/>
      <p:bldP spid="35" grpId="0"/>
      <p:bldP spid="36" grpId="0"/>
      <p:bldP spid="37" grpId="0"/>
      <p:bldP spid="38" grpId="0"/>
      <p:bldP spid="39" grpId="0"/>
      <p:bldP spid="4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Picture 45">
            <a:extLst>
              <a:ext uri="{FF2B5EF4-FFF2-40B4-BE49-F238E27FC236}">
                <a16:creationId xmlns:a16="http://schemas.microsoft.com/office/drawing/2014/main" id="{5E9F13DE-935D-B5FF-2666-986BB52A6F3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l="1132" r="1545"/>
          <a:stretch>
            <a:fillRect/>
          </a:stretch>
        </p:blipFill>
        <p:spPr>
          <a:xfrm>
            <a:off x="218440" y="172831"/>
            <a:ext cx="11353800" cy="169186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筆跡 57">
                <a:extLst>
                  <a:ext uri="{FF2B5EF4-FFF2-40B4-BE49-F238E27FC236}">
                    <a16:creationId xmlns:a16="http://schemas.microsoft.com/office/drawing/2014/main" id="{2833115F-EDAA-E17C-A16A-C6A7717C09D2}"/>
                  </a:ext>
                </a:extLst>
              </p14:cNvPr>
              <p14:cNvContentPartPr/>
              <p14:nvPr/>
            </p14:nvContentPartPr>
            <p14:xfrm>
              <a:off x="1229362" y="1244658"/>
              <a:ext cx="1300478" cy="45719"/>
            </p14:xfrm>
          </p:contentPart>
        </mc:Choice>
        <mc:Fallback>
          <p:pic>
            <p:nvPicPr>
              <p:cNvPr id="4" name="筆跡 57">
                <a:extLst>
                  <a:ext uri="{FF2B5EF4-FFF2-40B4-BE49-F238E27FC236}">
                    <a16:creationId xmlns:a16="http://schemas.microsoft.com/office/drawing/2014/main" id="{2833115F-EDAA-E17C-A16A-C6A7717C09D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75326" y="-12471042"/>
                <a:ext cx="1408191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筆跡 58">
                <a:extLst>
                  <a:ext uri="{FF2B5EF4-FFF2-40B4-BE49-F238E27FC236}">
                    <a16:creationId xmlns:a16="http://schemas.microsoft.com/office/drawing/2014/main" id="{E10159CB-8CEC-8BF8-1CD8-450A9CB1BB04}"/>
                  </a:ext>
                </a:extLst>
              </p14:cNvPr>
              <p14:cNvContentPartPr/>
              <p14:nvPr/>
            </p14:nvContentPartPr>
            <p14:xfrm>
              <a:off x="6513581" y="470014"/>
              <a:ext cx="1197859" cy="45719"/>
            </p14:xfrm>
          </p:contentPart>
        </mc:Choice>
        <mc:Fallback>
          <p:pic>
            <p:nvPicPr>
              <p:cNvPr id="5" name="筆跡 58">
                <a:extLst>
                  <a:ext uri="{FF2B5EF4-FFF2-40B4-BE49-F238E27FC236}">
                    <a16:creationId xmlns:a16="http://schemas.microsoft.com/office/drawing/2014/main" id="{E10159CB-8CEC-8BF8-1CD8-450A9CB1BB0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459558" y="-13245686"/>
                <a:ext cx="1305544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6" name="筆跡 59">
                <a:extLst>
                  <a:ext uri="{FF2B5EF4-FFF2-40B4-BE49-F238E27FC236}">
                    <a16:creationId xmlns:a16="http://schemas.microsoft.com/office/drawing/2014/main" id="{73EE6CC6-2016-1CBD-E270-EC835FD93EB3}"/>
                  </a:ext>
                </a:extLst>
              </p14:cNvPr>
              <p14:cNvContentPartPr/>
              <p14:nvPr/>
            </p14:nvContentPartPr>
            <p14:xfrm>
              <a:off x="3113762" y="470015"/>
              <a:ext cx="1620797" cy="45719"/>
            </p14:xfrm>
          </p:contentPart>
        </mc:Choice>
        <mc:Fallback>
          <p:pic>
            <p:nvPicPr>
              <p:cNvPr id="6" name="筆跡 59">
                <a:extLst>
                  <a:ext uri="{FF2B5EF4-FFF2-40B4-BE49-F238E27FC236}">
                    <a16:creationId xmlns:a16="http://schemas.microsoft.com/office/drawing/2014/main" id="{73EE6CC6-2016-1CBD-E270-EC835FD93EB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059723" y="-13245685"/>
                <a:ext cx="1728514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8" name="筆跡 58">
                <a:extLst>
                  <a:ext uri="{FF2B5EF4-FFF2-40B4-BE49-F238E27FC236}">
                    <a16:creationId xmlns:a16="http://schemas.microsoft.com/office/drawing/2014/main" id="{F40D156C-FEBF-7BE3-C262-EEA05C7AEB3B}"/>
                  </a:ext>
                </a:extLst>
              </p14:cNvPr>
              <p14:cNvContentPartPr/>
              <p14:nvPr/>
            </p14:nvContentPartPr>
            <p14:xfrm>
              <a:off x="10201661" y="447154"/>
              <a:ext cx="1370579" cy="45719"/>
            </p14:xfrm>
          </p:contentPart>
        </mc:Choice>
        <mc:Fallback>
          <p:pic>
            <p:nvPicPr>
              <p:cNvPr id="8" name="筆跡 58">
                <a:extLst>
                  <a:ext uri="{FF2B5EF4-FFF2-40B4-BE49-F238E27FC236}">
                    <a16:creationId xmlns:a16="http://schemas.microsoft.com/office/drawing/2014/main" id="{F40D156C-FEBF-7BE3-C262-EEA05C7AEB3B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0147644" y="-13268546"/>
                <a:ext cx="1478252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9" name="筆跡 58">
                <a:extLst>
                  <a:ext uri="{FF2B5EF4-FFF2-40B4-BE49-F238E27FC236}">
                    <a16:creationId xmlns:a16="http://schemas.microsoft.com/office/drawing/2014/main" id="{3A9F1083-0A3E-7172-7786-35301E782564}"/>
                  </a:ext>
                </a:extLst>
              </p14:cNvPr>
              <p14:cNvContentPartPr/>
              <p14:nvPr/>
            </p14:nvContentPartPr>
            <p14:xfrm>
              <a:off x="813821" y="843394"/>
              <a:ext cx="1482339" cy="45719"/>
            </p14:xfrm>
          </p:contentPart>
        </mc:Choice>
        <mc:Fallback>
          <p:pic>
            <p:nvPicPr>
              <p:cNvPr id="9" name="筆跡 58">
                <a:extLst>
                  <a:ext uri="{FF2B5EF4-FFF2-40B4-BE49-F238E27FC236}">
                    <a16:creationId xmlns:a16="http://schemas.microsoft.com/office/drawing/2014/main" id="{3A9F1083-0A3E-7172-7786-35301E782564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59800" y="-12872306"/>
                <a:ext cx="1590021" cy="27431400"/>
              </a:xfrm>
              <a:prstGeom prst="rect">
                <a:avLst/>
              </a:prstGeom>
            </p:spPr>
          </p:pic>
        </mc:Fallback>
      </mc:AlternateContent>
      <p:sp>
        <p:nvSpPr>
          <p:cNvPr id="10" name="TextBox 15">
            <a:extLst>
              <a:ext uri="{FF2B5EF4-FFF2-40B4-BE49-F238E27FC236}">
                <a16:creationId xmlns:a16="http://schemas.microsoft.com/office/drawing/2014/main" id="{C26CEC5B-809C-96C5-4D2D-08F57E891872}"/>
              </a:ext>
            </a:extLst>
          </p:cNvPr>
          <p:cNvSpPr txBox="1"/>
          <p:nvPr/>
        </p:nvSpPr>
        <p:spPr>
          <a:xfrm>
            <a:off x="589792" y="2012673"/>
            <a:ext cx="48153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(a)   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Value of the flat after 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1 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year </a:t>
            </a:r>
            <a:endParaRPr lang="zh-TW" altLang="en-US" sz="2000" b="1"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字方塊 30">
                <a:extLst>
                  <a:ext uri="{FF2B5EF4-FFF2-40B4-BE49-F238E27FC236}">
                    <a16:creationId xmlns:a16="http://schemas.microsoft.com/office/drawing/2014/main" id="{22FBF240-557D-001A-5748-4F130F0A4BA4}"/>
                  </a:ext>
                </a:extLst>
              </p:cNvPr>
              <p:cNvSpPr txBox="1"/>
              <p:nvPr/>
            </p:nvSpPr>
            <p:spPr>
              <a:xfrm>
                <a:off x="1409395" y="256199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1" name="文字方塊 30">
                <a:extLst>
                  <a:ext uri="{FF2B5EF4-FFF2-40B4-BE49-F238E27FC236}">
                    <a16:creationId xmlns:a16="http://schemas.microsoft.com/office/drawing/2014/main" id="{22FBF240-557D-001A-5748-4F130F0A4B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9395" y="2561994"/>
                <a:ext cx="295688" cy="4001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文字方塊 31">
            <a:extLst>
              <a:ext uri="{FF2B5EF4-FFF2-40B4-BE49-F238E27FC236}">
                <a16:creationId xmlns:a16="http://schemas.microsoft.com/office/drawing/2014/main" id="{58F96E20-56F3-B666-D116-1B14A4F79DE3}"/>
              </a:ext>
            </a:extLst>
          </p:cNvPr>
          <p:cNvSpPr txBox="1"/>
          <p:nvPr/>
        </p:nvSpPr>
        <p:spPr>
          <a:xfrm>
            <a:off x="1648259" y="2573883"/>
            <a:ext cx="19341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$ 4200000</a:t>
            </a:r>
            <a:endParaRPr lang="en-HK" altLang="zh-HK" sz="2000" b="1">
              <a:ln>
                <a:solidFill>
                  <a:schemeClr val="tx1"/>
                </a:solidFill>
              </a:ln>
              <a:solidFill>
                <a:srgbClr val="00FF0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字方塊 32">
                <a:extLst>
                  <a:ext uri="{FF2B5EF4-FFF2-40B4-BE49-F238E27FC236}">
                    <a16:creationId xmlns:a16="http://schemas.microsoft.com/office/drawing/2014/main" id="{C7C95A8B-462E-4C40-0AB8-8FD31CBDD11C}"/>
                  </a:ext>
                </a:extLst>
              </p:cNvPr>
              <p:cNvSpPr txBox="1"/>
              <p:nvPr/>
            </p:nvSpPr>
            <p:spPr>
              <a:xfrm>
                <a:off x="3260806" y="255162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3" name="文字方塊 32">
                <a:extLst>
                  <a:ext uri="{FF2B5EF4-FFF2-40B4-BE49-F238E27FC236}">
                    <a16:creationId xmlns:a16="http://schemas.microsoft.com/office/drawing/2014/main" id="{C7C95A8B-462E-4C40-0AB8-8FD31CBDD1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0806" y="2551626"/>
                <a:ext cx="295688" cy="4001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群組 33">
            <a:extLst>
              <a:ext uri="{FF2B5EF4-FFF2-40B4-BE49-F238E27FC236}">
                <a16:creationId xmlns:a16="http://schemas.microsoft.com/office/drawing/2014/main" id="{C88AFC86-9B5B-D4BE-CA67-D5130A8AC449}"/>
              </a:ext>
            </a:extLst>
          </p:cNvPr>
          <p:cNvGrpSpPr/>
          <p:nvPr/>
        </p:nvGrpSpPr>
        <p:grpSpPr>
          <a:xfrm>
            <a:off x="3603180" y="2553093"/>
            <a:ext cx="1249213" cy="409011"/>
            <a:chOff x="1498603" y="1408278"/>
            <a:chExt cx="1249213" cy="409011"/>
          </a:xfrm>
        </p:grpSpPr>
        <p:sp>
          <p:nvSpPr>
            <p:cNvPr id="15" name="文字方塊 34">
              <a:extLst>
                <a:ext uri="{FF2B5EF4-FFF2-40B4-BE49-F238E27FC236}">
                  <a16:creationId xmlns:a16="http://schemas.microsoft.com/office/drawing/2014/main" id="{607403FA-7BC7-2E6B-A3D3-6D05DD251331}"/>
                </a:ext>
              </a:extLst>
            </p:cNvPr>
            <p:cNvSpPr txBox="1"/>
            <p:nvPr/>
          </p:nvSpPr>
          <p:spPr>
            <a:xfrm>
              <a:off x="1498603" y="1417179"/>
              <a:ext cx="45717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000" b="1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16" name="文字方塊 35">
              <a:extLst>
                <a:ext uri="{FF2B5EF4-FFF2-40B4-BE49-F238E27FC236}">
                  <a16:creationId xmlns:a16="http://schemas.microsoft.com/office/drawing/2014/main" id="{6333E777-31DA-854E-E97F-2E86972C1C36}"/>
                </a:ext>
              </a:extLst>
            </p:cNvPr>
            <p:cNvSpPr txBox="1"/>
            <p:nvPr/>
          </p:nvSpPr>
          <p:spPr>
            <a:xfrm>
              <a:off x="2008473" y="1417179"/>
              <a:ext cx="73934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Handwriting" panose="03010101010101010101" pitchFamily="66" charset="0"/>
                </a:rPr>
                <a:t>8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%</a:t>
              </a:r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文字方塊 36">
                  <a:extLst>
                    <a:ext uri="{FF2B5EF4-FFF2-40B4-BE49-F238E27FC236}">
                      <a16:creationId xmlns:a16="http://schemas.microsoft.com/office/drawing/2014/main" id="{FB4E12D7-9D5E-315C-BF8D-EC9197E252D7}"/>
                    </a:ext>
                  </a:extLst>
                </p:cNvPr>
                <p:cNvSpPr txBox="1"/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17" name="文字方塊 36">
                  <a:extLst>
                    <a:ext uri="{FF2B5EF4-FFF2-40B4-BE49-F238E27FC236}">
                      <a16:creationId xmlns:a16="http://schemas.microsoft.com/office/drawing/2014/main" id="{FB4E12D7-9D5E-315C-BF8D-EC9197E252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文字方塊 38">
                <a:extLst>
                  <a:ext uri="{FF2B5EF4-FFF2-40B4-BE49-F238E27FC236}">
                    <a16:creationId xmlns:a16="http://schemas.microsoft.com/office/drawing/2014/main" id="{3DE01B41-D37F-F96E-8CE9-33B6B268FD4A}"/>
                  </a:ext>
                </a:extLst>
              </p:cNvPr>
              <p:cNvSpPr txBox="1"/>
              <p:nvPr/>
            </p:nvSpPr>
            <p:spPr>
              <a:xfrm>
                <a:off x="1409395" y="330293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9" name="文字方塊 38">
                <a:extLst>
                  <a:ext uri="{FF2B5EF4-FFF2-40B4-BE49-F238E27FC236}">
                    <a16:creationId xmlns:a16="http://schemas.microsoft.com/office/drawing/2014/main" id="{3DE01B41-D37F-F96E-8CE9-33B6B268FD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9395" y="3302935"/>
                <a:ext cx="295688" cy="4001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文字方塊 39">
            <a:extLst>
              <a:ext uri="{FF2B5EF4-FFF2-40B4-BE49-F238E27FC236}">
                <a16:creationId xmlns:a16="http://schemas.microsoft.com/office/drawing/2014/main" id="{EABA29A0-438E-AB62-7EC1-F771F5424F56}"/>
              </a:ext>
            </a:extLst>
          </p:cNvPr>
          <p:cNvSpPr txBox="1"/>
          <p:nvPr/>
        </p:nvSpPr>
        <p:spPr>
          <a:xfrm>
            <a:off x="1648259" y="3343781"/>
            <a:ext cx="16696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$ 4536000</a:t>
            </a:r>
            <a:endParaRPr lang="en-HK" altLang="zh-HK" sz="2000" b="1">
              <a:ln>
                <a:solidFill>
                  <a:schemeClr val="tx1"/>
                </a:solidFill>
              </a:ln>
              <a:solidFill>
                <a:srgbClr val="FFFF0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23" name="筆跡 57">
                <a:extLst>
                  <a:ext uri="{FF2B5EF4-FFF2-40B4-BE49-F238E27FC236}">
                    <a16:creationId xmlns:a16="http://schemas.microsoft.com/office/drawing/2014/main" id="{F8813E18-E797-D6B4-550B-975CB1B5BD2F}"/>
                  </a:ext>
                </a:extLst>
              </p14:cNvPr>
              <p14:cNvContentPartPr/>
              <p14:nvPr/>
            </p14:nvContentPartPr>
            <p14:xfrm>
              <a:off x="1229362" y="1600203"/>
              <a:ext cx="1220900" cy="45719"/>
            </p14:xfrm>
          </p:contentPart>
        </mc:Choice>
        <mc:Fallback>
          <p:pic>
            <p:nvPicPr>
              <p:cNvPr id="23" name="筆跡 57">
                <a:extLst>
                  <a:ext uri="{FF2B5EF4-FFF2-40B4-BE49-F238E27FC236}">
                    <a16:creationId xmlns:a16="http://schemas.microsoft.com/office/drawing/2014/main" id="{F8813E18-E797-D6B4-550B-975CB1B5BD2F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175340" y="-12115497"/>
                <a:ext cx="1328584" cy="27431400"/>
              </a:xfrm>
              <a:prstGeom prst="rect">
                <a:avLst/>
              </a:prstGeom>
            </p:spPr>
          </p:pic>
        </mc:Fallback>
      </mc:AlternateContent>
      <p:sp>
        <p:nvSpPr>
          <p:cNvPr id="24" name="TextBox 15">
            <a:extLst>
              <a:ext uri="{FF2B5EF4-FFF2-40B4-BE49-F238E27FC236}">
                <a16:creationId xmlns:a16="http://schemas.microsoft.com/office/drawing/2014/main" id="{81C1E529-266A-316C-29B9-C062DE18FB0B}"/>
              </a:ext>
            </a:extLst>
          </p:cNvPr>
          <p:cNvSpPr txBox="1"/>
          <p:nvPr/>
        </p:nvSpPr>
        <p:spPr>
          <a:xfrm>
            <a:off x="589792" y="4031987"/>
            <a:ext cx="48153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(b)   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Calligraphy" panose="03010101010101010101" pitchFamily="66" charset="0"/>
              </a:rPr>
              <a:t>Value of the flat after 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Handwriting" panose="03010101010101010101" pitchFamily="66" charset="0"/>
              </a:rPr>
              <a:t>3 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Calligraphy" panose="03010101010101010101" pitchFamily="66" charset="0"/>
              </a:rPr>
              <a:t>years </a:t>
            </a:r>
            <a:endParaRPr lang="zh-TW" altLang="en-US" sz="2000" b="1">
              <a:solidFill>
                <a:srgbClr val="FFC0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文字方塊 23">
                <a:extLst>
                  <a:ext uri="{FF2B5EF4-FFF2-40B4-BE49-F238E27FC236}">
                    <a16:creationId xmlns:a16="http://schemas.microsoft.com/office/drawing/2014/main" id="{CC60D9D2-2649-170C-8C9C-B8B72D2DE4A8}"/>
                  </a:ext>
                </a:extLst>
              </p:cNvPr>
              <p:cNvSpPr txBox="1"/>
              <p:nvPr/>
            </p:nvSpPr>
            <p:spPr>
              <a:xfrm>
                <a:off x="1409395" y="469023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5" name="文字方塊 23">
                <a:extLst>
                  <a:ext uri="{FF2B5EF4-FFF2-40B4-BE49-F238E27FC236}">
                    <a16:creationId xmlns:a16="http://schemas.microsoft.com/office/drawing/2014/main" id="{CC60D9D2-2649-170C-8C9C-B8B72D2DE4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9395" y="4690230"/>
                <a:ext cx="295688" cy="40011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文字方塊 24">
            <a:extLst>
              <a:ext uri="{FF2B5EF4-FFF2-40B4-BE49-F238E27FC236}">
                <a16:creationId xmlns:a16="http://schemas.microsoft.com/office/drawing/2014/main" id="{C22CD6AE-C2B1-DC51-E23F-618257967BD2}"/>
              </a:ext>
            </a:extLst>
          </p:cNvPr>
          <p:cNvSpPr txBox="1"/>
          <p:nvPr/>
        </p:nvSpPr>
        <p:spPr>
          <a:xfrm>
            <a:off x="1674632" y="4696162"/>
            <a:ext cx="17289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$ 4536000</a:t>
            </a:r>
            <a:endParaRPr lang="en-HK" altLang="zh-HK" sz="2000" b="1">
              <a:ln>
                <a:solidFill>
                  <a:schemeClr val="tx1"/>
                </a:solidFill>
              </a:ln>
              <a:solidFill>
                <a:srgbClr val="FFFF0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文字方塊 25">
                <a:extLst>
                  <a:ext uri="{FF2B5EF4-FFF2-40B4-BE49-F238E27FC236}">
                    <a16:creationId xmlns:a16="http://schemas.microsoft.com/office/drawing/2014/main" id="{ED00BBC1-6692-6DF5-12DF-1D924D612920}"/>
                  </a:ext>
                </a:extLst>
              </p:cNvPr>
              <p:cNvSpPr txBox="1"/>
              <p:nvPr/>
            </p:nvSpPr>
            <p:spPr>
              <a:xfrm>
                <a:off x="3307492" y="466628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7" name="文字方塊 25">
                <a:extLst>
                  <a:ext uri="{FF2B5EF4-FFF2-40B4-BE49-F238E27FC236}">
                    <a16:creationId xmlns:a16="http://schemas.microsoft.com/office/drawing/2014/main" id="{ED00BBC1-6692-6DF5-12DF-1D924D6129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7492" y="4666283"/>
                <a:ext cx="295688" cy="40011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8" name="群組 26">
            <a:extLst>
              <a:ext uri="{FF2B5EF4-FFF2-40B4-BE49-F238E27FC236}">
                <a16:creationId xmlns:a16="http://schemas.microsoft.com/office/drawing/2014/main" id="{9BFAA4DE-336F-786F-25DB-DBC9A2888AD9}"/>
              </a:ext>
            </a:extLst>
          </p:cNvPr>
          <p:cNvGrpSpPr/>
          <p:nvPr/>
        </p:nvGrpSpPr>
        <p:grpSpPr>
          <a:xfrm>
            <a:off x="3668836" y="4672035"/>
            <a:ext cx="1468501" cy="409011"/>
            <a:chOff x="1498603" y="1408278"/>
            <a:chExt cx="1468501" cy="409011"/>
          </a:xfrm>
        </p:grpSpPr>
        <p:sp>
          <p:nvSpPr>
            <p:cNvPr id="39" name="文字方塊 27">
              <a:extLst>
                <a:ext uri="{FF2B5EF4-FFF2-40B4-BE49-F238E27FC236}">
                  <a16:creationId xmlns:a16="http://schemas.microsoft.com/office/drawing/2014/main" id="{359D6DD7-FB72-DF64-F187-A2695EFCABD0}"/>
                </a:ext>
              </a:extLst>
            </p:cNvPr>
            <p:cNvSpPr txBox="1"/>
            <p:nvPr/>
          </p:nvSpPr>
          <p:spPr>
            <a:xfrm>
              <a:off x="1498603" y="1417179"/>
              <a:ext cx="45717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000" b="1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40" name="文字方塊 28">
              <a:extLst>
                <a:ext uri="{FF2B5EF4-FFF2-40B4-BE49-F238E27FC236}">
                  <a16:creationId xmlns:a16="http://schemas.microsoft.com/office/drawing/2014/main" id="{7C7B0CE4-B8CA-46AA-2F38-E3D63086F6C0}"/>
                </a:ext>
              </a:extLst>
            </p:cNvPr>
            <p:cNvSpPr txBox="1"/>
            <p:nvPr/>
          </p:nvSpPr>
          <p:spPr>
            <a:xfrm>
              <a:off x="2008473" y="1417179"/>
              <a:ext cx="95863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chemeClr val="accent5">
                      <a:lumMod val="60000"/>
                      <a:lumOff val="40000"/>
                    </a:schemeClr>
                  </a:solidFill>
                  <a:latin typeface="Lucida Handwriting" panose="03010101010101010101" pitchFamily="66" charset="0"/>
                </a:rPr>
                <a:t>5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%</a:t>
              </a:r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1" name="文字方塊 29">
                  <a:extLst>
                    <a:ext uri="{FF2B5EF4-FFF2-40B4-BE49-F238E27FC236}">
                      <a16:creationId xmlns:a16="http://schemas.microsoft.com/office/drawing/2014/main" id="{E5EE88FB-1A28-1416-0CA3-AD27E6235AB8}"/>
                    </a:ext>
                  </a:extLst>
                </p:cNvPr>
                <p:cNvSpPr txBox="1"/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41" name="文字方塊 29">
                  <a:extLst>
                    <a:ext uri="{FF2B5EF4-FFF2-40B4-BE49-F238E27FC236}">
                      <a16:creationId xmlns:a16="http://schemas.microsoft.com/office/drawing/2014/main" id="{E5EE88FB-1A28-1416-0CA3-AD27E6235A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2" name="文字方塊 31">
            <a:extLst>
              <a:ext uri="{FF2B5EF4-FFF2-40B4-BE49-F238E27FC236}">
                <a16:creationId xmlns:a16="http://schemas.microsoft.com/office/drawing/2014/main" id="{6CD1793C-B287-1701-9046-780B1C56D58E}"/>
              </a:ext>
            </a:extLst>
          </p:cNvPr>
          <p:cNvSpPr txBox="1"/>
          <p:nvPr/>
        </p:nvSpPr>
        <p:spPr>
          <a:xfrm>
            <a:off x="4691738" y="4536341"/>
            <a:ext cx="359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14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3" name="文字方塊 32">
                <a:extLst>
                  <a:ext uri="{FF2B5EF4-FFF2-40B4-BE49-F238E27FC236}">
                    <a16:creationId xmlns:a16="http://schemas.microsoft.com/office/drawing/2014/main" id="{47E05E97-D3C4-2064-06DE-F1F0FEFA0FEC}"/>
                  </a:ext>
                </a:extLst>
              </p:cNvPr>
              <p:cNvSpPr txBox="1"/>
              <p:nvPr/>
            </p:nvSpPr>
            <p:spPr>
              <a:xfrm>
                <a:off x="1399212" y="551088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3" name="文字方塊 32">
                <a:extLst>
                  <a:ext uri="{FF2B5EF4-FFF2-40B4-BE49-F238E27FC236}">
                    <a16:creationId xmlns:a16="http://schemas.microsoft.com/office/drawing/2014/main" id="{47E05E97-D3C4-2064-06DE-F1F0FEFA0F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9212" y="5510881"/>
                <a:ext cx="295688" cy="40011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文字方塊 33">
            <a:extLst>
              <a:ext uri="{FF2B5EF4-FFF2-40B4-BE49-F238E27FC236}">
                <a16:creationId xmlns:a16="http://schemas.microsoft.com/office/drawing/2014/main" id="{5BAA533A-C52C-5BAE-C93F-A12215C4DDCF}"/>
              </a:ext>
            </a:extLst>
          </p:cNvPr>
          <p:cNvSpPr txBox="1"/>
          <p:nvPr/>
        </p:nvSpPr>
        <p:spPr>
          <a:xfrm>
            <a:off x="1653819" y="5516897"/>
            <a:ext cx="19285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Handwriting" panose="03010101010101010101" pitchFamily="66" charset="0"/>
              </a:rPr>
              <a:t>$ 5000940</a:t>
            </a:r>
            <a:endParaRPr lang="en-HK" altLang="zh-HK" sz="2000" b="1">
              <a:ln>
                <a:solidFill>
                  <a:schemeClr val="tx1"/>
                </a:solidFill>
              </a:ln>
              <a:solidFill>
                <a:srgbClr val="FFC000"/>
              </a:solidFill>
              <a:latin typeface="Lucida Calligraphy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3403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19" grpId="0"/>
      <p:bldP spid="20" grpId="0"/>
      <p:bldP spid="24" grpId="0"/>
      <p:bldP spid="35" grpId="0"/>
      <p:bldP spid="36" grpId="0"/>
      <p:bldP spid="37" grpId="0"/>
      <p:bldP spid="42" grpId="0"/>
      <p:bldP spid="43" grpId="0"/>
      <p:bldP spid="4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44">
            <a:extLst>
              <a:ext uri="{FF2B5EF4-FFF2-40B4-BE49-F238E27FC236}">
                <a16:creationId xmlns:a16="http://schemas.microsoft.com/office/drawing/2014/main" id="{11DC2228-42C2-4B0A-63E2-AD4A7D6BFC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80" y="177296"/>
            <a:ext cx="10744198" cy="145829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筆跡 3">
                <a:extLst>
                  <a:ext uri="{FF2B5EF4-FFF2-40B4-BE49-F238E27FC236}">
                    <a16:creationId xmlns:a16="http://schemas.microsoft.com/office/drawing/2014/main" id="{8A74863D-0353-7F51-5A87-2510F17D0D49}"/>
                  </a:ext>
                </a:extLst>
              </p14:cNvPr>
              <p14:cNvContentPartPr/>
              <p14:nvPr/>
            </p14:nvContentPartPr>
            <p14:xfrm>
              <a:off x="6096000" y="754005"/>
              <a:ext cx="782319" cy="45719"/>
            </p14:xfrm>
          </p:contentPart>
        </mc:Choice>
        <mc:Fallback>
          <p:pic>
            <p:nvPicPr>
              <p:cNvPr id="6" name="筆跡 3">
                <a:extLst>
                  <a:ext uri="{FF2B5EF4-FFF2-40B4-BE49-F238E27FC236}">
                    <a16:creationId xmlns:a16="http://schemas.microsoft.com/office/drawing/2014/main" id="{8A74863D-0353-7F51-5A87-2510F17D0D4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041972" y="-12961695"/>
                <a:ext cx="890014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7" name="筆跡 4">
                <a:extLst>
                  <a:ext uri="{FF2B5EF4-FFF2-40B4-BE49-F238E27FC236}">
                    <a16:creationId xmlns:a16="http://schemas.microsoft.com/office/drawing/2014/main" id="{D4FBD4DB-2E1B-736D-CB4C-6E97E010F02A}"/>
                  </a:ext>
                </a:extLst>
              </p14:cNvPr>
              <p14:cNvContentPartPr/>
              <p14:nvPr/>
            </p14:nvContentPartPr>
            <p14:xfrm>
              <a:off x="5631179" y="390189"/>
              <a:ext cx="1379221" cy="45719"/>
            </p14:xfrm>
          </p:contentPart>
        </mc:Choice>
        <mc:Fallback>
          <p:pic>
            <p:nvPicPr>
              <p:cNvPr id="7" name="筆跡 4">
                <a:extLst>
                  <a:ext uri="{FF2B5EF4-FFF2-40B4-BE49-F238E27FC236}">
                    <a16:creationId xmlns:a16="http://schemas.microsoft.com/office/drawing/2014/main" id="{D4FBD4DB-2E1B-736D-CB4C-6E97E010F02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577163" y="-13325511"/>
                <a:ext cx="1486894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8" name="筆跡 8">
                <a:extLst>
                  <a:ext uri="{FF2B5EF4-FFF2-40B4-BE49-F238E27FC236}">
                    <a16:creationId xmlns:a16="http://schemas.microsoft.com/office/drawing/2014/main" id="{0D50CA95-FE5C-3139-789F-573C5F455F20}"/>
                  </a:ext>
                </a:extLst>
              </p14:cNvPr>
              <p14:cNvContentPartPr/>
              <p14:nvPr/>
            </p14:nvContentPartPr>
            <p14:xfrm>
              <a:off x="8416889" y="427039"/>
              <a:ext cx="1143671" cy="45719"/>
            </p14:xfrm>
          </p:contentPart>
        </mc:Choice>
        <mc:Fallback>
          <p:pic>
            <p:nvPicPr>
              <p:cNvPr id="8" name="筆跡 8">
                <a:extLst>
                  <a:ext uri="{FF2B5EF4-FFF2-40B4-BE49-F238E27FC236}">
                    <a16:creationId xmlns:a16="http://schemas.microsoft.com/office/drawing/2014/main" id="{0D50CA95-FE5C-3139-789F-573C5F455F2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362874" y="-13288661"/>
                <a:ext cx="1251340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9" name="筆跡 9">
                <a:extLst>
                  <a:ext uri="{FF2B5EF4-FFF2-40B4-BE49-F238E27FC236}">
                    <a16:creationId xmlns:a16="http://schemas.microsoft.com/office/drawing/2014/main" id="{AD96135B-AAD0-0AD8-0A0A-4058913C0A0B}"/>
                  </a:ext>
                </a:extLst>
              </p14:cNvPr>
              <p14:cNvContentPartPr/>
              <p14:nvPr/>
            </p14:nvContentPartPr>
            <p14:xfrm>
              <a:off x="4674843" y="738596"/>
              <a:ext cx="782320" cy="45719"/>
            </p14:xfrm>
          </p:contentPart>
        </mc:Choice>
        <mc:Fallback>
          <p:pic>
            <p:nvPicPr>
              <p:cNvPr id="9" name="筆跡 9">
                <a:extLst>
                  <a:ext uri="{FF2B5EF4-FFF2-40B4-BE49-F238E27FC236}">
                    <a16:creationId xmlns:a16="http://schemas.microsoft.com/office/drawing/2014/main" id="{AD96135B-AAD0-0AD8-0A0A-4058913C0A0B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620815" y="-12977104"/>
                <a:ext cx="890015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0" name="筆跡 10">
                <a:extLst>
                  <a:ext uri="{FF2B5EF4-FFF2-40B4-BE49-F238E27FC236}">
                    <a16:creationId xmlns:a16="http://schemas.microsoft.com/office/drawing/2014/main" id="{EDF795C8-35C5-9CA8-1DA0-73505FD4D078}"/>
                  </a:ext>
                </a:extLst>
              </p14:cNvPr>
              <p14:cNvContentPartPr/>
              <p14:nvPr/>
            </p14:nvContentPartPr>
            <p14:xfrm>
              <a:off x="5779774" y="1140680"/>
              <a:ext cx="3404866" cy="45719"/>
            </p14:xfrm>
          </p:contentPart>
        </mc:Choice>
        <mc:Fallback>
          <p:pic>
            <p:nvPicPr>
              <p:cNvPr id="10" name="筆跡 10">
                <a:extLst>
                  <a:ext uri="{FF2B5EF4-FFF2-40B4-BE49-F238E27FC236}">
                    <a16:creationId xmlns:a16="http://schemas.microsoft.com/office/drawing/2014/main" id="{EDF795C8-35C5-9CA8-1DA0-73505FD4D078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725746" y="-12575020"/>
                <a:ext cx="3512562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1" name="筆跡 9">
                <a:extLst>
                  <a:ext uri="{FF2B5EF4-FFF2-40B4-BE49-F238E27FC236}">
                    <a16:creationId xmlns:a16="http://schemas.microsoft.com/office/drawing/2014/main" id="{4D4A00A0-F927-F24F-7724-057F488E2939}"/>
                  </a:ext>
                </a:extLst>
              </p14:cNvPr>
              <p14:cNvContentPartPr/>
              <p14:nvPr/>
            </p14:nvContentPartPr>
            <p14:xfrm>
              <a:off x="2214538" y="1117820"/>
              <a:ext cx="2540342" cy="45719"/>
            </p14:xfrm>
          </p:contentPart>
        </mc:Choice>
        <mc:Fallback>
          <p:pic>
            <p:nvPicPr>
              <p:cNvPr id="11" name="筆跡 9">
                <a:extLst>
                  <a:ext uri="{FF2B5EF4-FFF2-40B4-BE49-F238E27FC236}">
                    <a16:creationId xmlns:a16="http://schemas.microsoft.com/office/drawing/2014/main" id="{4D4A00A0-F927-F24F-7724-057F488E2939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160503" y="-12597880"/>
                <a:ext cx="2648051" cy="27431400"/>
              </a:xfrm>
              <a:prstGeom prst="rect">
                <a:avLst/>
              </a:prstGeom>
            </p:spPr>
          </p:pic>
        </mc:Fallback>
      </mc:AlternateContent>
      <p:sp>
        <p:nvSpPr>
          <p:cNvPr id="13" name="文字方塊 5">
            <a:extLst>
              <a:ext uri="{FF2B5EF4-FFF2-40B4-BE49-F238E27FC236}">
                <a16:creationId xmlns:a16="http://schemas.microsoft.com/office/drawing/2014/main" id="{B535CB8D-B23B-20D5-C177-39E99B4B48FC}"/>
              </a:ext>
            </a:extLst>
          </p:cNvPr>
          <p:cNvSpPr txBox="1"/>
          <p:nvPr/>
        </p:nvSpPr>
        <p:spPr>
          <a:xfrm>
            <a:off x="708633" y="1878996"/>
            <a:ext cx="64846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Let</a:t>
            </a:r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Calligraphy" panose="03010101010101010101" pitchFamily="66" charset="0"/>
              </a:rPr>
              <a:t> R</a:t>
            </a:r>
            <a:r>
              <a:rPr lang="en-HK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%</a:t>
            </a:r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Calligraphy" panose="03010101010101010101" pitchFamily="66" charset="0"/>
              </a:rPr>
              <a:t> </a:t>
            </a:r>
            <a:r>
              <a: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be the increase rate</a:t>
            </a:r>
            <a:endParaRPr lang="en-HK" sz="2000" b="1">
              <a:ln>
                <a:solidFill>
                  <a:schemeClr val="tx1"/>
                </a:solidFill>
              </a:ln>
              <a:latin typeface="Lucida Handwriting" panose="03010101010101010101" pitchFamily="66" charset="0"/>
            </a:endParaRPr>
          </a:p>
        </p:txBody>
      </p:sp>
      <p:sp>
        <p:nvSpPr>
          <p:cNvPr id="14" name="文字方塊 31">
            <a:extLst>
              <a:ext uri="{FF2B5EF4-FFF2-40B4-BE49-F238E27FC236}">
                <a16:creationId xmlns:a16="http://schemas.microsoft.com/office/drawing/2014/main" id="{2AC39AAE-CC88-4AAC-C4B4-AAF17C94A5E9}"/>
              </a:ext>
            </a:extLst>
          </p:cNvPr>
          <p:cNvSpPr txBox="1"/>
          <p:nvPr/>
        </p:nvSpPr>
        <p:spPr>
          <a:xfrm>
            <a:off x="1656784" y="2490661"/>
            <a:ext cx="7438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575</a:t>
            </a:r>
            <a:endParaRPr lang="en-HK" altLang="zh-HK" sz="2000" b="1">
              <a:ln>
                <a:solidFill>
                  <a:schemeClr val="tx1"/>
                </a:solidFill>
              </a:ln>
              <a:solidFill>
                <a:srgbClr val="00FF0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字方塊 30">
                <a:extLst>
                  <a:ext uri="{FF2B5EF4-FFF2-40B4-BE49-F238E27FC236}">
                    <a16:creationId xmlns:a16="http://schemas.microsoft.com/office/drawing/2014/main" id="{6CECBEB1-F484-379F-2501-A9B121CFAF10}"/>
                  </a:ext>
                </a:extLst>
              </p:cNvPr>
              <p:cNvSpPr txBox="1"/>
              <p:nvPr/>
            </p:nvSpPr>
            <p:spPr>
              <a:xfrm>
                <a:off x="2348711" y="250162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5" name="文字方塊 30">
                <a:extLst>
                  <a:ext uri="{FF2B5EF4-FFF2-40B4-BE49-F238E27FC236}">
                    <a16:creationId xmlns:a16="http://schemas.microsoft.com/office/drawing/2014/main" id="{6CECBEB1-F484-379F-2501-A9B121CFAF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8711" y="2501626"/>
                <a:ext cx="295688" cy="40011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文字方塊 31">
            <a:extLst>
              <a:ext uri="{FF2B5EF4-FFF2-40B4-BE49-F238E27FC236}">
                <a16:creationId xmlns:a16="http://schemas.microsoft.com/office/drawing/2014/main" id="{890DCD93-42C9-FCBA-4D84-1B8A3D6EA2CD}"/>
              </a:ext>
            </a:extLst>
          </p:cNvPr>
          <p:cNvSpPr txBox="1"/>
          <p:nvPr/>
        </p:nvSpPr>
        <p:spPr>
          <a:xfrm>
            <a:off x="2644399" y="2528046"/>
            <a:ext cx="7438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Handwriting" panose="03010101010101010101" pitchFamily="66" charset="0"/>
              </a:rPr>
              <a:t>500</a:t>
            </a:r>
            <a:endParaRPr lang="en-HK" altLang="zh-HK" sz="2000" b="1">
              <a:ln>
                <a:solidFill>
                  <a:schemeClr val="tx1"/>
                </a:solidFill>
              </a:ln>
              <a:solidFill>
                <a:srgbClr val="FFC000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34" name="文字方塊 34">
            <a:extLst>
              <a:ext uri="{FF2B5EF4-FFF2-40B4-BE49-F238E27FC236}">
                <a16:creationId xmlns:a16="http://schemas.microsoft.com/office/drawing/2014/main" id="{8E1928D6-01BE-D575-9DFD-FD3AC25D4794}"/>
              </a:ext>
            </a:extLst>
          </p:cNvPr>
          <p:cNvSpPr txBox="1"/>
          <p:nvPr/>
        </p:nvSpPr>
        <p:spPr>
          <a:xfrm>
            <a:off x="2002652" y="3224693"/>
            <a:ext cx="3891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Calligraphy" panose="03010101010101010101" pitchFamily="66" charset="0"/>
              </a:rPr>
              <a:t>R</a:t>
            </a:r>
            <a:endParaRPr lang="en-HK" sz="20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文字方塊 35">
                <a:extLst>
                  <a:ext uri="{FF2B5EF4-FFF2-40B4-BE49-F238E27FC236}">
                    <a16:creationId xmlns:a16="http://schemas.microsoft.com/office/drawing/2014/main" id="{C9D746DF-B00D-C247-E31F-35F04888DD73}"/>
                  </a:ext>
                </a:extLst>
              </p:cNvPr>
              <p:cNvSpPr txBox="1"/>
              <p:nvPr/>
            </p:nvSpPr>
            <p:spPr>
              <a:xfrm>
                <a:off x="2348711" y="322117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5" name="文字方塊 35">
                <a:extLst>
                  <a:ext uri="{FF2B5EF4-FFF2-40B4-BE49-F238E27FC236}">
                    <a16:creationId xmlns:a16="http://schemas.microsoft.com/office/drawing/2014/main" id="{C9D746DF-B00D-C247-E31F-35F04888DD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8711" y="3221178"/>
                <a:ext cx="295688" cy="4001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文字方塊 36">
            <a:extLst>
              <a:ext uri="{FF2B5EF4-FFF2-40B4-BE49-F238E27FC236}">
                <a16:creationId xmlns:a16="http://schemas.microsoft.com/office/drawing/2014/main" id="{FFAE7A96-D799-54C4-422D-7B6E885D4AC9}"/>
              </a:ext>
            </a:extLst>
          </p:cNvPr>
          <p:cNvSpPr txBox="1"/>
          <p:nvPr/>
        </p:nvSpPr>
        <p:spPr>
          <a:xfrm>
            <a:off x="2629631" y="3224693"/>
            <a:ext cx="958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Handwriting" panose="03010101010101010101" pitchFamily="66" charset="0"/>
              </a:rPr>
              <a:t>15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9" name="文字方塊 98">
                <a:extLst>
                  <a:ext uri="{FF2B5EF4-FFF2-40B4-BE49-F238E27FC236}">
                    <a16:creationId xmlns:a16="http://schemas.microsoft.com/office/drawing/2014/main" id="{8B0C76AE-B170-F467-E550-B203425AA539}"/>
                  </a:ext>
                </a:extLst>
              </p:cNvPr>
              <p:cNvSpPr txBox="1"/>
              <p:nvPr/>
            </p:nvSpPr>
            <p:spPr>
              <a:xfrm>
                <a:off x="663477" y="4093339"/>
                <a:ext cx="543252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Amount of electricity bill in August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9" name="文字方塊 98">
                <a:extLst>
                  <a:ext uri="{FF2B5EF4-FFF2-40B4-BE49-F238E27FC236}">
                    <a16:creationId xmlns:a16="http://schemas.microsoft.com/office/drawing/2014/main" id="{8B0C76AE-B170-F467-E550-B203425AA5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477" y="4093339"/>
                <a:ext cx="5432523" cy="40011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文字方塊 31">
            <a:extLst>
              <a:ext uri="{FF2B5EF4-FFF2-40B4-BE49-F238E27FC236}">
                <a16:creationId xmlns:a16="http://schemas.microsoft.com/office/drawing/2014/main" id="{45B21115-AE69-5216-CCBB-C44A83E6F3CD}"/>
              </a:ext>
            </a:extLst>
          </p:cNvPr>
          <p:cNvSpPr txBox="1"/>
          <p:nvPr/>
        </p:nvSpPr>
        <p:spPr>
          <a:xfrm>
            <a:off x="5914412" y="4080884"/>
            <a:ext cx="10959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rPr>
              <a:t>$ 0.7</a:t>
            </a:r>
            <a:endParaRPr lang="en-HK" altLang="zh-HK" sz="2000" b="1">
              <a:ln>
                <a:solidFill>
                  <a:schemeClr val="tx1"/>
                </a:solidFill>
              </a:ln>
              <a:solidFill>
                <a:schemeClr val="accent5">
                  <a:lumMod val="60000"/>
                  <a:lumOff val="40000"/>
                </a:schemeClr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4" name="文字方塊 32">
                <a:extLst>
                  <a:ext uri="{FF2B5EF4-FFF2-40B4-BE49-F238E27FC236}">
                    <a16:creationId xmlns:a16="http://schemas.microsoft.com/office/drawing/2014/main" id="{05D90958-7228-7028-2E18-2E53C9E67665}"/>
                  </a:ext>
                </a:extLst>
              </p:cNvPr>
              <p:cNvSpPr txBox="1"/>
              <p:nvPr/>
            </p:nvSpPr>
            <p:spPr>
              <a:xfrm>
                <a:off x="6730475" y="406842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4" name="文字方塊 32">
                <a:extLst>
                  <a:ext uri="{FF2B5EF4-FFF2-40B4-BE49-F238E27FC236}">
                    <a16:creationId xmlns:a16="http://schemas.microsoft.com/office/drawing/2014/main" id="{05D90958-7228-7028-2E18-2E53C9E676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0475" y="4068429"/>
                <a:ext cx="295688" cy="40011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文字方塊 31">
            <a:extLst>
              <a:ext uri="{FF2B5EF4-FFF2-40B4-BE49-F238E27FC236}">
                <a16:creationId xmlns:a16="http://schemas.microsoft.com/office/drawing/2014/main" id="{4CDA21CF-9D91-90B6-27B0-729376717857}"/>
              </a:ext>
            </a:extLst>
          </p:cNvPr>
          <p:cNvSpPr txBox="1"/>
          <p:nvPr/>
        </p:nvSpPr>
        <p:spPr>
          <a:xfrm>
            <a:off x="7035642" y="4081732"/>
            <a:ext cx="7438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575</a:t>
            </a:r>
            <a:endParaRPr lang="en-HK" altLang="zh-HK" sz="2000" b="1">
              <a:ln>
                <a:solidFill>
                  <a:schemeClr val="tx1"/>
                </a:solidFill>
              </a:ln>
              <a:solidFill>
                <a:srgbClr val="00FF00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57" name="文字方塊 31">
            <a:extLst>
              <a:ext uri="{FF2B5EF4-FFF2-40B4-BE49-F238E27FC236}">
                <a16:creationId xmlns:a16="http://schemas.microsoft.com/office/drawing/2014/main" id="{2DAD7FF1-C558-1185-0328-B4CFE152E2E4}"/>
              </a:ext>
            </a:extLst>
          </p:cNvPr>
          <p:cNvSpPr txBox="1"/>
          <p:nvPr/>
        </p:nvSpPr>
        <p:spPr>
          <a:xfrm>
            <a:off x="8754126" y="3925948"/>
            <a:ext cx="3592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14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8" name="文字方塊 35">
                <a:extLst>
                  <a:ext uri="{FF2B5EF4-FFF2-40B4-BE49-F238E27FC236}">
                    <a16:creationId xmlns:a16="http://schemas.microsoft.com/office/drawing/2014/main" id="{04C55BAD-8A30-E032-74C3-1ED65A070BA3}"/>
                  </a:ext>
                </a:extLst>
              </p:cNvPr>
              <p:cNvSpPr txBox="1"/>
              <p:nvPr/>
            </p:nvSpPr>
            <p:spPr>
              <a:xfrm>
                <a:off x="5618724" y="473685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8" name="文字方塊 35">
                <a:extLst>
                  <a:ext uri="{FF2B5EF4-FFF2-40B4-BE49-F238E27FC236}">
                    <a16:creationId xmlns:a16="http://schemas.microsoft.com/office/drawing/2014/main" id="{04C55BAD-8A30-E032-74C3-1ED65A070B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8724" y="4736855"/>
                <a:ext cx="295688" cy="40011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文字方塊 31">
            <a:extLst>
              <a:ext uri="{FF2B5EF4-FFF2-40B4-BE49-F238E27FC236}">
                <a16:creationId xmlns:a16="http://schemas.microsoft.com/office/drawing/2014/main" id="{BDBE5992-8DD8-B4EA-C50A-F2C20FB2B08E}"/>
              </a:ext>
            </a:extLst>
          </p:cNvPr>
          <p:cNvSpPr txBox="1"/>
          <p:nvPr/>
        </p:nvSpPr>
        <p:spPr>
          <a:xfrm>
            <a:off x="6040922" y="4734211"/>
            <a:ext cx="10959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$ 532</a:t>
            </a:r>
            <a:endParaRPr lang="en-HK" altLang="zh-HK" sz="2000" b="1">
              <a:ln>
                <a:solidFill>
                  <a:schemeClr val="tx1"/>
                </a:solidFill>
              </a:ln>
              <a:solidFill>
                <a:srgbClr val="FFFF00"/>
              </a:solidFill>
              <a:latin typeface="Lucida Calligraphy" panose="03010101010101010101" pitchFamily="66" charset="0"/>
            </a:endParaRPr>
          </a:p>
        </p:txBody>
      </p:sp>
      <p:grpSp>
        <p:nvGrpSpPr>
          <p:cNvPr id="60" name="群組 33">
            <a:extLst>
              <a:ext uri="{FF2B5EF4-FFF2-40B4-BE49-F238E27FC236}">
                <a16:creationId xmlns:a16="http://schemas.microsoft.com/office/drawing/2014/main" id="{DBD3DD65-8950-37B5-A5AA-7CADE24F1ADB}"/>
              </a:ext>
            </a:extLst>
          </p:cNvPr>
          <p:cNvGrpSpPr/>
          <p:nvPr/>
        </p:nvGrpSpPr>
        <p:grpSpPr>
          <a:xfrm>
            <a:off x="3210129" y="2523595"/>
            <a:ext cx="1468501" cy="409011"/>
            <a:chOff x="1498603" y="1408278"/>
            <a:chExt cx="1468501" cy="409011"/>
          </a:xfrm>
        </p:grpSpPr>
        <p:sp>
          <p:nvSpPr>
            <p:cNvPr id="61" name="文字方塊 34">
              <a:extLst>
                <a:ext uri="{FF2B5EF4-FFF2-40B4-BE49-F238E27FC236}">
                  <a16:creationId xmlns:a16="http://schemas.microsoft.com/office/drawing/2014/main" id="{7FCE26E2-DD34-9EAF-8C34-EFF1CE5D61A5}"/>
                </a:ext>
              </a:extLst>
            </p:cNvPr>
            <p:cNvSpPr txBox="1"/>
            <p:nvPr/>
          </p:nvSpPr>
          <p:spPr>
            <a:xfrm>
              <a:off x="1498603" y="1417179"/>
              <a:ext cx="45717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000" b="1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62" name="文字方塊 35">
              <a:extLst>
                <a:ext uri="{FF2B5EF4-FFF2-40B4-BE49-F238E27FC236}">
                  <a16:creationId xmlns:a16="http://schemas.microsoft.com/office/drawing/2014/main" id="{961AE5E2-CB77-E45C-0195-6550DDA8E771}"/>
                </a:ext>
              </a:extLst>
            </p:cNvPr>
            <p:cNvSpPr txBox="1"/>
            <p:nvPr/>
          </p:nvSpPr>
          <p:spPr>
            <a:xfrm>
              <a:off x="2008473" y="1417179"/>
              <a:ext cx="95863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Calligraphy" panose="03010101010101010101" pitchFamily="66" charset="0"/>
                </a:rPr>
                <a:t>R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%</a:t>
              </a:r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3" name="文字方塊 36">
                  <a:extLst>
                    <a:ext uri="{FF2B5EF4-FFF2-40B4-BE49-F238E27FC236}">
                      <a16:creationId xmlns:a16="http://schemas.microsoft.com/office/drawing/2014/main" id="{EF17C271-F992-BE8C-0D85-35F6710F74B7}"/>
                    </a:ext>
                  </a:extLst>
                </p:cNvPr>
                <p:cNvSpPr txBox="1"/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63" name="文字方塊 36">
                  <a:extLst>
                    <a:ext uri="{FF2B5EF4-FFF2-40B4-BE49-F238E27FC236}">
                      <a16:creationId xmlns:a16="http://schemas.microsoft.com/office/drawing/2014/main" id="{EF17C271-F992-BE8C-0D85-35F6710F74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4" name="群組 33">
            <a:extLst>
              <a:ext uri="{FF2B5EF4-FFF2-40B4-BE49-F238E27FC236}">
                <a16:creationId xmlns:a16="http://schemas.microsoft.com/office/drawing/2014/main" id="{CF641B9F-AB6F-5EA4-BDCC-240C8130D2CD}"/>
              </a:ext>
            </a:extLst>
          </p:cNvPr>
          <p:cNvGrpSpPr/>
          <p:nvPr/>
        </p:nvGrpSpPr>
        <p:grpSpPr>
          <a:xfrm>
            <a:off x="7644875" y="4075386"/>
            <a:ext cx="1468501" cy="409011"/>
            <a:chOff x="1498603" y="1408278"/>
            <a:chExt cx="1468501" cy="409011"/>
          </a:xfrm>
        </p:grpSpPr>
        <p:sp>
          <p:nvSpPr>
            <p:cNvPr id="65" name="文字方塊 34">
              <a:extLst>
                <a:ext uri="{FF2B5EF4-FFF2-40B4-BE49-F238E27FC236}">
                  <a16:creationId xmlns:a16="http://schemas.microsoft.com/office/drawing/2014/main" id="{9A83C670-0C7F-0771-C780-CE7F675ABBE4}"/>
                </a:ext>
              </a:extLst>
            </p:cNvPr>
            <p:cNvSpPr txBox="1"/>
            <p:nvPr/>
          </p:nvSpPr>
          <p:spPr>
            <a:xfrm>
              <a:off x="1498603" y="1417179"/>
              <a:ext cx="45717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000" b="1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66" name="文字方塊 35">
              <a:extLst>
                <a:ext uri="{FF2B5EF4-FFF2-40B4-BE49-F238E27FC236}">
                  <a16:creationId xmlns:a16="http://schemas.microsoft.com/office/drawing/2014/main" id="{9B62B616-71E8-BAA6-A13E-A9BDD2DD60D7}"/>
                </a:ext>
              </a:extLst>
            </p:cNvPr>
            <p:cNvSpPr txBox="1"/>
            <p:nvPr/>
          </p:nvSpPr>
          <p:spPr>
            <a:xfrm>
              <a:off x="2008473" y="1417179"/>
              <a:ext cx="95863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Handwriting" panose="03010101010101010101" pitchFamily="66" charset="0"/>
                </a:rPr>
                <a:t>15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%</a:t>
              </a:r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7" name="文字方塊 36">
                  <a:extLst>
                    <a:ext uri="{FF2B5EF4-FFF2-40B4-BE49-F238E27FC236}">
                      <a16:creationId xmlns:a16="http://schemas.microsoft.com/office/drawing/2014/main" id="{51308038-F328-F342-EDC2-CE73FB13C03A}"/>
                    </a:ext>
                  </a:extLst>
                </p:cNvPr>
                <p:cNvSpPr txBox="1"/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67" name="文字方塊 36">
                  <a:extLst>
                    <a:ext uri="{FF2B5EF4-FFF2-40B4-BE49-F238E27FC236}">
                      <a16:creationId xmlns:a16="http://schemas.microsoft.com/office/drawing/2014/main" id="{51308038-F328-F342-EDC2-CE73FB13C0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582926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16" grpId="0"/>
      <p:bldP spid="34" grpId="0"/>
      <p:bldP spid="35" grpId="0"/>
      <p:bldP spid="36" grpId="0"/>
      <p:bldP spid="39" grpId="0"/>
      <p:bldP spid="43" grpId="0"/>
      <p:bldP spid="44" grpId="0"/>
      <p:bldP spid="46" grpId="0"/>
      <p:bldP spid="57" grpId="0"/>
      <p:bldP spid="58" grpId="0"/>
      <p:bldP spid="5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67">
            <a:extLst>
              <a:ext uri="{FF2B5EF4-FFF2-40B4-BE49-F238E27FC236}">
                <a16:creationId xmlns:a16="http://schemas.microsoft.com/office/drawing/2014/main" id="{9A0014FB-0F29-B702-EF1F-80C238CE9CB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454" b="84891"/>
          <a:stretch>
            <a:fillRect/>
          </a:stretch>
        </p:blipFill>
        <p:spPr>
          <a:xfrm>
            <a:off x="278817" y="199696"/>
            <a:ext cx="10574618" cy="48059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筆跡 3">
                <a:extLst>
                  <a:ext uri="{FF2B5EF4-FFF2-40B4-BE49-F238E27FC236}">
                    <a16:creationId xmlns:a16="http://schemas.microsoft.com/office/drawing/2014/main" id="{E1DC2015-5584-A9CC-A12F-027AE476D93D}"/>
                  </a:ext>
                </a:extLst>
              </p14:cNvPr>
              <p14:cNvContentPartPr/>
              <p14:nvPr/>
            </p14:nvContentPartPr>
            <p14:xfrm>
              <a:off x="5728139" y="380442"/>
              <a:ext cx="620110" cy="45719"/>
            </p14:xfrm>
          </p:contentPart>
        </mc:Choice>
        <mc:Fallback>
          <p:pic>
            <p:nvPicPr>
              <p:cNvPr id="5" name="筆跡 3">
                <a:extLst>
                  <a:ext uri="{FF2B5EF4-FFF2-40B4-BE49-F238E27FC236}">
                    <a16:creationId xmlns:a16="http://schemas.microsoft.com/office/drawing/2014/main" id="{E1DC2015-5584-A9CC-A12F-027AE476D93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674122" y="-13335258"/>
                <a:ext cx="727783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筆跡 4">
                <a:extLst>
                  <a:ext uri="{FF2B5EF4-FFF2-40B4-BE49-F238E27FC236}">
                    <a16:creationId xmlns:a16="http://schemas.microsoft.com/office/drawing/2014/main" id="{6BFE12C1-764F-9847-26A3-C77677BC8706}"/>
                  </a:ext>
                </a:extLst>
              </p14:cNvPr>
              <p14:cNvContentPartPr/>
              <p14:nvPr/>
            </p14:nvContentPartPr>
            <p14:xfrm>
              <a:off x="6727634" y="381409"/>
              <a:ext cx="598779" cy="45719"/>
            </p14:xfrm>
          </p:contentPart>
        </mc:Choice>
        <mc:Fallback>
          <p:pic>
            <p:nvPicPr>
              <p:cNvPr id="6" name="筆跡 4">
                <a:extLst>
                  <a:ext uri="{FF2B5EF4-FFF2-40B4-BE49-F238E27FC236}">
                    <a16:creationId xmlns:a16="http://schemas.microsoft.com/office/drawing/2014/main" id="{6BFE12C1-764F-9847-26A3-C77677BC870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673625" y="-13334291"/>
                <a:ext cx="706437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7" name="筆跡 8">
                <a:extLst>
                  <a:ext uri="{FF2B5EF4-FFF2-40B4-BE49-F238E27FC236}">
                    <a16:creationId xmlns:a16="http://schemas.microsoft.com/office/drawing/2014/main" id="{F321DCB1-6BED-5367-9143-39F5C7B190A7}"/>
                  </a:ext>
                </a:extLst>
              </p14:cNvPr>
              <p14:cNvContentPartPr/>
              <p14:nvPr/>
            </p14:nvContentPartPr>
            <p14:xfrm>
              <a:off x="8349571" y="382096"/>
              <a:ext cx="1582704" cy="45719"/>
            </p14:xfrm>
          </p:contentPart>
        </mc:Choice>
        <mc:Fallback>
          <p:pic>
            <p:nvPicPr>
              <p:cNvPr id="7" name="筆跡 8">
                <a:extLst>
                  <a:ext uri="{FF2B5EF4-FFF2-40B4-BE49-F238E27FC236}">
                    <a16:creationId xmlns:a16="http://schemas.microsoft.com/office/drawing/2014/main" id="{F321DCB1-6BED-5367-9143-39F5C7B190A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295554" y="-13333604"/>
                <a:ext cx="1690378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9" name="筆跡 10">
                <a:extLst>
                  <a:ext uri="{FF2B5EF4-FFF2-40B4-BE49-F238E27FC236}">
                    <a16:creationId xmlns:a16="http://schemas.microsoft.com/office/drawing/2014/main" id="{C20A7747-C6AD-23C2-D848-7CFCEB2BF45D}"/>
                  </a:ext>
                </a:extLst>
              </p14:cNvPr>
              <p14:cNvContentPartPr/>
              <p14:nvPr/>
            </p14:nvContentPartPr>
            <p14:xfrm>
              <a:off x="4778934" y="394275"/>
              <a:ext cx="546157" cy="45719"/>
            </p14:xfrm>
          </p:contentPart>
        </mc:Choice>
        <mc:Fallback>
          <p:pic>
            <p:nvPicPr>
              <p:cNvPr id="9" name="筆跡 10">
                <a:extLst>
                  <a:ext uri="{FF2B5EF4-FFF2-40B4-BE49-F238E27FC236}">
                    <a16:creationId xmlns:a16="http://schemas.microsoft.com/office/drawing/2014/main" id="{C20A7747-C6AD-23C2-D848-7CFCEB2BF45D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724930" y="-13321425"/>
                <a:ext cx="653804" cy="27431400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文字方塊 5">
            <a:extLst>
              <a:ext uri="{FF2B5EF4-FFF2-40B4-BE49-F238E27FC236}">
                <a16:creationId xmlns:a16="http://schemas.microsoft.com/office/drawing/2014/main" id="{E5575EA5-21A1-FAFB-057E-76A9E6830D46}"/>
              </a:ext>
            </a:extLst>
          </p:cNvPr>
          <p:cNvSpPr txBox="1"/>
          <p:nvPr/>
        </p:nvSpPr>
        <p:spPr>
          <a:xfrm>
            <a:off x="1167493" y="861039"/>
            <a:ext cx="64846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Let</a:t>
            </a:r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Calligraphy" panose="03010101010101010101" pitchFamily="66" charset="0"/>
              </a:rPr>
              <a:t> r</a:t>
            </a:r>
            <a:r>
              <a:rPr lang="en-HK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%</a:t>
            </a:r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Calligraphy" panose="03010101010101010101" pitchFamily="66" charset="0"/>
              </a:rPr>
              <a:t> </a:t>
            </a:r>
            <a:r>
              <a: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be the depreciation rate per year</a:t>
            </a:r>
            <a:endParaRPr lang="en-HK" sz="2000" b="1">
              <a:ln>
                <a:solidFill>
                  <a:schemeClr val="tx1"/>
                </a:solidFill>
              </a:ln>
              <a:latin typeface="Lucida Handwriting" panose="03010101010101010101" pitchFamily="66" charset="0"/>
            </a:endParaRPr>
          </a:p>
        </p:txBody>
      </p:sp>
      <p:sp>
        <p:nvSpPr>
          <p:cNvPr id="22" name="文字方塊 74">
            <a:extLst>
              <a:ext uri="{FF2B5EF4-FFF2-40B4-BE49-F238E27FC236}">
                <a16:creationId xmlns:a16="http://schemas.microsoft.com/office/drawing/2014/main" id="{99B7B41A-4C90-82DF-07CC-EEE9CAF48717}"/>
              </a:ext>
            </a:extLst>
          </p:cNvPr>
          <p:cNvSpPr txBox="1"/>
          <p:nvPr/>
        </p:nvSpPr>
        <p:spPr>
          <a:xfrm>
            <a:off x="3763180" y="1651144"/>
            <a:ext cx="9935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5120</a:t>
            </a:r>
            <a:endParaRPr lang="en-HK" altLang="zh-HK" sz="2000" b="1">
              <a:ln>
                <a:solidFill>
                  <a:schemeClr val="tx1"/>
                </a:solidFill>
              </a:ln>
              <a:solidFill>
                <a:srgbClr val="FFFF00"/>
              </a:solidFill>
              <a:latin typeface="Lucida Calligraphy" panose="03010101010101010101" pitchFamily="66" charset="0"/>
            </a:endParaRPr>
          </a:p>
        </p:txBody>
      </p:sp>
      <p:grpSp>
        <p:nvGrpSpPr>
          <p:cNvPr id="23" name="群組 75">
            <a:extLst>
              <a:ext uri="{FF2B5EF4-FFF2-40B4-BE49-F238E27FC236}">
                <a16:creationId xmlns:a16="http://schemas.microsoft.com/office/drawing/2014/main" id="{61966047-48C0-5805-B94E-CDD7444B31B4}"/>
              </a:ext>
            </a:extLst>
          </p:cNvPr>
          <p:cNvGrpSpPr/>
          <p:nvPr/>
        </p:nvGrpSpPr>
        <p:grpSpPr>
          <a:xfrm>
            <a:off x="4815220" y="1634724"/>
            <a:ext cx="1388637" cy="409011"/>
            <a:chOff x="1498603" y="1408278"/>
            <a:chExt cx="1388637" cy="409011"/>
          </a:xfrm>
        </p:grpSpPr>
        <p:sp>
          <p:nvSpPr>
            <p:cNvPr id="24" name="文字方塊 76">
              <a:extLst>
                <a:ext uri="{FF2B5EF4-FFF2-40B4-BE49-F238E27FC236}">
                  <a16:creationId xmlns:a16="http://schemas.microsoft.com/office/drawing/2014/main" id="{584275CB-465C-FB15-B33B-E0EF7C04B9DE}"/>
                </a:ext>
              </a:extLst>
            </p:cNvPr>
            <p:cNvSpPr txBox="1"/>
            <p:nvPr/>
          </p:nvSpPr>
          <p:spPr>
            <a:xfrm>
              <a:off x="1498603" y="1417179"/>
              <a:ext cx="45717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000" b="1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25" name="文字方塊 77">
              <a:extLst>
                <a:ext uri="{FF2B5EF4-FFF2-40B4-BE49-F238E27FC236}">
                  <a16:creationId xmlns:a16="http://schemas.microsoft.com/office/drawing/2014/main" id="{33496125-B2C6-F6E3-864D-DB7A803F780F}"/>
                </a:ext>
              </a:extLst>
            </p:cNvPr>
            <p:cNvSpPr txBox="1"/>
            <p:nvPr/>
          </p:nvSpPr>
          <p:spPr>
            <a:xfrm>
              <a:off x="2008474" y="1417179"/>
              <a:ext cx="87876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Calligraphy" panose="03010101010101010101" pitchFamily="66" charset="0"/>
                </a:rPr>
                <a:t>r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%</a:t>
              </a:r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" name="文字方塊 78">
                  <a:extLst>
                    <a:ext uri="{FF2B5EF4-FFF2-40B4-BE49-F238E27FC236}">
                      <a16:creationId xmlns:a16="http://schemas.microsoft.com/office/drawing/2014/main" id="{E76F16CC-1067-7A88-1DF1-9A0811AAF397}"/>
                    </a:ext>
                  </a:extLst>
                </p:cNvPr>
                <p:cNvSpPr txBox="1"/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26" name="文字方塊 78">
                  <a:extLst>
                    <a:ext uri="{FF2B5EF4-FFF2-40B4-BE49-F238E27FC236}">
                      <a16:creationId xmlns:a16="http://schemas.microsoft.com/office/drawing/2014/main" id="{E76F16CC-1067-7A88-1DF1-9A0811AAF3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7" name="文字方塊 79">
            <a:extLst>
              <a:ext uri="{FF2B5EF4-FFF2-40B4-BE49-F238E27FC236}">
                <a16:creationId xmlns:a16="http://schemas.microsoft.com/office/drawing/2014/main" id="{D588F524-B3A3-0A9F-F881-4067BCAB18D7}"/>
              </a:ext>
            </a:extLst>
          </p:cNvPr>
          <p:cNvSpPr txBox="1"/>
          <p:nvPr/>
        </p:nvSpPr>
        <p:spPr>
          <a:xfrm>
            <a:off x="5803192" y="1497255"/>
            <a:ext cx="3270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14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Handwriting" panose="03010101010101010101" pitchFamily="66" charset="0"/>
              </a:rPr>
              <a:t>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文字方塊 80">
                <a:extLst>
                  <a:ext uri="{FF2B5EF4-FFF2-40B4-BE49-F238E27FC236}">
                    <a16:creationId xmlns:a16="http://schemas.microsoft.com/office/drawing/2014/main" id="{AA97A63B-B193-6E94-10E1-E52DC39B8FCC}"/>
                  </a:ext>
                </a:extLst>
              </p:cNvPr>
              <p:cNvSpPr txBox="1"/>
              <p:nvPr/>
            </p:nvSpPr>
            <p:spPr>
              <a:xfrm>
                <a:off x="3467492" y="164362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8" name="文字方塊 80">
                <a:extLst>
                  <a:ext uri="{FF2B5EF4-FFF2-40B4-BE49-F238E27FC236}">
                    <a16:creationId xmlns:a16="http://schemas.microsoft.com/office/drawing/2014/main" id="{AA97A63B-B193-6E94-10E1-E52DC39B8F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7492" y="1643625"/>
                <a:ext cx="295688" cy="4001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文字方塊 81">
            <a:extLst>
              <a:ext uri="{FF2B5EF4-FFF2-40B4-BE49-F238E27FC236}">
                <a16:creationId xmlns:a16="http://schemas.microsoft.com/office/drawing/2014/main" id="{4C1BF7BA-D22E-0045-7822-02EB7F6C52B9}"/>
              </a:ext>
            </a:extLst>
          </p:cNvPr>
          <p:cNvSpPr txBox="1"/>
          <p:nvPr/>
        </p:nvSpPr>
        <p:spPr>
          <a:xfrm>
            <a:off x="2622622" y="1648076"/>
            <a:ext cx="8755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4500</a:t>
            </a:r>
            <a:endParaRPr lang="en-HK" altLang="zh-HK" sz="2000" b="1">
              <a:ln>
                <a:solidFill>
                  <a:schemeClr val="tx1"/>
                </a:solidFill>
              </a:ln>
              <a:solidFill>
                <a:srgbClr val="00FF0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文字方塊 53">
                <a:extLst>
                  <a:ext uri="{FF2B5EF4-FFF2-40B4-BE49-F238E27FC236}">
                    <a16:creationId xmlns:a16="http://schemas.microsoft.com/office/drawing/2014/main" id="{E75CEA3B-70AD-CF9F-A3A5-BE5E52BA1F37}"/>
                  </a:ext>
                </a:extLst>
              </p:cNvPr>
              <p:cNvSpPr txBox="1"/>
              <p:nvPr/>
            </p:nvSpPr>
            <p:spPr>
              <a:xfrm>
                <a:off x="4537857" y="164362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0" name="文字方塊 53">
                <a:extLst>
                  <a:ext uri="{FF2B5EF4-FFF2-40B4-BE49-F238E27FC236}">
                    <a16:creationId xmlns:a16="http://schemas.microsoft.com/office/drawing/2014/main" id="{E75CEA3B-70AD-CF9F-A3A5-BE5E52BA1F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7857" y="1643625"/>
                <a:ext cx="295688" cy="4001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1" name="群組 75">
            <a:extLst>
              <a:ext uri="{FF2B5EF4-FFF2-40B4-BE49-F238E27FC236}">
                <a16:creationId xmlns:a16="http://schemas.microsoft.com/office/drawing/2014/main" id="{F9BA80A2-A2DA-2BE9-DB06-E0BF6C1AB705}"/>
              </a:ext>
            </a:extLst>
          </p:cNvPr>
          <p:cNvGrpSpPr/>
          <p:nvPr/>
        </p:nvGrpSpPr>
        <p:grpSpPr>
          <a:xfrm>
            <a:off x="2249457" y="2330414"/>
            <a:ext cx="1202660" cy="409011"/>
            <a:chOff x="1498603" y="1408278"/>
            <a:chExt cx="1202660" cy="409011"/>
          </a:xfrm>
        </p:grpSpPr>
        <p:sp>
          <p:nvSpPr>
            <p:cNvPr id="32" name="文字方塊 76">
              <a:extLst>
                <a:ext uri="{FF2B5EF4-FFF2-40B4-BE49-F238E27FC236}">
                  <a16:creationId xmlns:a16="http://schemas.microsoft.com/office/drawing/2014/main" id="{7DFF33BA-4399-B3F2-D715-F022FD370CB9}"/>
                </a:ext>
              </a:extLst>
            </p:cNvPr>
            <p:cNvSpPr txBox="1"/>
            <p:nvPr/>
          </p:nvSpPr>
          <p:spPr>
            <a:xfrm>
              <a:off x="1498603" y="1417179"/>
              <a:ext cx="45717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000" b="1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33" name="文字方塊 77">
              <a:extLst>
                <a:ext uri="{FF2B5EF4-FFF2-40B4-BE49-F238E27FC236}">
                  <a16:creationId xmlns:a16="http://schemas.microsoft.com/office/drawing/2014/main" id="{C9023D36-B6C5-A249-6DE4-61C6181786B1}"/>
                </a:ext>
              </a:extLst>
            </p:cNvPr>
            <p:cNvSpPr txBox="1"/>
            <p:nvPr/>
          </p:nvSpPr>
          <p:spPr>
            <a:xfrm>
              <a:off x="2008474" y="1417179"/>
              <a:ext cx="69278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Calligraphy" panose="03010101010101010101" pitchFamily="66" charset="0"/>
                </a:rPr>
                <a:t>r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%</a:t>
              </a:r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4" name="文字方塊 78">
                  <a:extLst>
                    <a:ext uri="{FF2B5EF4-FFF2-40B4-BE49-F238E27FC236}">
                      <a16:creationId xmlns:a16="http://schemas.microsoft.com/office/drawing/2014/main" id="{B329A851-5FB6-4FEC-22A3-20D2BFC04BC9}"/>
                    </a:ext>
                  </a:extLst>
                </p:cNvPr>
                <p:cNvSpPr txBox="1"/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34" name="文字方塊 78">
                  <a:extLst>
                    <a:ext uri="{FF2B5EF4-FFF2-40B4-BE49-F238E27FC236}">
                      <a16:creationId xmlns:a16="http://schemas.microsoft.com/office/drawing/2014/main" id="{B329A851-5FB6-4FEC-22A3-20D2BFC04B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5" name="文字方塊 79">
            <a:extLst>
              <a:ext uri="{FF2B5EF4-FFF2-40B4-BE49-F238E27FC236}">
                <a16:creationId xmlns:a16="http://schemas.microsoft.com/office/drawing/2014/main" id="{F9A4F021-7AE0-3FBD-C56D-4B6819D5BCBF}"/>
              </a:ext>
            </a:extLst>
          </p:cNvPr>
          <p:cNvSpPr txBox="1"/>
          <p:nvPr/>
        </p:nvSpPr>
        <p:spPr>
          <a:xfrm>
            <a:off x="3237429" y="2192945"/>
            <a:ext cx="3270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14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Handwriting" panose="03010101010101010101" pitchFamily="66" charset="0"/>
              </a:rPr>
              <a:t>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文字方塊 80">
                <a:extLst>
                  <a:ext uri="{FF2B5EF4-FFF2-40B4-BE49-F238E27FC236}">
                    <a16:creationId xmlns:a16="http://schemas.microsoft.com/office/drawing/2014/main" id="{6EA20C7E-7B09-E349-A38D-A87F0098C79D}"/>
                  </a:ext>
                </a:extLst>
              </p:cNvPr>
              <p:cNvSpPr txBox="1"/>
              <p:nvPr/>
            </p:nvSpPr>
            <p:spPr>
              <a:xfrm>
                <a:off x="3467492" y="236373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6" name="文字方塊 80">
                <a:extLst>
                  <a:ext uri="{FF2B5EF4-FFF2-40B4-BE49-F238E27FC236}">
                    <a16:creationId xmlns:a16="http://schemas.microsoft.com/office/drawing/2014/main" id="{6EA20C7E-7B09-E349-A38D-A87F0098C7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7492" y="2363737"/>
                <a:ext cx="295688" cy="40011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7" name="群組 74">
            <a:extLst>
              <a:ext uri="{FF2B5EF4-FFF2-40B4-BE49-F238E27FC236}">
                <a16:creationId xmlns:a16="http://schemas.microsoft.com/office/drawing/2014/main" id="{5EDB727B-42BE-AC45-F3E7-083A9A274FA7}"/>
              </a:ext>
            </a:extLst>
          </p:cNvPr>
          <p:cNvGrpSpPr/>
          <p:nvPr/>
        </p:nvGrpSpPr>
        <p:grpSpPr>
          <a:xfrm>
            <a:off x="3924060" y="2207076"/>
            <a:ext cx="719414" cy="781248"/>
            <a:chOff x="2896107" y="4671588"/>
            <a:chExt cx="719414" cy="781248"/>
          </a:xfrm>
        </p:grpSpPr>
        <p:sp>
          <p:nvSpPr>
            <p:cNvPr id="38" name="文字方塊 75">
              <a:extLst>
                <a:ext uri="{FF2B5EF4-FFF2-40B4-BE49-F238E27FC236}">
                  <a16:creationId xmlns:a16="http://schemas.microsoft.com/office/drawing/2014/main" id="{FAA38D3C-871E-69D3-6310-02160989D0BF}"/>
                </a:ext>
              </a:extLst>
            </p:cNvPr>
            <p:cNvSpPr txBox="1"/>
            <p:nvPr/>
          </p:nvSpPr>
          <p:spPr>
            <a:xfrm>
              <a:off x="2896107" y="4671588"/>
              <a:ext cx="70403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225</a:t>
              </a:r>
              <a:endPara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grpSp>
          <p:nvGrpSpPr>
            <p:cNvPr id="39" name="群組 76">
              <a:extLst>
                <a:ext uri="{FF2B5EF4-FFF2-40B4-BE49-F238E27FC236}">
                  <a16:creationId xmlns:a16="http://schemas.microsoft.com/office/drawing/2014/main" id="{9890EFF9-F114-079D-D331-C7C8BC5377F7}"/>
                </a:ext>
              </a:extLst>
            </p:cNvPr>
            <p:cNvGrpSpPr/>
            <p:nvPr/>
          </p:nvGrpSpPr>
          <p:grpSpPr>
            <a:xfrm>
              <a:off x="2896107" y="5036045"/>
              <a:ext cx="719414" cy="416791"/>
              <a:chOff x="2896107" y="5036045"/>
              <a:chExt cx="719414" cy="416791"/>
            </a:xfrm>
          </p:grpSpPr>
          <p:cxnSp>
            <p:nvCxnSpPr>
              <p:cNvPr id="40" name="直線接點 77">
                <a:extLst>
                  <a:ext uri="{FF2B5EF4-FFF2-40B4-BE49-F238E27FC236}">
                    <a16:creationId xmlns:a16="http://schemas.microsoft.com/office/drawing/2014/main" id="{9DF65BF5-658B-9262-0709-A11A23637A4F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2896107" y="5036045"/>
                <a:ext cx="704039" cy="0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41" name="文字方塊 78">
                <a:extLst>
                  <a:ext uri="{FF2B5EF4-FFF2-40B4-BE49-F238E27FC236}">
                    <a16:creationId xmlns:a16="http://schemas.microsoft.com/office/drawing/2014/main" id="{E0214924-9614-68C2-EDC9-650237CB592D}"/>
                  </a:ext>
                </a:extLst>
              </p:cNvPr>
              <p:cNvSpPr txBox="1"/>
              <p:nvPr/>
            </p:nvSpPr>
            <p:spPr>
              <a:xfrm>
                <a:off x="2911482" y="5052726"/>
                <a:ext cx="70403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256</a:t>
                </a:r>
                <a:endPara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p:grpSp>
        <p:nvGrpSpPr>
          <p:cNvPr id="43" name="群組 75">
            <a:extLst>
              <a:ext uri="{FF2B5EF4-FFF2-40B4-BE49-F238E27FC236}">
                <a16:creationId xmlns:a16="http://schemas.microsoft.com/office/drawing/2014/main" id="{0C1712BF-C7A9-D806-7D97-1C3E64232F77}"/>
              </a:ext>
            </a:extLst>
          </p:cNvPr>
          <p:cNvGrpSpPr/>
          <p:nvPr/>
        </p:nvGrpSpPr>
        <p:grpSpPr>
          <a:xfrm>
            <a:off x="2264832" y="3059427"/>
            <a:ext cx="1098478" cy="400110"/>
            <a:chOff x="1498603" y="1417179"/>
            <a:chExt cx="1098478" cy="400110"/>
          </a:xfrm>
        </p:grpSpPr>
        <p:sp>
          <p:nvSpPr>
            <p:cNvPr id="44" name="文字方塊 76">
              <a:extLst>
                <a:ext uri="{FF2B5EF4-FFF2-40B4-BE49-F238E27FC236}">
                  <a16:creationId xmlns:a16="http://schemas.microsoft.com/office/drawing/2014/main" id="{F1A92466-C8B1-26C8-2F63-60470B7F9D89}"/>
                </a:ext>
              </a:extLst>
            </p:cNvPr>
            <p:cNvSpPr txBox="1"/>
            <p:nvPr/>
          </p:nvSpPr>
          <p:spPr>
            <a:xfrm>
              <a:off x="1498603" y="1417179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000" b="1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45" name="文字方塊 77">
              <a:extLst>
                <a:ext uri="{FF2B5EF4-FFF2-40B4-BE49-F238E27FC236}">
                  <a16:creationId xmlns:a16="http://schemas.microsoft.com/office/drawing/2014/main" id="{46D5631C-FA13-1531-EF2F-8EB6F707822B}"/>
                </a:ext>
              </a:extLst>
            </p:cNvPr>
            <p:cNvSpPr txBox="1"/>
            <p:nvPr/>
          </p:nvSpPr>
          <p:spPr>
            <a:xfrm>
              <a:off x="2008474" y="1417179"/>
              <a:ext cx="58860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Calligraphy" panose="03010101010101010101" pitchFamily="66" charset="0"/>
                </a:rPr>
                <a:t>r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%</a:t>
              </a:r>
              <a:endPara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6" name="文字方塊 78">
                  <a:extLst>
                    <a:ext uri="{FF2B5EF4-FFF2-40B4-BE49-F238E27FC236}">
                      <a16:creationId xmlns:a16="http://schemas.microsoft.com/office/drawing/2014/main" id="{3A042589-D674-CF2C-7FE7-82ECB5659903}"/>
                    </a:ext>
                  </a:extLst>
                </p:cNvPr>
                <p:cNvSpPr txBox="1"/>
                <p:nvPr/>
              </p:nvSpPr>
              <p:spPr>
                <a:xfrm>
                  <a:off x="1756710" y="1417179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46" name="文字方塊 78">
                  <a:extLst>
                    <a:ext uri="{FF2B5EF4-FFF2-40B4-BE49-F238E27FC236}">
                      <a16:creationId xmlns:a16="http://schemas.microsoft.com/office/drawing/2014/main" id="{3A042589-D674-CF2C-7FE7-82ECB56599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56710" y="1417179"/>
                  <a:ext cx="295688" cy="400110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7" name="文字方塊 80">
                <a:extLst>
                  <a:ext uri="{FF2B5EF4-FFF2-40B4-BE49-F238E27FC236}">
                    <a16:creationId xmlns:a16="http://schemas.microsoft.com/office/drawing/2014/main" id="{7515FB02-9326-B805-3D9E-0FC22AFFF639}"/>
                  </a:ext>
                </a:extLst>
              </p:cNvPr>
              <p:cNvSpPr txBox="1"/>
              <p:nvPr/>
            </p:nvSpPr>
            <p:spPr>
              <a:xfrm>
                <a:off x="3467492" y="308384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7" name="文字方塊 80">
                <a:extLst>
                  <a:ext uri="{FF2B5EF4-FFF2-40B4-BE49-F238E27FC236}">
                    <a16:creationId xmlns:a16="http://schemas.microsoft.com/office/drawing/2014/main" id="{7515FB02-9326-B805-3D9E-0FC22AFFF6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7492" y="3083849"/>
                <a:ext cx="295688" cy="40011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文字方塊 81">
            <a:extLst>
              <a:ext uri="{FF2B5EF4-FFF2-40B4-BE49-F238E27FC236}">
                <a16:creationId xmlns:a16="http://schemas.microsoft.com/office/drawing/2014/main" id="{3F1870A4-C12B-B27B-0E4E-5EB57613C8C2}"/>
              </a:ext>
            </a:extLst>
          </p:cNvPr>
          <p:cNvSpPr txBox="1"/>
          <p:nvPr/>
        </p:nvSpPr>
        <p:spPr>
          <a:xfrm>
            <a:off x="3939435" y="3083849"/>
            <a:ext cx="12275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0.9375</a:t>
            </a:r>
            <a:endParaRPr lang="en-HK" altLang="zh-HK" sz="20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p:sp>
        <p:nvSpPr>
          <p:cNvPr id="49" name="文字方塊 34">
            <a:extLst>
              <a:ext uri="{FF2B5EF4-FFF2-40B4-BE49-F238E27FC236}">
                <a16:creationId xmlns:a16="http://schemas.microsoft.com/office/drawing/2014/main" id="{58418B15-BE58-55E8-2970-76D0D37F6661}"/>
              </a:ext>
            </a:extLst>
          </p:cNvPr>
          <p:cNvSpPr txBox="1"/>
          <p:nvPr/>
        </p:nvSpPr>
        <p:spPr>
          <a:xfrm>
            <a:off x="3121433" y="3854220"/>
            <a:ext cx="3891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Calligraphy" panose="03010101010101010101" pitchFamily="66" charset="0"/>
              </a:rPr>
              <a:t>r</a:t>
            </a:r>
            <a:endParaRPr lang="en-HK" sz="20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0" name="文字方塊 35">
                <a:extLst>
                  <a:ext uri="{FF2B5EF4-FFF2-40B4-BE49-F238E27FC236}">
                    <a16:creationId xmlns:a16="http://schemas.microsoft.com/office/drawing/2014/main" id="{444CA6E1-B72E-F97F-78C4-A5F3FE100910}"/>
                  </a:ext>
                </a:extLst>
              </p:cNvPr>
              <p:cNvSpPr txBox="1"/>
              <p:nvPr/>
            </p:nvSpPr>
            <p:spPr>
              <a:xfrm>
                <a:off x="3467492" y="385070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0" name="文字方塊 35">
                <a:extLst>
                  <a:ext uri="{FF2B5EF4-FFF2-40B4-BE49-F238E27FC236}">
                    <a16:creationId xmlns:a16="http://schemas.microsoft.com/office/drawing/2014/main" id="{444CA6E1-B72E-F97F-78C4-A5F3FE1009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7492" y="3850705"/>
                <a:ext cx="295688" cy="40011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文字方塊 36">
            <a:extLst>
              <a:ext uri="{FF2B5EF4-FFF2-40B4-BE49-F238E27FC236}">
                <a16:creationId xmlns:a16="http://schemas.microsoft.com/office/drawing/2014/main" id="{AA4A29DB-0B31-94DB-16E2-6D64C0EF6B9D}"/>
              </a:ext>
            </a:extLst>
          </p:cNvPr>
          <p:cNvSpPr txBox="1"/>
          <p:nvPr/>
        </p:nvSpPr>
        <p:spPr>
          <a:xfrm>
            <a:off x="3748412" y="3854220"/>
            <a:ext cx="958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Handwriting" panose="03010101010101010101" pitchFamily="66" charset="0"/>
              </a:rPr>
              <a:t>6.25</a:t>
            </a:r>
          </a:p>
        </p:txBody>
      </p:sp>
      <p:grpSp>
        <p:nvGrpSpPr>
          <p:cNvPr id="52" name="群組 96">
            <a:extLst>
              <a:ext uri="{FF2B5EF4-FFF2-40B4-BE49-F238E27FC236}">
                <a16:creationId xmlns:a16="http://schemas.microsoft.com/office/drawing/2014/main" id="{0C924231-5AE3-AF06-A4B1-ECA76FFDFE0D}"/>
              </a:ext>
            </a:extLst>
          </p:cNvPr>
          <p:cNvGrpSpPr/>
          <p:nvPr/>
        </p:nvGrpSpPr>
        <p:grpSpPr>
          <a:xfrm>
            <a:off x="858356" y="4742223"/>
            <a:ext cx="7950378" cy="410107"/>
            <a:chOff x="420004" y="4149080"/>
            <a:chExt cx="7950378" cy="410107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3" name="文字方塊 97">
                  <a:extLst>
                    <a:ext uri="{FF2B5EF4-FFF2-40B4-BE49-F238E27FC236}">
                      <a16:creationId xmlns:a16="http://schemas.microsoft.com/office/drawing/2014/main" id="{3E809FB8-C4C0-B287-1DDB-D3A7B5F8A697}"/>
                    </a:ext>
                  </a:extLst>
                </p:cNvPr>
                <p:cNvSpPr txBox="1"/>
                <p:nvPr/>
              </p:nvSpPr>
              <p:spPr>
                <a:xfrm>
                  <a:off x="420004" y="4149080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∴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53" name="文字方塊 97">
                  <a:extLst>
                    <a:ext uri="{FF2B5EF4-FFF2-40B4-BE49-F238E27FC236}">
                      <a16:creationId xmlns:a16="http://schemas.microsoft.com/office/drawing/2014/main" id="{3E809FB8-C4C0-B287-1DDB-D3A7B5F8A6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0004" y="4149080"/>
                  <a:ext cx="295688" cy="400110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4" name="文字方塊 98">
              <a:extLst>
                <a:ext uri="{FF2B5EF4-FFF2-40B4-BE49-F238E27FC236}">
                  <a16:creationId xmlns:a16="http://schemas.microsoft.com/office/drawing/2014/main" id="{23A09CEE-E7F0-459E-62E2-75F329323DBF}"/>
                </a:ext>
              </a:extLst>
            </p:cNvPr>
            <p:cNvSpPr txBox="1"/>
            <p:nvPr/>
          </p:nvSpPr>
          <p:spPr>
            <a:xfrm>
              <a:off x="744386" y="4159077"/>
              <a:ext cx="762599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The</a:t>
              </a:r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92D050"/>
                  </a:solidFill>
                  <a:latin typeface="Lucida Calligraphy" panose="03010101010101010101" pitchFamily="66" charset="0"/>
                </a:rPr>
                <a:t> </a:t>
              </a:r>
              <a:r>
                <a:rPr lang="en-US" altLang="zh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depreciation rate per year is 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Handwriting" panose="03010101010101010101" pitchFamily="66" charset="0"/>
                </a:rPr>
                <a:t>6.25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 %</a:t>
              </a:r>
              <a:r>
                <a:rPr lang="en-US" altLang="zh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 </a:t>
              </a:r>
              <a:endParaRPr lang="en-HK" sz="2000" b="1">
                <a:ln>
                  <a:solidFill>
                    <a:schemeClr val="tx1"/>
                  </a:solidFill>
                </a:ln>
                <a:solidFill>
                  <a:srgbClr val="37CBFF"/>
                </a:solidFill>
                <a:latin typeface="Lucida Calligraphy" panose="03010101010101010101" pitchFamily="66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44012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2" grpId="0"/>
      <p:bldP spid="27" grpId="0"/>
      <p:bldP spid="28" grpId="0"/>
      <p:bldP spid="29" grpId="0"/>
      <p:bldP spid="30" grpId="0"/>
      <p:bldP spid="35" grpId="0"/>
      <p:bldP spid="36" grpId="0"/>
      <p:bldP spid="47" grpId="0"/>
      <p:bldP spid="48" grpId="0"/>
      <p:bldP spid="49" grpId="0"/>
      <p:bldP spid="50" grpId="0"/>
      <p:bldP spid="5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Picture 54">
            <a:extLst>
              <a:ext uri="{FF2B5EF4-FFF2-40B4-BE49-F238E27FC236}">
                <a16:creationId xmlns:a16="http://schemas.microsoft.com/office/drawing/2014/main" id="{CF53657D-8A60-20C9-74AC-5890F9973FD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5" b="68011"/>
          <a:stretch>
            <a:fillRect/>
          </a:stretch>
        </p:blipFill>
        <p:spPr>
          <a:xfrm>
            <a:off x="241362" y="156784"/>
            <a:ext cx="11017793" cy="189328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筆跡 59">
                <a:extLst>
                  <a:ext uri="{FF2B5EF4-FFF2-40B4-BE49-F238E27FC236}">
                    <a16:creationId xmlns:a16="http://schemas.microsoft.com/office/drawing/2014/main" id="{D88067F0-2B34-C0FA-E7E2-6A3AFB635927}"/>
                  </a:ext>
                </a:extLst>
              </p14:cNvPr>
              <p14:cNvContentPartPr/>
              <p14:nvPr/>
            </p14:nvContentPartPr>
            <p14:xfrm>
              <a:off x="3208355" y="334468"/>
              <a:ext cx="754045" cy="45719"/>
            </p14:xfrm>
          </p:contentPart>
        </mc:Choice>
        <mc:Fallback>
          <p:pic>
            <p:nvPicPr>
              <p:cNvPr id="5" name="筆跡 59">
                <a:extLst>
                  <a:ext uri="{FF2B5EF4-FFF2-40B4-BE49-F238E27FC236}">
                    <a16:creationId xmlns:a16="http://schemas.microsoft.com/office/drawing/2014/main" id="{D88067F0-2B34-C0FA-E7E2-6A3AFB63592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154340" y="-13381232"/>
                <a:ext cx="861714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" name="筆跡 8">
                <a:extLst>
                  <a:ext uri="{FF2B5EF4-FFF2-40B4-BE49-F238E27FC236}">
                    <a16:creationId xmlns:a16="http://schemas.microsoft.com/office/drawing/2014/main" id="{2626BD7F-0EE9-45AC-6DDB-6E5914B62050}"/>
                  </a:ext>
                </a:extLst>
              </p14:cNvPr>
              <p14:cNvContentPartPr/>
              <p14:nvPr/>
            </p14:nvContentPartPr>
            <p14:xfrm>
              <a:off x="3731171" y="718427"/>
              <a:ext cx="1436909" cy="45719"/>
            </p14:xfrm>
          </p:contentPart>
        </mc:Choice>
        <mc:Fallback>
          <p:pic>
            <p:nvPicPr>
              <p:cNvPr id="6" name="筆跡 8">
                <a:extLst>
                  <a:ext uri="{FF2B5EF4-FFF2-40B4-BE49-F238E27FC236}">
                    <a16:creationId xmlns:a16="http://schemas.microsoft.com/office/drawing/2014/main" id="{2626BD7F-0EE9-45AC-6DDB-6E5914B6205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677152" y="-12997273"/>
                <a:ext cx="1544587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7" name="筆跡 4">
                <a:extLst>
                  <a:ext uri="{FF2B5EF4-FFF2-40B4-BE49-F238E27FC236}">
                    <a16:creationId xmlns:a16="http://schemas.microsoft.com/office/drawing/2014/main" id="{879A52BA-1D36-8E57-0D5A-C21E2924B604}"/>
                  </a:ext>
                </a:extLst>
              </p14:cNvPr>
              <p14:cNvContentPartPr/>
              <p14:nvPr/>
            </p14:nvContentPartPr>
            <p14:xfrm>
              <a:off x="6032938" y="714725"/>
              <a:ext cx="798786" cy="45719"/>
            </p14:xfrm>
          </p:contentPart>
        </mc:Choice>
        <mc:Fallback>
          <p:pic>
            <p:nvPicPr>
              <p:cNvPr id="7" name="筆跡 4">
                <a:extLst>
                  <a:ext uri="{FF2B5EF4-FFF2-40B4-BE49-F238E27FC236}">
                    <a16:creationId xmlns:a16="http://schemas.microsoft.com/office/drawing/2014/main" id="{879A52BA-1D36-8E57-0D5A-C21E2924B60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978942" y="-13000975"/>
                <a:ext cx="906419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8" name="筆跡 10">
                <a:extLst>
                  <a:ext uri="{FF2B5EF4-FFF2-40B4-BE49-F238E27FC236}">
                    <a16:creationId xmlns:a16="http://schemas.microsoft.com/office/drawing/2014/main" id="{22040C8E-77D5-2038-9863-A001666CD29F}"/>
                  </a:ext>
                </a:extLst>
              </p14:cNvPr>
              <p14:cNvContentPartPr/>
              <p14:nvPr/>
            </p14:nvContentPartPr>
            <p14:xfrm>
              <a:off x="7696582" y="737584"/>
              <a:ext cx="1436909" cy="45719"/>
            </p14:xfrm>
          </p:contentPart>
        </mc:Choice>
        <mc:Fallback>
          <p:pic>
            <p:nvPicPr>
              <p:cNvPr id="8" name="筆跡 10">
                <a:extLst>
                  <a:ext uri="{FF2B5EF4-FFF2-40B4-BE49-F238E27FC236}">
                    <a16:creationId xmlns:a16="http://schemas.microsoft.com/office/drawing/2014/main" id="{22040C8E-77D5-2038-9863-A001666CD29F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642563" y="-12978116"/>
                <a:ext cx="1544587" cy="27431400"/>
              </a:xfrm>
              <a:prstGeom prst="rect">
                <a:avLst/>
              </a:prstGeom>
            </p:spPr>
          </p:pic>
        </mc:Fallback>
      </mc:AlternateContent>
      <p:sp>
        <p:nvSpPr>
          <p:cNvPr id="9" name="TextBox 15">
            <a:extLst>
              <a:ext uri="{FF2B5EF4-FFF2-40B4-BE49-F238E27FC236}">
                <a16:creationId xmlns:a16="http://schemas.microsoft.com/office/drawing/2014/main" id="{2D870CAC-1DA0-28EF-FC25-6B00775BBD07}"/>
              </a:ext>
            </a:extLst>
          </p:cNvPr>
          <p:cNvSpPr txBox="1"/>
          <p:nvPr/>
        </p:nvSpPr>
        <p:spPr>
          <a:xfrm>
            <a:off x="765666" y="2227757"/>
            <a:ext cx="41200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Taking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Calligraphy" panose="03010101010101010101" pitchFamily="66" charset="0"/>
              </a:rPr>
              <a:t> 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Handwriting" panose="03010101010101010101" pitchFamily="66" charset="0"/>
              </a:rPr>
              <a:t>6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Calligraphy" panose="03010101010101010101" pitchFamily="66" charset="0"/>
              </a:rPr>
              <a:t> months 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as a period, </a:t>
            </a:r>
            <a:endParaRPr lang="zh-TW" altLang="en-US" sz="2000" b="1">
              <a:latin typeface="Lucida Handwriting" panose="03010101010101010101" pitchFamily="66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9D3497-05E4-F91B-95BC-82667BA8EB64}"/>
              </a:ext>
            </a:extLst>
          </p:cNvPr>
          <p:cNvSpPr txBox="1"/>
          <p:nvPr/>
        </p:nvSpPr>
        <p:spPr>
          <a:xfrm>
            <a:off x="765666" y="2765889"/>
            <a:ext cx="54023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Number of periods from 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rPr>
              <a:t>2020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 to 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rPr>
              <a:t>2022</a:t>
            </a:r>
            <a:endParaRPr lang="en-US" sz="2000">
              <a:solidFill>
                <a:schemeClr val="accent5">
                  <a:lumMod val="60000"/>
                  <a:lumOff val="40000"/>
                </a:schemeClr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字方塊 80">
                <a:extLst>
                  <a:ext uri="{FF2B5EF4-FFF2-40B4-BE49-F238E27FC236}">
                    <a16:creationId xmlns:a16="http://schemas.microsoft.com/office/drawing/2014/main" id="{94C0B67C-4880-F4AC-A4FC-A9041F3950B4}"/>
                  </a:ext>
                </a:extLst>
              </p:cNvPr>
              <p:cNvSpPr txBox="1"/>
              <p:nvPr/>
            </p:nvSpPr>
            <p:spPr>
              <a:xfrm>
                <a:off x="765666" y="328631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3" name="文字方塊 80">
                <a:extLst>
                  <a:ext uri="{FF2B5EF4-FFF2-40B4-BE49-F238E27FC236}">
                    <a16:creationId xmlns:a16="http://schemas.microsoft.com/office/drawing/2014/main" id="{94C0B67C-4880-F4AC-A4FC-A9041F3950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666" y="3286314"/>
                <a:ext cx="295688" cy="4001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字方塊 81">
                <a:extLst>
                  <a:ext uri="{FF2B5EF4-FFF2-40B4-BE49-F238E27FC236}">
                    <a16:creationId xmlns:a16="http://schemas.microsoft.com/office/drawing/2014/main" id="{FB949DA7-F4EE-6077-1D77-6BB2BDB4E8FC}"/>
                  </a:ext>
                </a:extLst>
              </p:cNvPr>
              <p:cNvSpPr txBox="1"/>
              <p:nvPr/>
            </p:nvSpPr>
            <p:spPr>
              <a:xfrm>
                <a:off x="1183531" y="3286314"/>
                <a:ext cx="208359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(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rPr>
                  <a:t>2022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rPr>
                  <a:t>2020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)</a:t>
                </a:r>
              </a:p>
            </p:txBody>
          </p:sp>
        </mc:Choice>
        <mc:Fallback>
          <p:sp>
            <p:nvSpPr>
              <p:cNvPr id="14" name="文字方塊 81">
                <a:extLst>
                  <a:ext uri="{FF2B5EF4-FFF2-40B4-BE49-F238E27FC236}">
                    <a16:creationId xmlns:a16="http://schemas.microsoft.com/office/drawing/2014/main" id="{FB949DA7-F4EE-6077-1D77-6BB2BDB4E8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3531" y="3286314"/>
                <a:ext cx="2083597" cy="4001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字方塊 53">
                <a:extLst>
                  <a:ext uri="{FF2B5EF4-FFF2-40B4-BE49-F238E27FC236}">
                    <a16:creationId xmlns:a16="http://schemas.microsoft.com/office/drawing/2014/main" id="{48AA981D-222B-26B0-2538-49BC5CC02F36}"/>
                  </a:ext>
                </a:extLst>
              </p:cNvPr>
              <p:cNvSpPr txBox="1"/>
              <p:nvPr/>
            </p:nvSpPr>
            <p:spPr>
              <a:xfrm>
                <a:off x="3202669" y="328631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5" name="文字方塊 53">
                <a:extLst>
                  <a:ext uri="{FF2B5EF4-FFF2-40B4-BE49-F238E27FC236}">
                    <a16:creationId xmlns:a16="http://schemas.microsoft.com/office/drawing/2014/main" id="{48AA981D-222B-26B0-2538-49BC5CC02F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2669" y="3286314"/>
                <a:ext cx="295688" cy="4001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73D6920E-4CB2-265D-32EE-4B580E894110}"/>
              </a:ext>
            </a:extLst>
          </p:cNvPr>
          <p:cNvSpPr txBox="1"/>
          <p:nvPr/>
        </p:nvSpPr>
        <p:spPr>
          <a:xfrm>
            <a:off x="3466825" y="3286314"/>
            <a:ext cx="2956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chemeClr val="tx1"/>
                </a:solidFill>
                <a:latin typeface="Lucida Handwriting" panose="03010101010101010101" pitchFamily="66" charset="0"/>
              </a:rPr>
              <a:t>2</a:t>
            </a:r>
            <a:endParaRPr lang="en-US" sz="20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文字方塊 80">
                <a:extLst>
                  <a:ext uri="{FF2B5EF4-FFF2-40B4-BE49-F238E27FC236}">
                    <a16:creationId xmlns:a16="http://schemas.microsoft.com/office/drawing/2014/main" id="{47FBFB20-4711-1BED-8CED-993227B1FD25}"/>
                  </a:ext>
                </a:extLst>
              </p:cNvPr>
              <p:cNvSpPr txBox="1"/>
              <p:nvPr/>
            </p:nvSpPr>
            <p:spPr>
              <a:xfrm>
                <a:off x="765666" y="380673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8" name="文字方塊 80">
                <a:extLst>
                  <a:ext uri="{FF2B5EF4-FFF2-40B4-BE49-F238E27FC236}">
                    <a16:creationId xmlns:a16="http://schemas.microsoft.com/office/drawing/2014/main" id="{47FBFB20-4711-1BED-8CED-993227B1FD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666" y="3806739"/>
                <a:ext cx="295688" cy="40011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63ACE999-1526-6259-F2E6-CDD5D4AC0A22}"/>
              </a:ext>
            </a:extLst>
          </p:cNvPr>
          <p:cNvSpPr txBox="1"/>
          <p:nvPr/>
        </p:nvSpPr>
        <p:spPr>
          <a:xfrm>
            <a:off x="1183531" y="3837517"/>
            <a:ext cx="2956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rPr>
              <a:t>4</a:t>
            </a:r>
            <a:endParaRPr lang="en-US" sz="200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683A6FE-6FBC-5F4D-144F-B4B765188BD2}"/>
              </a:ext>
            </a:extLst>
          </p:cNvPr>
          <p:cNvSpPr txBox="1"/>
          <p:nvPr/>
        </p:nvSpPr>
        <p:spPr>
          <a:xfrm>
            <a:off x="693681" y="4407818"/>
            <a:ext cx="393087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Value of the piano in 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2022</a:t>
            </a:r>
            <a:endParaRPr lang="en-US" sz="2000"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22" name="文字方塊 74">
            <a:extLst>
              <a:ext uri="{FF2B5EF4-FFF2-40B4-BE49-F238E27FC236}">
                <a16:creationId xmlns:a16="http://schemas.microsoft.com/office/drawing/2014/main" id="{AEA7DB7D-9C55-A6EB-A14C-30DFB43483C1}"/>
              </a:ext>
            </a:extLst>
          </p:cNvPr>
          <p:cNvSpPr txBox="1"/>
          <p:nvPr/>
        </p:nvSpPr>
        <p:spPr>
          <a:xfrm>
            <a:off x="1083041" y="4966540"/>
            <a:ext cx="13086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$ 64000</a:t>
            </a:r>
            <a:endParaRPr lang="en-HK" altLang="zh-HK" sz="2000" b="1">
              <a:ln>
                <a:solidFill>
                  <a:schemeClr val="tx1"/>
                </a:solidFill>
              </a:ln>
              <a:solidFill>
                <a:srgbClr val="00FF00"/>
              </a:solidFill>
              <a:latin typeface="Lucida Calligraphy" panose="03010101010101010101" pitchFamily="66" charset="0"/>
            </a:endParaRPr>
          </a:p>
        </p:txBody>
      </p:sp>
      <p:grpSp>
        <p:nvGrpSpPr>
          <p:cNvPr id="23" name="群組 75">
            <a:extLst>
              <a:ext uri="{FF2B5EF4-FFF2-40B4-BE49-F238E27FC236}">
                <a16:creationId xmlns:a16="http://schemas.microsoft.com/office/drawing/2014/main" id="{0AE2F915-D071-91CD-B6BB-AA3A9D031CBB}"/>
              </a:ext>
            </a:extLst>
          </p:cNvPr>
          <p:cNvGrpSpPr/>
          <p:nvPr/>
        </p:nvGrpSpPr>
        <p:grpSpPr>
          <a:xfrm>
            <a:off x="2579674" y="4938449"/>
            <a:ext cx="1388637" cy="409011"/>
            <a:chOff x="1498603" y="1408278"/>
            <a:chExt cx="1388637" cy="409011"/>
          </a:xfrm>
        </p:grpSpPr>
        <p:sp>
          <p:nvSpPr>
            <p:cNvPr id="24" name="文字方塊 76">
              <a:extLst>
                <a:ext uri="{FF2B5EF4-FFF2-40B4-BE49-F238E27FC236}">
                  <a16:creationId xmlns:a16="http://schemas.microsoft.com/office/drawing/2014/main" id="{D78BD602-2E36-9FB9-1A13-D87C73B63780}"/>
                </a:ext>
              </a:extLst>
            </p:cNvPr>
            <p:cNvSpPr txBox="1"/>
            <p:nvPr/>
          </p:nvSpPr>
          <p:spPr>
            <a:xfrm>
              <a:off x="1498603" y="1417179"/>
              <a:ext cx="45717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000" b="1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25" name="文字方塊 77">
              <a:extLst>
                <a:ext uri="{FF2B5EF4-FFF2-40B4-BE49-F238E27FC236}">
                  <a16:creationId xmlns:a16="http://schemas.microsoft.com/office/drawing/2014/main" id="{24D52E1D-9E28-54BE-BEAF-B30F8D0629A7}"/>
                </a:ext>
              </a:extLst>
            </p:cNvPr>
            <p:cNvSpPr txBox="1"/>
            <p:nvPr/>
          </p:nvSpPr>
          <p:spPr>
            <a:xfrm>
              <a:off x="2008474" y="1417179"/>
              <a:ext cx="87876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Handwriting" panose="03010101010101010101" pitchFamily="66" charset="0"/>
                </a:rPr>
                <a:t>6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%</a:t>
              </a:r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" name="文字方塊 78">
                  <a:extLst>
                    <a:ext uri="{FF2B5EF4-FFF2-40B4-BE49-F238E27FC236}">
                      <a16:creationId xmlns:a16="http://schemas.microsoft.com/office/drawing/2014/main" id="{7BD4503B-6C2F-F1CB-73D3-7B51B120F28F}"/>
                    </a:ext>
                  </a:extLst>
                </p:cNvPr>
                <p:cNvSpPr txBox="1"/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26" name="文字方塊 78">
                  <a:extLst>
                    <a:ext uri="{FF2B5EF4-FFF2-40B4-BE49-F238E27FC236}">
                      <a16:creationId xmlns:a16="http://schemas.microsoft.com/office/drawing/2014/main" id="{7BD4503B-6C2F-F1CB-73D3-7B51B120F2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7" name="文字方塊 79">
            <a:extLst>
              <a:ext uri="{FF2B5EF4-FFF2-40B4-BE49-F238E27FC236}">
                <a16:creationId xmlns:a16="http://schemas.microsoft.com/office/drawing/2014/main" id="{2D115FC6-B1D7-0EA2-7899-C4344C0BC2DD}"/>
              </a:ext>
            </a:extLst>
          </p:cNvPr>
          <p:cNvSpPr txBox="1"/>
          <p:nvPr/>
        </p:nvSpPr>
        <p:spPr>
          <a:xfrm>
            <a:off x="3567646" y="4800980"/>
            <a:ext cx="3270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1400" b="1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rPr>
              <a:t>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文字方塊 80">
                <a:extLst>
                  <a:ext uri="{FF2B5EF4-FFF2-40B4-BE49-F238E27FC236}">
                    <a16:creationId xmlns:a16="http://schemas.microsoft.com/office/drawing/2014/main" id="{627999FE-133B-0A5D-AAAA-BC7BC6CC3679}"/>
                  </a:ext>
                </a:extLst>
              </p:cNvPr>
              <p:cNvSpPr txBox="1"/>
              <p:nvPr/>
            </p:nvSpPr>
            <p:spPr>
              <a:xfrm>
                <a:off x="787354" y="495902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8" name="文字方塊 80">
                <a:extLst>
                  <a:ext uri="{FF2B5EF4-FFF2-40B4-BE49-F238E27FC236}">
                    <a16:creationId xmlns:a16="http://schemas.microsoft.com/office/drawing/2014/main" id="{627999FE-133B-0A5D-AAAA-BC7BC6CC36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354" y="4959021"/>
                <a:ext cx="295688" cy="40011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文字方塊 53">
                <a:extLst>
                  <a:ext uri="{FF2B5EF4-FFF2-40B4-BE49-F238E27FC236}">
                    <a16:creationId xmlns:a16="http://schemas.microsoft.com/office/drawing/2014/main" id="{5F03A27F-D2F4-56A1-3B0F-C7D6A905F112}"/>
                  </a:ext>
                </a:extLst>
              </p:cNvPr>
              <p:cNvSpPr txBox="1"/>
              <p:nvPr/>
            </p:nvSpPr>
            <p:spPr>
              <a:xfrm>
                <a:off x="2302311" y="494735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9" name="文字方塊 53">
                <a:extLst>
                  <a:ext uri="{FF2B5EF4-FFF2-40B4-BE49-F238E27FC236}">
                    <a16:creationId xmlns:a16="http://schemas.microsoft.com/office/drawing/2014/main" id="{5F03A27F-D2F4-56A1-3B0F-C7D6A905F1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2311" y="4947350"/>
                <a:ext cx="295688" cy="40011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文字方塊 74">
            <a:extLst>
              <a:ext uri="{FF2B5EF4-FFF2-40B4-BE49-F238E27FC236}">
                <a16:creationId xmlns:a16="http://schemas.microsoft.com/office/drawing/2014/main" id="{65EDFFAD-C860-A3AF-6157-5690C742A4BA}"/>
              </a:ext>
            </a:extLst>
          </p:cNvPr>
          <p:cNvSpPr txBox="1"/>
          <p:nvPr/>
        </p:nvSpPr>
        <p:spPr>
          <a:xfrm>
            <a:off x="1083041" y="5939518"/>
            <a:ext cx="13086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$ 49968</a:t>
            </a:r>
            <a:endParaRPr lang="en-HK" altLang="zh-HK" sz="2000" b="1">
              <a:ln>
                <a:solidFill>
                  <a:schemeClr val="tx1"/>
                </a:solidFill>
              </a:ln>
              <a:solidFill>
                <a:srgbClr val="FFFF0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文字方塊 80">
                <a:extLst>
                  <a:ext uri="{FF2B5EF4-FFF2-40B4-BE49-F238E27FC236}">
                    <a16:creationId xmlns:a16="http://schemas.microsoft.com/office/drawing/2014/main" id="{75697E2F-0094-4D4B-A266-2AD7F53EEBCF}"/>
                  </a:ext>
                </a:extLst>
              </p:cNvPr>
              <p:cNvSpPr txBox="1"/>
              <p:nvPr/>
            </p:nvSpPr>
            <p:spPr>
              <a:xfrm>
                <a:off x="787354" y="593199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1" name="文字方塊 80">
                <a:extLst>
                  <a:ext uri="{FF2B5EF4-FFF2-40B4-BE49-F238E27FC236}">
                    <a16:creationId xmlns:a16="http://schemas.microsoft.com/office/drawing/2014/main" id="{75697E2F-0094-4D4B-A266-2AD7F53EEB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354" y="5931999"/>
                <a:ext cx="295688" cy="40011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>
            <a:extLst>
              <a:ext uri="{FF2B5EF4-FFF2-40B4-BE49-F238E27FC236}">
                <a16:creationId xmlns:a16="http://schemas.microsoft.com/office/drawing/2014/main" id="{64AEDCA6-80B6-47F5-59EA-B9C14C295CF0}"/>
              </a:ext>
            </a:extLst>
          </p:cNvPr>
          <p:cNvSpPr txBox="1"/>
          <p:nvPr/>
        </p:nvSpPr>
        <p:spPr>
          <a:xfrm>
            <a:off x="2473869" y="5939518"/>
            <a:ext cx="393087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(cor. to the  nearest dollar)</a:t>
            </a:r>
            <a:endParaRPr lang="en-US" sz="2000"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34" name="筆跡 10">
                <a:extLst>
                  <a:ext uri="{FF2B5EF4-FFF2-40B4-BE49-F238E27FC236}">
                    <a16:creationId xmlns:a16="http://schemas.microsoft.com/office/drawing/2014/main" id="{FEFC5289-7072-1A23-F401-F7C365750609}"/>
                  </a:ext>
                </a:extLst>
              </p14:cNvPr>
              <p14:cNvContentPartPr/>
              <p14:nvPr/>
            </p14:nvContentPartPr>
            <p14:xfrm>
              <a:off x="5862527" y="1103428"/>
              <a:ext cx="1436909" cy="45719"/>
            </p14:xfrm>
          </p:contentPart>
        </mc:Choice>
        <mc:Fallback>
          <p:pic>
            <p:nvPicPr>
              <p:cNvPr id="34" name="筆跡 10">
                <a:extLst>
                  <a:ext uri="{FF2B5EF4-FFF2-40B4-BE49-F238E27FC236}">
                    <a16:creationId xmlns:a16="http://schemas.microsoft.com/office/drawing/2014/main" id="{FEFC5289-7072-1A23-F401-F7C365750609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808508" y="-12612272"/>
                <a:ext cx="1544587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35" name="筆跡 10">
                <a:extLst>
                  <a:ext uri="{FF2B5EF4-FFF2-40B4-BE49-F238E27FC236}">
                    <a16:creationId xmlns:a16="http://schemas.microsoft.com/office/drawing/2014/main" id="{8A4F9865-BFA0-1AD9-0B54-B78F7DFFE0DF}"/>
                  </a:ext>
                </a:extLst>
              </p14:cNvPr>
              <p14:cNvContentPartPr/>
              <p14:nvPr/>
            </p14:nvContentPartPr>
            <p14:xfrm>
              <a:off x="1331375" y="1453993"/>
              <a:ext cx="2315715" cy="45719"/>
            </p14:xfrm>
          </p:contentPart>
        </mc:Choice>
        <mc:Fallback>
          <p:pic>
            <p:nvPicPr>
              <p:cNvPr id="35" name="筆跡 10">
                <a:extLst>
                  <a:ext uri="{FF2B5EF4-FFF2-40B4-BE49-F238E27FC236}">
                    <a16:creationId xmlns:a16="http://schemas.microsoft.com/office/drawing/2014/main" id="{8A4F9865-BFA0-1AD9-0B54-B78F7DFFE0DF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277345" y="-12261707"/>
                <a:ext cx="2423414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36" name="筆跡 10">
                <a:extLst>
                  <a:ext uri="{FF2B5EF4-FFF2-40B4-BE49-F238E27FC236}">
                    <a16:creationId xmlns:a16="http://schemas.microsoft.com/office/drawing/2014/main" id="{96A3178D-B660-E34A-74AF-2606A030EBDE}"/>
                  </a:ext>
                </a:extLst>
              </p14:cNvPr>
              <p14:cNvContentPartPr/>
              <p14:nvPr/>
            </p14:nvContentPartPr>
            <p14:xfrm>
              <a:off x="6726621" y="1461335"/>
              <a:ext cx="1954925" cy="45719"/>
            </p14:xfrm>
          </p:contentPart>
        </mc:Choice>
        <mc:Fallback>
          <p:pic>
            <p:nvPicPr>
              <p:cNvPr id="36" name="筆跡 10">
                <a:extLst>
                  <a:ext uri="{FF2B5EF4-FFF2-40B4-BE49-F238E27FC236}">
                    <a16:creationId xmlns:a16="http://schemas.microsoft.com/office/drawing/2014/main" id="{96A3178D-B660-E34A-74AF-2606A030EBDE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6672598" y="-12254365"/>
                <a:ext cx="2062612" cy="27431400"/>
              </a:xfrm>
              <a:prstGeom prst="rect">
                <a:avLst/>
              </a:prstGeom>
            </p:spPr>
          </p:pic>
        </mc:Fallback>
      </mc:AlternateContent>
      <p:sp>
        <p:nvSpPr>
          <p:cNvPr id="39" name="TextBox 38">
            <a:extLst>
              <a:ext uri="{FF2B5EF4-FFF2-40B4-BE49-F238E27FC236}">
                <a16:creationId xmlns:a16="http://schemas.microsoft.com/office/drawing/2014/main" id="{2EE8577E-D77C-E944-5C00-1F25AB28928A}"/>
              </a:ext>
            </a:extLst>
          </p:cNvPr>
          <p:cNvSpPr txBox="1"/>
          <p:nvPr/>
        </p:nvSpPr>
        <p:spPr>
          <a:xfrm>
            <a:off x="241362" y="2196284"/>
            <a:ext cx="5780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(a) </a:t>
            </a:r>
            <a:endParaRPr lang="en-US" sz="200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9FB81EC-18E0-843E-B751-A8D7DBBEDE03}"/>
              </a:ext>
            </a:extLst>
          </p:cNvPr>
          <p:cNvSpPr txBox="1"/>
          <p:nvPr/>
        </p:nvSpPr>
        <p:spPr>
          <a:xfrm>
            <a:off x="6291946" y="2196837"/>
            <a:ext cx="5780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(b) </a:t>
            </a:r>
            <a:endParaRPr lang="en-US" sz="2000"/>
          </a:p>
        </p:txBody>
      </p:sp>
      <p:sp>
        <p:nvSpPr>
          <p:cNvPr id="41" name="TextBox 15">
            <a:extLst>
              <a:ext uri="{FF2B5EF4-FFF2-40B4-BE49-F238E27FC236}">
                <a16:creationId xmlns:a16="http://schemas.microsoft.com/office/drawing/2014/main" id="{6B9224C4-AB34-EB8A-1430-F588612D4D22}"/>
              </a:ext>
            </a:extLst>
          </p:cNvPr>
          <p:cNvSpPr txBox="1"/>
          <p:nvPr/>
        </p:nvSpPr>
        <p:spPr>
          <a:xfrm>
            <a:off x="6726621" y="2193002"/>
            <a:ext cx="41200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Lucida Calligraphy" panose="03010101010101010101" pitchFamily="66" charset="0"/>
              </a:rPr>
              <a:t>Value of the piano in 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Lucida Handwriting" panose="03010101010101010101" pitchFamily="66" charset="0"/>
              </a:rPr>
              <a:t>2022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Lucida Calligraphy" panose="03010101010101010101" pitchFamily="66" charset="0"/>
              </a:rPr>
              <a:t> </a:t>
            </a:r>
            <a:endParaRPr lang="zh-TW" altLang="en-US" sz="2000" b="1">
              <a:solidFill>
                <a:schemeClr val="accent2">
                  <a:lumMod val="40000"/>
                  <a:lumOff val="60000"/>
                </a:schemeClr>
              </a:solidFill>
              <a:latin typeface="Lucida Handwriting" panose="03010101010101010101" pitchFamily="66" charset="0"/>
            </a:endParaRPr>
          </a:p>
        </p:txBody>
      </p:sp>
      <p:sp>
        <p:nvSpPr>
          <p:cNvPr id="42" name="文字方塊 74">
            <a:extLst>
              <a:ext uri="{FF2B5EF4-FFF2-40B4-BE49-F238E27FC236}">
                <a16:creationId xmlns:a16="http://schemas.microsoft.com/office/drawing/2014/main" id="{02D1E1F8-0C7B-A543-037C-2E97AB3F0D7C}"/>
              </a:ext>
            </a:extLst>
          </p:cNvPr>
          <p:cNvSpPr txBox="1"/>
          <p:nvPr/>
        </p:nvSpPr>
        <p:spPr>
          <a:xfrm>
            <a:off x="7170342" y="2830795"/>
            <a:ext cx="13086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$ 64000</a:t>
            </a:r>
            <a:endParaRPr lang="en-HK" altLang="zh-HK" sz="2000" b="1">
              <a:ln>
                <a:solidFill>
                  <a:schemeClr val="tx1"/>
                </a:solidFill>
              </a:ln>
              <a:solidFill>
                <a:srgbClr val="00FF00"/>
              </a:solidFill>
              <a:latin typeface="Lucida Calligraphy" panose="03010101010101010101" pitchFamily="66" charset="0"/>
            </a:endParaRPr>
          </a:p>
        </p:txBody>
      </p:sp>
      <p:grpSp>
        <p:nvGrpSpPr>
          <p:cNvPr id="43" name="群組 75">
            <a:extLst>
              <a:ext uri="{FF2B5EF4-FFF2-40B4-BE49-F238E27FC236}">
                <a16:creationId xmlns:a16="http://schemas.microsoft.com/office/drawing/2014/main" id="{CE18C7BE-2328-C8F3-C5C7-6EE8245F103E}"/>
              </a:ext>
            </a:extLst>
          </p:cNvPr>
          <p:cNvGrpSpPr/>
          <p:nvPr/>
        </p:nvGrpSpPr>
        <p:grpSpPr>
          <a:xfrm>
            <a:off x="8666975" y="2802704"/>
            <a:ext cx="1388637" cy="409011"/>
            <a:chOff x="1498603" y="1408278"/>
            <a:chExt cx="1388637" cy="409011"/>
          </a:xfrm>
        </p:grpSpPr>
        <p:sp>
          <p:nvSpPr>
            <p:cNvPr id="44" name="文字方塊 76">
              <a:extLst>
                <a:ext uri="{FF2B5EF4-FFF2-40B4-BE49-F238E27FC236}">
                  <a16:creationId xmlns:a16="http://schemas.microsoft.com/office/drawing/2014/main" id="{F67D1794-8167-C220-F4BB-29DBEB6342A4}"/>
                </a:ext>
              </a:extLst>
            </p:cNvPr>
            <p:cNvSpPr txBox="1"/>
            <p:nvPr/>
          </p:nvSpPr>
          <p:spPr>
            <a:xfrm>
              <a:off x="1498603" y="1417179"/>
              <a:ext cx="45717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000" b="1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45" name="文字方塊 77">
              <a:extLst>
                <a:ext uri="{FF2B5EF4-FFF2-40B4-BE49-F238E27FC236}">
                  <a16:creationId xmlns:a16="http://schemas.microsoft.com/office/drawing/2014/main" id="{CCA05313-ABE6-F215-24CD-A11FFDD2CD13}"/>
                </a:ext>
              </a:extLst>
            </p:cNvPr>
            <p:cNvSpPr txBox="1"/>
            <p:nvPr/>
          </p:nvSpPr>
          <p:spPr>
            <a:xfrm>
              <a:off x="2008474" y="1417179"/>
              <a:ext cx="87876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FFC000"/>
                  </a:solidFill>
                  <a:latin typeface="Lucida Handwriting" panose="03010101010101010101" pitchFamily="66" charset="0"/>
                </a:rPr>
                <a:t>12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%</a:t>
              </a:r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6" name="文字方塊 78">
                  <a:extLst>
                    <a:ext uri="{FF2B5EF4-FFF2-40B4-BE49-F238E27FC236}">
                      <a16:creationId xmlns:a16="http://schemas.microsoft.com/office/drawing/2014/main" id="{A19CD438-58F4-CAE6-BFF9-B136EFC7C015}"/>
                    </a:ext>
                  </a:extLst>
                </p:cNvPr>
                <p:cNvSpPr txBox="1"/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46" name="文字方塊 78">
                  <a:extLst>
                    <a:ext uri="{FF2B5EF4-FFF2-40B4-BE49-F238E27FC236}">
                      <a16:creationId xmlns:a16="http://schemas.microsoft.com/office/drawing/2014/main" id="{A19CD438-58F4-CAE6-BFF9-B136EFC7C0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7" name="文字方塊 79">
            <a:extLst>
              <a:ext uri="{FF2B5EF4-FFF2-40B4-BE49-F238E27FC236}">
                <a16:creationId xmlns:a16="http://schemas.microsoft.com/office/drawing/2014/main" id="{1219E98C-87CC-C482-77CF-C426FE85B7AC}"/>
              </a:ext>
            </a:extLst>
          </p:cNvPr>
          <p:cNvSpPr txBox="1"/>
          <p:nvPr/>
        </p:nvSpPr>
        <p:spPr>
          <a:xfrm>
            <a:off x="9781258" y="2666079"/>
            <a:ext cx="3270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14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8" name="文字方塊 80">
                <a:extLst>
                  <a:ext uri="{FF2B5EF4-FFF2-40B4-BE49-F238E27FC236}">
                    <a16:creationId xmlns:a16="http://schemas.microsoft.com/office/drawing/2014/main" id="{0A56D0A3-F5AC-D229-2C51-BA5A500FDA9B}"/>
                  </a:ext>
                </a:extLst>
              </p:cNvPr>
              <p:cNvSpPr txBox="1"/>
              <p:nvPr/>
            </p:nvSpPr>
            <p:spPr>
              <a:xfrm>
                <a:off x="6874655" y="282327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8" name="文字方塊 80">
                <a:extLst>
                  <a:ext uri="{FF2B5EF4-FFF2-40B4-BE49-F238E27FC236}">
                    <a16:creationId xmlns:a16="http://schemas.microsoft.com/office/drawing/2014/main" id="{0A56D0A3-F5AC-D229-2C51-BA5A500FDA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4655" y="2823276"/>
                <a:ext cx="295688" cy="400110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" name="文字方塊 53">
                <a:extLst>
                  <a:ext uri="{FF2B5EF4-FFF2-40B4-BE49-F238E27FC236}">
                    <a16:creationId xmlns:a16="http://schemas.microsoft.com/office/drawing/2014/main" id="{F331D615-2C44-EA18-528F-FB5718977C84}"/>
                  </a:ext>
                </a:extLst>
              </p:cNvPr>
              <p:cNvSpPr txBox="1"/>
              <p:nvPr/>
            </p:nvSpPr>
            <p:spPr>
              <a:xfrm>
                <a:off x="8389612" y="281160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9" name="文字方塊 53">
                <a:extLst>
                  <a:ext uri="{FF2B5EF4-FFF2-40B4-BE49-F238E27FC236}">
                    <a16:creationId xmlns:a16="http://schemas.microsoft.com/office/drawing/2014/main" id="{F331D615-2C44-EA18-528F-FB5718977C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9612" y="2811605"/>
                <a:ext cx="295688" cy="400110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文字方塊 74">
            <a:extLst>
              <a:ext uri="{FF2B5EF4-FFF2-40B4-BE49-F238E27FC236}">
                <a16:creationId xmlns:a16="http://schemas.microsoft.com/office/drawing/2014/main" id="{0850043E-5FA1-76F9-E151-EEDFA4D936A4}"/>
              </a:ext>
            </a:extLst>
          </p:cNvPr>
          <p:cNvSpPr txBox="1"/>
          <p:nvPr/>
        </p:nvSpPr>
        <p:spPr>
          <a:xfrm>
            <a:off x="7170342" y="3436519"/>
            <a:ext cx="16028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Lucida Handwriting" panose="03010101010101010101" pitchFamily="66" charset="0"/>
              </a:rPr>
              <a:t>$ 49561.6</a:t>
            </a:r>
            <a:endParaRPr lang="en-HK" altLang="zh-HK" sz="2000" b="1">
              <a:ln>
                <a:solidFill>
                  <a:schemeClr val="tx1"/>
                </a:solidFill>
              </a:ln>
              <a:solidFill>
                <a:schemeClr val="accent2">
                  <a:lumMod val="40000"/>
                  <a:lumOff val="60000"/>
                </a:schemeClr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1" name="文字方塊 80">
                <a:extLst>
                  <a:ext uri="{FF2B5EF4-FFF2-40B4-BE49-F238E27FC236}">
                    <a16:creationId xmlns:a16="http://schemas.microsoft.com/office/drawing/2014/main" id="{D3790BDE-39C4-56B4-5F3C-852C02FEA1BD}"/>
                  </a:ext>
                </a:extLst>
              </p:cNvPr>
              <p:cNvSpPr txBox="1"/>
              <p:nvPr/>
            </p:nvSpPr>
            <p:spPr>
              <a:xfrm>
                <a:off x="6874655" y="342900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1" name="文字方塊 80">
                <a:extLst>
                  <a:ext uri="{FF2B5EF4-FFF2-40B4-BE49-F238E27FC236}">
                    <a16:creationId xmlns:a16="http://schemas.microsoft.com/office/drawing/2014/main" id="{D3790BDE-39C4-56B4-5F3C-852C02FEA1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4655" y="3429000"/>
                <a:ext cx="295688" cy="400110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文字方塊 74">
            <a:extLst>
              <a:ext uri="{FF2B5EF4-FFF2-40B4-BE49-F238E27FC236}">
                <a16:creationId xmlns:a16="http://schemas.microsoft.com/office/drawing/2014/main" id="{BC206A3B-30B5-B24D-8DD8-E54E93D6FD7E}"/>
              </a:ext>
            </a:extLst>
          </p:cNvPr>
          <p:cNvSpPr txBox="1"/>
          <p:nvPr/>
        </p:nvSpPr>
        <p:spPr>
          <a:xfrm>
            <a:off x="1073006" y="5453029"/>
            <a:ext cx="19638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$ 49967.93</a:t>
            </a:r>
            <a:endParaRPr lang="en-HK" altLang="zh-HK" sz="2000" b="1">
              <a:ln>
                <a:solidFill>
                  <a:schemeClr val="tx1"/>
                </a:solidFill>
              </a:ln>
              <a:solidFill>
                <a:srgbClr val="FFFF0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3" name="文字方塊 80">
                <a:extLst>
                  <a:ext uri="{FF2B5EF4-FFF2-40B4-BE49-F238E27FC236}">
                    <a16:creationId xmlns:a16="http://schemas.microsoft.com/office/drawing/2014/main" id="{8C42402A-CD09-58CB-C7BE-30691484C420}"/>
                  </a:ext>
                </a:extLst>
              </p:cNvPr>
              <p:cNvSpPr txBox="1"/>
              <p:nvPr/>
            </p:nvSpPr>
            <p:spPr>
              <a:xfrm>
                <a:off x="777319" y="544551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3" name="文字方塊 80">
                <a:extLst>
                  <a:ext uri="{FF2B5EF4-FFF2-40B4-BE49-F238E27FC236}">
                    <a16:creationId xmlns:a16="http://schemas.microsoft.com/office/drawing/2014/main" id="{8C42402A-CD09-58CB-C7BE-30691484C4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319" y="5445510"/>
                <a:ext cx="295688" cy="400110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文字方塊 74">
            <a:extLst>
              <a:ext uri="{FF2B5EF4-FFF2-40B4-BE49-F238E27FC236}">
                <a16:creationId xmlns:a16="http://schemas.microsoft.com/office/drawing/2014/main" id="{EB8A39FB-8B9F-E267-F0F9-0922655CE60E}"/>
              </a:ext>
            </a:extLst>
          </p:cNvPr>
          <p:cNvSpPr txBox="1"/>
          <p:nvPr/>
        </p:nvSpPr>
        <p:spPr>
          <a:xfrm>
            <a:off x="7197040" y="4007708"/>
            <a:ext cx="19638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$ 49967.93</a:t>
            </a:r>
            <a:endParaRPr lang="en-HK" altLang="zh-HK" sz="2000" b="1">
              <a:ln>
                <a:solidFill>
                  <a:schemeClr val="tx1"/>
                </a:solidFill>
              </a:ln>
              <a:solidFill>
                <a:srgbClr val="FFFF0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6" name="文字方塊 80">
                <a:extLst>
                  <a:ext uri="{FF2B5EF4-FFF2-40B4-BE49-F238E27FC236}">
                    <a16:creationId xmlns:a16="http://schemas.microsoft.com/office/drawing/2014/main" id="{D2ACFBBD-D13D-6D8A-511F-19B74D3D0A19}"/>
                  </a:ext>
                </a:extLst>
              </p:cNvPr>
              <p:cNvSpPr txBox="1"/>
              <p:nvPr/>
            </p:nvSpPr>
            <p:spPr>
              <a:xfrm>
                <a:off x="6901353" y="400018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6" name="文字方塊 80">
                <a:extLst>
                  <a:ext uri="{FF2B5EF4-FFF2-40B4-BE49-F238E27FC236}">
                    <a16:creationId xmlns:a16="http://schemas.microsoft.com/office/drawing/2014/main" id="{D2ACFBBD-D13D-6D8A-511F-19B74D3D0A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1353" y="4000189"/>
                <a:ext cx="295688" cy="400110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7" name="群組 96">
            <a:extLst>
              <a:ext uri="{FF2B5EF4-FFF2-40B4-BE49-F238E27FC236}">
                <a16:creationId xmlns:a16="http://schemas.microsoft.com/office/drawing/2014/main" id="{DAB209DE-882B-5111-BAD3-0EEA7D731DE2}"/>
              </a:ext>
            </a:extLst>
          </p:cNvPr>
          <p:cNvGrpSpPr/>
          <p:nvPr/>
        </p:nvGrpSpPr>
        <p:grpSpPr>
          <a:xfrm>
            <a:off x="6726621" y="4427216"/>
            <a:ext cx="5325388" cy="717883"/>
            <a:chOff x="420004" y="4149080"/>
            <a:chExt cx="5325388" cy="717883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8" name="文字方塊 97">
                  <a:extLst>
                    <a:ext uri="{FF2B5EF4-FFF2-40B4-BE49-F238E27FC236}">
                      <a16:creationId xmlns:a16="http://schemas.microsoft.com/office/drawing/2014/main" id="{061E8E19-B366-1742-A6E1-161BBC4A2565}"/>
                    </a:ext>
                  </a:extLst>
                </p:cNvPr>
                <p:cNvSpPr txBox="1"/>
                <p:nvPr/>
              </p:nvSpPr>
              <p:spPr>
                <a:xfrm>
                  <a:off x="420004" y="4149080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∴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58" name="文字方塊 97">
                  <a:extLst>
                    <a:ext uri="{FF2B5EF4-FFF2-40B4-BE49-F238E27FC236}">
                      <a16:creationId xmlns:a16="http://schemas.microsoft.com/office/drawing/2014/main" id="{061E8E19-B366-1742-A6E1-161BBC4A25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0004" y="4149080"/>
                  <a:ext cx="295688" cy="400110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9" name="文字方塊 98">
              <a:extLst>
                <a:ext uri="{FF2B5EF4-FFF2-40B4-BE49-F238E27FC236}">
                  <a16:creationId xmlns:a16="http://schemas.microsoft.com/office/drawing/2014/main" id="{92A04008-82A9-2009-6B81-38B39B211527}"/>
                </a:ext>
              </a:extLst>
            </p:cNvPr>
            <p:cNvSpPr txBox="1"/>
            <p:nvPr/>
          </p:nvSpPr>
          <p:spPr>
            <a:xfrm>
              <a:off x="744386" y="4159077"/>
              <a:ext cx="5001006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The </a:t>
              </a:r>
              <a:r>
                <a:rPr lang="en-US" altLang="zh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value of the piano in </a:t>
              </a:r>
              <a:r>
                <a:rPr lang="en-US" altLang="zh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2022 </a:t>
              </a:r>
              <a:r>
                <a:rPr lang="en-US" altLang="zh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will not be the same as that found in (a) </a:t>
              </a:r>
              <a:endParaRPr lang="zh-TW" altLang="en-US" sz="2000" b="1">
                <a:latin typeface="Lucida Handwriting" panose="03010101010101010101" pitchFamily="66" charset="0"/>
              </a:endParaRPr>
            </a:p>
          </p:txBody>
        </p:sp>
      </p:grpSp>
      <p:sp>
        <p:nvSpPr>
          <p:cNvPr id="60" name="TextBox 59">
            <a:extLst>
              <a:ext uri="{FF2B5EF4-FFF2-40B4-BE49-F238E27FC236}">
                <a16:creationId xmlns:a16="http://schemas.microsoft.com/office/drawing/2014/main" id="{6EEF6101-23FE-8392-411E-1C984B3D13A5}"/>
              </a:ext>
            </a:extLst>
          </p:cNvPr>
          <p:cNvSpPr txBox="1"/>
          <p:nvPr/>
        </p:nvSpPr>
        <p:spPr>
          <a:xfrm>
            <a:off x="6821213" y="5159076"/>
            <a:ext cx="393087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latin typeface="Lucida Calligraphy" panose="03010101010101010101" pitchFamily="66" charset="0"/>
              </a:rPr>
              <a:t>The required difference</a:t>
            </a:r>
            <a:endParaRPr lang="en-US" sz="2000">
              <a:solidFill>
                <a:srgbClr val="00B05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1" name="文字方塊 74">
                <a:extLst>
                  <a:ext uri="{FF2B5EF4-FFF2-40B4-BE49-F238E27FC236}">
                    <a16:creationId xmlns:a16="http://schemas.microsoft.com/office/drawing/2014/main" id="{99135909-437C-A6DC-C7E3-0404D3D8B671}"/>
                  </a:ext>
                </a:extLst>
              </p:cNvPr>
              <p:cNvSpPr txBox="1"/>
              <p:nvPr/>
            </p:nvSpPr>
            <p:spPr>
              <a:xfrm>
                <a:off x="7299434" y="5678639"/>
                <a:ext cx="381955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$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rPr>
                  <a:t> </a:t>
                </a:r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(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rPr>
                  <a:t>49967.93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Lucida Handwriting" panose="03010101010101010101" pitchFamily="66" charset="0"/>
                  </a:rPr>
                  <a:t> 49561.6</a:t>
                </a:r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)</a:t>
                </a:r>
                <a:endPara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61" name="文字方塊 74">
                <a:extLst>
                  <a:ext uri="{FF2B5EF4-FFF2-40B4-BE49-F238E27FC236}">
                    <a16:creationId xmlns:a16="http://schemas.microsoft.com/office/drawing/2014/main" id="{99135909-437C-A6DC-C7E3-0404D3D8B6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9434" y="5678639"/>
                <a:ext cx="3819559" cy="400110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" name="文字方塊 80">
                <a:extLst>
                  <a:ext uri="{FF2B5EF4-FFF2-40B4-BE49-F238E27FC236}">
                    <a16:creationId xmlns:a16="http://schemas.microsoft.com/office/drawing/2014/main" id="{75236D72-3DF9-AAF7-2AEF-2A08BDAC7B91}"/>
                  </a:ext>
                </a:extLst>
              </p:cNvPr>
              <p:cNvSpPr txBox="1"/>
              <p:nvPr/>
            </p:nvSpPr>
            <p:spPr>
              <a:xfrm>
                <a:off x="7003748" y="567112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62" name="文字方塊 80">
                <a:extLst>
                  <a:ext uri="{FF2B5EF4-FFF2-40B4-BE49-F238E27FC236}">
                    <a16:creationId xmlns:a16="http://schemas.microsoft.com/office/drawing/2014/main" id="{75236D72-3DF9-AAF7-2AEF-2A08BDAC7B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3748" y="5671120"/>
                <a:ext cx="295688" cy="400110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3" name="文字方塊 80">
                <a:extLst>
                  <a:ext uri="{FF2B5EF4-FFF2-40B4-BE49-F238E27FC236}">
                    <a16:creationId xmlns:a16="http://schemas.microsoft.com/office/drawing/2014/main" id="{559C9A47-A0AA-977F-8AE6-4F53F7841456}"/>
                  </a:ext>
                </a:extLst>
              </p:cNvPr>
              <p:cNvSpPr txBox="1"/>
              <p:nvPr/>
            </p:nvSpPr>
            <p:spPr>
              <a:xfrm>
                <a:off x="7007631" y="622376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63" name="文字方塊 80">
                <a:extLst>
                  <a:ext uri="{FF2B5EF4-FFF2-40B4-BE49-F238E27FC236}">
                    <a16:creationId xmlns:a16="http://schemas.microsoft.com/office/drawing/2014/main" id="{559C9A47-A0AA-977F-8AE6-4F53F78414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7631" y="6223769"/>
                <a:ext cx="295688" cy="400110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文字方塊 74">
            <a:extLst>
              <a:ext uri="{FF2B5EF4-FFF2-40B4-BE49-F238E27FC236}">
                <a16:creationId xmlns:a16="http://schemas.microsoft.com/office/drawing/2014/main" id="{BEE93569-CB80-C591-07E0-A07FA7F4AC3A}"/>
              </a:ext>
            </a:extLst>
          </p:cNvPr>
          <p:cNvSpPr txBox="1"/>
          <p:nvPr/>
        </p:nvSpPr>
        <p:spPr>
          <a:xfrm>
            <a:off x="7299434" y="6204660"/>
            <a:ext cx="13086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latin typeface="Lucida Handwriting" panose="03010101010101010101" pitchFamily="66" charset="0"/>
              </a:rPr>
              <a:t>$ 406</a:t>
            </a:r>
            <a:endParaRPr lang="en-HK" altLang="zh-HK" sz="2000" b="1">
              <a:ln>
                <a:solidFill>
                  <a:schemeClr val="tx1"/>
                </a:solidFill>
              </a:ln>
              <a:solidFill>
                <a:srgbClr val="00B050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87AE157-B10C-8930-CC08-EEB855ABF51F}"/>
              </a:ext>
            </a:extLst>
          </p:cNvPr>
          <p:cNvSpPr txBox="1"/>
          <p:nvPr/>
        </p:nvSpPr>
        <p:spPr>
          <a:xfrm>
            <a:off x="8261129" y="6198202"/>
            <a:ext cx="393087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(cor. to the  nearest dollar)</a:t>
            </a:r>
            <a:endParaRPr lang="en-US" sz="2000">
              <a:latin typeface="Lucida Calligraphy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6925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3" grpId="0"/>
      <p:bldP spid="14" grpId="0"/>
      <p:bldP spid="15" grpId="0"/>
      <p:bldP spid="17" grpId="0"/>
      <p:bldP spid="18" grpId="0"/>
      <p:bldP spid="19" grpId="0"/>
      <p:bldP spid="21" grpId="0"/>
      <p:bldP spid="22" grpId="0"/>
      <p:bldP spid="27" grpId="0"/>
      <p:bldP spid="28" grpId="0"/>
      <p:bldP spid="29" grpId="0"/>
      <p:bldP spid="30" grpId="0"/>
      <p:bldP spid="31" grpId="0"/>
      <p:bldP spid="33" grpId="0"/>
      <p:bldP spid="39" grpId="0"/>
      <p:bldP spid="40" grpId="0"/>
      <p:bldP spid="41" grpId="0"/>
      <p:bldP spid="42" grpId="0"/>
      <p:bldP spid="47" grpId="0"/>
      <p:bldP spid="48" grpId="0"/>
      <p:bldP spid="49" grpId="0"/>
      <p:bldP spid="50" grpId="0"/>
      <p:bldP spid="51" grpId="0"/>
      <p:bldP spid="52" grpId="0"/>
      <p:bldP spid="53" grpId="0"/>
      <p:bldP spid="54" grpId="0"/>
      <p:bldP spid="56" grpId="0"/>
      <p:bldP spid="60" grpId="0"/>
      <p:bldP spid="61" grpId="0"/>
      <p:bldP spid="62" grpId="0"/>
      <p:bldP spid="63" grpId="0"/>
      <p:bldP spid="64" grpId="0"/>
      <p:bldP spid="6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65">
            <a:extLst>
              <a:ext uri="{FF2B5EF4-FFF2-40B4-BE49-F238E27FC236}">
                <a16:creationId xmlns:a16="http://schemas.microsoft.com/office/drawing/2014/main" id="{4B6AA84A-C7A2-7954-87CB-225B1CB2CF7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78"/>
          <a:stretch>
            <a:fillRect/>
          </a:stretch>
        </p:blipFill>
        <p:spPr>
          <a:xfrm>
            <a:off x="272893" y="202621"/>
            <a:ext cx="11433602" cy="231601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筆跡 4">
                <a:extLst>
                  <a:ext uri="{FF2B5EF4-FFF2-40B4-BE49-F238E27FC236}">
                    <a16:creationId xmlns:a16="http://schemas.microsoft.com/office/drawing/2014/main" id="{79EF28CD-ADBD-83DD-FF6A-72A54D8D4DFA}"/>
                  </a:ext>
                </a:extLst>
              </p14:cNvPr>
              <p14:cNvContentPartPr/>
              <p14:nvPr/>
            </p14:nvContentPartPr>
            <p14:xfrm>
              <a:off x="1471447" y="367884"/>
              <a:ext cx="1187669" cy="45719"/>
            </p14:xfrm>
          </p:contentPart>
        </mc:Choice>
        <mc:Fallback>
          <p:pic>
            <p:nvPicPr>
              <p:cNvPr id="6" name="筆跡 4">
                <a:extLst>
                  <a:ext uri="{FF2B5EF4-FFF2-40B4-BE49-F238E27FC236}">
                    <a16:creationId xmlns:a16="http://schemas.microsoft.com/office/drawing/2014/main" id="{79EF28CD-ADBD-83DD-FF6A-72A54D8D4DF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17429" y="-13347816"/>
                <a:ext cx="1295344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7" name="筆跡 8">
                <a:extLst>
                  <a:ext uri="{FF2B5EF4-FFF2-40B4-BE49-F238E27FC236}">
                    <a16:creationId xmlns:a16="http://schemas.microsoft.com/office/drawing/2014/main" id="{9C87C406-99D0-89D1-87A4-94E69205D073}"/>
                  </a:ext>
                </a:extLst>
              </p14:cNvPr>
              <p14:cNvContentPartPr/>
              <p14:nvPr/>
            </p14:nvContentPartPr>
            <p14:xfrm>
              <a:off x="5027442" y="390743"/>
              <a:ext cx="1636117" cy="45719"/>
            </p14:xfrm>
          </p:contentPart>
        </mc:Choice>
        <mc:Fallback>
          <p:pic>
            <p:nvPicPr>
              <p:cNvPr id="7" name="筆跡 8">
                <a:extLst>
                  <a:ext uri="{FF2B5EF4-FFF2-40B4-BE49-F238E27FC236}">
                    <a16:creationId xmlns:a16="http://schemas.microsoft.com/office/drawing/2014/main" id="{9C87C406-99D0-89D1-87A4-94E69205D07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973421" y="-13324957"/>
                <a:ext cx="1743799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8" name="筆跡 10">
                <a:extLst>
                  <a:ext uri="{FF2B5EF4-FFF2-40B4-BE49-F238E27FC236}">
                    <a16:creationId xmlns:a16="http://schemas.microsoft.com/office/drawing/2014/main" id="{A7407A06-C21F-67ED-CD01-D88289260E5E}"/>
                  </a:ext>
                </a:extLst>
              </p14:cNvPr>
              <p14:cNvContentPartPr/>
              <p14:nvPr/>
            </p14:nvContentPartPr>
            <p14:xfrm>
              <a:off x="880623" y="756586"/>
              <a:ext cx="1084811" cy="45719"/>
            </p14:xfrm>
          </p:contentPart>
        </mc:Choice>
        <mc:Fallback>
          <p:pic>
            <p:nvPicPr>
              <p:cNvPr id="8" name="筆跡 10">
                <a:extLst>
                  <a:ext uri="{FF2B5EF4-FFF2-40B4-BE49-F238E27FC236}">
                    <a16:creationId xmlns:a16="http://schemas.microsoft.com/office/drawing/2014/main" id="{A7407A06-C21F-67ED-CD01-D88289260E5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26599" y="-12959114"/>
                <a:ext cx="1192500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9" name="筆跡 10">
                <a:extLst>
                  <a:ext uri="{FF2B5EF4-FFF2-40B4-BE49-F238E27FC236}">
                    <a16:creationId xmlns:a16="http://schemas.microsoft.com/office/drawing/2014/main" id="{27D9AB6B-F438-991C-A70E-335254516732}"/>
                  </a:ext>
                </a:extLst>
              </p14:cNvPr>
              <p14:cNvContentPartPr/>
              <p14:nvPr/>
            </p14:nvContentPartPr>
            <p14:xfrm>
              <a:off x="1387366" y="1136796"/>
              <a:ext cx="4361793" cy="45719"/>
            </p14:xfrm>
          </p:contentPart>
        </mc:Choice>
        <mc:Fallback>
          <p:pic>
            <p:nvPicPr>
              <p:cNvPr id="9" name="筆跡 10">
                <a:extLst>
                  <a:ext uri="{FF2B5EF4-FFF2-40B4-BE49-F238E27FC236}">
                    <a16:creationId xmlns:a16="http://schemas.microsoft.com/office/drawing/2014/main" id="{27D9AB6B-F438-991C-A70E-33525451673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333334" y="-12578904"/>
                <a:ext cx="4469496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0" name="筆跡 59">
                <a:extLst>
                  <a:ext uri="{FF2B5EF4-FFF2-40B4-BE49-F238E27FC236}">
                    <a16:creationId xmlns:a16="http://schemas.microsoft.com/office/drawing/2014/main" id="{BA2F4533-92B8-FCF8-025A-82EB7A378BCE}"/>
                  </a:ext>
                </a:extLst>
              </p14:cNvPr>
              <p14:cNvContentPartPr/>
              <p14:nvPr/>
            </p14:nvContentPartPr>
            <p14:xfrm>
              <a:off x="6011917" y="756585"/>
              <a:ext cx="2249213" cy="45719"/>
            </p14:xfrm>
          </p:contentPart>
        </mc:Choice>
        <mc:Fallback>
          <p:pic>
            <p:nvPicPr>
              <p:cNvPr id="10" name="筆跡 59">
                <a:extLst>
                  <a:ext uri="{FF2B5EF4-FFF2-40B4-BE49-F238E27FC236}">
                    <a16:creationId xmlns:a16="http://schemas.microsoft.com/office/drawing/2014/main" id="{BA2F4533-92B8-FCF8-025A-82EB7A378BCE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957875" y="-12959115"/>
                <a:ext cx="2356936" cy="27431400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文字方塊 98">
            <a:extLst>
              <a:ext uri="{FF2B5EF4-FFF2-40B4-BE49-F238E27FC236}">
                <a16:creationId xmlns:a16="http://schemas.microsoft.com/office/drawing/2014/main" id="{36DB6C36-13CD-3635-F44C-426CB78C20E8}"/>
              </a:ext>
            </a:extLst>
          </p:cNvPr>
          <p:cNvSpPr txBox="1"/>
          <p:nvPr/>
        </p:nvSpPr>
        <p:spPr>
          <a:xfrm>
            <a:off x="609705" y="2609963"/>
            <a:ext cx="108906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Let </a:t>
            </a:r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$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P 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be the profit of each company in 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2021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 and </a:t>
            </a:r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$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P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 ,</a:t>
            </a:r>
            <a:r>
              <a:rPr lang="en-HK" altLang="zh-HK" sz="20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 </a:t>
            </a:r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latin typeface="Lucida Handwriting" panose="03010101010101010101" pitchFamily="66" charset="0"/>
              </a:rPr>
              <a:t>$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latin typeface="Lucida Calligraphy" panose="03010101010101010101" pitchFamily="66" charset="0"/>
              </a:rPr>
              <a:t>P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  be the profits of companies A and B in 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2019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 respectively</a:t>
            </a:r>
            <a:r>
              <a:rPr lang="en-US" altLang="zh-TW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 </a:t>
            </a:r>
            <a:endParaRPr lang="zh-TW" altLang="en-US" sz="2000" b="1">
              <a:latin typeface="Lucida Handwriting" panose="03010101010101010101" pitchFamily="66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39D7BB8-60E3-1C93-7D37-E36742241731}"/>
              </a:ext>
            </a:extLst>
          </p:cNvPr>
          <p:cNvSpPr txBox="1"/>
          <p:nvPr/>
        </p:nvSpPr>
        <p:spPr>
          <a:xfrm>
            <a:off x="169840" y="2618901"/>
            <a:ext cx="5780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(a) </a:t>
            </a:r>
            <a:endParaRPr lang="en-US" sz="2000"/>
          </a:p>
        </p:txBody>
      </p:sp>
      <p:sp>
        <p:nvSpPr>
          <p:cNvPr id="13" name="文字方塊 15">
            <a:extLst>
              <a:ext uri="{FF2B5EF4-FFF2-40B4-BE49-F238E27FC236}">
                <a16:creationId xmlns:a16="http://schemas.microsoft.com/office/drawing/2014/main" id="{66B65F29-23EE-1510-9370-6AFBFCCB1315}"/>
              </a:ext>
            </a:extLst>
          </p:cNvPr>
          <p:cNvSpPr txBox="1"/>
          <p:nvPr/>
        </p:nvSpPr>
        <p:spPr>
          <a:xfrm>
            <a:off x="7699444" y="2770227"/>
            <a:ext cx="3593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1400" b="1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A</a:t>
            </a:r>
          </a:p>
        </p:txBody>
      </p:sp>
      <p:sp>
        <p:nvSpPr>
          <p:cNvPr id="14" name="文字方塊 15">
            <a:extLst>
              <a:ext uri="{FF2B5EF4-FFF2-40B4-BE49-F238E27FC236}">
                <a16:creationId xmlns:a16="http://schemas.microsoft.com/office/drawing/2014/main" id="{8CB67ECE-5B93-F6BE-83D9-D0559B9F5FB7}"/>
              </a:ext>
            </a:extLst>
          </p:cNvPr>
          <p:cNvSpPr txBox="1"/>
          <p:nvPr/>
        </p:nvSpPr>
        <p:spPr>
          <a:xfrm>
            <a:off x="8294535" y="2770227"/>
            <a:ext cx="3257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1400" b="1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latin typeface="Lucida Calligraphy" panose="03010101010101010101" pitchFamily="66" charset="0"/>
              </a:rPr>
              <a:t>B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F5E0F10-28CA-07D1-3D33-48C24EE260E2}"/>
              </a:ext>
            </a:extLst>
          </p:cNvPr>
          <p:cNvSpPr txBox="1"/>
          <p:nvPr/>
        </p:nvSpPr>
        <p:spPr>
          <a:xfrm>
            <a:off x="540626" y="3363981"/>
            <a:ext cx="28457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Number of periods</a:t>
            </a:r>
            <a:endParaRPr lang="en-US" sz="2000">
              <a:solidFill>
                <a:schemeClr val="accent5">
                  <a:lumMod val="60000"/>
                  <a:lumOff val="40000"/>
                </a:schemeClr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文字方塊 80">
                <a:extLst>
                  <a:ext uri="{FF2B5EF4-FFF2-40B4-BE49-F238E27FC236}">
                    <a16:creationId xmlns:a16="http://schemas.microsoft.com/office/drawing/2014/main" id="{15D68678-FF05-B3C8-6959-65A6BBC93917}"/>
                  </a:ext>
                </a:extLst>
              </p:cNvPr>
              <p:cNvSpPr txBox="1"/>
              <p:nvPr/>
            </p:nvSpPr>
            <p:spPr>
              <a:xfrm>
                <a:off x="3250358" y="337281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6" name="文字方塊 80">
                <a:extLst>
                  <a:ext uri="{FF2B5EF4-FFF2-40B4-BE49-F238E27FC236}">
                    <a16:creationId xmlns:a16="http://schemas.microsoft.com/office/drawing/2014/main" id="{15D68678-FF05-B3C8-6959-65A6BBC939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0358" y="3372818"/>
                <a:ext cx="295688" cy="4001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文字方塊 81">
                <a:extLst>
                  <a:ext uri="{FF2B5EF4-FFF2-40B4-BE49-F238E27FC236}">
                    <a16:creationId xmlns:a16="http://schemas.microsoft.com/office/drawing/2014/main" id="{6ED78F33-0EFC-BB5C-5682-110EEC884084}"/>
                  </a:ext>
                </a:extLst>
              </p:cNvPr>
              <p:cNvSpPr txBox="1"/>
              <p:nvPr/>
            </p:nvSpPr>
            <p:spPr>
              <a:xfrm>
                <a:off x="3608426" y="3381655"/>
                <a:ext cx="208359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(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rPr>
                  <a:t>2021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rPr>
                  <a:t>2019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)</a:t>
                </a:r>
              </a:p>
            </p:txBody>
          </p:sp>
        </mc:Choice>
        <mc:Fallback>
          <p:sp>
            <p:nvSpPr>
              <p:cNvPr id="17" name="文字方塊 81">
                <a:extLst>
                  <a:ext uri="{FF2B5EF4-FFF2-40B4-BE49-F238E27FC236}">
                    <a16:creationId xmlns:a16="http://schemas.microsoft.com/office/drawing/2014/main" id="{6ED78F33-0EFC-BB5C-5682-110EEC8840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8426" y="3381655"/>
                <a:ext cx="2083597" cy="40011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文字方塊 80">
                <a:extLst>
                  <a:ext uri="{FF2B5EF4-FFF2-40B4-BE49-F238E27FC236}">
                    <a16:creationId xmlns:a16="http://schemas.microsoft.com/office/drawing/2014/main" id="{9B42417D-3BD3-F774-4BF7-15E306E28883}"/>
                  </a:ext>
                </a:extLst>
              </p:cNvPr>
              <p:cNvSpPr txBox="1"/>
              <p:nvPr/>
            </p:nvSpPr>
            <p:spPr>
              <a:xfrm>
                <a:off x="5692023" y="338165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0" name="文字方塊 80">
                <a:extLst>
                  <a:ext uri="{FF2B5EF4-FFF2-40B4-BE49-F238E27FC236}">
                    <a16:creationId xmlns:a16="http://schemas.microsoft.com/office/drawing/2014/main" id="{9B42417D-3BD3-F774-4BF7-15E306E288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2023" y="3381655"/>
                <a:ext cx="295688" cy="4001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56BCF3A2-2734-CBB6-D33C-62AFF0CE9424}"/>
              </a:ext>
            </a:extLst>
          </p:cNvPr>
          <p:cNvSpPr txBox="1"/>
          <p:nvPr/>
        </p:nvSpPr>
        <p:spPr>
          <a:xfrm>
            <a:off x="6112472" y="3381655"/>
            <a:ext cx="2956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rPr>
              <a:t>2</a:t>
            </a:r>
            <a:endParaRPr lang="en-US" sz="200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22" name="群組 216">
            <a:extLst>
              <a:ext uri="{FF2B5EF4-FFF2-40B4-BE49-F238E27FC236}">
                <a16:creationId xmlns:a16="http://schemas.microsoft.com/office/drawing/2014/main" id="{2A11AC48-A213-9E21-5482-9035840A6E09}"/>
              </a:ext>
            </a:extLst>
          </p:cNvPr>
          <p:cNvGrpSpPr/>
          <p:nvPr/>
        </p:nvGrpSpPr>
        <p:grpSpPr>
          <a:xfrm>
            <a:off x="595634" y="3923074"/>
            <a:ext cx="473365" cy="507832"/>
            <a:chOff x="3533569" y="4005064"/>
            <a:chExt cx="473365" cy="507832"/>
          </a:xfrm>
        </p:grpSpPr>
        <p:sp>
          <p:nvSpPr>
            <p:cNvPr id="23" name="文字方塊 217">
              <a:extLst>
                <a:ext uri="{FF2B5EF4-FFF2-40B4-BE49-F238E27FC236}">
                  <a16:creationId xmlns:a16="http://schemas.microsoft.com/office/drawing/2014/main" id="{CBDB3F01-9B4F-2F8A-0873-1FB35409F8F6}"/>
                </a:ext>
              </a:extLst>
            </p:cNvPr>
            <p:cNvSpPr txBox="1"/>
            <p:nvPr/>
          </p:nvSpPr>
          <p:spPr>
            <a:xfrm>
              <a:off x="3533569" y="4005064"/>
              <a:ext cx="38183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00FF00"/>
                  </a:solidFill>
                  <a:latin typeface="Lucida Calligraphy" panose="03010101010101010101" pitchFamily="66" charset="0"/>
                </a:rPr>
                <a:t>P</a:t>
              </a:r>
            </a:p>
          </p:txBody>
        </p:sp>
        <p:sp>
          <p:nvSpPr>
            <p:cNvPr id="24" name="文字方塊 218">
              <a:extLst>
                <a:ext uri="{FF2B5EF4-FFF2-40B4-BE49-F238E27FC236}">
                  <a16:creationId xmlns:a16="http://schemas.microsoft.com/office/drawing/2014/main" id="{8E5C1BD1-B229-BE61-0EAF-24C8EF2F9759}"/>
                </a:ext>
              </a:extLst>
            </p:cNvPr>
            <p:cNvSpPr txBox="1"/>
            <p:nvPr/>
          </p:nvSpPr>
          <p:spPr>
            <a:xfrm>
              <a:off x="3647540" y="4205119"/>
              <a:ext cx="35939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400" b="1">
                  <a:ln>
                    <a:solidFill>
                      <a:schemeClr val="tx1"/>
                    </a:solidFill>
                  </a:ln>
                  <a:solidFill>
                    <a:srgbClr val="00FF00"/>
                  </a:solidFill>
                  <a:latin typeface="Lucida Calligraphy" panose="03010101010101010101" pitchFamily="66" charset="0"/>
                </a:rPr>
                <a:t>A</a:t>
              </a:r>
            </a:p>
          </p:txBody>
        </p:sp>
      </p:grpSp>
      <p:grpSp>
        <p:nvGrpSpPr>
          <p:cNvPr id="25" name="群組 75">
            <a:extLst>
              <a:ext uri="{FF2B5EF4-FFF2-40B4-BE49-F238E27FC236}">
                <a16:creationId xmlns:a16="http://schemas.microsoft.com/office/drawing/2014/main" id="{6791A436-E143-63F6-309F-4BA13828039F}"/>
              </a:ext>
            </a:extLst>
          </p:cNvPr>
          <p:cNvGrpSpPr/>
          <p:nvPr/>
        </p:nvGrpSpPr>
        <p:grpSpPr>
          <a:xfrm>
            <a:off x="1254833" y="3947692"/>
            <a:ext cx="1388637" cy="409011"/>
            <a:chOff x="1498603" y="1408278"/>
            <a:chExt cx="1388637" cy="409011"/>
          </a:xfrm>
        </p:grpSpPr>
        <p:sp>
          <p:nvSpPr>
            <p:cNvPr id="26" name="文字方塊 76">
              <a:extLst>
                <a:ext uri="{FF2B5EF4-FFF2-40B4-BE49-F238E27FC236}">
                  <a16:creationId xmlns:a16="http://schemas.microsoft.com/office/drawing/2014/main" id="{2BED367B-2C82-8F14-608A-70B93441DB3C}"/>
                </a:ext>
              </a:extLst>
            </p:cNvPr>
            <p:cNvSpPr txBox="1"/>
            <p:nvPr/>
          </p:nvSpPr>
          <p:spPr>
            <a:xfrm>
              <a:off x="1498603" y="1417179"/>
              <a:ext cx="45717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000" b="1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27" name="文字方塊 77">
              <a:extLst>
                <a:ext uri="{FF2B5EF4-FFF2-40B4-BE49-F238E27FC236}">
                  <a16:creationId xmlns:a16="http://schemas.microsoft.com/office/drawing/2014/main" id="{D3F9C21E-EED7-931D-5B6F-6E65CF65CA03}"/>
                </a:ext>
              </a:extLst>
            </p:cNvPr>
            <p:cNvSpPr txBox="1"/>
            <p:nvPr/>
          </p:nvSpPr>
          <p:spPr>
            <a:xfrm>
              <a:off x="2008474" y="1417179"/>
              <a:ext cx="87876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Handwriting" panose="03010101010101010101" pitchFamily="66" charset="0"/>
                </a:rPr>
                <a:t>3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%</a:t>
              </a:r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" name="文字方塊 78">
                  <a:extLst>
                    <a:ext uri="{FF2B5EF4-FFF2-40B4-BE49-F238E27FC236}">
                      <a16:creationId xmlns:a16="http://schemas.microsoft.com/office/drawing/2014/main" id="{F78345BB-4F1D-8D9F-56A7-D747055A4657}"/>
                    </a:ext>
                  </a:extLst>
                </p:cNvPr>
                <p:cNvSpPr txBox="1"/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28" name="文字方塊 78">
                  <a:extLst>
                    <a:ext uri="{FF2B5EF4-FFF2-40B4-BE49-F238E27FC236}">
                      <a16:creationId xmlns:a16="http://schemas.microsoft.com/office/drawing/2014/main" id="{F78345BB-4F1D-8D9F-56A7-D747055A46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9" name="文字方塊 79">
            <a:extLst>
              <a:ext uri="{FF2B5EF4-FFF2-40B4-BE49-F238E27FC236}">
                <a16:creationId xmlns:a16="http://schemas.microsoft.com/office/drawing/2014/main" id="{EDEE9E04-8E01-99BA-5592-C46C173DDFBE}"/>
              </a:ext>
            </a:extLst>
          </p:cNvPr>
          <p:cNvSpPr txBox="1"/>
          <p:nvPr/>
        </p:nvSpPr>
        <p:spPr>
          <a:xfrm>
            <a:off x="2242805" y="3810223"/>
            <a:ext cx="3270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1400" b="1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rPr>
              <a:t>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文字方塊 53">
                <a:extLst>
                  <a:ext uri="{FF2B5EF4-FFF2-40B4-BE49-F238E27FC236}">
                    <a16:creationId xmlns:a16="http://schemas.microsoft.com/office/drawing/2014/main" id="{C65780D7-8512-EBB0-F8E5-DD37E4153685}"/>
                  </a:ext>
                </a:extLst>
              </p:cNvPr>
              <p:cNvSpPr txBox="1"/>
              <p:nvPr/>
            </p:nvSpPr>
            <p:spPr>
              <a:xfrm>
                <a:off x="977470" y="395659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0" name="文字方塊 53">
                <a:extLst>
                  <a:ext uri="{FF2B5EF4-FFF2-40B4-BE49-F238E27FC236}">
                    <a16:creationId xmlns:a16="http://schemas.microsoft.com/office/drawing/2014/main" id="{C65780D7-8512-EBB0-F8E5-DD37E41536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7470" y="3956593"/>
                <a:ext cx="295688" cy="40011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文字方塊 80">
                <a:extLst>
                  <a:ext uri="{FF2B5EF4-FFF2-40B4-BE49-F238E27FC236}">
                    <a16:creationId xmlns:a16="http://schemas.microsoft.com/office/drawing/2014/main" id="{52EE79AF-68B4-4D99-1080-6EB4E0712485}"/>
                  </a:ext>
                </a:extLst>
              </p:cNvPr>
              <p:cNvSpPr txBox="1"/>
              <p:nvPr/>
            </p:nvSpPr>
            <p:spPr>
              <a:xfrm>
                <a:off x="2336307" y="397426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1" name="文字方塊 80">
                <a:extLst>
                  <a:ext uri="{FF2B5EF4-FFF2-40B4-BE49-F238E27FC236}">
                    <a16:creationId xmlns:a16="http://schemas.microsoft.com/office/drawing/2014/main" id="{52EE79AF-68B4-4D99-1080-6EB4E07124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6307" y="3974267"/>
                <a:ext cx="295688" cy="40011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文字方塊 34">
            <a:extLst>
              <a:ext uri="{FF2B5EF4-FFF2-40B4-BE49-F238E27FC236}">
                <a16:creationId xmlns:a16="http://schemas.microsoft.com/office/drawing/2014/main" id="{976948A0-93DA-7868-22FF-6A544D7CA0D9}"/>
              </a:ext>
            </a:extLst>
          </p:cNvPr>
          <p:cNvSpPr txBox="1"/>
          <p:nvPr/>
        </p:nvSpPr>
        <p:spPr>
          <a:xfrm>
            <a:off x="2767822" y="3974267"/>
            <a:ext cx="3891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P</a:t>
            </a:r>
          </a:p>
        </p:txBody>
      </p:sp>
      <p:grpSp>
        <p:nvGrpSpPr>
          <p:cNvPr id="33" name="群組 216">
            <a:extLst>
              <a:ext uri="{FF2B5EF4-FFF2-40B4-BE49-F238E27FC236}">
                <a16:creationId xmlns:a16="http://schemas.microsoft.com/office/drawing/2014/main" id="{97058B16-5318-E9F1-7F92-96BA2D3C2371}"/>
              </a:ext>
            </a:extLst>
          </p:cNvPr>
          <p:cNvGrpSpPr/>
          <p:nvPr/>
        </p:nvGrpSpPr>
        <p:grpSpPr>
          <a:xfrm>
            <a:off x="1859853" y="4622095"/>
            <a:ext cx="473365" cy="507832"/>
            <a:chOff x="3533569" y="4005064"/>
            <a:chExt cx="473365" cy="507832"/>
          </a:xfrm>
        </p:grpSpPr>
        <p:sp>
          <p:nvSpPr>
            <p:cNvPr id="34" name="文字方塊 217">
              <a:extLst>
                <a:ext uri="{FF2B5EF4-FFF2-40B4-BE49-F238E27FC236}">
                  <a16:creationId xmlns:a16="http://schemas.microsoft.com/office/drawing/2014/main" id="{D581473F-2E7B-EE7B-E5ED-67EAE05B5F3B}"/>
                </a:ext>
              </a:extLst>
            </p:cNvPr>
            <p:cNvSpPr txBox="1"/>
            <p:nvPr/>
          </p:nvSpPr>
          <p:spPr>
            <a:xfrm>
              <a:off x="3533569" y="4005064"/>
              <a:ext cx="38183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00FF00"/>
                  </a:solidFill>
                  <a:latin typeface="Lucida Calligraphy" panose="03010101010101010101" pitchFamily="66" charset="0"/>
                </a:rPr>
                <a:t>P</a:t>
              </a:r>
            </a:p>
          </p:txBody>
        </p:sp>
        <p:sp>
          <p:nvSpPr>
            <p:cNvPr id="35" name="文字方塊 218">
              <a:extLst>
                <a:ext uri="{FF2B5EF4-FFF2-40B4-BE49-F238E27FC236}">
                  <a16:creationId xmlns:a16="http://schemas.microsoft.com/office/drawing/2014/main" id="{D323F180-0A45-CD19-1A62-B4687844D3DD}"/>
                </a:ext>
              </a:extLst>
            </p:cNvPr>
            <p:cNvSpPr txBox="1"/>
            <p:nvPr/>
          </p:nvSpPr>
          <p:spPr>
            <a:xfrm>
              <a:off x="3647540" y="4205119"/>
              <a:ext cx="35939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400" b="1">
                  <a:ln>
                    <a:solidFill>
                      <a:schemeClr val="tx1"/>
                    </a:solidFill>
                  </a:ln>
                  <a:solidFill>
                    <a:srgbClr val="00FF00"/>
                  </a:solidFill>
                  <a:latin typeface="Lucida Calligraphy" panose="03010101010101010101" pitchFamily="66" charset="0"/>
                </a:rPr>
                <a:t>A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9" name="文字方塊 80">
                <a:extLst>
                  <a:ext uri="{FF2B5EF4-FFF2-40B4-BE49-F238E27FC236}">
                    <a16:creationId xmlns:a16="http://schemas.microsoft.com/office/drawing/2014/main" id="{83EA585E-A04C-7FC7-4D9F-EB1DE1DBCAAA}"/>
                  </a:ext>
                </a:extLst>
              </p:cNvPr>
              <p:cNvSpPr txBox="1"/>
              <p:nvPr/>
            </p:nvSpPr>
            <p:spPr>
              <a:xfrm>
                <a:off x="2334325" y="464568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9" name="文字方塊 80">
                <a:extLst>
                  <a:ext uri="{FF2B5EF4-FFF2-40B4-BE49-F238E27FC236}">
                    <a16:creationId xmlns:a16="http://schemas.microsoft.com/office/drawing/2014/main" id="{83EA585E-A04C-7FC7-4D9F-EB1DE1DBCA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4325" y="4645680"/>
                <a:ext cx="295688" cy="40011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0" name="群組 74">
            <a:extLst>
              <a:ext uri="{FF2B5EF4-FFF2-40B4-BE49-F238E27FC236}">
                <a16:creationId xmlns:a16="http://schemas.microsoft.com/office/drawing/2014/main" id="{9149485D-673F-6BBE-A0F8-2FF3D28E6CF0}"/>
              </a:ext>
            </a:extLst>
          </p:cNvPr>
          <p:cNvGrpSpPr/>
          <p:nvPr/>
        </p:nvGrpSpPr>
        <p:grpSpPr>
          <a:xfrm>
            <a:off x="2722649" y="4493399"/>
            <a:ext cx="804959" cy="816287"/>
            <a:chOff x="2864189" y="4671588"/>
            <a:chExt cx="804959" cy="816287"/>
          </a:xfrm>
        </p:grpSpPr>
        <p:sp>
          <p:nvSpPr>
            <p:cNvPr id="41" name="文字方塊 75">
              <a:extLst>
                <a:ext uri="{FF2B5EF4-FFF2-40B4-BE49-F238E27FC236}">
                  <a16:creationId xmlns:a16="http://schemas.microsoft.com/office/drawing/2014/main" id="{D6653A50-AC35-8533-855F-3B93833206A3}"/>
                </a:ext>
              </a:extLst>
            </p:cNvPr>
            <p:cNvSpPr txBox="1"/>
            <p:nvPr/>
          </p:nvSpPr>
          <p:spPr>
            <a:xfrm>
              <a:off x="3083730" y="4671588"/>
              <a:ext cx="38183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P</a:t>
              </a:r>
            </a:p>
          </p:txBody>
        </p:sp>
        <p:grpSp>
          <p:nvGrpSpPr>
            <p:cNvPr id="42" name="群組 76">
              <a:extLst>
                <a:ext uri="{FF2B5EF4-FFF2-40B4-BE49-F238E27FC236}">
                  <a16:creationId xmlns:a16="http://schemas.microsoft.com/office/drawing/2014/main" id="{8036E631-F32D-6D7C-C3E0-B4BC173CA9F6}"/>
                </a:ext>
              </a:extLst>
            </p:cNvPr>
            <p:cNvGrpSpPr/>
            <p:nvPr/>
          </p:nvGrpSpPr>
          <p:grpSpPr>
            <a:xfrm>
              <a:off x="2864189" y="5036045"/>
              <a:ext cx="804959" cy="451830"/>
              <a:chOff x="2864189" y="5036045"/>
              <a:chExt cx="804959" cy="451830"/>
            </a:xfrm>
          </p:grpSpPr>
          <p:cxnSp>
            <p:nvCxnSpPr>
              <p:cNvPr id="43" name="直線接點 77">
                <a:extLst>
                  <a:ext uri="{FF2B5EF4-FFF2-40B4-BE49-F238E27FC236}">
                    <a16:creationId xmlns:a16="http://schemas.microsoft.com/office/drawing/2014/main" id="{E9D39C68-0233-32AC-0B0B-F81E453139DC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2896107" y="5036045"/>
                <a:ext cx="773041" cy="0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44" name="文字方塊 78">
                <a:extLst>
                  <a:ext uri="{FF2B5EF4-FFF2-40B4-BE49-F238E27FC236}">
                    <a16:creationId xmlns:a16="http://schemas.microsoft.com/office/drawing/2014/main" id="{759030F7-09CB-6FF4-4FCE-D15A9CBC337B}"/>
                  </a:ext>
                </a:extLst>
              </p:cNvPr>
              <p:cNvSpPr txBox="1"/>
              <p:nvPr/>
            </p:nvSpPr>
            <p:spPr>
              <a:xfrm>
                <a:off x="2864189" y="5087765"/>
                <a:ext cx="78899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1.03</a:t>
                </a:r>
                <a:endPara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p:sp>
        <p:nvSpPr>
          <p:cNvPr id="47" name="文字方塊 79">
            <a:extLst>
              <a:ext uri="{FF2B5EF4-FFF2-40B4-BE49-F238E27FC236}">
                <a16:creationId xmlns:a16="http://schemas.microsoft.com/office/drawing/2014/main" id="{5B40A057-3001-EFDC-177E-157BD0B0BC62}"/>
              </a:ext>
            </a:extLst>
          </p:cNvPr>
          <p:cNvSpPr txBox="1"/>
          <p:nvPr/>
        </p:nvSpPr>
        <p:spPr>
          <a:xfrm>
            <a:off x="3348124" y="4841789"/>
            <a:ext cx="3270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1400" b="1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rPr>
              <a:t>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8" name="文字方塊 80">
                <a:extLst>
                  <a:ext uri="{FF2B5EF4-FFF2-40B4-BE49-F238E27FC236}">
                    <a16:creationId xmlns:a16="http://schemas.microsoft.com/office/drawing/2014/main" id="{D85865DC-A8EE-5604-3B7E-6853A7720483}"/>
                  </a:ext>
                </a:extLst>
              </p:cNvPr>
              <p:cNvSpPr txBox="1"/>
              <p:nvPr/>
            </p:nvSpPr>
            <p:spPr>
              <a:xfrm>
                <a:off x="2316010" y="552114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8" name="文字方塊 80">
                <a:extLst>
                  <a:ext uri="{FF2B5EF4-FFF2-40B4-BE49-F238E27FC236}">
                    <a16:creationId xmlns:a16="http://schemas.microsoft.com/office/drawing/2014/main" id="{D85865DC-A8EE-5604-3B7E-6853A77204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6010" y="5521149"/>
                <a:ext cx="295688" cy="40011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9" name="群組 74">
            <a:extLst>
              <a:ext uri="{FF2B5EF4-FFF2-40B4-BE49-F238E27FC236}">
                <a16:creationId xmlns:a16="http://schemas.microsoft.com/office/drawing/2014/main" id="{52718AC2-747F-EF7D-53B2-0BBA899A323A}"/>
              </a:ext>
            </a:extLst>
          </p:cNvPr>
          <p:cNvGrpSpPr/>
          <p:nvPr/>
        </p:nvGrpSpPr>
        <p:grpSpPr>
          <a:xfrm>
            <a:off x="2645659" y="5359742"/>
            <a:ext cx="1159565" cy="816287"/>
            <a:chOff x="2805514" y="4662462"/>
            <a:chExt cx="1159565" cy="816287"/>
          </a:xfrm>
        </p:grpSpPr>
        <p:sp>
          <p:nvSpPr>
            <p:cNvPr id="50" name="文字方塊 75">
              <a:extLst>
                <a:ext uri="{FF2B5EF4-FFF2-40B4-BE49-F238E27FC236}">
                  <a16:creationId xmlns:a16="http://schemas.microsoft.com/office/drawing/2014/main" id="{7F0899AC-DAEE-3985-1429-B7EB00307651}"/>
                </a:ext>
              </a:extLst>
            </p:cNvPr>
            <p:cNvSpPr txBox="1"/>
            <p:nvPr/>
          </p:nvSpPr>
          <p:spPr>
            <a:xfrm>
              <a:off x="3189103" y="4662462"/>
              <a:ext cx="38183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00FF00"/>
                  </a:solidFill>
                  <a:latin typeface="Lucida Calligraphy" panose="03010101010101010101" pitchFamily="66" charset="0"/>
                </a:rPr>
                <a:t>P</a:t>
              </a:r>
            </a:p>
          </p:txBody>
        </p:sp>
        <p:grpSp>
          <p:nvGrpSpPr>
            <p:cNvPr id="51" name="群組 76">
              <a:extLst>
                <a:ext uri="{FF2B5EF4-FFF2-40B4-BE49-F238E27FC236}">
                  <a16:creationId xmlns:a16="http://schemas.microsoft.com/office/drawing/2014/main" id="{5E3B88C4-7691-368B-56BC-5C35B8EAF7FC}"/>
                </a:ext>
              </a:extLst>
            </p:cNvPr>
            <p:cNvGrpSpPr/>
            <p:nvPr/>
          </p:nvGrpSpPr>
          <p:grpSpPr>
            <a:xfrm>
              <a:off x="2805514" y="5036045"/>
              <a:ext cx="1159565" cy="442704"/>
              <a:chOff x="2805514" y="5036045"/>
              <a:chExt cx="1159565" cy="442704"/>
            </a:xfrm>
          </p:grpSpPr>
          <p:cxnSp>
            <p:nvCxnSpPr>
              <p:cNvPr id="52" name="直線接點 77">
                <a:extLst>
                  <a:ext uri="{FF2B5EF4-FFF2-40B4-BE49-F238E27FC236}">
                    <a16:creationId xmlns:a16="http://schemas.microsoft.com/office/drawing/2014/main" id="{E52791C1-4C6C-3DAA-FB37-79016CFD7680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2896107" y="5036045"/>
                <a:ext cx="1068972" cy="0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53" name="文字方塊 78">
                <a:extLst>
                  <a:ext uri="{FF2B5EF4-FFF2-40B4-BE49-F238E27FC236}">
                    <a16:creationId xmlns:a16="http://schemas.microsoft.com/office/drawing/2014/main" id="{4677E035-3ADF-4409-90F4-967E109BEE21}"/>
                  </a:ext>
                </a:extLst>
              </p:cNvPr>
              <p:cNvSpPr txBox="1"/>
              <p:nvPr/>
            </p:nvSpPr>
            <p:spPr>
              <a:xfrm>
                <a:off x="2805514" y="5078639"/>
                <a:ext cx="113524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00FF00"/>
                    </a:solidFill>
                    <a:latin typeface="Lucida Handwriting" panose="03010101010101010101" pitchFamily="66" charset="0"/>
                  </a:rPr>
                  <a:t>1.0609</a:t>
                </a:r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rgbClr val="00FF00"/>
                  </a:solidFill>
                  <a:latin typeface="Lucida Calligraphy" panose="03010101010101010101" pitchFamily="66" charset="0"/>
                </a:endParaRPr>
              </a:p>
            </p:txBody>
          </p:sp>
        </p:grpSp>
      </p:grpSp>
      <p:grpSp>
        <p:nvGrpSpPr>
          <p:cNvPr id="56" name="群組 216">
            <a:extLst>
              <a:ext uri="{FF2B5EF4-FFF2-40B4-BE49-F238E27FC236}">
                <a16:creationId xmlns:a16="http://schemas.microsoft.com/office/drawing/2014/main" id="{BCAB4E57-732B-5E7F-8764-90DD08F4E8E4}"/>
              </a:ext>
            </a:extLst>
          </p:cNvPr>
          <p:cNvGrpSpPr/>
          <p:nvPr/>
        </p:nvGrpSpPr>
        <p:grpSpPr>
          <a:xfrm>
            <a:off x="4174389" y="3923074"/>
            <a:ext cx="439701" cy="507832"/>
            <a:chOff x="3533569" y="4005064"/>
            <a:chExt cx="439701" cy="507832"/>
          </a:xfrm>
        </p:grpSpPr>
        <p:sp>
          <p:nvSpPr>
            <p:cNvPr id="57" name="文字方塊 217">
              <a:extLst>
                <a:ext uri="{FF2B5EF4-FFF2-40B4-BE49-F238E27FC236}">
                  <a16:creationId xmlns:a16="http://schemas.microsoft.com/office/drawing/2014/main" id="{E74CDF17-5E63-2D66-9892-B92AE5533DD3}"/>
                </a:ext>
              </a:extLst>
            </p:cNvPr>
            <p:cNvSpPr txBox="1"/>
            <p:nvPr/>
          </p:nvSpPr>
          <p:spPr>
            <a:xfrm>
              <a:off x="3533569" y="4005064"/>
              <a:ext cx="38183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00B050"/>
                  </a:solidFill>
                  <a:latin typeface="Lucida Calligraphy" panose="03010101010101010101" pitchFamily="66" charset="0"/>
                </a:rPr>
                <a:t>P</a:t>
              </a:r>
            </a:p>
          </p:txBody>
        </p:sp>
        <p:sp>
          <p:nvSpPr>
            <p:cNvPr id="58" name="文字方塊 218">
              <a:extLst>
                <a:ext uri="{FF2B5EF4-FFF2-40B4-BE49-F238E27FC236}">
                  <a16:creationId xmlns:a16="http://schemas.microsoft.com/office/drawing/2014/main" id="{26109532-B0B2-9018-B17D-BF710C72F992}"/>
                </a:ext>
              </a:extLst>
            </p:cNvPr>
            <p:cNvSpPr txBox="1"/>
            <p:nvPr/>
          </p:nvSpPr>
          <p:spPr>
            <a:xfrm>
              <a:off x="3647540" y="4205119"/>
              <a:ext cx="32573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400" b="1">
                  <a:ln>
                    <a:solidFill>
                      <a:schemeClr val="tx1"/>
                    </a:solidFill>
                  </a:ln>
                  <a:solidFill>
                    <a:srgbClr val="00B050"/>
                  </a:solidFill>
                  <a:latin typeface="Lucida Calligraphy" panose="03010101010101010101" pitchFamily="66" charset="0"/>
                </a:rPr>
                <a:t>B</a:t>
              </a:r>
            </a:p>
          </p:txBody>
        </p:sp>
      </p:grpSp>
      <p:grpSp>
        <p:nvGrpSpPr>
          <p:cNvPr id="59" name="群組 75">
            <a:extLst>
              <a:ext uri="{FF2B5EF4-FFF2-40B4-BE49-F238E27FC236}">
                <a16:creationId xmlns:a16="http://schemas.microsoft.com/office/drawing/2014/main" id="{BE3817AD-F84B-3A1A-515E-317727C7E7A4}"/>
              </a:ext>
            </a:extLst>
          </p:cNvPr>
          <p:cNvGrpSpPr/>
          <p:nvPr/>
        </p:nvGrpSpPr>
        <p:grpSpPr>
          <a:xfrm>
            <a:off x="4833588" y="3947692"/>
            <a:ext cx="1388637" cy="409011"/>
            <a:chOff x="1498603" y="1408278"/>
            <a:chExt cx="1388637" cy="409011"/>
          </a:xfrm>
        </p:grpSpPr>
        <p:sp>
          <p:nvSpPr>
            <p:cNvPr id="60" name="文字方塊 76">
              <a:extLst>
                <a:ext uri="{FF2B5EF4-FFF2-40B4-BE49-F238E27FC236}">
                  <a16:creationId xmlns:a16="http://schemas.microsoft.com/office/drawing/2014/main" id="{052D80F2-FE56-53E0-E95E-6646FCA85A14}"/>
                </a:ext>
              </a:extLst>
            </p:cNvPr>
            <p:cNvSpPr txBox="1"/>
            <p:nvPr/>
          </p:nvSpPr>
          <p:spPr>
            <a:xfrm>
              <a:off x="1498603" y="1417179"/>
              <a:ext cx="45717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000" b="1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61" name="文字方塊 77">
              <a:extLst>
                <a:ext uri="{FF2B5EF4-FFF2-40B4-BE49-F238E27FC236}">
                  <a16:creationId xmlns:a16="http://schemas.microsoft.com/office/drawing/2014/main" id="{DF457630-A83C-21D0-75AD-BCA16DE5FC2E}"/>
                </a:ext>
              </a:extLst>
            </p:cNvPr>
            <p:cNvSpPr txBox="1"/>
            <p:nvPr/>
          </p:nvSpPr>
          <p:spPr>
            <a:xfrm>
              <a:off x="2008474" y="1417179"/>
              <a:ext cx="87876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FFC000"/>
                  </a:solidFill>
                  <a:latin typeface="Lucida Handwriting" panose="03010101010101010101" pitchFamily="66" charset="0"/>
                </a:rPr>
                <a:t>4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%</a:t>
              </a:r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2" name="文字方塊 78">
                  <a:extLst>
                    <a:ext uri="{FF2B5EF4-FFF2-40B4-BE49-F238E27FC236}">
                      <a16:creationId xmlns:a16="http://schemas.microsoft.com/office/drawing/2014/main" id="{2B079393-360A-1F49-2A1D-B71F7CC70D59}"/>
                    </a:ext>
                  </a:extLst>
                </p:cNvPr>
                <p:cNvSpPr txBox="1"/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62" name="文字方塊 78">
                  <a:extLst>
                    <a:ext uri="{FF2B5EF4-FFF2-40B4-BE49-F238E27FC236}">
                      <a16:creationId xmlns:a16="http://schemas.microsoft.com/office/drawing/2014/main" id="{2B079393-360A-1F49-2A1D-B71F7CC70D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3" name="文字方塊 79">
            <a:extLst>
              <a:ext uri="{FF2B5EF4-FFF2-40B4-BE49-F238E27FC236}">
                <a16:creationId xmlns:a16="http://schemas.microsoft.com/office/drawing/2014/main" id="{8EAEA013-EA35-0E30-037A-5663DFE7D6E4}"/>
              </a:ext>
            </a:extLst>
          </p:cNvPr>
          <p:cNvSpPr txBox="1"/>
          <p:nvPr/>
        </p:nvSpPr>
        <p:spPr>
          <a:xfrm>
            <a:off x="5821560" y="3810223"/>
            <a:ext cx="3270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1400" b="1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rPr>
              <a:t>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4" name="文字方塊 53">
                <a:extLst>
                  <a:ext uri="{FF2B5EF4-FFF2-40B4-BE49-F238E27FC236}">
                    <a16:creationId xmlns:a16="http://schemas.microsoft.com/office/drawing/2014/main" id="{D1EB9F64-758B-7B49-3C57-4CC94C0FF489}"/>
                  </a:ext>
                </a:extLst>
              </p:cNvPr>
              <p:cNvSpPr txBox="1"/>
              <p:nvPr/>
            </p:nvSpPr>
            <p:spPr>
              <a:xfrm>
                <a:off x="4556225" y="395659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64" name="文字方塊 53">
                <a:extLst>
                  <a:ext uri="{FF2B5EF4-FFF2-40B4-BE49-F238E27FC236}">
                    <a16:creationId xmlns:a16="http://schemas.microsoft.com/office/drawing/2014/main" id="{D1EB9F64-758B-7B49-3C57-4CC94C0FF4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6225" y="3956593"/>
                <a:ext cx="295688" cy="40011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5" name="文字方塊 80">
                <a:extLst>
                  <a:ext uri="{FF2B5EF4-FFF2-40B4-BE49-F238E27FC236}">
                    <a16:creationId xmlns:a16="http://schemas.microsoft.com/office/drawing/2014/main" id="{DBC02987-F1FE-EF5E-D2A5-15678A0012EF}"/>
                  </a:ext>
                </a:extLst>
              </p:cNvPr>
              <p:cNvSpPr txBox="1"/>
              <p:nvPr/>
            </p:nvSpPr>
            <p:spPr>
              <a:xfrm>
                <a:off x="5915062" y="397426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65" name="文字方塊 80">
                <a:extLst>
                  <a:ext uri="{FF2B5EF4-FFF2-40B4-BE49-F238E27FC236}">
                    <a16:creationId xmlns:a16="http://schemas.microsoft.com/office/drawing/2014/main" id="{DBC02987-F1FE-EF5E-D2A5-15678A0012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5062" y="3974267"/>
                <a:ext cx="295688" cy="400110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" name="文字方塊 34">
            <a:extLst>
              <a:ext uri="{FF2B5EF4-FFF2-40B4-BE49-F238E27FC236}">
                <a16:creationId xmlns:a16="http://schemas.microsoft.com/office/drawing/2014/main" id="{B93E0FB6-D9A0-1B7F-F427-923007D81EC9}"/>
              </a:ext>
            </a:extLst>
          </p:cNvPr>
          <p:cNvSpPr txBox="1"/>
          <p:nvPr/>
        </p:nvSpPr>
        <p:spPr>
          <a:xfrm>
            <a:off x="6346577" y="3974267"/>
            <a:ext cx="3891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P</a:t>
            </a:r>
          </a:p>
        </p:txBody>
      </p:sp>
      <p:grpSp>
        <p:nvGrpSpPr>
          <p:cNvPr id="68" name="群組 216">
            <a:extLst>
              <a:ext uri="{FF2B5EF4-FFF2-40B4-BE49-F238E27FC236}">
                <a16:creationId xmlns:a16="http://schemas.microsoft.com/office/drawing/2014/main" id="{8BC4CC2D-195D-2DD1-C668-9D5931929FE4}"/>
              </a:ext>
            </a:extLst>
          </p:cNvPr>
          <p:cNvGrpSpPr/>
          <p:nvPr/>
        </p:nvGrpSpPr>
        <p:grpSpPr>
          <a:xfrm>
            <a:off x="5438608" y="4622095"/>
            <a:ext cx="439701" cy="507832"/>
            <a:chOff x="3533569" y="4005064"/>
            <a:chExt cx="439701" cy="507832"/>
          </a:xfrm>
        </p:grpSpPr>
        <p:sp>
          <p:nvSpPr>
            <p:cNvPr id="69" name="文字方塊 217">
              <a:extLst>
                <a:ext uri="{FF2B5EF4-FFF2-40B4-BE49-F238E27FC236}">
                  <a16:creationId xmlns:a16="http://schemas.microsoft.com/office/drawing/2014/main" id="{D4AF6153-FF7A-968C-1CF6-41D3DE4A2A5C}"/>
                </a:ext>
              </a:extLst>
            </p:cNvPr>
            <p:cNvSpPr txBox="1"/>
            <p:nvPr/>
          </p:nvSpPr>
          <p:spPr>
            <a:xfrm>
              <a:off x="3533569" y="4005064"/>
              <a:ext cx="38183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00B050"/>
                  </a:solidFill>
                  <a:latin typeface="Lucida Calligraphy" panose="03010101010101010101" pitchFamily="66" charset="0"/>
                </a:rPr>
                <a:t>P</a:t>
              </a:r>
            </a:p>
          </p:txBody>
        </p:sp>
        <p:sp>
          <p:nvSpPr>
            <p:cNvPr id="70" name="文字方塊 218">
              <a:extLst>
                <a:ext uri="{FF2B5EF4-FFF2-40B4-BE49-F238E27FC236}">
                  <a16:creationId xmlns:a16="http://schemas.microsoft.com/office/drawing/2014/main" id="{C302578D-8B3E-92B2-16F4-7F035B2FFEC4}"/>
                </a:ext>
              </a:extLst>
            </p:cNvPr>
            <p:cNvSpPr txBox="1"/>
            <p:nvPr/>
          </p:nvSpPr>
          <p:spPr>
            <a:xfrm>
              <a:off x="3647540" y="4205119"/>
              <a:ext cx="32573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400" b="1">
                  <a:ln>
                    <a:solidFill>
                      <a:schemeClr val="tx1"/>
                    </a:solidFill>
                  </a:ln>
                  <a:solidFill>
                    <a:srgbClr val="00B050"/>
                  </a:solidFill>
                  <a:latin typeface="Lucida Calligraphy" panose="03010101010101010101" pitchFamily="66" charset="0"/>
                </a:rPr>
                <a:t>B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1" name="文字方塊 80">
                <a:extLst>
                  <a:ext uri="{FF2B5EF4-FFF2-40B4-BE49-F238E27FC236}">
                    <a16:creationId xmlns:a16="http://schemas.microsoft.com/office/drawing/2014/main" id="{737A4AA4-F1BF-6403-D8B9-241CA0859D83}"/>
                  </a:ext>
                </a:extLst>
              </p:cNvPr>
              <p:cNvSpPr txBox="1"/>
              <p:nvPr/>
            </p:nvSpPr>
            <p:spPr>
              <a:xfrm>
                <a:off x="5913080" y="464568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71" name="文字方塊 80">
                <a:extLst>
                  <a:ext uri="{FF2B5EF4-FFF2-40B4-BE49-F238E27FC236}">
                    <a16:creationId xmlns:a16="http://schemas.microsoft.com/office/drawing/2014/main" id="{737A4AA4-F1BF-6403-D8B9-241CA0859D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3080" y="4645680"/>
                <a:ext cx="295688" cy="40011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2" name="群組 74">
            <a:extLst>
              <a:ext uri="{FF2B5EF4-FFF2-40B4-BE49-F238E27FC236}">
                <a16:creationId xmlns:a16="http://schemas.microsoft.com/office/drawing/2014/main" id="{D89DC373-0DD5-276F-1C99-ACA79CF3E963}"/>
              </a:ext>
            </a:extLst>
          </p:cNvPr>
          <p:cNvGrpSpPr/>
          <p:nvPr/>
        </p:nvGrpSpPr>
        <p:grpSpPr>
          <a:xfrm>
            <a:off x="6301404" y="4493399"/>
            <a:ext cx="804959" cy="816287"/>
            <a:chOff x="2864189" y="4671588"/>
            <a:chExt cx="804959" cy="816287"/>
          </a:xfrm>
        </p:grpSpPr>
        <p:sp>
          <p:nvSpPr>
            <p:cNvPr id="73" name="文字方塊 75">
              <a:extLst>
                <a:ext uri="{FF2B5EF4-FFF2-40B4-BE49-F238E27FC236}">
                  <a16:creationId xmlns:a16="http://schemas.microsoft.com/office/drawing/2014/main" id="{F37AD362-EE9B-5D9D-E8CE-9A92C1E79482}"/>
                </a:ext>
              </a:extLst>
            </p:cNvPr>
            <p:cNvSpPr txBox="1"/>
            <p:nvPr/>
          </p:nvSpPr>
          <p:spPr>
            <a:xfrm>
              <a:off x="3083730" y="4671588"/>
              <a:ext cx="38183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P</a:t>
              </a:r>
            </a:p>
          </p:txBody>
        </p:sp>
        <p:grpSp>
          <p:nvGrpSpPr>
            <p:cNvPr id="74" name="群組 76">
              <a:extLst>
                <a:ext uri="{FF2B5EF4-FFF2-40B4-BE49-F238E27FC236}">
                  <a16:creationId xmlns:a16="http://schemas.microsoft.com/office/drawing/2014/main" id="{49739329-7996-FE96-A4F9-FFD3B85BFEB0}"/>
                </a:ext>
              </a:extLst>
            </p:cNvPr>
            <p:cNvGrpSpPr/>
            <p:nvPr/>
          </p:nvGrpSpPr>
          <p:grpSpPr>
            <a:xfrm>
              <a:off x="2864189" y="5036045"/>
              <a:ext cx="804959" cy="451830"/>
              <a:chOff x="2864189" y="5036045"/>
              <a:chExt cx="804959" cy="451830"/>
            </a:xfrm>
          </p:grpSpPr>
          <p:cxnSp>
            <p:nvCxnSpPr>
              <p:cNvPr id="75" name="直線接點 77">
                <a:extLst>
                  <a:ext uri="{FF2B5EF4-FFF2-40B4-BE49-F238E27FC236}">
                    <a16:creationId xmlns:a16="http://schemas.microsoft.com/office/drawing/2014/main" id="{222AA07A-6294-A540-D195-786AFA528E3E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2896107" y="5036045"/>
                <a:ext cx="773041" cy="0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76" name="文字方塊 78">
                <a:extLst>
                  <a:ext uri="{FF2B5EF4-FFF2-40B4-BE49-F238E27FC236}">
                    <a16:creationId xmlns:a16="http://schemas.microsoft.com/office/drawing/2014/main" id="{46E0EFAB-1C4F-CA96-3324-7DFC01E8F3AF}"/>
                  </a:ext>
                </a:extLst>
              </p:cNvPr>
              <p:cNvSpPr txBox="1"/>
              <p:nvPr/>
            </p:nvSpPr>
            <p:spPr>
              <a:xfrm>
                <a:off x="2864189" y="5087765"/>
                <a:ext cx="78899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1.04</a:t>
                </a:r>
                <a:endPara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p:sp>
        <p:nvSpPr>
          <p:cNvPr id="77" name="文字方塊 79">
            <a:extLst>
              <a:ext uri="{FF2B5EF4-FFF2-40B4-BE49-F238E27FC236}">
                <a16:creationId xmlns:a16="http://schemas.microsoft.com/office/drawing/2014/main" id="{302C5635-1C4C-6B7C-729A-046E79567FCA}"/>
              </a:ext>
            </a:extLst>
          </p:cNvPr>
          <p:cNvSpPr txBox="1"/>
          <p:nvPr/>
        </p:nvSpPr>
        <p:spPr>
          <a:xfrm>
            <a:off x="6926879" y="4841789"/>
            <a:ext cx="3270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1400" b="1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rPr>
              <a:t>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8" name="文字方塊 80">
                <a:extLst>
                  <a:ext uri="{FF2B5EF4-FFF2-40B4-BE49-F238E27FC236}">
                    <a16:creationId xmlns:a16="http://schemas.microsoft.com/office/drawing/2014/main" id="{42B2E6AC-E865-B7A4-43C6-23204CB0281F}"/>
                  </a:ext>
                </a:extLst>
              </p:cNvPr>
              <p:cNvSpPr txBox="1"/>
              <p:nvPr/>
            </p:nvSpPr>
            <p:spPr>
              <a:xfrm>
                <a:off x="5894765" y="552114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78" name="文字方塊 80">
                <a:extLst>
                  <a:ext uri="{FF2B5EF4-FFF2-40B4-BE49-F238E27FC236}">
                    <a16:creationId xmlns:a16="http://schemas.microsoft.com/office/drawing/2014/main" id="{42B2E6AC-E865-B7A4-43C6-23204CB028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4765" y="5521149"/>
                <a:ext cx="295688" cy="400110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9" name="群組 74">
            <a:extLst>
              <a:ext uri="{FF2B5EF4-FFF2-40B4-BE49-F238E27FC236}">
                <a16:creationId xmlns:a16="http://schemas.microsoft.com/office/drawing/2014/main" id="{D2997A38-47C0-5539-18F4-B64D72C18DF1}"/>
              </a:ext>
            </a:extLst>
          </p:cNvPr>
          <p:cNvGrpSpPr/>
          <p:nvPr/>
        </p:nvGrpSpPr>
        <p:grpSpPr>
          <a:xfrm>
            <a:off x="6224414" y="5359742"/>
            <a:ext cx="1203194" cy="816287"/>
            <a:chOff x="2805514" y="4662462"/>
            <a:chExt cx="1203194" cy="816287"/>
          </a:xfrm>
        </p:grpSpPr>
        <p:sp>
          <p:nvSpPr>
            <p:cNvPr id="80" name="文字方塊 75">
              <a:extLst>
                <a:ext uri="{FF2B5EF4-FFF2-40B4-BE49-F238E27FC236}">
                  <a16:creationId xmlns:a16="http://schemas.microsoft.com/office/drawing/2014/main" id="{92E17F82-95C8-CDB4-E173-2D0BF72526A3}"/>
                </a:ext>
              </a:extLst>
            </p:cNvPr>
            <p:cNvSpPr txBox="1"/>
            <p:nvPr/>
          </p:nvSpPr>
          <p:spPr>
            <a:xfrm>
              <a:off x="3189103" y="4662462"/>
              <a:ext cx="38183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00B050"/>
                  </a:solidFill>
                  <a:latin typeface="Lucida Calligraphy" panose="03010101010101010101" pitchFamily="66" charset="0"/>
                </a:rPr>
                <a:t>P</a:t>
              </a:r>
            </a:p>
          </p:txBody>
        </p:sp>
        <p:grpSp>
          <p:nvGrpSpPr>
            <p:cNvPr id="81" name="群組 76">
              <a:extLst>
                <a:ext uri="{FF2B5EF4-FFF2-40B4-BE49-F238E27FC236}">
                  <a16:creationId xmlns:a16="http://schemas.microsoft.com/office/drawing/2014/main" id="{8AC75BCC-C882-485C-B350-46E33759BEF8}"/>
                </a:ext>
              </a:extLst>
            </p:cNvPr>
            <p:cNvGrpSpPr/>
            <p:nvPr/>
          </p:nvGrpSpPr>
          <p:grpSpPr>
            <a:xfrm>
              <a:off x="2805514" y="5023924"/>
              <a:ext cx="1203194" cy="454825"/>
              <a:chOff x="2805514" y="5023924"/>
              <a:chExt cx="1203194" cy="454825"/>
            </a:xfrm>
          </p:grpSpPr>
          <p:cxnSp>
            <p:nvCxnSpPr>
              <p:cNvPr id="82" name="直線接點 77">
                <a:extLst>
                  <a:ext uri="{FF2B5EF4-FFF2-40B4-BE49-F238E27FC236}">
                    <a16:creationId xmlns:a16="http://schemas.microsoft.com/office/drawing/2014/main" id="{CB3C15C5-D784-782B-BBC2-F9233FD48CB4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23924"/>
                <a:ext cx="1112601" cy="1212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83" name="文字方塊 78">
                <a:extLst>
                  <a:ext uri="{FF2B5EF4-FFF2-40B4-BE49-F238E27FC236}">
                    <a16:creationId xmlns:a16="http://schemas.microsoft.com/office/drawing/2014/main" id="{C37C2C41-8D79-C433-72EC-49E2871D5FF1}"/>
                  </a:ext>
                </a:extLst>
              </p:cNvPr>
              <p:cNvSpPr txBox="1"/>
              <p:nvPr/>
            </p:nvSpPr>
            <p:spPr>
              <a:xfrm>
                <a:off x="2805514" y="5078639"/>
                <a:ext cx="113524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00B050"/>
                    </a:solidFill>
                    <a:latin typeface="Lucida Handwriting" panose="03010101010101010101" pitchFamily="66" charset="0"/>
                  </a:rPr>
                  <a:t>1.0816</a:t>
                </a:r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rgbClr val="00B050"/>
                  </a:solidFill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84" name="文字方塊 54">
                <a:extLst>
                  <a:ext uri="{FF2B5EF4-FFF2-40B4-BE49-F238E27FC236}">
                    <a16:creationId xmlns:a16="http://schemas.microsoft.com/office/drawing/2014/main" id="{7BD7CB8A-B28C-6679-593D-86CF6DC9AC9F}"/>
                  </a:ext>
                </a:extLst>
              </p:cNvPr>
              <p:cNvSpPr txBox="1"/>
              <p:nvPr/>
            </p:nvSpPr>
            <p:spPr>
              <a:xfrm>
                <a:off x="8239926" y="4146189"/>
                <a:ext cx="29568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∵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84" name="文字方塊 54">
                <a:extLst>
                  <a:ext uri="{FF2B5EF4-FFF2-40B4-BE49-F238E27FC236}">
                    <a16:creationId xmlns:a16="http://schemas.microsoft.com/office/drawing/2014/main" id="{7BD7CB8A-B28C-6679-593D-86CF6DC9AC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9926" y="4146189"/>
                <a:ext cx="295688" cy="461665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0" name="文字方塊 80">
                <a:extLst>
                  <a:ext uri="{FF2B5EF4-FFF2-40B4-BE49-F238E27FC236}">
                    <a16:creationId xmlns:a16="http://schemas.microsoft.com/office/drawing/2014/main" id="{F38B9D9C-AEA7-5D9F-500F-829107E36458}"/>
                  </a:ext>
                </a:extLst>
              </p:cNvPr>
              <p:cNvSpPr txBox="1"/>
              <p:nvPr/>
            </p:nvSpPr>
            <p:spPr>
              <a:xfrm>
                <a:off x="9822520" y="414774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90" name="文字方塊 80">
                <a:extLst>
                  <a:ext uri="{FF2B5EF4-FFF2-40B4-BE49-F238E27FC236}">
                    <a16:creationId xmlns:a16="http://schemas.microsoft.com/office/drawing/2014/main" id="{F38B9D9C-AEA7-5D9F-500F-829107E364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2520" y="4147747"/>
                <a:ext cx="295688" cy="400110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6" name="群組 74">
            <a:extLst>
              <a:ext uri="{FF2B5EF4-FFF2-40B4-BE49-F238E27FC236}">
                <a16:creationId xmlns:a16="http://schemas.microsoft.com/office/drawing/2014/main" id="{402D0B65-3E80-1AB7-34AA-482A80A82F55}"/>
              </a:ext>
            </a:extLst>
          </p:cNvPr>
          <p:cNvGrpSpPr/>
          <p:nvPr/>
        </p:nvGrpSpPr>
        <p:grpSpPr>
          <a:xfrm>
            <a:off x="8567493" y="3968877"/>
            <a:ext cx="1135247" cy="816287"/>
            <a:chOff x="2805514" y="4662462"/>
            <a:chExt cx="1135247" cy="816287"/>
          </a:xfrm>
        </p:grpSpPr>
        <p:sp>
          <p:nvSpPr>
            <p:cNvPr id="97" name="文字方塊 75">
              <a:extLst>
                <a:ext uri="{FF2B5EF4-FFF2-40B4-BE49-F238E27FC236}">
                  <a16:creationId xmlns:a16="http://schemas.microsoft.com/office/drawing/2014/main" id="{1E1DAFA7-8C23-E180-D7F0-C35BDDBF0319}"/>
                </a:ext>
              </a:extLst>
            </p:cNvPr>
            <p:cNvSpPr txBox="1"/>
            <p:nvPr/>
          </p:nvSpPr>
          <p:spPr>
            <a:xfrm>
              <a:off x="3189103" y="4662462"/>
              <a:ext cx="38183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00FF00"/>
                  </a:solidFill>
                  <a:latin typeface="Lucida Calligraphy" panose="03010101010101010101" pitchFamily="66" charset="0"/>
                </a:rPr>
                <a:t>P</a:t>
              </a:r>
            </a:p>
          </p:txBody>
        </p:sp>
        <p:grpSp>
          <p:nvGrpSpPr>
            <p:cNvPr id="98" name="群組 76">
              <a:extLst>
                <a:ext uri="{FF2B5EF4-FFF2-40B4-BE49-F238E27FC236}">
                  <a16:creationId xmlns:a16="http://schemas.microsoft.com/office/drawing/2014/main" id="{D46B7D3D-FCDF-5428-760B-412698A1F67C}"/>
                </a:ext>
              </a:extLst>
            </p:cNvPr>
            <p:cNvGrpSpPr/>
            <p:nvPr/>
          </p:nvGrpSpPr>
          <p:grpSpPr>
            <a:xfrm>
              <a:off x="2805514" y="5031385"/>
              <a:ext cx="1135247" cy="447364"/>
              <a:chOff x="2805514" y="5031385"/>
              <a:chExt cx="1135247" cy="447364"/>
            </a:xfrm>
          </p:grpSpPr>
          <p:cxnSp>
            <p:nvCxnSpPr>
              <p:cNvPr id="99" name="直線接點 77">
                <a:extLst>
                  <a:ext uri="{FF2B5EF4-FFF2-40B4-BE49-F238E27FC236}">
                    <a16:creationId xmlns:a16="http://schemas.microsoft.com/office/drawing/2014/main" id="{5A9C6A8A-229C-D49C-7A7D-46DB48055C7D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1385"/>
                <a:ext cx="1044654" cy="4660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00" name="文字方塊 78">
                <a:extLst>
                  <a:ext uri="{FF2B5EF4-FFF2-40B4-BE49-F238E27FC236}">
                    <a16:creationId xmlns:a16="http://schemas.microsoft.com/office/drawing/2014/main" id="{4E87A1F7-AECD-B2D5-76E7-FDE6D56F74A3}"/>
                  </a:ext>
                </a:extLst>
              </p:cNvPr>
              <p:cNvSpPr txBox="1"/>
              <p:nvPr/>
            </p:nvSpPr>
            <p:spPr>
              <a:xfrm>
                <a:off x="2805514" y="5078639"/>
                <a:ext cx="113524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00FF00"/>
                    </a:solidFill>
                    <a:latin typeface="Lucida Handwriting" panose="03010101010101010101" pitchFamily="66" charset="0"/>
                  </a:rPr>
                  <a:t>1.0609</a:t>
                </a:r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rgbClr val="00FF00"/>
                  </a:solidFill>
                  <a:latin typeface="Lucida Calligraphy" panose="03010101010101010101" pitchFamily="66" charset="0"/>
                </a:endParaRPr>
              </a:p>
            </p:txBody>
          </p:sp>
        </p:grpSp>
      </p:grpSp>
      <p:grpSp>
        <p:nvGrpSpPr>
          <p:cNvPr id="101" name="群組 74">
            <a:extLst>
              <a:ext uri="{FF2B5EF4-FFF2-40B4-BE49-F238E27FC236}">
                <a16:creationId xmlns:a16="http://schemas.microsoft.com/office/drawing/2014/main" id="{BD2D2F9F-64A8-144D-30B5-DC0F428C5931}"/>
              </a:ext>
            </a:extLst>
          </p:cNvPr>
          <p:cNvGrpSpPr/>
          <p:nvPr/>
        </p:nvGrpSpPr>
        <p:grpSpPr>
          <a:xfrm>
            <a:off x="10200326" y="3987704"/>
            <a:ext cx="1203194" cy="816287"/>
            <a:chOff x="2805514" y="4662462"/>
            <a:chExt cx="1203194" cy="816287"/>
          </a:xfrm>
        </p:grpSpPr>
        <p:sp>
          <p:nvSpPr>
            <p:cNvPr id="102" name="文字方塊 75">
              <a:extLst>
                <a:ext uri="{FF2B5EF4-FFF2-40B4-BE49-F238E27FC236}">
                  <a16:creationId xmlns:a16="http://schemas.microsoft.com/office/drawing/2014/main" id="{6A9CD9DC-8C31-140B-B8F0-5E4B95967B3E}"/>
                </a:ext>
              </a:extLst>
            </p:cNvPr>
            <p:cNvSpPr txBox="1"/>
            <p:nvPr/>
          </p:nvSpPr>
          <p:spPr>
            <a:xfrm>
              <a:off x="3189103" y="4662462"/>
              <a:ext cx="38183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00B050"/>
                  </a:solidFill>
                  <a:latin typeface="Lucida Calligraphy" panose="03010101010101010101" pitchFamily="66" charset="0"/>
                </a:rPr>
                <a:t>P</a:t>
              </a:r>
            </a:p>
          </p:txBody>
        </p:sp>
        <p:grpSp>
          <p:nvGrpSpPr>
            <p:cNvPr id="103" name="群組 76">
              <a:extLst>
                <a:ext uri="{FF2B5EF4-FFF2-40B4-BE49-F238E27FC236}">
                  <a16:creationId xmlns:a16="http://schemas.microsoft.com/office/drawing/2014/main" id="{061030B4-210E-A311-AFAF-EC487E54872B}"/>
                </a:ext>
              </a:extLst>
            </p:cNvPr>
            <p:cNvGrpSpPr/>
            <p:nvPr/>
          </p:nvGrpSpPr>
          <p:grpSpPr>
            <a:xfrm>
              <a:off x="2805514" y="5023924"/>
              <a:ext cx="1203194" cy="454825"/>
              <a:chOff x="2805514" y="5023924"/>
              <a:chExt cx="1203194" cy="454825"/>
            </a:xfrm>
          </p:grpSpPr>
          <p:cxnSp>
            <p:nvCxnSpPr>
              <p:cNvPr id="104" name="直線接點 77">
                <a:extLst>
                  <a:ext uri="{FF2B5EF4-FFF2-40B4-BE49-F238E27FC236}">
                    <a16:creationId xmlns:a16="http://schemas.microsoft.com/office/drawing/2014/main" id="{34D77AB4-69E7-8553-65F0-BFC339C87F7F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23924"/>
                <a:ext cx="1112601" cy="1212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05" name="文字方塊 78">
                <a:extLst>
                  <a:ext uri="{FF2B5EF4-FFF2-40B4-BE49-F238E27FC236}">
                    <a16:creationId xmlns:a16="http://schemas.microsoft.com/office/drawing/2014/main" id="{12735947-C80C-DE82-2288-3BE06BEFFA57}"/>
                  </a:ext>
                </a:extLst>
              </p:cNvPr>
              <p:cNvSpPr txBox="1"/>
              <p:nvPr/>
            </p:nvSpPr>
            <p:spPr>
              <a:xfrm>
                <a:off x="2805514" y="5078639"/>
                <a:ext cx="113524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00B050"/>
                    </a:solidFill>
                    <a:latin typeface="Lucida Handwriting" panose="03010101010101010101" pitchFamily="66" charset="0"/>
                  </a:rPr>
                  <a:t>1.0816</a:t>
                </a:r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rgbClr val="00B050"/>
                  </a:solidFill>
                  <a:latin typeface="Lucida Calligraphy" panose="03010101010101010101" pitchFamily="66" charset="0"/>
                </a:endParaRPr>
              </a:p>
            </p:txBody>
          </p:sp>
        </p:grpSp>
      </p:grpSp>
      <p:grpSp>
        <p:nvGrpSpPr>
          <p:cNvPr id="107" name="群組 96">
            <a:extLst>
              <a:ext uri="{FF2B5EF4-FFF2-40B4-BE49-F238E27FC236}">
                <a16:creationId xmlns:a16="http://schemas.microsoft.com/office/drawing/2014/main" id="{9597F63D-16CD-A1E0-3AC0-9A8A34F85ECF}"/>
              </a:ext>
            </a:extLst>
          </p:cNvPr>
          <p:cNvGrpSpPr/>
          <p:nvPr/>
        </p:nvGrpSpPr>
        <p:grpSpPr>
          <a:xfrm>
            <a:off x="8223473" y="4893509"/>
            <a:ext cx="3871781" cy="717883"/>
            <a:chOff x="420004" y="4149080"/>
            <a:chExt cx="3871781" cy="717883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8" name="文字方塊 97">
                  <a:extLst>
                    <a:ext uri="{FF2B5EF4-FFF2-40B4-BE49-F238E27FC236}">
                      <a16:creationId xmlns:a16="http://schemas.microsoft.com/office/drawing/2014/main" id="{787FFB81-8710-CD7B-B9D9-8E9D1B36386E}"/>
                    </a:ext>
                  </a:extLst>
                </p:cNvPr>
                <p:cNvSpPr txBox="1"/>
                <p:nvPr/>
              </p:nvSpPr>
              <p:spPr>
                <a:xfrm>
                  <a:off x="420004" y="4149080"/>
                  <a:ext cx="295688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accent2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∴</m:t>
                        </m:r>
                      </m:oMath>
                    </m:oMathPara>
                  </a14:m>
                  <a:endParaRPr lang="en-HK" sz="2400" b="1">
                    <a:ln>
                      <a:solidFill>
                        <a:schemeClr val="tx1"/>
                      </a:solidFill>
                    </a:ln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108" name="文字方塊 97">
                  <a:extLst>
                    <a:ext uri="{FF2B5EF4-FFF2-40B4-BE49-F238E27FC236}">
                      <a16:creationId xmlns:a16="http://schemas.microsoft.com/office/drawing/2014/main" id="{787FFB81-8710-CD7B-B9D9-8E9D1B3638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0004" y="4149080"/>
                  <a:ext cx="295688" cy="461665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9" name="文字方塊 98">
              <a:extLst>
                <a:ext uri="{FF2B5EF4-FFF2-40B4-BE49-F238E27FC236}">
                  <a16:creationId xmlns:a16="http://schemas.microsoft.com/office/drawing/2014/main" id="{0C37CCAA-32BD-264D-20EF-A62C67B7DC2F}"/>
                </a:ext>
              </a:extLst>
            </p:cNvPr>
            <p:cNvSpPr txBox="1"/>
            <p:nvPr/>
          </p:nvSpPr>
          <p:spPr>
            <a:xfrm>
              <a:off x="744386" y="4159077"/>
              <a:ext cx="354739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>
                  <a:ln>
                    <a:solidFill>
                      <a:schemeClr val="tx1"/>
                    </a:solidFill>
                  </a:ln>
                  <a:solidFill>
                    <a:schemeClr val="accent2">
                      <a:lumMod val="40000"/>
                      <a:lumOff val="60000"/>
                    </a:schemeClr>
                  </a:solidFill>
                  <a:latin typeface="Lucida Calligraphy" panose="03010101010101010101" pitchFamily="66" charset="0"/>
                </a:rPr>
                <a:t>Company A’s profit was higher in </a:t>
              </a:r>
              <a:r>
                <a:rPr lang="en-US" sz="2000" b="1">
                  <a:ln>
                    <a:solidFill>
                      <a:schemeClr val="tx1"/>
                    </a:solidFill>
                  </a:ln>
                  <a:solidFill>
                    <a:schemeClr val="accent2">
                      <a:lumMod val="40000"/>
                      <a:lumOff val="60000"/>
                    </a:schemeClr>
                  </a:solidFill>
                  <a:latin typeface="Lucida Handwriting" panose="03010101010101010101" pitchFamily="66" charset="0"/>
                </a:rPr>
                <a:t>2019</a:t>
              </a:r>
              <a:endParaRPr lang="zh-TW" altLang="en-US" sz="2000" b="1">
                <a:solidFill>
                  <a:schemeClr val="accent2">
                    <a:lumMod val="40000"/>
                    <a:lumOff val="60000"/>
                  </a:schemeClr>
                </a:solidFill>
                <a:latin typeface="Lucida Handwriting" panose="03010101010101010101" pitchFamily="66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89780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0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5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1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4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9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15" grpId="0"/>
      <p:bldP spid="16" grpId="0"/>
      <p:bldP spid="17" grpId="0"/>
      <p:bldP spid="20" grpId="0"/>
      <p:bldP spid="21" grpId="0"/>
      <p:bldP spid="29" grpId="0"/>
      <p:bldP spid="30" grpId="0"/>
      <p:bldP spid="31" grpId="0"/>
      <p:bldP spid="32" grpId="0"/>
      <p:bldP spid="39" grpId="0"/>
      <p:bldP spid="47" grpId="0"/>
      <p:bldP spid="48" grpId="0"/>
      <p:bldP spid="63" grpId="0"/>
      <p:bldP spid="64" grpId="0"/>
      <p:bldP spid="65" grpId="0"/>
      <p:bldP spid="67" grpId="0"/>
      <p:bldP spid="71" grpId="0"/>
      <p:bldP spid="77" grpId="0"/>
      <p:bldP spid="78" grpId="0"/>
      <p:bldP spid="84" grpId="0"/>
      <p:bldP spid="9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22FA9-954A-6AC9-9DE0-FE55EDB0A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65">
            <a:extLst>
              <a:ext uri="{FF2B5EF4-FFF2-40B4-BE49-F238E27FC236}">
                <a16:creationId xmlns:a16="http://schemas.microsoft.com/office/drawing/2014/main" id="{4D597497-6512-4802-9B45-A0E84621299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rcRect l="978"/>
          <a:stretch>
            <a:fillRect/>
          </a:stretch>
        </p:blipFill>
        <p:spPr>
          <a:xfrm>
            <a:off x="272893" y="202621"/>
            <a:ext cx="11433602" cy="231601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筆跡 4">
                <a:extLst>
                  <a:ext uri="{FF2B5EF4-FFF2-40B4-BE49-F238E27FC236}">
                    <a16:creationId xmlns:a16="http://schemas.microsoft.com/office/drawing/2014/main" id="{A711126D-E82B-FA49-1618-1AB85299414B}"/>
                  </a:ext>
                </a:extLst>
              </p14:cNvPr>
              <p14:cNvContentPartPr/>
              <p14:nvPr/>
            </p14:nvContentPartPr>
            <p14:xfrm>
              <a:off x="1471447" y="367884"/>
              <a:ext cx="1187669" cy="45719"/>
            </p14:xfrm>
          </p:contentPart>
        </mc:Choice>
        <mc:Fallback>
          <p:pic>
            <p:nvPicPr>
              <p:cNvPr id="6" name="筆跡 4">
                <a:extLst>
                  <a:ext uri="{FF2B5EF4-FFF2-40B4-BE49-F238E27FC236}">
                    <a16:creationId xmlns:a16="http://schemas.microsoft.com/office/drawing/2014/main" id="{A711126D-E82B-FA49-1618-1AB85299414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17429" y="-13347816"/>
                <a:ext cx="1295344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7" name="筆跡 8">
                <a:extLst>
                  <a:ext uri="{FF2B5EF4-FFF2-40B4-BE49-F238E27FC236}">
                    <a16:creationId xmlns:a16="http://schemas.microsoft.com/office/drawing/2014/main" id="{109EAA58-CC89-6B95-A3EC-E9D89FB08050}"/>
                  </a:ext>
                </a:extLst>
              </p14:cNvPr>
              <p14:cNvContentPartPr/>
              <p14:nvPr/>
            </p14:nvContentPartPr>
            <p14:xfrm>
              <a:off x="5027442" y="390743"/>
              <a:ext cx="1636117" cy="45719"/>
            </p14:xfrm>
          </p:contentPart>
        </mc:Choice>
        <mc:Fallback>
          <p:pic>
            <p:nvPicPr>
              <p:cNvPr id="7" name="筆跡 8">
                <a:extLst>
                  <a:ext uri="{FF2B5EF4-FFF2-40B4-BE49-F238E27FC236}">
                    <a16:creationId xmlns:a16="http://schemas.microsoft.com/office/drawing/2014/main" id="{109EAA58-CC89-6B95-A3EC-E9D89FB0805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973421" y="-13324957"/>
                <a:ext cx="1743799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8" name="筆跡 10">
                <a:extLst>
                  <a:ext uri="{FF2B5EF4-FFF2-40B4-BE49-F238E27FC236}">
                    <a16:creationId xmlns:a16="http://schemas.microsoft.com/office/drawing/2014/main" id="{ECF39DDD-3EC3-5291-616C-EA41A52FE44F}"/>
                  </a:ext>
                </a:extLst>
              </p14:cNvPr>
              <p14:cNvContentPartPr/>
              <p14:nvPr/>
            </p14:nvContentPartPr>
            <p14:xfrm>
              <a:off x="880623" y="756586"/>
              <a:ext cx="1084811" cy="45719"/>
            </p14:xfrm>
          </p:contentPart>
        </mc:Choice>
        <mc:Fallback>
          <p:pic>
            <p:nvPicPr>
              <p:cNvPr id="8" name="筆跡 10">
                <a:extLst>
                  <a:ext uri="{FF2B5EF4-FFF2-40B4-BE49-F238E27FC236}">
                    <a16:creationId xmlns:a16="http://schemas.microsoft.com/office/drawing/2014/main" id="{ECF39DDD-3EC3-5291-616C-EA41A52FE44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26599" y="-12959114"/>
                <a:ext cx="1192500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9" name="筆跡 10">
                <a:extLst>
                  <a:ext uri="{FF2B5EF4-FFF2-40B4-BE49-F238E27FC236}">
                    <a16:creationId xmlns:a16="http://schemas.microsoft.com/office/drawing/2014/main" id="{CF2EB544-425A-467B-C7A1-6D4A8B98403E}"/>
                  </a:ext>
                </a:extLst>
              </p14:cNvPr>
              <p14:cNvContentPartPr/>
              <p14:nvPr/>
            </p14:nvContentPartPr>
            <p14:xfrm>
              <a:off x="1387366" y="1136796"/>
              <a:ext cx="4361793" cy="45719"/>
            </p14:xfrm>
          </p:contentPart>
        </mc:Choice>
        <mc:Fallback>
          <p:pic>
            <p:nvPicPr>
              <p:cNvPr id="9" name="筆跡 10">
                <a:extLst>
                  <a:ext uri="{FF2B5EF4-FFF2-40B4-BE49-F238E27FC236}">
                    <a16:creationId xmlns:a16="http://schemas.microsoft.com/office/drawing/2014/main" id="{CF2EB544-425A-467B-C7A1-6D4A8B98403E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333334" y="-12578904"/>
                <a:ext cx="4469496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0" name="筆跡 59">
                <a:extLst>
                  <a:ext uri="{FF2B5EF4-FFF2-40B4-BE49-F238E27FC236}">
                    <a16:creationId xmlns:a16="http://schemas.microsoft.com/office/drawing/2014/main" id="{6D787709-5B01-06B4-0D39-4DD6C241EDBD}"/>
                  </a:ext>
                </a:extLst>
              </p14:cNvPr>
              <p14:cNvContentPartPr/>
              <p14:nvPr/>
            </p14:nvContentPartPr>
            <p14:xfrm>
              <a:off x="6011917" y="756585"/>
              <a:ext cx="2249213" cy="45719"/>
            </p14:xfrm>
          </p:contentPart>
        </mc:Choice>
        <mc:Fallback>
          <p:pic>
            <p:nvPicPr>
              <p:cNvPr id="10" name="筆跡 59">
                <a:extLst>
                  <a:ext uri="{FF2B5EF4-FFF2-40B4-BE49-F238E27FC236}">
                    <a16:creationId xmlns:a16="http://schemas.microsoft.com/office/drawing/2014/main" id="{6D787709-5B01-06B4-0D39-4DD6C241EDBD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957875" y="-12959115"/>
                <a:ext cx="2356936" cy="27431400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0DEB2083-3C1F-519A-2298-666F728A917A}"/>
              </a:ext>
            </a:extLst>
          </p:cNvPr>
          <p:cNvSpPr txBox="1"/>
          <p:nvPr/>
        </p:nvSpPr>
        <p:spPr>
          <a:xfrm>
            <a:off x="169840" y="2618901"/>
            <a:ext cx="5780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(b) </a:t>
            </a:r>
            <a:endParaRPr lang="en-US" sz="2000"/>
          </a:p>
        </p:txBody>
      </p:sp>
      <p:grpSp>
        <p:nvGrpSpPr>
          <p:cNvPr id="33" name="群組 216">
            <a:extLst>
              <a:ext uri="{FF2B5EF4-FFF2-40B4-BE49-F238E27FC236}">
                <a16:creationId xmlns:a16="http://schemas.microsoft.com/office/drawing/2014/main" id="{6A6E3989-8A49-A146-71F6-A8138EF05A1A}"/>
              </a:ext>
            </a:extLst>
          </p:cNvPr>
          <p:cNvGrpSpPr/>
          <p:nvPr/>
        </p:nvGrpSpPr>
        <p:grpSpPr>
          <a:xfrm>
            <a:off x="6556054" y="1850311"/>
            <a:ext cx="473365" cy="507832"/>
            <a:chOff x="3533569" y="4005064"/>
            <a:chExt cx="473365" cy="507832"/>
          </a:xfrm>
        </p:grpSpPr>
        <p:sp>
          <p:nvSpPr>
            <p:cNvPr id="34" name="文字方塊 217">
              <a:extLst>
                <a:ext uri="{FF2B5EF4-FFF2-40B4-BE49-F238E27FC236}">
                  <a16:creationId xmlns:a16="http://schemas.microsoft.com/office/drawing/2014/main" id="{92E328A8-5CE9-BDBD-EA9F-80C68C90D5EE}"/>
                </a:ext>
              </a:extLst>
            </p:cNvPr>
            <p:cNvSpPr txBox="1"/>
            <p:nvPr/>
          </p:nvSpPr>
          <p:spPr>
            <a:xfrm>
              <a:off x="3533569" y="4005064"/>
              <a:ext cx="38183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00FF00"/>
                  </a:solidFill>
                  <a:latin typeface="Lucida Calligraphy" panose="03010101010101010101" pitchFamily="66" charset="0"/>
                </a:rPr>
                <a:t>P</a:t>
              </a:r>
            </a:p>
          </p:txBody>
        </p:sp>
        <p:sp>
          <p:nvSpPr>
            <p:cNvPr id="35" name="文字方塊 218">
              <a:extLst>
                <a:ext uri="{FF2B5EF4-FFF2-40B4-BE49-F238E27FC236}">
                  <a16:creationId xmlns:a16="http://schemas.microsoft.com/office/drawing/2014/main" id="{4B53D62F-7468-BF36-5E15-11F3F6E0E060}"/>
                </a:ext>
              </a:extLst>
            </p:cNvPr>
            <p:cNvSpPr txBox="1"/>
            <p:nvPr/>
          </p:nvSpPr>
          <p:spPr>
            <a:xfrm>
              <a:off x="3647540" y="4205119"/>
              <a:ext cx="35939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400" b="1">
                  <a:ln>
                    <a:solidFill>
                      <a:schemeClr val="tx1"/>
                    </a:solidFill>
                  </a:ln>
                  <a:solidFill>
                    <a:srgbClr val="00FF00"/>
                  </a:solidFill>
                  <a:latin typeface="Lucida Calligraphy" panose="03010101010101010101" pitchFamily="66" charset="0"/>
                </a:rPr>
                <a:t>A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8" name="文字方塊 80">
                <a:extLst>
                  <a:ext uri="{FF2B5EF4-FFF2-40B4-BE49-F238E27FC236}">
                    <a16:creationId xmlns:a16="http://schemas.microsoft.com/office/drawing/2014/main" id="{5ED3D01B-01D0-4F12-73D4-DAF82767D496}"/>
                  </a:ext>
                </a:extLst>
              </p:cNvPr>
              <p:cNvSpPr txBox="1"/>
              <p:nvPr/>
            </p:nvSpPr>
            <p:spPr>
              <a:xfrm>
                <a:off x="7046400" y="186376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8" name="文字方塊 80">
                <a:extLst>
                  <a:ext uri="{FF2B5EF4-FFF2-40B4-BE49-F238E27FC236}">
                    <a16:creationId xmlns:a16="http://schemas.microsoft.com/office/drawing/2014/main" id="{5ED3D01B-01D0-4F12-73D4-DAF82767D4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6400" y="1863760"/>
                <a:ext cx="295688" cy="4001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9" name="群組 74">
            <a:extLst>
              <a:ext uri="{FF2B5EF4-FFF2-40B4-BE49-F238E27FC236}">
                <a16:creationId xmlns:a16="http://schemas.microsoft.com/office/drawing/2014/main" id="{7FC9AFF8-5C3F-8762-8DE5-6F3EF4D47C81}"/>
              </a:ext>
            </a:extLst>
          </p:cNvPr>
          <p:cNvGrpSpPr/>
          <p:nvPr/>
        </p:nvGrpSpPr>
        <p:grpSpPr>
          <a:xfrm>
            <a:off x="7376049" y="1702353"/>
            <a:ext cx="1159565" cy="816287"/>
            <a:chOff x="2805514" y="4662462"/>
            <a:chExt cx="1159565" cy="816287"/>
          </a:xfrm>
        </p:grpSpPr>
        <p:sp>
          <p:nvSpPr>
            <p:cNvPr id="50" name="文字方塊 75">
              <a:extLst>
                <a:ext uri="{FF2B5EF4-FFF2-40B4-BE49-F238E27FC236}">
                  <a16:creationId xmlns:a16="http://schemas.microsoft.com/office/drawing/2014/main" id="{50703892-8A43-924C-5E56-E4AC8EB159C7}"/>
                </a:ext>
              </a:extLst>
            </p:cNvPr>
            <p:cNvSpPr txBox="1"/>
            <p:nvPr/>
          </p:nvSpPr>
          <p:spPr>
            <a:xfrm>
              <a:off x="3189103" y="4662462"/>
              <a:ext cx="38183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00FF00"/>
                  </a:solidFill>
                  <a:latin typeface="Lucida Calligraphy" panose="03010101010101010101" pitchFamily="66" charset="0"/>
                </a:rPr>
                <a:t>P</a:t>
              </a:r>
            </a:p>
          </p:txBody>
        </p:sp>
        <p:grpSp>
          <p:nvGrpSpPr>
            <p:cNvPr id="51" name="群組 76">
              <a:extLst>
                <a:ext uri="{FF2B5EF4-FFF2-40B4-BE49-F238E27FC236}">
                  <a16:creationId xmlns:a16="http://schemas.microsoft.com/office/drawing/2014/main" id="{F44763CD-77FF-FFFE-5CD2-565F5CD02739}"/>
                </a:ext>
              </a:extLst>
            </p:cNvPr>
            <p:cNvGrpSpPr/>
            <p:nvPr/>
          </p:nvGrpSpPr>
          <p:grpSpPr>
            <a:xfrm>
              <a:off x="2805514" y="5036045"/>
              <a:ext cx="1159565" cy="442704"/>
              <a:chOff x="2805514" y="5036045"/>
              <a:chExt cx="1159565" cy="442704"/>
            </a:xfrm>
          </p:grpSpPr>
          <p:cxnSp>
            <p:nvCxnSpPr>
              <p:cNvPr id="52" name="直線接點 77">
                <a:extLst>
                  <a:ext uri="{FF2B5EF4-FFF2-40B4-BE49-F238E27FC236}">
                    <a16:creationId xmlns:a16="http://schemas.microsoft.com/office/drawing/2014/main" id="{C65067DC-B2C4-17EA-62D4-3528B2F67A4A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2896107" y="5036045"/>
                <a:ext cx="1068972" cy="0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53" name="文字方塊 78">
                <a:extLst>
                  <a:ext uri="{FF2B5EF4-FFF2-40B4-BE49-F238E27FC236}">
                    <a16:creationId xmlns:a16="http://schemas.microsoft.com/office/drawing/2014/main" id="{914A270D-EFDF-D6E6-0ECB-64F675A422F2}"/>
                  </a:ext>
                </a:extLst>
              </p:cNvPr>
              <p:cNvSpPr txBox="1"/>
              <p:nvPr/>
            </p:nvSpPr>
            <p:spPr>
              <a:xfrm>
                <a:off x="2805514" y="5078639"/>
                <a:ext cx="113524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00FF00"/>
                    </a:solidFill>
                    <a:latin typeface="Lucida Handwriting" panose="03010101010101010101" pitchFamily="66" charset="0"/>
                  </a:rPr>
                  <a:t>1.0609</a:t>
                </a:r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rgbClr val="00FF00"/>
                  </a:solidFill>
                  <a:latin typeface="Lucida Calligraphy" panose="03010101010101010101" pitchFamily="66" charset="0"/>
                </a:endParaRPr>
              </a:p>
            </p:txBody>
          </p:sp>
        </p:grpSp>
      </p:grpSp>
      <p:grpSp>
        <p:nvGrpSpPr>
          <p:cNvPr id="68" name="群組 216">
            <a:extLst>
              <a:ext uri="{FF2B5EF4-FFF2-40B4-BE49-F238E27FC236}">
                <a16:creationId xmlns:a16="http://schemas.microsoft.com/office/drawing/2014/main" id="{CBCFF653-E410-7B5E-A657-8875541CB756}"/>
              </a:ext>
            </a:extLst>
          </p:cNvPr>
          <p:cNvGrpSpPr/>
          <p:nvPr/>
        </p:nvGrpSpPr>
        <p:grpSpPr>
          <a:xfrm>
            <a:off x="9153809" y="1822020"/>
            <a:ext cx="439701" cy="507832"/>
            <a:chOff x="3533569" y="4005064"/>
            <a:chExt cx="439701" cy="507832"/>
          </a:xfrm>
        </p:grpSpPr>
        <p:sp>
          <p:nvSpPr>
            <p:cNvPr id="69" name="文字方塊 217">
              <a:extLst>
                <a:ext uri="{FF2B5EF4-FFF2-40B4-BE49-F238E27FC236}">
                  <a16:creationId xmlns:a16="http://schemas.microsoft.com/office/drawing/2014/main" id="{03E85635-AD79-078E-AB25-45FC83504E23}"/>
                </a:ext>
              </a:extLst>
            </p:cNvPr>
            <p:cNvSpPr txBox="1"/>
            <p:nvPr/>
          </p:nvSpPr>
          <p:spPr>
            <a:xfrm>
              <a:off x="3533569" y="4005064"/>
              <a:ext cx="38183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00B050"/>
                  </a:solidFill>
                  <a:latin typeface="Lucida Calligraphy" panose="03010101010101010101" pitchFamily="66" charset="0"/>
                </a:rPr>
                <a:t>P</a:t>
              </a:r>
            </a:p>
          </p:txBody>
        </p:sp>
        <p:sp>
          <p:nvSpPr>
            <p:cNvPr id="70" name="文字方塊 218">
              <a:extLst>
                <a:ext uri="{FF2B5EF4-FFF2-40B4-BE49-F238E27FC236}">
                  <a16:creationId xmlns:a16="http://schemas.microsoft.com/office/drawing/2014/main" id="{3E08D8B1-E7F2-7BC6-7DE4-0EE09BF05CB0}"/>
                </a:ext>
              </a:extLst>
            </p:cNvPr>
            <p:cNvSpPr txBox="1"/>
            <p:nvPr/>
          </p:nvSpPr>
          <p:spPr>
            <a:xfrm>
              <a:off x="3647540" y="4205119"/>
              <a:ext cx="32573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400" b="1">
                  <a:ln>
                    <a:solidFill>
                      <a:schemeClr val="tx1"/>
                    </a:solidFill>
                  </a:ln>
                  <a:solidFill>
                    <a:srgbClr val="00B050"/>
                  </a:solidFill>
                  <a:latin typeface="Lucida Calligraphy" panose="03010101010101010101" pitchFamily="66" charset="0"/>
                </a:rPr>
                <a:t>B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8" name="文字方塊 80">
                <a:extLst>
                  <a:ext uri="{FF2B5EF4-FFF2-40B4-BE49-F238E27FC236}">
                    <a16:creationId xmlns:a16="http://schemas.microsoft.com/office/drawing/2014/main" id="{54DD70B6-7D05-FDDA-8E82-049B35D3FA4B}"/>
                  </a:ext>
                </a:extLst>
              </p:cNvPr>
              <p:cNvSpPr txBox="1"/>
              <p:nvPr/>
            </p:nvSpPr>
            <p:spPr>
              <a:xfrm>
                <a:off x="9676876" y="186376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78" name="文字方塊 80">
                <a:extLst>
                  <a:ext uri="{FF2B5EF4-FFF2-40B4-BE49-F238E27FC236}">
                    <a16:creationId xmlns:a16="http://schemas.microsoft.com/office/drawing/2014/main" id="{54DD70B6-7D05-FDDA-8E82-049B35D3FA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76876" y="1863760"/>
                <a:ext cx="295688" cy="40011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9" name="群組 74">
            <a:extLst>
              <a:ext uri="{FF2B5EF4-FFF2-40B4-BE49-F238E27FC236}">
                <a16:creationId xmlns:a16="http://schemas.microsoft.com/office/drawing/2014/main" id="{FA8D4F1E-6353-9823-5544-47C8A0932336}"/>
              </a:ext>
            </a:extLst>
          </p:cNvPr>
          <p:cNvGrpSpPr/>
          <p:nvPr/>
        </p:nvGrpSpPr>
        <p:grpSpPr>
          <a:xfrm>
            <a:off x="10006525" y="1702353"/>
            <a:ext cx="1203194" cy="816287"/>
            <a:chOff x="2805514" y="4662462"/>
            <a:chExt cx="1203194" cy="816287"/>
          </a:xfrm>
        </p:grpSpPr>
        <p:sp>
          <p:nvSpPr>
            <p:cNvPr id="80" name="文字方塊 75">
              <a:extLst>
                <a:ext uri="{FF2B5EF4-FFF2-40B4-BE49-F238E27FC236}">
                  <a16:creationId xmlns:a16="http://schemas.microsoft.com/office/drawing/2014/main" id="{60DFF6FE-8F38-A85E-68E3-4E1387F92D05}"/>
                </a:ext>
              </a:extLst>
            </p:cNvPr>
            <p:cNvSpPr txBox="1"/>
            <p:nvPr/>
          </p:nvSpPr>
          <p:spPr>
            <a:xfrm>
              <a:off x="3189103" y="4662462"/>
              <a:ext cx="38183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00B050"/>
                  </a:solidFill>
                  <a:latin typeface="Lucida Calligraphy" panose="03010101010101010101" pitchFamily="66" charset="0"/>
                </a:rPr>
                <a:t>P</a:t>
              </a:r>
            </a:p>
          </p:txBody>
        </p:sp>
        <p:grpSp>
          <p:nvGrpSpPr>
            <p:cNvPr id="81" name="群組 76">
              <a:extLst>
                <a:ext uri="{FF2B5EF4-FFF2-40B4-BE49-F238E27FC236}">
                  <a16:creationId xmlns:a16="http://schemas.microsoft.com/office/drawing/2014/main" id="{39B74585-158A-393B-F7F3-D004AF2C3CBB}"/>
                </a:ext>
              </a:extLst>
            </p:cNvPr>
            <p:cNvGrpSpPr/>
            <p:nvPr/>
          </p:nvGrpSpPr>
          <p:grpSpPr>
            <a:xfrm>
              <a:off x="2805514" y="5023924"/>
              <a:ext cx="1203194" cy="454825"/>
              <a:chOff x="2805514" y="5023924"/>
              <a:chExt cx="1203194" cy="454825"/>
            </a:xfrm>
          </p:grpSpPr>
          <p:cxnSp>
            <p:nvCxnSpPr>
              <p:cNvPr id="82" name="直線接點 77">
                <a:extLst>
                  <a:ext uri="{FF2B5EF4-FFF2-40B4-BE49-F238E27FC236}">
                    <a16:creationId xmlns:a16="http://schemas.microsoft.com/office/drawing/2014/main" id="{B14B34B1-279C-6FA7-6B69-06849EA44485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23924"/>
                <a:ext cx="1112601" cy="1212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83" name="文字方塊 78">
                <a:extLst>
                  <a:ext uri="{FF2B5EF4-FFF2-40B4-BE49-F238E27FC236}">
                    <a16:creationId xmlns:a16="http://schemas.microsoft.com/office/drawing/2014/main" id="{C238AABB-A98E-9432-2B26-7F4DAB7A2A27}"/>
                  </a:ext>
                </a:extLst>
              </p:cNvPr>
              <p:cNvSpPr txBox="1"/>
              <p:nvPr/>
            </p:nvSpPr>
            <p:spPr>
              <a:xfrm>
                <a:off x="2805514" y="5078639"/>
                <a:ext cx="113524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00B050"/>
                    </a:solidFill>
                    <a:latin typeface="Lucida Handwriting" panose="03010101010101010101" pitchFamily="66" charset="0"/>
                  </a:rPr>
                  <a:t>1.0816</a:t>
                </a:r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rgbClr val="00B050"/>
                  </a:solidFill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2" name="筆跡 10">
                <a:extLst>
                  <a:ext uri="{FF2B5EF4-FFF2-40B4-BE49-F238E27FC236}">
                    <a16:creationId xmlns:a16="http://schemas.microsoft.com/office/drawing/2014/main" id="{7DDAEAB8-C3EF-B041-6600-AD9CB3887FB3}"/>
                  </a:ext>
                </a:extLst>
              </p14:cNvPr>
              <p14:cNvContentPartPr/>
              <p14:nvPr/>
            </p14:nvContentPartPr>
            <p14:xfrm>
              <a:off x="7466642" y="1510379"/>
              <a:ext cx="726171" cy="45719"/>
            </p14:xfrm>
          </p:contentPart>
        </mc:Choice>
        <mc:Fallback>
          <p:pic>
            <p:nvPicPr>
              <p:cNvPr id="2" name="筆跡 10">
                <a:extLst>
                  <a:ext uri="{FF2B5EF4-FFF2-40B4-BE49-F238E27FC236}">
                    <a16:creationId xmlns:a16="http://schemas.microsoft.com/office/drawing/2014/main" id="{7DDAEAB8-C3EF-B041-6600-AD9CB3887FB3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412638" y="-12205321"/>
                <a:ext cx="833819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3" name="筆跡 59">
                <a:extLst>
                  <a:ext uri="{FF2B5EF4-FFF2-40B4-BE49-F238E27FC236}">
                    <a16:creationId xmlns:a16="http://schemas.microsoft.com/office/drawing/2014/main" id="{4A9BD060-B3EF-0975-C3E4-B2A3DD086260}"/>
                  </a:ext>
                </a:extLst>
              </p14:cNvPr>
              <p14:cNvContentPartPr/>
              <p14:nvPr/>
            </p14:nvContentPartPr>
            <p14:xfrm>
              <a:off x="9153809" y="1544390"/>
              <a:ext cx="2249213" cy="45719"/>
            </p14:xfrm>
          </p:contentPart>
        </mc:Choice>
        <mc:Fallback>
          <p:pic>
            <p:nvPicPr>
              <p:cNvPr id="3" name="筆跡 59">
                <a:extLst>
                  <a:ext uri="{FF2B5EF4-FFF2-40B4-BE49-F238E27FC236}">
                    <a16:creationId xmlns:a16="http://schemas.microsoft.com/office/drawing/2014/main" id="{4A9BD060-B3EF-0975-C3E4-B2A3DD086260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099767" y="-12171310"/>
                <a:ext cx="2356936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4" name="筆跡 59">
                <a:extLst>
                  <a:ext uri="{FF2B5EF4-FFF2-40B4-BE49-F238E27FC236}">
                    <a16:creationId xmlns:a16="http://schemas.microsoft.com/office/drawing/2014/main" id="{53B79BC0-4568-546B-5B35-19C245EAE302}"/>
                  </a:ext>
                </a:extLst>
              </p14:cNvPr>
              <p14:cNvContentPartPr/>
              <p14:nvPr/>
            </p14:nvContentPartPr>
            <p14:xfrm>
              <a:off x="1319050" y="1927968"/>
              <a:ext cx="755078" cy="45719"/>
            </p14:xfrm>
          </p:contentPart>
        </mc:Choice>
        <mc:Fallback>
          <p:pic>
            <p:nvPicPr>
              <p:cNvPr id="4" name="筆跡 59">
                <a:extLst>
                  <a:ext uri="{FF2B5EF4-FFF2-40B4-BE49-F238E27FC236}">
                    <a16:creationId xmlns:a16="http://schemas.microsoft.com/office/drawing/2014/main" id="{53B79BC0-4568-546B-5B35-19C245EAE302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265013" y="-11787732"/>
                <a:ext cx="862792" cy="27431400"/>
              </a:xfrm>
              <a:prstGeom prst="rect">
                <a:avLst/>
              </a:prstGeom>
            </p:spPr>
          </p:pic>
        </mc:Fallback>
      </mc:AlternateContent>
      <p:sp>
        <p:nvSpPr>
          <p:cNvPr id="18" name="文字方塊 98">
            <a:extLst>
              <a:ext uri="{FF2B5EF4-FFF2-40B4-BE49-F238E27FC236}">
                <a16:creationId xmlns:a16="http://schemas.microsoft.com/office/drawing/2014/main" id="{3E716AB0-6A3F-D665-10E2-29ABCC38F2E4}"/>
              </a:ext>
            </a:extLst>
          </p:cNvPr>
          <p:cNvSpPr txBox="1"/>
          <p:nvPr/>
        </p:nvSpPr>
        <p:spPr>
          <a:xfrm>
            <a:off x="845561" y="2655720"/>
            <a:ext cx="73121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Difference of profits of companies A and B in </a:t>
            </a:r>
            <a:r>
              <a:rPr lang="en-US" altLang="zh-TW" sz="2000" b="1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rPr>
              <a:t>2019</a:t>
            </a:r>
            <a:endParaRPr lang="zh-TW" altLang="en-US" sz="2000" b="1">
              <a:solidFill>
                <a:schemeClr val="accent5">
                  <a:lumMod val="60000"/>
                  <a:lumOff val="40000"/>
                </a:schemeClr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文字方塊 80">
                <a:extLst>
                  <a:ext uri="{FF2B5EF4-FFF2-40B4-BE49-F238E27FC236}">
                    <a16:creationId xmlns:a16="http://schemas.microsoft.com/office/drawing/2014/main" id="{FFE7FFC5-C4A4-846E-6348-F1745BF76D11}"/>
                  </a:ext>
                </a:extLst>
              </p:cNvPr>
              <p:cNvSpPr txBox="1"/>
              <p:nvPr/>
            </p:nvSpPr>
            <p:spPr>
              <a:xfrm>
                <a:off x="1023362" y="317675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9" name="文字方塊 80">
                <a:extLst>
                  <a:ext uri="{FF2B5EF4-FFF2-40B4-BE49-F238E27FC236}">
                    <a16:creationId xmlns:a16="http://schemas.microsoft.com/office/drawing/2014/main" id="{FFE7FFC5-C4A4-846E-6348-F1745BF76D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3362" y="3176752"/>
                <a:ext cx="295688" cy="40011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6" name="群組 74">
            <a:extLst>
              <a:ext uri="{FF2B5EF4-FFF2-40B4-BE49-F238E27FC236}">
                <a16:creationId xmlns:a16="http://schemas.microsoft.com/office/drawing/2014/main" id="{7292D5DA-9936-FA3E-8A9E-3F6EE5DBAECD}"/>
              </a:ext>
            </a:extLst>
          </p:cNvPr>
          <p:cNvGrpSpPr/>
          <p:nvPr/>
        </p:nvGrpSpPr>
        <p:grpSpPr>
          <a:xfrm>
            <a:off x="1416702" y="3016708"/>
            <a:ext cx="1159565" cy="816287"/>
            <a:chOff x="2805514" y="4662462"/>
            <a:chExt cx="1159565" cy="816287"/>
          </a:xfrm>
        </p:grpSpPr>
        <p:sp>
          <p:nvSpPr>
            <p:cNvPr id="37" name="文字方塊 75">
              <a:extLst>
                <a:ext uri="{FF2B5EF4-FFF2-40B4-BE49-F238E27FC236}">
                  <a16:creationId xmlns:a16="http://schemas.microsoft.com/office/drawing/2014/main" id="{5DEF82EF-90F4-6635-A408-E75DFCC4A761}"/>
                </a:ext>
              </a:extLst>
            </p:cNvPr>
            <p:cNvSpPr txBox="1"/>
            <p:nvPr/>
          </p:nvSpPr>
          <p:spPr>
            <a:xfrm>
              <a:off x="3189103" y="4662462"/>
              <a:ext cx="38183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00FF00"/>
                  </a:solidFill>
                  <a:latin typeface="Lucida Calligraphy" panose="03010101010101010101" pitchFamily="66" charset="0"/>
                </a:rPr>
                <a:t>P</a:t>
              </a:r>
            </a:p>
          </p:txBody>
        </p:sp>
        <p:grpSp>
          <p:nvGrpSpPr>
            <p:cNvPr id="38" name="群組 76">
              <a:extLst>
                <a:ext uri="{FF2B5EF4-FFF2-40B4-BE49-F238E27FC236}">
                  <a16:creationId xmlns:a16="http://schemas.microsoft.com/office/drawing/2014/main" id="{C6EAF6FE-3630-74E6-AB20-3C0275BB4B6F}"/>
                </a:ext>
              </a:extLst>
            </p:cNvPr>
            <p:cNvGrpSpPr/>
            <p:nvPr/>
          </p:nvGrpSpPr>
          <p:grpSpPr>
            <a:xfrm>
              <a:off x="2805514" y="5036045"/>
              <a:ext cx="1159565" cy="442704"/>
              <a:chOff x="2805514" y="5036045"/>
              <a:chExt cx="1159565" cy="442704"/>
            </a:xfrm>
          </p:grpSpPr>
          <p:cxnSp>
            <p:nvCxnSpPr>
              <p:cNvPr id="45" name="直線接點 77">
                <a:extLst>
                  <a:ext uri="{FF2B5EF4-FFF2-40B4-BE49-F238E27FC236}">
                    <a16:creationId xmlns:a16="http://schemas.microsoft.com/office/drawing/2014/main" id="{A51487E7-66EB-1C31-D6B0-9ADAE45A6135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2896107" y="5036045"/>
                <a:ext cx="1068972" cy="0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46" name="文字方塊 78">
                <a:extLst>
                  <a:ext uri="{FF2B5EF4-FFF2-40B4-BE49-F238E27FC236}">
                    <a16:creationId xmlns:a16="http://schemas.microsoft.com/office/drawing/2014/main" id="{5367C094-22F8-A837-3C25-A1BA91BE9453}"/>
                  </a:ext>
                </a:extLst>
              </p:cNvPr>
              <p:cNvSpPr txBox="1"/>
              <p:nvPr/>
            </p:nvSpPr>
            <p:spPr>
              <a:xfrm>
                <a:off x="2805514" y="5078639"/>
                <a:ext cx="113524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00FF00"/>
                    </a:solidFill>
                    <a:latin typeface="Lucida Handwriting" panose="03010101010101010101" pitchFamily="66" charset="0"/>
                  </a:rPr>
                  <a:t>1.0609</a:t>
                </a:r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rgbClr val="00FF00"/>
                  </a:solidFill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5C1D6602-564A-C070-F3B5-EEE44D5098FE}"/>
                  </a:ext>
                </a:extLst>
              </p:cNvPr>
              <p:cNvSpPr txBox="1"/>
              <p:nvPr/>
            </p:nvSpPr>
            <p:spPr>
              <a:xfrm>
                <a:off x="2639269" y="3192910"/>
                <a:ext cx="45998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5C1D6602-564A-C070-F3B5-EEE44D5098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9269" y="3192910"/>
                <a:ext cx="459988" cy="40011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5" name="群組 74">
            <a:extLst>
              <a:ext uri="{FF2B5EF4-FFF2-40B4-BE49-F238E27FC236}">
                <a16:creationId xmlns:a16="http://schemas.microsoft.com/office/drawing/2014/main" id="{29A945A1-A8AE-DF5A-6D2F-761BEA53CEA7}"/>
              </a:ext>
            </a:extLst>
          </p:cNvPr>
          <p:cNvGrpSpPr/>
          <p:nvPr/>
        </p:nvGrpSpPr>
        <p:grpSpPr>
          <a:xfrm>
            <a:off x="3099257" y="3020856"/>
            <a:ext cx="1203194" cy="816287"/>
            <a:chOff x="2805514" y="4662462"/>
            <a:chExt cx="1203194" cy="816287"/>
          </a:xfrm>
        </p:grpSpPr>
        <p:sp>
          <p:nvSpPr>
            <p:cNvPr id="86" name="文字方塊 75">
              <a:extLst>
                <a:ext uri="{FF2B5EF4-FFF2-40B4-BE49-F238E27FC236}">
                  <a16:creationId xmlns:a16="http://schemas.microsoft.com/office/drawing/2014/main" id="{C4DD705E-D227-D931-8CC5-0C825A46E1FF}"/>
                </a:ext>
              </a:extLst>
            </p:cNvPr>
            <p:cNvSpPr txBox="1"/>
            <p:nvPr/>
          </p:nvSpPr>
          <p:spPr>
            <a:xfrm>
              <a:off x="3189103" y="4662462"/>
              <a:ext cx="38183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00B050"/>
                  </a:solidFill>
                  <a:latin typeface="Lucida Calligraphy" panose="03010101010101010101" pitchFamily="66" charset="0"/>
                </a:rPr>
                <a:t>P</a:t>
              </a:r>
            </a:p>
          </p:txBody>
        </p:sp>
        <p:grpSp>
          <p:nvGrpSpPr>
            <p:cNvPr id="87" name="群組 76">
              <a:extLst>
                <a:ext uri="{FF2B5EF4-FFF2-40B4-BE49-F238E27FC236}">
                  <a16:creationId xmlns:a16="http://schemas.microsoft.com/office/drawing/2014/main" id="{5AD1875E-DB7F-2911-E558-D26C450A575B}"/>
                </a:ext>
              </a:extLst>
            </p:cNvPr>
            <p:cNvGrpSpPr/>
            <p:nvPr/>
          </p:nvGrpSpPr>
          <p:grpSpPr>
            <a:xfrm>
              <a:off x="2805514" y="5023924"/>
              <a:ext cx="1203194" cy="454825"/>
              <a:chOff x="2805514" y="5023924"/>
              <a:chExt cx="1203194" cy="454825"/>
            </a:xfrm>
          </p:grpSpPr>
          <p:cxnSp>
            <p:nvCxnSpPr>
              <p:cNvPr id="88" name="直線接點 77">
                <a:extLst>
                  <a:ext uri="{FF2B5EF4-FFF2-40B4-BE49-F238E27FC236}">
                    <a16:creationId xmlns:a16="http://schemas.microsoft.com/office/drawing/2014/main" id="{4E28E6A8-31FA-0480-1CBA-F5095E6C3178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23924"/>
                <a:ext cx="1112601" cy="1212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89" name="文字方塊 78">
                <a:extLst>
                  <a:ext uri="{FF2B5EF4-FFF2-40B4-BE49-F238E27FC236}">
                    <a16:creationId xmlns:a16="http://schemas.microsoft.com/office/drawing/2014/main" id="{31DD273D-36E2-E4EA-2D17-94398033A9B7}"/>
                  </a:ext>
                </a:extLst>
              </p:cNvPr>
              <p:cNvSpPr txBox="1"/>
              <p:nvPr/>
            </p:nvSpPr>
            <p:spPr>
              <a:xfrm>
                <a:off x="2805514" y="5078639"/>
                <a:ext cx="113524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00B050"/>
                    </a:solidFill>
                    <a:latin typeface="Lucida Handwriting" panose="03010101010101010101" pitchFamily="66" charset="0"/>
                  </a:rPr>
                  <a:t>1.0816</a:t>
                </a:r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rgbClr val="00B050"/>
                  </a:solidFill>
                  <a:latin typeface="Lucida Calligraphy" panose="03010101010101010101" pitchFamily="66" charset="0"/>
                </a:endParaRPr>
              </a:p>
            </p:txBody>
          </p:sp>
        </p:grpSp>
      </p:grpSp>
      <p:sp>
        <p:nvSpPr>
          <p:cNvPr id="91" name="文字方塊 98">
            <a:extLst>
              <a:ext uri="{FF2B5EF4-FFF2-40B4-BE49-F238E27FC236}">
                <a16:creationId xmlns:a16="http://schemas.microsoft.com/office/drawing/2014/main" id="{2C7BC382-F92C-1CD0-9A27-08F84C5A1251}"/>
              </a:ext>
            </a:extLst>
          </p:cNvPr>
          <p:cNvSpPr txBox="1"/>
          <p:nvPr/>
        </p:nvSpPr>
        <p:spPr>
          <a:xfrm>
            <a:off x="483443" y="4220499"/>
            <a:ext cx="8300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i.e.</a:t>
            </a:r>
            <a:endParaRPr lang="zh-TW" altLang="en-US" sz="2000" b="1">
              <a:latin typeface="Lucida Handwriting" panose="03010101010101010101" pitchFamily="66" charset="0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6DEA2ADF-F1A3-9D82-A6CA-A43EE75CAE46}"/>
              </a:ext>
            </a:extLst>
          </p:cNvPr>
          <p:cNvSpPr txBox="1"/>
          <p:nvPr/>
        </p:nvSpPr>
        <p:spPr>
          <a:xfrm>
            <a:off x="1124662" y="4233984"/>
            <a:ext cx="11513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" b="1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rPr>
              <a:t>40000</a:t>
            </a:r>
            <a:endParaRPr lang="en-US" sz="20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5" name="文字方塊 80">
                <a:extLst>
                  <a:ext uri="{FF2B5EF4-FFF2-40B4-BE49-F238E27FC236}">
                    <a16:creationId xmlns:a16="http://schemas.microsoft.com/office/drawing/2014/main" id="{00A025FF-F4CF-306A-6A4D-B13C0A6D7921}"/>
                  </a:ext>
                </a:extLst>
              </p:cNvPr>
              <p:cNvSpPr txBox="1"/>
              <p:nvPr/>
            </p:nvSpPr>
            <p:spPr>
              <a:xfrm>
                <a:off x="2168853" y="423716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95" name="文字方塊 80">
                <a:extLst>
                  <a:ext uri="{FF2B5EF4-FFF2-40B4-BE49-F238E27FC236}">
                    <a16:creationId xmlns:a16="http://schemas.microsoft.com/office/drawing/2014/main" id="{00A025FF-F4CF-306A-6A4D-B13C0A6D79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8853" y="4237162"/>
                <a:ext cx="295688" cy="40011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6" name="群組 74">
            <a:extLst>
              <a:ext uri="{FF2B5EF4-FFF2-40B4-BE49-F238E27FC236}">
                <a16:creationId xmlns:a16="http://schemas.microsoft.com/office/drawing/2014/main" id="{E01B946E-54CD-C6CE-C47B-679008FFC247}"/>
              </a:ext>
            </a:extLst>
          </p:cNvPr>
          <p:cNvGrpSpPr/>
          <p:nvPr/>
        </p:nvGrpSpPr>
        <p:grpSpPr>
          <a:xfrm>
            <a:off x="2562193" y="4077118"/>
            <a:ext cx="1159565" cy="816287"/>
            <a:chOff x="2805514" y="4662462"/>
            <a:chExt cx="1159565" cy="816287"/>
          </a:xfrm>
        </p:grpSpPr>
        <p:sp>
          <p:nvSpPr>
            <p:cNvPr id="110" name="文字方塊 75">
              <a:extLst>
                <a:ext uri="{FF2B5EF4-FFF2-40B4-BE49-F238E27FC236}">
                  <a16:creationId xmlns:a16="http://schemas.microsoft.com/office/drawing/2014/main" id="{0D2D22FB-07A6-9891-5A52-4BC63556F018}"/>
                </a:ext>
              </a:extLst>
            </p:cNvPr>
            <p:cNvSpPr txBox="1"/>
            <p:nvPr/>
          </p:nvSpPr>
          <p:spPr>
            <a:xfrm>
              <a:off x="3189103" y="4662462"/>
              <a:ext cx="38183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00FF00"/>
                  </a:solidFill>
                  <a:latin typeface="Lucida Calligraphy" panose="03010101010101010101" pitchFamily="66" charset="0"/>
                </a:rPr>
                <a:t>P</a:t>
              </a:r>
            </a:p>
          </p:txBody>
        </p:sp>
        <p:grpSp>
          <p:nvGrpSpPr>
            <p:cNvPr id="111" name="群組 76">
              <a:extLst>
                <a:ext uri="{FF2B5EF4-FFF2-40B4-BE49-F238E27FC236}">
                  <a16:creationId xmlns:a16="http://schemas.microsoft.com/office/drawing/2014/main" id="{2EF47A3D-E66F-190C-B206-CCFABDDC8A78}"/>
                </a:ext>
              </a:extLst>
            </p:cNvPr>
            <p:cNvGrpSpPr/>
            <p:nvPr/>
          </p:nvGrpSpPr>
          <p:grpSpPr>
            <a:xfrm>
              <a:off x="2805514" y="5036045"/>
              <a:ext cx="1159565" cy="442704"/>
              <a:chOff x="2805514" y="5036045"/>
              <a:chExt cx="1159565" cy="442704"/>
            </a:xfrm>
          </p:grpSpPr>
          <p:cxnSp>
            <p:nvCxnSpPr>
              <p:cNvPr id="112" name="直線接點 77">
                <a:extLst>
                  <a:ext uri="{FF2B5EF4-FFF2-40B4-BE49-F238E27FC236}">
                    <a16:creationId xmlns:a16="http://schemas.microsoft.com/office/drawing/2014/main" id="{AD6CDFC3-8A5C-0742-2904-C8F049638774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2896107" y="5036045"/>
                <a:ext cx="1068972" cy="0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13" name="文字方塊 78">
                <a:extLst>
                  <a:ext uri="{FF2B5EF4-FFF2-40B4-BE49-F238E27FC236}">
                    <a16:creationId xmlns:a16="http://schemas.microsoft.com/office/drawing/2014/main" id="{D7EBEFC5-C0A9-B8B4-FF2C-EE5F180F3DE8}"/>
                  </a:ext>
                </a:extLst>
              </p:cNvPr>
              <p:cNvSpPr txBox="1"/>
              <p:nvPr/>
            </p:nvSpPr>
            <p:spPr>
              <a:xfrm>
                <a:off x="2805514" y="5078639"/>
                <a:ext cx="113524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00FF00"/>
                    </a:solidFill>
                    <a:latin typeface="Lucida Handwriting" panose="03010101010101010101" pitchFamily="66" charset="0"/>
                  </a:rPr>
                  <a:t>1.0609</a:t>
                </a:r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rgbClr val="00FF00"/>
                  </a:solidFill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DEE17A9D-74A7-883D-A63A-081743E51FAB}"/>
                  </a:ext>
                </a:extLst>
              </p:cNvPr>
              <p:cNvSpPr txBox="1"/>
              <p:nvPr/>
            </p:nvSpPr>
            <p:spPr>
              <a:xfrm>
                <a:off x="3784760" y="4253320"/>
                <a:ext cx="45998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DEE17A9D-74A7-883D-A63A-081743E51F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4760" y="4253320"/>
                <a:ext cx="459988" cy="400110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5" name="群組 74">
            <a:extLst>
              <a:ext uri="{FF2B5EF4-FFF2-40B4-BE49-F238E27FC236}">
                <a16:creationId xmlns:a16="http://schemas.microsoft.com/office/drawing/2014/main" id="{282C0954-79B3-07A1-08DE-4E23AB3DC4C7}"/>
              </a:ext>
            </a:extLst>
          </p:cNvPr>
          <p:cNvGrpSpPr/>
          <p:nvPr/>
        </p:nvGrpSpPr>
        <p:grpSpPr>
          <a:xfrm>
            <a:off x="4244748" y="4081266"/>
            <a:ext cx="1203194" cy="816287"/>
            <a:chOff x="2805514" y="4662462"/>
            <a:chExt cx="1203194" cy="816287"/>
          </a:xfrm>
        </p:grpSpPr>
        <p:sp>
          <p:nvSpPr>
            <p:cNvPr id="116" name="文字方塊 75">
              <a:extLst>
                <a:ext uri="{FF2B5EF4-FFF2-40B4-BE49-F238E27FC236}">
                  <a16:creationId xmlns:a16="http://schemas.microsoft.com/office/drawing/2014/main" id="{27652EEE-FDDC-5971-63E2-4E7F6B95D28A}"/>
                </a:ext>
              </a:extLst>
            </p:cNvPr>
            <p:cNvSpPr txBox="1"/>
            <p:nvPr/>
          </p:nvSpPr>
          <p:spPr>
            <a:xfrm>
              <a:off x="3189103" y="4662462"/>
              <a:ext cx="38183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00B050"/>
                  </a:solidFill>
                  <a:latin typeface="Lucida Calligraphy" panose="03010101010101010101" pitchFamily="66" charset="0"/>
                </a:rPr>
                <a:t>P</a:t>
              </a:r>
            </a:p>
          </p:txBody>
        </p:sp>
        <p:grpSp>
          <p:nvGrpSpPr>
            <p:cNvPr id="117" name="群組 76">
              <a:extLst>
                <a:ext uri="{FF2B5EF4-FFF2-40B4-BE49-F238E27FC236}">
                  <a16:creationId xmlns:a16="http://schemas.microsoft.com/office/drawing/2014/main" id="{9D16ABCD-3DCA-4D8E-6A81-490C3C8EE421}"/>
                </a:ext>
              </a:extLst>
            </p:cNvPr>
            <p:cNvGrpSpPr/>
            <p:nvPr/>
          </p:nvGrpSpPr>
          <p:grpSpPr>
            <a:xfrm>
              <a:off x="2805514" y="5023924"/>
              <a:ext cx="1203194" cy="454825"/>
              <a:chOff x="2805514" y="5023924"/>
              <a:chExt cx="1203194" cy="454825"/>
            </a:xfrm>
          </p:grpSpPr>
          <p:cxnSp>
            <p:nvCxnSpPr>
              <p:cNvPr id="118" name="直線接點 77">
                <a:extLst>
                  <a:ext uri="{FF2B5EF4-FFF2-40B4-BE49-F238E27FC236}">
                    <a16:creationId xmlns:a16="http://schemas.microsoft.com/office/drawing/2014/main" id="{776458D5-26BD-3216-9B6D-06E951E6979B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23924"/>
                <a:ext cx="1112601" cy="1212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19" name="文字方塊 78">
                <a:extLst>
                  <a:ext uri="{FF2B5EF4-FFF2-40B4-BE49-F238E27FC236}">
                    <a16:creationId xmlns:a16="http://schemas.microsoft.com/office/drawing/2014/main" id="{78143A62-6EB3-A7C6-3A3D-73D54526BD5E}"/>
                  </a:ext>
                </a:extLst>
              </p:cNvPr>
              <p:cNvSpPr txBox="1"/>
              <p:nvPr/>
            </p:nvSpPr>
            <p:spPr>
              <a:xfrm>
                <a:off x="2805514" y="5078639"/>
                <a:ext cx="113524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00B050"/>
                    </a:solidFill>
                    <a:latin typeface="Lucida Handwriting" panose="03010101010101010101" pitchFamily="66" charset="0"/>
                  </a:rPr>
                  <a:t>1.0816</a:t>
                </a:r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rgbClr val="00B050"/>
                  </a:solidFill>
                  <a:latin typeface="Lucida Calligraphy" panose="03010101010101010101" pitchFamily="66" charset="0"/>
                </a:endParaRPr>
              </a:p>
            </p:txBody>
          </p:sp>
        </p:grpSp>
      </p:grpSp>
      <p:sp>
        <p:nvSpPr>
          <p:cNvPr id="120" name="TextBox 119">
            <a:extLst>
              <a:ext uri="{FF2B5EF4-FFF2-40B4-BE49-F238E27FC236}">
                <a16:creationId xmlns:a16="http://schemas.microsoft.com/office/drawing/2014/main" id="{1833179F-0C3F-9E6E-8A52-386F2C5E5685}"/>
              </a:ext>
            </a:extLst>
          </p:cNvPr>
          <p:cNvSpPr txBox="1"/>
          <p:nvPr/>
        </p:nvSpPr>
        <p:spPr>
          <a:xfrm>
            <a:off x="1083985" y="5170588"/>
            <a:ext cx="11513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" b="1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rPr>
              <a:t>40000</a:t>
            </a:r>
            <a:endParaRPr lang="en-US" sz="20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1" name="文字方塊 80">
                <a:extLst>
                  <a:ext uri="{FF2B5EF4-FFF2-40B4-BE49-F238E27FC236}">
                    <a16:creationId xmlns:a16="http://schemas.microsoft.com/office/drawing/2014/main" id="{8A823C67-D355-1178-5B28-BA56FC44FCEB}"/>
                  </a:ext>
                </a:extLst>
              </p:cNvPr>
              <p:cNvSpPr txBox="1"/>
              <p:nvPr/>
            </p:nvSpPr>
            <p:spPr>
              <a:xfrm>
                <a:off x="2128176" y="517376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21" name="文字方塊 80">
                <a:extLst>
                  <a:ext uri="{FF2B5EF4-FFF2-40B4-BE49-F238E27FC236}">
                    <a16:creationId xmlns:a16="http://schemas.microsoft.com/office/drawing/2014/main" id="{8A823C67-D355-1178-5B28-BA56FC44FC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8176" y="5173766"/>
                <a:ext cx="295688" cy="40011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2" name="Group 121">
            <a:extLst>
              <a:ext uri="{FF2B5EF4-FFF2-40B4-BE49-F238E27FC236}">
                <a16:creationId xmlns:a16="http://schemas.microsoft.com/office/drawing/2014/main" id="{0EE32C96-F795-D731-1F08-C6FE515E6A60}"/>
              </a:ext>
            </a:extLst>
          </p:cNvPr>
          <p:cNvGrpSpPr/>
          <p:nvPr/>
        </p:nvGrpSpPr>
        <p:grpSpPr>
          <a:xfrm>
            <a:off x="2862241" y="5107837"/>
            <a:ext cx="3059066" cy="649591"/>
            <a:chOff x="2773240" y="5142394"/>
            <a:chExt cx="2288835" cy="649591"/>
          </a:xfrm>
        </p:grpSpPr>
        <p:sp>
          <p:nvSpPr>
            <p:cNvPr id="123" name="弧形 258">
              <a:extLst>
                <a:ext uri="{FF2B5EF4-FFF2-40B4-BE49-F238E27FC236}">
                  <a16:creationId xmlns:a16="http://schemas.microsoft.com/office/drawing/2014/main" id="{A0D543D5-D7D5-480C-DF85-DC3A226E74FF}"/>
                </a:ext>
              </a:extLst>
            </p:cNvPr>
            <p:cNvSpPr/>
            <p:nvPr/>
          </p:nvSpPr>
          <p:spPr>
            <a:xfrm rot="10957079">
              <a:off x="2773240" y="5142394"/>
              <a:ext cx="251507" cy="641558"/>
            </a:xfrm>
            <a:prstGeom prst="arc">
              <a:avLst>
                <a:gd name="adj1" fmla="val 16200000"/>
                <a:gd name="adj2" fmla="val 5238380"/>
              </a:avLst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sp>
          <p:nvSpPr>
            <p:cNvPr id="124" name="弧形 259">
              <a:extLst>
                <a:ext uri="{FF2B5EF4-FFF2-40B4-BE49-F238E27FC236}">
                  <a16:creationId xmlns:a16="http://schemas.microsoft.com/office/drawing/2014/main" id="{BAA1080C-1961-D31A-FC34-EDF24102280D}"/>
                </a:ext>
              </a:extLst>
            </p:cNvPr>
            <p:cNvSpPr/>
            <p:nvPr/>
          </p:nvSpPr>
          <p:spPr>
            <a:xfrm rot="235127">
              <a:off x="4810568" y="5150427"/>
              <a:ext cx="251507" cy="641558"/>
            </a:xfrm>
            <a:prstGeom prst="arc">
              <a:avLst>
                <a:gd name="adj1" fmla="val 16200000"/>
                <a:gd name="adj2" fmla="val 5238380"/>
              </a:avLst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</p:grpSp>
      <p:sp>
        <p:nvSpPr>
          <p:cNvPr id="125" name="文字方塊 34">
            <a:extLst>
              <a:ext uri="{FF2B5EF4-FFF2-40B4-BE49-F238E27FC236}">
                <a16:creationId xmlns:a16="http://schemas.microsoft.com/office/drawing/2014/main" id="{E59606B4-CEAA-DC37-77CC-033D8A08B85C}"/>
              </a:ext>
            </a:extLst>
          </p:cNvPr>
          <p:cNvSpPr txBox="1"/>
          <p:nvPr/>
        </p:nvSpPr>
        <p:spPr>
          <a:xfrm>
            <a:off x="2464541" y="5204020"/>
            <a:ext cx="3891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P</a:t>
            </a:r>
          </a:p>
        </p:txBody>
      </p:sp>
      <p:grpSp>
        <p:nvGrpSpPr>
          <p:cNvPr id="126" name="群組 74">
            <a:extLst>
              <a:ext uri="{FF2B5EF4-FFF2-40B4-BE49-F238E27FC236}">
                <a16:creationId xmlns:a16="http://schemas.microsoft.com/office/drawing/2014/main" id="{AEE3FAA3-DCDE-317C-31C9-BBBB21358F7A}"/>
              </a:ext>
            </a:extLst>
          </p:cNvPr>
          <p:cNvGrpSpPr/>
          <p:nvPr/>
        </p:nvGrpSpPr>
        <p:grpSpPr>
          <a:xfrm>
            <a:off x="2937087" y="4994386"/>
            <a:ext cx="1159565" cy="816287"/>
            <a:chOff x="2805514" y="4662462"/>
            <a:chExt cx="1159565" cy="816287"/>
          </a:xfrm>
        </p:grpSpPr>
        <p:sp>
          <p:nvSpPr>
            <p:cNvPr id="127" name="文字方塊 75">
              <a:extLst>
                <a:ext uri="{FF2B5EF4-FFF2-40B4-BE49-F238E27FC236}">
                  <a16:creationId xmlns:a16="http://schemas.microsoft.com/office/drawing/2014/main" id="{3F75736D-1ED9-82FC-3496-1E5F1796D2A2}"/>
                </a:ext>
              </a:extLst>
            </p:cNvPr>
            <p:cNvSpPr txBox="1"/>
            <p:nvPr/>
          </p:nvSpPr>
          <p:spPr>
            <a:xfrm>
              <a:off x="3189103" y="4662462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grpSp>
          <p:nvGrpSpPr>
            <p:cNvPr id="128" name="群組 76">
              <a:extLst>
                <a:ext uri="{FF2B5EF4-FFF2-40B4-BE49-F238E27FC236}">
                  <a16:creationId xmlns:a16="http://schemas.microsoft.com/office/drawing/2014/main" id="{02311323-C55D-D951-1EBA-0C27A97AE981}"/>
                </a:ext>
              </a:extLst>
            </p:cNvPr>
            <p:cNvGrpSpPr/>
            <p:nvPr/>
          </p:nvGrpSpPr>
          <p:grpSpPr>
            <a:xfrm>
              <a:off x="2805514" y="5036045"/>
              <a:ext cx="1159565" cy="442704"/>
              <a:chOff x="2805514" y="5036045"/>
              <a:chExt cx="1159565" cy="442704"/>
            </a:xfrm>
          </p:grpSpPr>
          <p:cxnSp>
            <p:nvCxnSpPr>
              <p:cNvPr id="129" name="直線接點 77">
                <a:extLst>
                  <a:ext uri="{FF2B5EF4-FFF2-40B4-BE49-F238E27FC236}">
                    <a16:creationId xmlns:a16="http://schemas.microsoft.com/office/drawing/2014/main" id="{F6E3D0AE-8F7D-6348-70C4-4F86859553C3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2896107" y="5036045"/>
                <a:ext cx="1068972" cy="0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30" name="文字方塊 78">
                <a:extLst>
                  <a:ext uri="{FF2B5EF4-FFF2-40B4-BE49-F238E27FC236}">
                    <a16:creationId xmlns:a16="http://schemas.microsoft.com/office/drawing/2014/main" id="{5B691F08-F632-A6B2-624D-DF0701FB4E0F}"/>
                  </a:ext>
                </a:extLst>
              </p:cNvPr>
              <p:cNvSpPr txBox="1"/>
              <p:nvPr/>
            </p:nvSpPr>
            <p:spPr>
              <a:xfrm>
                <a:off x="2805514" y="5078639"/>
                <a:ext cx="113524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1.0609</a:t>
                </a:r>
                <a:endPara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B9DB7E85-E1B5-F1F1-31ED-A1C7A5FDB799}"/>
                  </a:ext>
                </a:extLst>
              </p:cNvPr>
              <p:cNvSpPr txBox="1"/>
              <p:nvPr/>
            </p:nvSpPr>
            <p:spPr>
              <a:xfrm>
                <a:off x="4159654" y="5170588"/>
                <a:ext cx="45998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US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B9DB7E85-E1B5-F1F1-31ED-A1C7A5FDB7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9654" y="5170588"/>
                <a:ext cx="459988" cy="400110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2" name="群組 74">
            <a:extLst>
              <a:ext uri="{FF2B5EF4-FFF2-40B4-BE49-F238E27FC236}">
                <a16:creationId xmlns:a16="http://schemas.microsoft.com/office/drawing/2014/main" id="{8793D922-3578-2640-D21E-E0C8EC3F1299}"/>
              </a:ext>
            </a:extLst>
          </p:cNvPr>
          <p:cNvGrpSpPr/>
          <p:nvPr/>
        </p:nvGrpSpPr>
        <p:grpSpPr>
          <a:xfrm>
            <a:off x="4619642" y="4998534"/>
            <a:ext cx="1203194" cy="816287"/>
            <a:chOff x="2805514" y="4662462"/>
            <a:chExt cx="1203194" cy="816287"/>
          </a:xfrm>
        </p:grpSpPr>
        <p:sp>
          <p:nvSpPr>
            <p:cNvPr id="133" name="文字方塊 75">
              <a:extLst>
                <a:ext uri="{FF2B5EF4-FFF2-40B4-BE49-F238E27FC236}">
                  <a16:creationId xmlns:a16="http://schemas.microsoft.com/office/drawing/2014/main" id="{05A056ED-47FE-C92C-2233-A53F49031FB6}"/>
                </a:ext>
              </a:extLst>
            </p:cNvPr>
            <p:cNvSpPr txBox="1"/>
            <p:nvPr/>
          </p:nvSpPr>
          <p:spPr>
            <a:xfrm>
              <a:off x="3189103" y="4662462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grpSp>
          <p:nvGrpSpPr>
            <p:cNvPr id="134" name="群組 76">
              <a:extLst>
                <a:ext uri="{FF2B5EF4-FFF2-40B4-BE49-F238E27FC236}">
                  <a16:creationId xmlns:a16="http://schemas.microsoft.com/office/drawing/2014/main" id="{FB921471-5DA9-ABA8-DE68-036F606DDE77}"/>
                </a:ext>
              </a:extLst>
            </p:cNvPr>
            <p:cNvGrpSpPr/>
            <p:nvPr/>
          </p:nvGrpSpPr>
          <p:grpSpPr>
            <a:xfrm>
              <a:off x="2805514" y="5023924"/>
              <a:ext cx="1203194" cy="454825"/>
              <a:chOff x="2805514" y="5023924"/>
              <a:chExt cx="1203194" cy="454825"/>
            </a:xfrm>
          </p:grpSpPr>
          <p:cxnSp>
            <p:nvCxnSpPr>
              <p:cNvPr id="135" name="直線接點 77">
                <a:extLst>
                  <a:ext uri="{FF2B5EF4-FFF2-40B4-BE49-F238E27FC236}">
                    <a16:creationId xmlns:a16="http://schemas.microsoft.com/office/drawing/2014/main" id="{0573B464-3DED-5DF1-94D4-2FACBDBA7470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23924"/>
                <a:ext cx="1112601" cy="1212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36" name="文字方塊 78">
                <a:extLst>
                  <a:ext uri="{FF2B5EF4-FFF2-40B4-BE49-F238E27FC236}">
                    <a16:creationId xmlns:a16="http://schemas.microsoft.com/office/drawing/2014/main" id="{02B7A9E1-EA67-011C-BFA1-D04013B55003}"/>
                  </a:ext>
                </a:extLst>
              </p:cNvPr>
              <p:cNvSpPr txBox="1"/>
              <p:nvPr/>
            </p:nvSpPr>
            <p:spPr>
              <a:xfrm>
                <a:off x="2805514" y="5078639"/>
                <a:ext cx="113524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1.0816</a:t>
                </a:r>
                <a:endPara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p:sp>
        <p:nvSpPr>
          <p:cNvPr id="137" name="文字方塊 34">
            <a:extLst>
              <a:ext uri="{FF2B5EF4-FFF2-40B4-BE49-F238E27FC236}">
                <a16:creationId xmlns:a16="http://schemas.microsoft.com/office/drawing/2014/main" id="{143CA820-76F4-B0FC-C75A-B22385E2B18E}"/>
              </a:ext>
            </a:extLst>
          </p:cNvPr>
          <p:cNvSpPr txBox="1"/>
          <p:nvPr/>
        </p:nvSpPr>
        <p:spPr>
          <a:xfrm>
            <a:off x="7253259" y="3465773"/>
            <a:ext cx="3891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P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8" name="文字方塊 80">
                <a:extLst>
                  <a:ext uri="{FF2B5EF4-FFF2-40B4-BE49-F238E27FC236}">
                    <a16:creationId xmlns:a16="http://schemas.microsoft.com/office/drawing/2014/main" id="{37E274B9-1287-8B72-FEFC-57A0B902A241}"/>
                  </a:ext>
                </a:extLst>
              </p:cNvPr>
              <p:cNvSpPr txBox="1"/>
              <p:nvPr/>
            </p:nvSpPr>
            <p:spPr>
              <a:xfrm>
                <a:off x="7595047" y="346577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38" name="文字方塊 80">
                <a:extLst>
                  <a:ext uri="{FF2B5EF4-FFF2-40B4-BE49-F238E27FC236}">
                    <a16:creationId xmlns:a16="http://schemas.microsoft.com/office/drawing/2014/main" id="{37E274B9-1287-8B72-FEFC-57A0B902A2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5047" y="3465773"/>
                <a:ext cx="295688" cy="400110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9" name="TextBox 138">
            <a:extLst>
              <a:ext uri="{FF2B5EF4-FFF2-40B4-BE49-F238E27FC236}">
                <a16:creationId xmlns:a16="http://schemas.microsoft.com/office/drawing/2014/main" id="{640747A0-7F1E-725C-F957-834856105A1F}"/>
              </a:ext>
            </a:extLst>
          </p:cNvPr>
          <p:cNvSpPr txBox="1"/>
          <p:nvPr/>
        </p:nvSpPr>
        <p:spPr>
          <a:xfrm>
            <a:off x="8811088" y="3247584"/>
            <a:ext cx="11513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" b="1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rPr>
              <a:t>40000</a:t>
            </a:r>
            <a:endParaRPr lang="en-US" sz="2000"/>
          </a:p>
        </p:txBody>
      </p:sp>
      <p:cxnSp>
        <p:nvCxnSpPr>
          <p:cNvPr id="140" name="直線接點 77">
            <a:extLst>
              <a:ext uri="{FF2B5EF4-FFF2-40B4-BE49-F238E27FC236}">
                <a16:creationId xmlns:a16="http://schemas.microsoft.com/office/drawing/2014/main" id="{DDC5C8D5-DEBE-16B1-05CF-6FB9A5885658}"/>
              </a:ext>
            </a:extLst>
          </p:cNvPr>
          <p:cNvCxnSpPr>
            <a:cxnSpLocks/>
          </p:cNvCxnSpPr>
          <p:nvPr/>
        </p:nvCxnSpPr>
        <p:spPr bwMode="auto">
          <a:xfrm>
            <a:off x="8141474" y="3670723"/>
            <a:ext cx="2630476" cy="0"/>
          </a:xfrm>
          <a:prstGeom prst="line">
            <a:avLst/>
          </a:prstGeom>
          <a:solidFill>
            <a:srgbClr val="C0C0C0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145" name="群組 74">
            <a:extLst>
              <a:ext uri="{FF2B5EF4-FFF2-40B4-BE49-F238E27FC236}">
                <a16:creationId xmlns:a16="http://schemas.microsoft.com/office/drawing/2014/main" id="{C350ABC8-4412-270F-E136-0E143EA678F7}"/>
              </a:ext>
            </a:extLst>
          </p:cNvPr>
          <p:cNvGrpSpPr/>
          <p:nvPr/>
        </p:nvGrpSpPr>
        <p:grpSpPr>
          <a:xfrm>
            <a:off x="8017678" y="3760928"/>
            <a:ext cx="1159565" cy="816287"/>
            <a:chOff x="2805514" y="4662462"/>
            <a:chExt cx="1159565" cy="816287"/>
          </a:xfrm>
        </p:grpSpPr>
        <p:sp>
          <p:nvSpPr>
            <p:cNvPr id="146" name="文字方塊 75">
              <a:extLst>
                <a:ext uri="{FF2B5EF4-FFF2-40B4-BE49-F238E27FC236}">
                  <a16:creationId xmlns:a16="http://schemas.microsoft.com/office/drawing/2014/main" id="{8B58E78E-8208-71F5-A4F9-8CE3F749B5CB}"/>
                </a:ext>
              </a:extLst>
            </p:cNvPr>
            <p:cNvSpPr txBox="1"/>
            <p:nvPr/>
          </p:nvSpPr>
          <p:spPr>
            <a:xfrm>
              <a:off x="3189103" y="4662462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grpSp>
          <p:nvGrpSpPr>
            <p:cNvPr id="147" name="群組 76">
              <a:extLst>
                <a:ext uri="{FF2B5EF4-FFF2-40B4-BE49-F238E27FC236}">
                  <a16:creationId xmlns:a16="http://schemas.microsoft.com/office/drawing/2014/main" id="{9E16ED46-8457-E977-33C5-40CAC31EB968}"/>
                </a:ext>
              </a:extLst>
            </p:cNvPr>
            <p:cNvGrpSpPr/>
            <p:nvPr/>
          </p:nvGrpSpPr>
          <p:grpSpPr>
            <a:xfrm>
              <a:off x="2805514" y="5036045"/>
              <a:ext cx="1159565" cy="442704"/>
              <a:chOff x="2805514" y="5036045"/>
              <a:chExt cx="1159565" cy="442704"/>
            </a:xfrm>
          </p:grpSpPr>
          <p:cxnSp>
            <p:nvCxnSpPr>
              <p:cNvPr id="148" name="直線接點 77">
                <a:extLst>
                  <a:ext uri="{FF2B5EF4-FFF2-40B4-BE49-F238E27FC236}">
                    <a16:creationId xmlns:a16="http://schemas.microsoft.com/office/drawing/2014/main" id="{1D26B8A0-851E-A924-F509-EC54914E4CCB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2896107" y="5036045"/>
                <a:ext cx="1068972" cy="0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49" name="文字方塊 78">
                <a:extLst>
                  <a:ext uri="{FF2B5EF4-FFF2-40B4-BE49-F238E27FC236}">
                    <a16:creationId xmlns:a16="http://schemas.microsoft.com/office/drawing/2014/main" id="{F6A8842B-2ECF-8048-3F01-B1FB54F8CB66}"/>
                  </a:ext>
                </a:extLst>
              </p:cNvPr>
              <p:cNvSpPr txBox="1"/>
              <p:nvPr/>
            </p:nvSpPr>
            <p:spPr>
              <a:xfrm>
                <a:off x="2805514" y="5078639"/>
                <a:ext cx="113524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1.0609</a:t>
                </a:r>
                <a:endPara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D0CFD6A4-F6C5-3491-D181-920A966D2903}"/>
                  </a:ext>
                </a:extLst>
              </p:cNvPr>
              <p:cNvSpPr txBox="1"/>
              <p:nvPr/>
            </p:nvSpPr>
            <p:spPr>
              <a:xfrm>
                <a:off x="9240245" y="3937130"/>
                <a:ext cx="45998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US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D0CFD6A4-F6C5-3491-D181-920A966D29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0245" y="3937130"/>
                <a:ext cx="459988" cy="400110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1" name="群組 74">
            <a:extLst>
              <a:ext uri="{FF2B5EF4-FFF2-40B4-BE49-F238E27FC236}">
                <a16:creationId xmlns:a16="http://schemas.microsoft.com/office/drawing/2014/main" id="{23EAE5F2-7020-35A8-66B9-ADC2CBFFE546}"/>
              </a:ext>
            </a:extLst>
          </p:cNvPr>
          <p:cNvGrpSpPr/>
          <p:nvPr/>
        </p:nvGrpSpPr>
        <p:grpSpPr>
          <a:xfrm>
            <a:off x="9700233" y="3765076"/>
            <a:ext cx="1203194" cy="816287"/>
            <a:chOff x="2805514" y="4662462"/>
            <a:chExt cx="1203194" cy="816287"/>
          </a:xfrm>
        </p:grpSpPr>
        <p:sp>
          <p:nvSpPr>
            <p:cNvPr id="152" name="文字方塊 75">
              <a:extLst>
                <a:ext uri="{FF2B5EF4-FFF2-40B4-BE49-F238E27FC236}">
                  <a16:creationId xmlns:a16="http://schemas.microsoft.com/office/drawing/2014/main" id="{9B20B22F-2567-32D3-68FD-8958DA720EF9}"/>
                </a:ext>
              </a:extLst>
            </p:cNvPr>
            <p:cNvSpPr txBox="1"/>
            <p:nvPr/>
          </p:nvSpPr>
          <p:spPr>
            <a:xfrm>
              <a:off x="3189103" y="4662462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grpSp>
          <p:nvGrpSpPr>
            <p:cNvPr id="153" name="群組 76">
              <a:extLst>
                <a:ext uri="{FF2B5EF4-FFF2-40B4-BE49-F238E27FC236}">
                  <a16:creationId xmlns:a16="http://schemas.microsoft.com/office/drawing/2014/main" id="{AE6E4776-C95E-995A-AF7B-60DEEE94042E}"/>
                </a:ext>
              </a:extLst>
            </p:cNvPr>
            <p:cNvGrpSpPr/>
            <p:nvPr/>
          </p:nvGrpSpPr>
          <p:grpSpPr>
            <a:xfrm>
              <a:off x="2805514" y="5023924"/>
              <a:ext cx="1203194" cy="454825"/>
              <a:chOff x="2805514" y="5023924"/>
              <a:chExt cx="1203194" cy="454825"/>
            </a:xfrm>
          </p:grpSpPr>
          <p:cxnSp>
            <p:nvCxnSpPr>
              <p:cNvPr id="154" name="直線接點 77">
                <a:extLst>
                  <a:ext uri="{FF2B5EF4-FFF2-40B4-BE49-F238E27FC236}">
                    <a16:creationId xmlns:a16="http://schemas.microsoft.com/office/drawing/2014/main" id="{9289D3F3-E23B-1F49-FDAE-190E346CC5C3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23924"/>
                <a:ext cx="1112601" cy="1212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55" name="文字方塊 78">
                <a:extLst>
                  <a:ext uri="{FF2B5EF4-FFF2-40B4-BE49-F238E27FC236}">
                    <a16:creationId xmlns:a16="http://schemas.microsoft.com/office/drawing/2014/main" id="{15DA3F0F-E336-FEFF-0EC4-E6556A745041}"/>
                  </a:ext>
                </a:extLst>
              </p:cNvPr>
              <p:cNvSpPr txBox="1"/>
              <p:nvPr/>
            </p:nvSpPr>
            <p:spPr>
              <a:xfrm>
                <a:off x="2805514" y="5078639"/>
                <a:ext cx="113524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1.0816</a:t>
                </a:r>
                <a:endPara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56" name="文字方塊 80">
                <a:extLst>
                  <a:ext uri="{FF2B5EF4-FFF2-40B4-BE49-F238E27FC236}">
                    <a16:creationId xmlns:a16="http://schemas.microsoft.com/office/drawing/2014/main" id="{F17AB005-13A5-14E5-B6F9-7A97D2A582DF}"/>
                  </a:ext>
                </a:extLst>
              </p:cNvPr>
              <p:cNvSpPr txBox="1"/>
              <p:nvPr/>
            </p:nvSpPr>
            <p:spPr>
              <a:xfrm>
                <a:off x="7595047" y="465901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56" name="文字方塊 80">
                <a:extLst>
                  <a:ext uri="{FF2B5EF4-FFF2-40B4-BE49-F238E27FC236}">
                    <a16:creationId xmlns:a16="http://schemas.microsoft.com/office/drawing/2014/main" id="{F17AB005-13A5-14E5-B6F9-7A97D2A582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5047" y="4659019"/>
                <a:ext cx="295688" cy="400110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7" name="文字方塊 74">
            <a:extLst>
              <a:ext uri="{FF2B5EF4-FFF2-40B4-BE49-F238E27FC236}">
                <a16:creationId xmlns:a16="http://schemas.microsoft.com/office/drawing/2014/main" id="{8F4F5385-561A-7CEA-8B83-3DB8B6A9454A}"/>
              </a:ext>
            </a:extLst>
          </p:cNvPr>
          <p:cNvSpPr txBox="1"/>
          <p:nvPr/>
        </p:nvSpPr>
        <p:spPr>
          <a:xfrm>
            <a:off x="7909467" y="4700384"/>
            <a:ext cx="15061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 2217332</a:t>
            </a:r>
            <a:endParaRPr lang="en-HK" altLang="zh-HK" sz="2000" b="1">
              <a:ln>
                <a:solidFill>
                  <a:schemeClr val="tx1"/>
                </a:solidFill>
              </a:ln>
              <a:solidFill>
                <a:srgbClr val="FFFF00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70939AE0-6451-1317-B92C-651ADA29213C}"/>
              </a:ext>
            </a:extLst>
          </p:cNvPr>
          <p:cNvSpPr txBox="1"/>
          <p:nvPr/>
        </p:nvSpPr>
        <p:spPr>
          <a:xfrm>
            <a:off x="7890626" y="5055537"/>
            <a:ext cx="41126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(cor. to the nearest integer)</a:t>
            </a:r>
            <a:endParaRPr lang="en-US" sz="2000">
              <a:latin typeface="Lucida Calligraphy" panose="03010101010101010101" pitchFamily="66" charset="0"/>
            </a:endParaRPr>
          </a:p>
        </p:txBody>
      </p:sp>
      <p:grpSp>
        <p:nvGrpSpPr>
          <p:cNvPr id="159" name="群組 96">
            <a:extLst>
              <a:ext uri="{FF2B5EF4-FFF2-40B4-BE49-F238E27FC236}">
                <a16:creationId xmlns:a16="http://schemas.microsoft.com/office/drawing/2014/main" id="{637FE478-B7A8-2DFA-B573-EA7AD8905738}"/>
              </a:ext>
            </a:extLst>
          </p:cNvPr>
          <p:cNvGrpSpPr/>
          <p:nvPr/>
        </p:nvGrpSpPr>
        <p:grpSpPr>
          <a:xfrm>
            <a:off x="7342088" y="5805592"/>
            <a:ext cx="4436504" cy="718668"/>
            <a:chOff x="420004" y="4149080"/>
            <a:chExt cx="4436504" cy="718668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0" name="文字方塊 97">
                  <a:extLst>
                    <a:ext uri="{FF2B5EF4-FFF2-40B4-BE49-F238E27FC236}">
                      <a16:creationId xmlns:a16="http://schemas.microsoft.com/office/drawing/2014/main" id="{A06E4D71-2EC2-B32B-279A-CA4B4823A070}"/>
                    </a:ext>
                  </a:extLst>
                </p:cNvPr>
                <p:cNvSpPr txBox="1"/>
                <p:nvPr/>
              </p:nvSpPr>
              <p:spPr>
                <a:xfrm>
                  <a:off x="420004" y="4149080"/>
                  <a:ext cx="295688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∴</m:t>
                        </m:r>
                      </m:oMath>
                    </m:oMathPara>
                  </a14:m>
                  <a:endParaRPr lang="en-HK" sz="24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160" name="文字方塊 97">
                  <a:extLst>
                    <a:ext uri="{FF2B5EF4-FFF2-40B4-BE49-F238E27FC236}">
                      <a16:creationId xmlns:a16="http://schemas.microsoft.com/office/drawing/2014/main" id="{A06E4D71-2EC2-B32B-279A-CA4B4823A07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0004" y="4149080"/>
                  <a:ext cx="295688" cy="461665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1" name="文字方塊 98">
              <a:extLst>
                <a:ext uri="{FF2B5EF4-FFF2-40B4-BE49-F238E27FC236}">
                  <a16:creationId xmlns:a16="http://schemas.microsoft.com/office/drawing/2014/main" id="{A5AD9EB1-810E-C3E1-603C-661E93415158}"/>
                </a:ext>
              </a:extLst>
            </p:cNvPr>
            <p:cNvSpPr txBox="1"/>
            <p:nvPr/>
          </p:nvSpPr>
          <p:spPr>
            <a:xfrm>
              <a:off x="909652" y="4159862"/>
              <a:ext cx="3946856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The profit of each company in </a:t>
              </a:r>
              <a:r>
                <a:rPr lang="en-US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2021</a:t>
              </a:r>
              <a:r>
                <a:rPr lang="en-US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 was 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$ 2217332</a:t>
              </a:r>
              <a:r>
                <a:rPr lang="en-US" sz="2000" b="1">
                  <a:ln>
                    <a:solidFill>
                      <a:schemeClr val="tx1"/>
                    </a:solidFill>
                  </a:ln>
                  <a:solidFill>
                    <a:schemeClr val="accent2">
                      <a:lumMod val="40000"/>
                      <a:lumOff val="60000"/>
                    </a:schemeClr>
                  </a:solidFill>
                  <a:latin typeface="Lucida Calligraphy" panose="03010101010101010101" pitchFamily="66" charset="0"/>
                </a:rPr>
                <a:t>  </a:t>
              </a:r>
              <a:r>
                <a:rPr lang="en-US" sz="2000" b="1">
                  <a:ln>
                    <a:solidFill>
                      <a:schemeClr val="tx1"/>
                    </a:solidFill>
                  </a:ln>
                  <a:solidFill>
                    <a:schemeClr val="accent2">
                      <a:lumMod val="40000"/>
                      <a:lumOff val="60000"/>
                    </a:schemeClr>
                  </a:solidFill>
                  <a:latin typeface="Lucida Handwriting" panose="03010101010101010101" pitchFamily="66" charset="0"/>
                </a:rPr>
                <a:t> </a:t>
              </a:r>
              <a:endParaRPr lang="zh-TW" altLang="en-US" sz="2000" b="1">
                <a:solidFill>
                  <a:schemeClr val="accent2">
                    <a:lumMod val="40000"/>
                    <a:lumOff val="60000"/>
                  </a:schemeClr>
                </a:solidFill>
                <a:latin typeface="Lucida Handwriting" panose="03010101010101010101" pitchFamily="66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27083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8" grpId="0"/>
      <p:bldP spid="19" grpId="0"/>
      <p:bldP spid="55" grpId="0"/>
      <p:bldP spid="91" grpId="0"/>
      <p:bldP spid="93" grpId="0"/>
      <p:bldP spid="95" grpId="0"/>
      <p:bldP spid="114" grpId="0"/>
      <p:bldP spid="120" grpId="0"/>
      <p:bldP spid="121" grpId="0"/>
      <p:bldP spid="125" grpId="0"/>
      <p:bldP spid="131" grpId="0"/>
      <p:bldP spid="137" grpId="0"/>
      <p:bldP spid="138" grpId="0"/>
      <p:bldP spid="139" grpId="0"/>
      <p:bldP spid="150" grpId="0"/>
      <p:bldP spid="156" grpId="0"/>
      <p:bldP spid="157" grpId="0"/>
      <p:bldP spid="15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/>
          <p:cNvSpPr/>
          <p:nvPr/>
        </p:nvSpPr>
        <p:spPr>
          <a:xfrm>
            <a:off x="6456040" y="2918607"/>
            <a:ext cx="4211960" cy="1599417"/>
          </a:xfrm>
          <a:prstGeom prst="rect">
            <a:avLst/>
          </a:prstGeom>
          <a:solidFill>
            <a:srgbClr val="FF33CC">
              <a:alpha val="2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4" name="矩形 33"/>
          <p:cNvSpPr/>
          <p:nvPr/>
        </p:nvSpPr>
        <p:spPr>
          <a:xfrm>
            <a:off x="1542606" y="2285164"/>
            <a:ext cx="7577730" cy="622865"/>
          </a:xfrm>
          <a:prstGeom prst="rect">
            <a:avLst/>
          </a:prstGeom>
          <a:solidFill>
            <a:srgbClr val="FF33CC">
              <a:alpha val="2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2" name="矩形 31"/>
          <p:cNvSpPr/>
          <p:nvPr/>
        </p:nvSpPr>
        <p:spPr>
          <a:xfrm>
            <a:off x="6883838" y="1173501"/>
            <a:ext cx="3784162" cy="1098584"/>
          </a:xfrm>
          <a:prstGeom prst="rect">
            <a:avLst/>
          </a:prstGeom>
          <a:solidFill>
            <a:srgbClr val="7030A0">
              <a:alpha val="2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61"/>
          <a:stretch/>
        </p:blipFill>
        <p:spPr>
          <a:xfrm>
            <a:off x="1601530" y="28229"/>
            <a:ext cx="2390775" cy="1842517"/>
          </a:xfrm>
          <a:prstGeom prst="rect">
            <a:avLst/>
          </a:prstGeom>
        </p:spPr>
      </p:pic>
      <p:sp>
        <p:nvSpPr>
          <p:cNvPr id="31" name="矩形 30"/>
          <p:cNvSpPr/>
          <p:nvPr/>
        </p:nvSpPr>
        <p:spPr>
          <a:xfrm>
            <a:off x="3786732" y="1"/>
            <a:ext cx="6881268" cy="1173501"/>
          </a:xfrm>
          <a:prstGeom prst="rect">
            <a:avLst/>
          </a:prstGeom>
          <a:solidFill>
            <a:srgbClr val="FFC000">
              <a:alpha val="2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28" name="矩形 27"/>
          <p:cNvSpPr/>
          <p:nvPr/>
        </p:nvSpPr>
        <p:spPr>
          <a:xfrm>
            <a:off x="4350882" y="1728915"/>
            <a:ext cx="1892915" cy="4674938"/>
          </a:xfrm>
          <a:prstGeom prst="rect">
            <a:avLst/>
          </a:prstGeom>
          <a:solidFill>
            <a:srgbClr val="0070C0">
              <a:alpha val="17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27" name="矩形 26"/>
          <p:cNvSpPr/>
          <p:nvPr/>
        </p:nvSpPr>
        <p:spPr>
          <a:xfrm>
            <a:off x="1524000" y="1728916"/>
            <a:ext cx="2771800" cy="4674938"/>
          </a:xfrm>
          <a:prstGeom prst="rect">
            <a:avLst/>
          </a:prstGeom>
          <a:solidFill>
            <a:srgbClr val="FF0000">
              <a:alpha val="17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100000" l="0" r="97253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9536" y="2950079"/>
            <a:ext cx="2160240" cy="3287837"/>
          </a:xfrm>
          <a:prstGeom prst="rect">
            <a:avLst/>
          </a:prstGeom>
        </p:spPr>
      </p:pic>
      <p:sp>
        <p:nvSpPr>
          <p:cNvPr id="8" name="文字方塊 7"/>
          <p:cNvSpPr txBox="1"/>
          <p:nvPr/>
        </p:nvSpPr>
        <p:spPr>
          <a:xfrm>
            <a:off x="1601529" y="4194757"/>
            <a:ext cx="26084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K" sz="4000" b="1">
                <a:ln w="12700">
                  <a:solidFill>
                    <a:schemeClr val="tx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$ 1 000 000</a:t>
            </a:r>
            <a:endParaRPr lang="zh-HK" altLang="en-US" sz="4000" b="1">
              <a:ln w="12700">
                <a:solidFill>
                  <a:schemeClr val="tx1"/>
                </a:solidFill>
                <a:prstDash val="solid"/>
              </a:ln>
              <a:solidFill>
                <a:srgbClr val="FF0000"/>
              </a:solid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6600057" y="24376"/>
            <a:ext cx="42803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K" sz="3600" b="1">
                <a:ln w="13462">
                  <a:solidFill>
                    <a:schemeClr val="tx1">
                      <a:lumMod val="95000"/>
                      <a:lumOff val="5000"/>
                    </a:schemeClr>
                  </a:solidFill>
                  <a:prstDash val="solid"/>
                </a:ln>
                <a:solidFill>
                  <a:srgbClr val="FFC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5 % per annum (p.a.) </a:t>
            </a:r>
            <a:endParaRPr lang="zh-HK" altLang="en-US" sz="3600" b="1">
              <a:ln w="13462">
                <a:solidFill>
                  <a:schemeClr val="tx1">
                    <a:lumMod val="95000"/>
                    <a:lumOff val="5000"/>
                  </a:schemeClr>
                </a:solidFill>
                <a:prstDash val="solid"/>
              </a:ln>
              <a:solidFill>
                <a:srgbClr val="FFC000"/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7015385" y="1091432"/>
            <a:ext cx="34104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K" sz="3600" b="1">
                <a:ln w="13462">
                  <a:solidFill>
                    <a:schemeClr val="tx1">
                      <a:lumMod val="95000"/>
                      <a:lumOff val="5000"/>
                    </a:schemeClr>
                  </a:solidFill>
                  <a:prstDash val="solid"/>
                </a:ln>
                <a:solidFill>
                  <a:srgbClr val="CC00FF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Simple Interest :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文字方塊 16"/>
              <p:cNvSpPr txBox="1"/>
              <p:nvPr/>
            </p:nvSpPr>
            <p:spPr>
              <a:xfrm>
                <a:off x="6456040" y="4586107"/>
                <a:ext cx="4235456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4000" b="1" dirty="0">
                          <a:ln w="12700">
                            <a:solidFill>
                              <a:schemeClr val="tx1"/>
                            </a:solidFill>
                            <a:prstDash val="solid"/>
                          </a:ln>
                          <a:solidFill>
                            <a:srgbClr val="FF0000"/>
                          </a:solidFill>
                          <a:effectLst>
                            <a:outerShdw dist="38100" dir="2640000" algn="bl" rotWithShape="0">
                              <a:schemeClr val="tx2">
                                <a:lumMod val="75000"/>
                              </a:schemeClr>
                            </a:outerShdw>
                          </a:effectLst>
                        </a:rPr>
                        <m:t>$ 1 000 000</m:t>
                      </m:r>
                      <m:r>
                        <a:rPr lang="en-US" altLang="zh-HK" sz="40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m:rPr>
                          <m:nor/>
                        </m:rPr>
                        <a:rPr lang="en-US" altLang="zh-HK" sz="4400" b="1" dirty="0">
                          <a:ln w="13462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prstDash val="solid"/>
                          </a:ln>
                          <a:solidFill>
                            <a:srgbClr val="FFC000"/>
                          </a:solidFill>
                          <a:effectLst>
                            <a:outerShdw dist="38100" dir="2700000" algn="bl" rotWithShape="0">
                              <a:schemeClr val="accent5"/>
                            </a:outerShdw>
                          </a:effectLst>
                        </a:rPr>
                        <m:t>5 %</m:t>
                      </m:r>
                    </m:oMath>
                  </m:oMathPara>
                </a14:m>
                <a:endParaRPr lang="zh-HK" altLang="en-US" sz="4400" b="1"/>
              </a:p>
            </p:txBody>
          </p:sp>
        </mc:Choice>
        <mc:Fallback>
          <p:sp>
            <p:nvSpPr>
              <p:cNvPr id="17" name="文字方塊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6040" y="4586107"/>
                <a:ext cx="4235456" cy="76944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文字方塊 17"/>
              <p:cNvSpPr txBox="1"/>
              <p:nvPr/>
            </p:nvSpPr>
            <p:spPr>
              <a:xfrm>
                <a:off x="6402956" y="5381847"/>
                <a:ext cx="4235455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4000" b="1" dirty="0">
                          <a:ln w="12700">
                            <a:solidFill>
                              <a:schemeClr val="tx1"/>
                            </a:solidFill>
                            <a:prstDash val="solid"/>
                          </a:ln>
                          <a:solidFill>
                            <a:srgbClr val="FF0000"/>
                          </a:solidFill>
                          <a:effectLst>
                            <a:outerShdw dist="38100" dir="2640000" algn="bl" rotWithShape="0">
                              <a:schemeClr val="tx2">
                                <a:lumMod val="75000"/>
                              </a:schemeClr>
                            </a:outerShdw>
                          </a:effectLst>
                        </a:rPr>
                        <m:t>$ 1 000 000</m:t>
                      </m:r>
                      <m:r>
                        <a:rPr lang="en-US" altLang="zh-HK" sz="40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m:rPr>
                          <m:nor/>
                        </m:rPr>
                        <a:rPr lang="en-US" altLang="zh-HK" sz="4400" b="1" dirty="0">
                          <a:ln w="13462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prstDash val="solid"/>
                          </a:ln>
                          <a:solidFill>
                            <a:srgbClr val="FFC000"/>
                          </a:solidFill>
                          <a:effectLst>
                            <a:outerShdw dist="38100" dir="2700000" algn="bl" rotWithShape="0">
                              <a:schemeClr val="accent5"/>
                            </a:outerShdw>
                          </a:effectLst>
                        </a:rPr>
                        <m:t>5 %</m:t>
                      </m:r>
                    </m:oMath>
                  </m:oMathPara>
                </a14:m>
                <a:endParaRPr lang="zh-HK" altLang="en-US" sz="4400" b="1"/>
              </a:p>
            </p:txBody>
          </p:sp>
        </mc:Choice>
        <mc:Fallback>
          <p:sp>
            <p:nvSpPr>
              <p:cNvPr id="18" name="文字方塊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2956" y="5381847"/>
                <a:ext cx="4235455" cy="76944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文字方塊 19"/>
          <p:cNvSpPr txBox="1"/>
          <p:nvPr/>
        </p:nvSpPr>
        <p:spPr>
          <a:xfrm>
            <a:off x="1919537" y="1613561"/>
            <a:ext cx="215475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HK" sz="4000" b="1">
                <a:ln w="12700">
                  <a:solidFill>
                    <a:schemeClr val="tx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Principal </a:t>
            </a:r>
          </a:p>
          <a:p>
            <a:pPr algn="ctr"/>
            <a:r>
              <a:rPr lang="en-US" altLang="zh-HK" sz="4000" b="1">
                <a:ln w="12700">
                  <a:solidFill>
                    <a:schemeClr val="tx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(P)</a:t>
            </a:r>
            <a:endParaRPr lang="zh-HK" altLang="en-US" sz="4000" b="1">
              <a:ln w="12700">
                <a:solidFill>
                  <a:schemeClr val="tx1"/>
                </a:solidFill>
                <a:prstDash val="solid"/>
              </a:ln>
              <a:solidFill>
                <a:srgbClr val="FF0000"/>
              </a:solid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4359774" y="1601506"/>
            <a:ext cx="194944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HK" sz="4000" b="1">
                <a:ln w="12700">
                  <a:solidFill>
                    <a:schemeClr val="tx1"/>
                  </a:solidFill>
                  <a:prstDash val="solid"/>
                </a:ln>
                <a:solidFill>
                  <a:srgbClr val="00B0F0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Interest </a:t>
            </a:r>
          </a:p>
          <a:p>
            <a:pPr algn="ctr"/>
            <a:r>
              <a:rPr lang="en-US" altLang="zh-HK" sz="4000" b="1">
                <a:ln w="12700">
                  <a:solidFill>
                    <a:schemeClr val="tx1"/>
                  </a:solidFill>
                  <a:prstDash val="solid"/>
                </a:ln>
                <a:solidFill>
                  <a:srgbClr val="00B0F0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(I)</a:t>
            </a:r>
            <a:endParaRPr lang="zh-HK" altLang="en-US" sz="4000" b="1">
              <a:ln w="12700">
                <a:solidFill>
                  <a:schemeClr val="tx1"/>
                </a:solidFill>
                <a:prstDash val="solid"/>
              </a:ln>
              <a:solidFill>
                <a:srgbClr val="00B0F0"/>
              </a:solid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文字方塊 21"/>
              <p:cNvSpPr txBox="1"/>
              <p:nvPr/>
            </p:nvSpPr>
            <p:spPr>
              <a:xfrm>
                <a:off x="7032105" y="1625754"/>
                <a:ext cx="2605393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HK" sz="4000" b="1">
                    <a:ln w="12700">
                      <a:solidFill>
                        <a:schemeClr val="tx1"/>
                      </a:solidFill>
                      <a:prstDash val="solid"/>
                    </a:ln>
                    <a:solidFill>
                      <a:srgbClr val="00B0F0"/>
                    </a:solidFill>
                    <a:effectLst>
                      <a:outerShdw dist="38100" dir="2640000" algn="bl" rotWithShape="0">
                        <a:schemeClr val="tx2">
                          <a:lumMod val="75000"/>
                        </a:schemeClr>
                      </a:outerShdw>
                    </a:effectLst>
                  </a:rPr>
                  <a:t>I </a:t>
                </a:r>
                <a:r>
                  <a:rPr lang="en-US" altLang="zh-HK" sz="4000" b="1">
                    <a:ln w="12700">
                      <a:solidFill>
                        <a:schemeClr val="tx1"/>
                      </a:solidFill>
                      <a:prstDash val="solid"/>
                    </a:ln>
                    <a:effectLst>
                      <a:outerShdw dist="38100" dir="2640000" algn="bl" rotWithShape="0">
                        <a:schemeClr val="tx2">
                          <a:lumMod val="75000"/>
                        </a:schemeClr>
                      </a:outerShdw>
                    </a:effectLst>
                  </a:rPr>
                  <a:t>= </a:t>
                </a:r>
                <a:r>
                  <a:rPr lang="en-US" altLang="zh-HK" sz="4000" b="1">
                    <a:ln w="12700">
                      <a:solidFill>
                        <a:schemeClr val="tx1"/>
                      </a:solidFill>
                      <a:prstDash val="solid"/>
                    </a:ln>
                    <a:solidFill>
                      <a:srgbClr val="FF0000"/>
                    </a:solidFill>
                    <a:effectLst>
                      <a:outerShdw dist="38100" dir="2640000" algn="bl" rotWithShape="0">
                        <a:schemeClr val="tx2">
                          <a:lumMod val="75000"/>
                        </a:schemeClr>
                      </a:outerShdw>
                    </a:effectLst>
                  </a:rPr>
                  <a:t>P </a:t>
                </a:r>
                <a14:m>
                  <m:oMath xmlns:m="http://schemas.openxmlformats.org/officeDocument/2006/math">
                    <m:r>
                      <a:rPr lang="en-US" altLang="zh-HK" sz="4000" b="1" i="1">
                        <a:ln w="12700">
                          <a:solidFill>
                            <a:schemeClr val="tx1"/>
                          </a:solidFill>
                          <a:prstDash val="solid"/>
                        </a:ln>
                        <a:effectLst>
                          <a:outerShdw dist="38100" dir="2640000" algn="bl" rotWithShape="0">
                            <a:schemeClr val="tx2">
                              <a:lumMod val="75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zh-HK" sz="4000" b="1" i="1">
                        <a:ln w="12700">
                          <a:solidFill>
                            <a:schemeClr val="tx1"/>
                          </a:solidFill>
                          <a:prstDash val="solid"/>
                        </a:ln>
                        <a:solidFill>
                          <a:schemeClr val="accent6"/>
                        </a:solidFill>
                        <a:effectLst>
                          <a:outerShdw dist="38100" dir="2640000" algn="bl" rotWithShape="0">
                            <a:schemeClr val="tx2">
                              <a:lumMod val="75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𝑹</m:t>
                    </m:r>
                    <m:r>
                      <a:rPr lang="en-US" altLang="zh-HK" sz="4000" b="1" i="1">
                        <a:ln w="12700">
                          <a:solidFill>
                            <a:schemeClr val="tx1"/>
                          </a:solidFill>
                          <a:prstDash val="solid"/>
                        </a:ln>
                        <a:solidFill>
                          <a:schemeClr val="accent6"/>
                        </a:solidFill>
                        <a:effectLst>
                          <a:outerShdw dist="38100" dir="2640000" algn="bl" rotWithShape="0">
                            <a:schemeClr val="tx2">
                              <a:lumMod val="75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n-US" altLang="zh-HK" sz="4000" b="1">
                    <a:ln w="12700">
                      <a:solidFill>
                        <a:schemeClr val="tx1"/>
                      </a:solidFill>
                      <a:prstDash val="solid"/>
                    </a:ln>
                    <a:solidFill>
                      <a:srgbClr val="00B0F0"/>
                    </a:solidFill>
                    <a:effectLst>
                      <a:outerShdw dist="38100" dir="2640000" algn="bl" rotWithShape="0">
                        <a:schemeClr val="tx2">
                          <a:lumMod val="75000"/>
                        </a:schemeClr>
                      </a:outerShdw>
                    </a:effectLst>
                  </a:rPr>
                  <a:t> </a:t>
                </a:r>
                <a:endParaRPr lang="zh-HK" altLang="en-US" sz="4000" b="1">
                  <a:ln w="12700">
                    <a:solidFill>
                      <a:schemeClr val="tx1"/>
                    </a:solidFill>
                    <a:prstDash val="solid"/>
                  </a:ln>
                  <a:solidFill>
                    <a:srgbClr val="00B0F0"/>
                  </a:solidFill>
                  <a:effectLst>
                    <a:outerShdw dist="38100" dir="2640000" algn="bl" rotWithShape="0">
                      <a:schemeClr val="tx2">
                        <a:lumMod val="75000"/>
                      </a:schemeClr>
                    </a:outerShdw>
                  </a:effectLst>
                </a:endParaRPr>
              </a:p>
            </p:txBody>
          </p:sp>
        </mc:Choice>
        <mc:Fallback>
          <p:sp>
            <p:nvSpPr>
              <p:cNvPr id="22" name="文字方塊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2105" y="1625754"/>
                <a:ext cx="2605393" cy="70788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文字方塊 23"/>
          <p:cNvSpPr txBox="1"/>
          <p:nvPr/>
        </p:nvSpPr>
        <p:spPr>
          <a:xfrm>
            <a:off x="3776890" y="-7153"/>
            <a:ext cx="28951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600" b="1">
                <a:ln w="13462">
                  <a:solidFill>
                    <a:schemeClr val="tx1">
                      <a:lumMod val="95000"/>
                      <a:lumOff val="5000"/>
                    </a:schemeClr>
                  </a:solidFill>
                  <a:prstDash val="solid"/>
                </a:ln>
                <a:solidFill>
                  <a:srgbClr val="FFC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Interest Rate :</a:t>
            </a:r>
            <a:endParaRPr lang="zh-HK" altLang="en-US" sz="3600" b="1">
              <a:ln w="13462">
                <a:solidFill>
                  <a:schemeClr val="tx1">
                    <a:lumMod val="95000"/>
                    <a:lumOff val="5000"/>
                  </a:schemeClr>
                </a:solidFill>
                <a:prstDash val="solid"/>
              </a:ln>
              <a:solidFill>
                <a:srgbClr val="FFC000"/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4714022" y="548262"/>
            <a:ext cx="11159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600" b="1">
                <a:ln w="13462">
                  <a:solidFill>
                    <a:schemeClr val="tx1">
                      <a:lumMod val="95000"/>
                      <a:lumOff val="5000"/>
                    </a:schemeClr>
                  </a:solidFill>
                  <a:prstDash val="solid"/>
                </a:ln>
                <a:solidFill>
                  <a:srgbClr val="FFC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(R%)</a:t>
            </a:r>
            <a:endParaRPr lang="zh-HK" altLang="en-US" sz="3600" b="1">
              <a:ln w="13462">
                <a:solidFill>
                  <a:schemeClr val="tx1">
                    <a:lumMod val="95000"/>
                    <a:lumOff val="5000"/>
                  </a:schemeClr>
                </a:solidFill>
                <a:prstDash val="solid"/>
              </a:ln>
              <a:solidFill>
                <a:srgbClr val="FFC000"/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矩形 25"/>
              <p:cNvSpPr/>
              <p:nvPr/>
            </p:nvSpPr>
            <p:spPr>
              <a:xfrm>
                <a:off x="9379499" y="1625754"/>
                <a:ext cx="1101775" cy="707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000" b="1" i="1">
                          <a:ln w="12700">
                            <a:solidFill>
                              <a:schemeClr val="tx1"/>
                            </a:solidFill>
                            <a:prstDash val="solid"/>
                          </a:ln>
                          <a:effectLst>
                            <a:outerShdw dist="38100" dir="2640000" algn="bl" rotWithShape="0">
                              <a:schemeClr val="tx2">
                                <a:lumMod val="75000"/>
                              </a:schemeClr>
                            </a:outerShd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zh-HK" sz="4000" b="1" i="1">
                          <a:ln w="12700">
                            <a:solidFill>
                              <a:schemeClr val="tx1"/>
                            </a:solidFill>
                            <a:prstDash val="solid"/>
                          </a:ln>
                          <a:solidFill>
                            <a:srgbClr val="00B050"/>
                          </a:solidFill>
                          <a:effectLst>
                            <a:outerShdw dist="38100" dir="2640000" algn="bl" rotWithShape="0">
                              <a:schemeClr val="tx2">
                                <a:lumMod val="75000"/>
                              </a:schemeClr>
                            </a:outerShd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𝑻</m:t>
                      </m:r>
                    </m:oMath>
                  </m:oMathPara>
                </a14:m>
                <a:endParaRPr lang="zh-HK" altLang="en-US" sz="400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26" name="矩形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79499" y="1625754"/>
                <a:ext cx="1101775" cy="70788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9" name="圖片 28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100000" l="0" r="97253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7927" y="4254410"/>
            <a:ext cx="720080" cy="1095946"/>
          </a:xfrm>
          <a:prstGeom prst="rect">
            <a:avLst/>
          </a:prstGeom>
        </p:spPr>
      </p:pic>
      <p:sp>
        <p:nvSpPr>
          <p:cNvPr id="14" name="文字方塊 13"/>
          <p:cNvSpPr txBox="1"/>
          <p:nvPr/>
        </p:nvSpPr>
        <p:spPr>
          <a:xfrm>
            <a:off x="4548886" y="4518024"/>
            <a:ext cx="14446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K" sz="2800" b="1">
                <a:ln w="12700">
                  <a:solidFill>
                    <a:schemeClr val="tx1"/>
                  </a:solidFill>
                  <a:prstDash val="solid"/>
                </a:ln>
                <a:solidFill>
                  <a:srgbClr val="00B0F0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$ 50 000</a:t>
            </a:r>
            <a:endParaRPr lang="zh-HK" altLang="en-US" sz="2800" b="1">
              <a:ln w="12700">
                <a:solidFill>
                  <a:schemeClr val="tx1"/>
                </a:solidFill>
                <a:prstDash val="solid"/>
              </a:ln>
              <a:solidFill>
                <a:srgbClr val="00B0F0"/>
              </a:solid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  <p:pic>
        <p:nvPicPr>
          <p:cNvPr id="30" name="圖片 29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100000" l="0" r="97253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5355" y="5285382"/>
            <a:ext cx="720080" cy="1095946"/>
          </a:xfrm>
          <a:prstGeom prst="rect">
            <a:avLst/>
          </a:prstGeom>
        </p:spPr>
      </p:pic>
      <p:sp>
        <p:nvSpPr>
          <p:cNvPr id="16" name="文字方塊 15"/>
          <p:cNvSpPr txBox="1"/>
          <p:nvPr/>
        </p:nvSpPr>
        <p:spPr>
          <a:xfrm>
            <a:off x="4500518" y="5509026"/>
            <a:ext cx="14446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K" sz="2800" b="1">
                <a:ln w="12700">
                  <a:solidFill>
                    <a:schemeClr val="tx1"/>
                  </a:solidFill>
                  <a:prstDash val="solid"/>
                </a:ln>
                <a:solidFill>
                  <a:srgbClr val="00B0F0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$ 50 000</a:t>
            </a:r>
            <a:endParaRPr lang="zh-HK" altLang="en-US" sz="2800" b="1">
              <a:ln w="12700">
                <a:solidFill>
                  <a:schemeClr val="tx1"/>
                </a:solidFill>
                <a:prstDash val="solid"/>
              </a:ln>
              <a:solidFill>
                <a:srgbClr val="00B0F0"/>
              </a:solid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  <p:sp>
        <p:nvSpPr>
          <p:cNvPr id="33" name="文字方塊 32"/>
          <p:cNvSpPr txBox="1"/>
          <p:nvPr/>
        </p:nvSpPr>
        <p:spPr>
          <a:xfrm>
            <a:off x="6439698" y="2202856"/>
            <a:ext cx="26806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4000" b="1">
                <a:ln w="12700">
                  <a:solidFill>
                    <a:schemeClr val="tx1"/>
                  </a:solidFill>
                  <a:prstDash val="solid"/>
                </a:ln>
                <a:solidFill>
                  <a:srgbClr val="FF33CC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Amount (A)</a:t>
            </a:r>
            <a:endParaRPr lang="zh-HK" altLang="en-US" sz="4000" b="1">
              <a:ln w="12700">
                <a:solidFill>
                  <a:schemeClr val="tx1"/>
                </a:solidFill>
                <a:prstDash val="solid"/>
              </a:ln>
              <a:solidFill>
                <a:srgbClr val="FF33CC"/>
              </a:solid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文字方塊 34"/>
              <p:cNvSpPr txBox="1"/>
              <p:nvPr/>
            </p:nvSpPr>
            <p:spPr>
              <a:xfrm>
                <a:off x="6468454" y="2795306"/>
                <a:ext cx="1999266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HK" sz="4000" b="1">
                    <a:ln w="12700">
                      <a:solidFill>
                        <a:schemeClr val="tx1"/>
                      </a:solidFill>
                      <a:prstDash val="solid"/>
                    </a:ln>
                    <a:solidFill>
                      <a:srgbClr val="FF33CC"/>
                    </a:solidFill>
                    <a:effectLst>
                      <a:outerShdw dist="38100" dir="2640000" algn="bl" rotWithShape="0">
                        <a:schemeClr val="tx2">
                          <a:lumMod val="75000"/>
                        </a:schemeClr>
                      </a:outerShdw>
                    </a:effectLst>
                  </a:rPr>
                  <a:t>A</a:t>
                </a:r>
                <a:r>
                  <a:rPr lang="en-US" altLang="zh-HK" sz="4000" b="1">
                    <a:ln w="12700">
                      <a:solidFill>
                        <a:schemeClr val="tx1"/>
                      </a:solidFill>
                      <a:prstDash val="solid"/>
                    </a:ln>
                    <a:effectLst>
                      <a:outerShdw dist="38100" dir="2640000" algn="bl" rotWithShape="0">
                        <a:schemeClr val="tx2">
                          <a:lumMod val="75000"/>
                        </a:schemeClr>
                      </a:outerShdw>
                    </a:effectLst>
                  </a:rPr>
                  <a:t> =</a:t>
                </a:r>
                <a:r>
                  <a:rPr lang="en-US" altLang="zh-HK" sz="4000" b="1">
                    <a:ln w="12700">
                      <a:solidFill>
                        <a:schemeClr val="tx1"/>
                      </a:solidFill>
                      <a:prstDash val="solid"/>
                    </a:ln>
                    <a:solidFill>
                      <a:srgbClr val="00B0F0"/>
                    </a:solidFill>
                    <a:effectLst>
                      <a:outerShdw dist="38100" dir="2640000" algn="bl" rotWithShape="0">
                        <a:schemeClr val="tx2">
                          <a:lumMod val="75000"/>
                        </a:schemeClr>
                      </a:outerShdw>
                    </a:effectLst>
                  </a:rPr>
                  <a:t> </a:t>
                </a:r>
                <a:r>
                  <a:rPr lang="en-US" altLang="zh-HK" sz="4000" b="1">
                    <a:ln w="12700">
                      <a:solidFill>
                        <a:schemeClr val="tx1"/>
                      </a:solidFill>
                      <a:prstDash val="solid"/>
                    </a:ln>
                    <a:solidFill>
                      <a:srgbClr val="FF0000"/>
                    </a:solidFill>
                    <a:effectLst>
                      <a:outerShdw dist="38100" dir="2640000" algn="bl" rotWithShape="0">
                        <a:schemeClr val="tx2">
                          <a:lumMod val="75000"/>
                        </a:schemeClr>
                      </a:outerShdw>
                    </a:effectLst>
                  </a:rPr>
                  <a:t>P </a:t>
                </a:r>
                <a14:m>
                  <m:oMath xmlns:m="http://schemas.openxmlformats.org/officeDocument/2006/math">
                    <m:r>
                      <a:rPr lang="en-US" altLang="zh-HK" sz="4000" b="1" i="1">
                        <a:ln w="12700">
                          <a:solidFill>
                            <a:schemeClr val="tx1"/>
                          </a:solidFill>
                          <a:prstDash val="solid"/>
                        </a:ln>
                        <a:effectLst>
                          <a:outerShdw dist="38100" dir="2640000" algn="bl" rotWithShape="0">
                            <a:schemeClr val="tx2">
                              <a:lumMod val="75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US" altLang="zh-HK" sz="4000" b="1">
                        <a:ln w="12700">
                          <a:solidFill>
                            <a:schemeClr val="tx1"/>
                          </a:solidFill>
                          <a:prstDash val="solid"/>
                        </a:ln>
                        <a:effectLst>
                          <a:outerShdw dist="38100" dir="2640000" algn="bl" rotWithShape="0">
                            <a:schemeClr val="tx2">
                              <a:lumMod val="75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zh-HK" sz="4000" b="1" dirty="0">
                        <a:ln w="12700">
                          <a:solidFill>
                            <a:schemeClr val="tx1"/>
                          </a:solidFill>
                          <a:prstDash val="solid"/>
                        </a:ln>
                        <a:solidFill>
                          <a:srgbClr val="00B0F0"/>
                        </a:solidFill>
                        <a:effectLst>
                          <a:outerShdw dist="38100" dir="2640000" algn="bl" rotWithShape="0">
                            <a:schemeClr val="tx2">
                              <a:lumMod val="75000"/>
                            </a:schemeClr>
                          </a:outerShdw>
                        </a:effectLst>
                      </a:rPr>
                      <m:t>I</m:t>
                    </m:r>
                  </m:oMath>
                </a14:m>
                <a:endParaRPr lang="zh-HK" altLang="en-US" sz="4000" b="1">
                  <a:ln w="12700">
                    <a:solidFill>
                      <a:schemeClr val="tx1"/>
                    </a:solidFill>
                    <a:prstDash val="solid"/>
                  </a:ln>
                  <a:solidFill>
                    <a:srgbClr val="FF33CC"/>
                  </a:solidFill>
                  <a:effectLst>
                    <a:outerShdw dist="38100" dir="2640000" algn="bl" rotWithShape="0">
                      <a:schemeClr val="tx2">
                        <a:lumMod val="75000"/>
                      </a:schemeClr>
                    </a:outerShdw>
                  </a:effectLst>
                </a:endParaRPr>
              </a:p>
            </p:txBody>
          </p:sp>
        </mc:Choice>
        <mc:Fallback>
          <p:sp>
            <p:nvSpPr>
              <p:cNvPr id="35" name="文字方塊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454" y="2795306"/>
                <a:ext cx="1999266" cy="70788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文字方塊 35"/>
              <p:cNvSpPr txBox="1"/>
              <p:nvPr/>
            </p:nvSpPr>
            <p:spPr>
              <a:xfrm>
                <a:off x="6468455" y="3267513"/>
                <a:ext cx="4254691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HK" sz="4000" b="1">
                    <a:ln w="12700">
                      <a:solidFill>
                        <a:schemeClr val="tx1"/>
                      </a:solidFill>
                      <a:prstDash val="solid"/>
                    </a:ln>
                    <a:solidFill>
                      <a:srgbClr val="FF33CC"/>
                    </a:solidFill>
                    <a:effectLst>
                      <a:outerShdw dist="38100" dir="2640000" algn="bl" rotWithShape="0">
                        <a:schemeClr val="tx2">
                          <a:lumMod val="75000"/>
                        </a:schemeClr>
                      </a:outerShdw>
                    </a:effectLst>
                  </a:rPr>
                  <a:t>A</a:t>
                </a:r>
                <a:r>
                  <a:rPr lang="en-US" altLang="zh-HK" sz="4000" b="1">
                    <a:ln w="12700">
                      <a:solidFill>
                        <a:schemeClr val="tx1"/>
                      </a:solidFill>
                      <a:prstDash val="solid"/>
                    </a:ln>
                    <a:effectLst>
                      <a:outerShdw dist="38100" dir="2640000" algn="bl" rotWithShape="0">
                        <a:schemeClr val="tx2">
                          <a:lumMod val="75000"/>
                        </a:schemeClr>
                      </a:outerShdw>
                    </a:effectLst>
                  </a:rPr>
                  <a:t> =</a:t>
                </a:r>
                <a:r>
                  <a:rPr lang="en-US" altLang="zh-HK" sz="4000" b="1">
                    <a:ln w="12700">
                      <a:solidFill>
                        <a:schemeClr val="tx1"/>
                      </a:solidFill>
                      <a:prstDash val="solid"/>
                    </a:ln>
                    <a:solidFill>
                      <a:srgbClr val="00B0F0"/>
                    </a:solidFill>
                    <a:effectLst>
                      <a:outerShdw dist="38100" dir="2640000" algn="bl" rotWithShape="0">
                        <a:schemeClr val="tx2">
                          <a:lumMod val="75000"/>
                        </a:schemeClr>
                      </a:outerShdw>
                    </a:effectLst>
                  </a:rPr>
                  <a:t> </a:t>
                </a:r>
                <a:r>
                  <a:rPr lang="en-US" altLang="zh-HK" sz="4000" b="1">
                    <a:ln w="12700">
                      <a:solidFill>
                        <a:schemeClr val="tx1"/>
                      </a:solidFill>
                      <a:prstDash val="solid"/>
                    </a:ln>
                    <a:solidFill>
                      <a:srgbClr val="FF0000"/>
                    </a:solidFill>
                    <a:effectLst>
                      <a:outerShdw dist="38100" dir="2640000" algn="bl" rotWithShape="0">
                        <a:schemeClr val="tx2">
                          <a:lumMod val="75000"/>
                        </a:schemeClr>
                      </a:outerShdw>
                    </a:effectLst>
                  </a:rPr>
                  <a:t>P </a:t>
                </a:r>
                <a14:m>
                  <m:oMath xmlns:m="http://schemas.openxmlformats.org/officeDocument/2006/math">
                    <m:r>
                      <a:rPr lang="en-US" altLang="zh-HK" sz="3600" b="1" i="1">
                        <a:ln w="12700">
                          <a:solidFill>
                            <a:schemeClr val="tx1"/>
                          </a:solidFill>
                          <a:prstDash val="solid"/>
                        </a:ln>
                        <a:effectLst>
                          <a:outerShdw dist="38100" dir="2640000" algn="bl" rotWithShape="0">
                            <a:schemeClr val="tx2">
                              <a:lumMod val="75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US" altLang="zh-HK" sz="3600" b="1">
                        <a:ln w="12700">
                          <a:solidFill>
                            <a:schemeClr val="tx1"/>
                          </a:solidFill>
                          <a:prstDash val="solid"/>
                        </a:ln>
                        <a:effectLst>
                          <a:outerShdw dist="38100" dir="2640000" algn="bl" rotWithShape="0">
                            <a:schemeClr val="tx2">
                              <a:lumMod val="75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zh-HK" sz="3600" b="1" dirty="0">
                        <a:ln w="12700">
                          <a:solidFill>
                            <a:schemeClr val="tx1"/>
                          </a:solidFill>
                          <a:prstDash val="solid"/>
                        </a:ln>
                        <a:solidFill>
                          <a:srgbClr val="FF0000"/>
                        </a:solidFill>
                        <a:effectLst>
                          <a:outerShdw dist="38100" dir="2640000" algn="bl" rotWithShape="0">
                            <a:schemeClr val="tx2">
                              <a:lumMod val="75000"/>
                            </a:schemeClr>
                          </a:outerShdw>
                        </a:effectLst>
                      </a:rPr>
                      <m:t>P</m:t>
                    </m:r>
                    <m:r>
                      <m:rPr>
                        <m:nor/>
                      </m:rPr>
                      <a:rPr lang="en-US" altLang="zh-HK" sz="3600" b="1" dirty="0">
                        <a:ln w="12700">
                          <a:solidFill>
                            <a:schemeClr val="tx1"/>
                          </a:solidFill>
                          <a:prstDash val="solid"/>
                        </a:ln>
                        <a:solidFill>
                          <a:srgbClr val="FF0000"/>
                        </a:solidFill>
                        <a:effectLst>
                          <a:outerShdw dist="38100" dir="2640000" algn="bl" rotWithShape="0">
                            <a:schemeClr val="tx2">
                              <a:lumMod val="75000"/>
                            </a:schemeClr>
                          </a:outerShdw>
                        </a:effectLst>
                      </a:rPr>
                      <m:t> </m:t>
                    </m:r>
                    <m:r>
                      <a:rPr lang="en-US" altLang="zh-HK" sz="3600" b="1" i="1">
                        <a:ln w="12700">
                          <a:solidFill>
                            <a:schemeClr val="tx1"/>
                          </a:solidFill>
                          <a:prstDash val="solid"/>
                        </a:ln>
                        <a:effectLst>
                          <a:outerShdw dist="38100" dir="2640000" algn="bl" rotWithShape="0">
                            <a:schemeClr val="tx2">
                              <a:lumMod val="75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zh-HK" sz="3600" b="1" i="1">
                        <a:ln w="12700">
                          <a:solidFill>
                            <a:schemeClr val="tx1"/>
                          </a:solidFill>
                          <a:prstDash val="solid"/>
                        </a:ln>
                        <a:solidFill>
                          <a:schemeClr val="accent6"/>
                        </a:solidFill>
                        <a:effectLst>
                          <a:outerShdw dist="38100" dir="2640000" algn="bl" rotWithShape="0">
                            <a:schemeClr val="tx2">
                              <a:lumMod val="75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𝑹</m:t>
                    </m:r>
                    <m:r>
                      <a:rPr lang="en-US" altLang="zh-HK" sz="3600" b="1" i="1">
                        <a:ln w="12700">
                          <a:solidFill>
                            <a:schemeClr val="tx1"/>
                          </a:solidFill>
                          <a:prstDash val="solid"/>
                        </a:ln>
                        <a:solidFill>
                          <a:schemeClr val="accent6"/>
                        </a:solidFill>
                        <a:effectLst>
                          <a:outerShdw dist="38100" dir="2640000" algn="bl" rotWithShape="0">
                            <a:schemeClr val="tx2">
                              <a:lumMod val="75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%×</m:t>
                    </m:r>
                    <m:r>
                      <a:rPr lang="en-US" altLang="zh-HK" sz="3600" b="1" i="1">
                        <a:ln w="12700">
                          <a:solidFill>
                            <a:schemeClr val="tx1"/>
                          </a:solidFill>
                          <a:prstDash val="solid"/>
                        </a:ln>
                        <a:solidFill>
                          <a:srgbClr val="00B050"/>
                        </a:solidFill>
                        <a:effectLst>
                          <a:outerShdw dist="38100" dir="2640000" algn="bl" rotWithShape="0">
                            <a:schemeClr val="tx2">
                              <a:lumMod val="75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𝑻</m:t>
                    </m:r>
                  </m:oMath>
                </a14:m>
                <a:endParaRPr lang="zh-HK" altLang="en-US" sz="360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36" name="文字方塊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455" y="3267513"/>
                <a:ext cx="4254691" cy="70788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文字方塊 36"/>
              <p:cNvSpPr txBox="1"/>
              <p:nvPr/>
            </p:nvSpPr>
            <p:spPr>
              <a:xfrm>
                <a:off x="6456041" y="3748490"/>
                <a:ext cx="4235455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HK" sz="4000" b="1">
                    <a:ln w="12700">
                      <a:solidFill>
                        <a:schemeClr val="tx1"/>
                      </a:solidFill>
                      <a:prstDash val="solid"/>
                    </a:ln>
                    <a:solidFill>
                      <a:srgbClr val="FF33CC"/>
                    </a:solidFill>
                    <a:effectLst>
                      <a:outerShdw dist="38100" dir="2640000" algn="bl" rotWithShape="0">
                        <a:schemeClr val="tx2">
                          <a:lumMod val="75000"/>
                        </a:schemeClr>
                      </a:outerShdw>
                    </a:effectLst>
                  </a:rPr>
                  <a:t>A</a:t>
                </a:r>
                <a:r>
                  <a:rPr lang="en-US" altLang="zh-HK" sz="4000" b="1">
                    <a:ln w="12700">
                      <a:solidFill>
                        <a:schemeClr val="tx1"/>
                      </a:solidFill>
                      <a:prstDash val="solid"/>
                    </a:ln>
                    <a:effectLst>
                      <a:outerShdw dist="38100" dir="2640000" algn="bl" rotWithShape="0">
                        <a:schemeClr val="tx2">
                          <a:lumMod val="75000"/>
                        </a:schemeClr>
                      </a:outerShdw>
                    </a:effectLst>
                  </a:rPr>
                  <a:t> =</a:t>
                </a:r>
                <a:r>
                  <a:rPr lang="en-US" altLang="zh-HK" sz="4000" b="1">
                    <a:ln w="12700">
                      <a:solidFill>
                        <a:schemeClr val="tx1"/>
                      </a:solidFill>
                      <a:prstDash val="solid"/>
                    </a:ln>
                    <a:solidFill>
                      <a:srgbClr val="00B0F0"/>
                    </a:solidFill>
                    <a:effectLst>
                      <a:outerShdw dist="38100" dir="2640000" algn="bl" rotWithShape="0">
                        <a:schemeClr val="tx2">
                          <a:lumMod val="75000"/>
                        </a:schemeClr>
                      </a:outerShdw>
                    </a:effectLst>
                  </a:rPr>
                  <a:t> </a:t>
                </a:r>
                <a:r>
                  <a:rPr lang="en-US" altLang="zh-HK" sz="4000" b="1">
                    <a:ln w="12700">
                      <a:solidFill>
                        <a:schemeClr val="tx1"/>
                      </a:solidFill>
                      <a:prstDash val="solid"/>
                    </a:ln>
                    <a:solidFill>
                      <a:srgbClr val="FF0000"/>
                    </a:solidFill>
                    <a:effectLst>
                      <a:outerShdw dist="38100" dir="2640000" algn="bl" rotWithShape="0">
                        <a:schemeClr val="tx2">
                          <a:lumMod val="75000"/>
                        </a:schemeClr>
                      </a:outerShdw>
                    </a:effectLst>
                  </a:rPr>
                  <a:t>P </a:t>
                </a:r>
                <a14:m>
                  <m:oMath xmlns:m="http://schemas.openxmlformats.org/officeDocument/2006/math">
                    <m:r>
                      <a:rPr lang="en-US" altLang="zh-HK" sz="3600" b="1" i="1" dirty="0">
                        <a:ln w="12700">
                          <a:solidFill>
                            <a:schemeClr val="tx1"/>
                          </a:solidFill>
                          <a:prstDash val="solid"/>
                        </a:ln>
                        <a:effectLst>
                          <a:outerShdw dist="38100" dir="2640000" algn="bl" rotWithShape="0">
                            <a:schemeClr val="tx2">
                              <a:lumMod val="75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HK" sz="3600" b="1" i="1" dirty="0">
                        <a:ln w="12700">
                          <a:solidFill>
                            <a:schemeClr val="tx1"/>
                          </a:solidFill>
                          <a:prstDash val="solid"/>
                        </a:ln>
                        <a:solidFill>
                          <a:srgbClr val="00FF00"/>
                        </a:solidFill>
                        <a:effectLst>
                          <a:outerShdw dist="38100" dir="2640000" algn="bl" rotWithShape="0">
                            <a:schemeClr val="tx2">
                              <a:lumMod val="75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  <m:r>
                      <a:rPr lang="en-US" altLang="zh-HK" sz="3600" b="1" i="1" dirty="0">
                        <a:ln w="12700">
                          <a:solidFill>
                            <a:schemeClr val="tx1"/>
                          </a:solidFill>
                          <a:prstDash val="solid"/>
                        </a:ln>
                        <a:effectLst>
                          <a:outerShdw dist="38100" dir="2640000" algn="bl" rotWithShape="0">
                            <a:schemeClr val="tx2">
                              <a:lumMod val="75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US" altLang="zh-HK" sz="3600" b="1">
                        <a:ln w="12700">
                          <a:solidFill>
                            <a:schemeClr val="tx1"/>
                          </a:solidFill>
                          <a:prstDash val="solid"/>
                        </a:ln>
                        <a:effectLst>
                          <a:outerShdw dist="38100" dir="2640000" algn="bl" rotWithShape="0">
                            <a:schemeClr val="tx2">
                              <a:lumMod val="75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HK" sz="3600" b="1" i="1">
                        <a:ln w="12700">
                          <a:solidFill>
                            <a:schemeClr val="tx1"/>
                          </a:solidFill>
                          <a:prstDash val="solid"/>
                        </a:ln>
                        <a:solidFill>
                          <a:schemeClr val="accent6"/>
                        </a:solidFill>
                        <a:effectLst>
                          <a:outerShdw dist="38100" dir="2640000" algn="bl" rotWithShape="0">
                            <a:schemeClr val="tx2">
                              <a:lumMod val="75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𝑹</m:t>
                    </m:r>
                    <m:r>
                      <a:rPr lang="en-US" altLang="zh-HK" sz="3600" b="1" i="1">
                        <a:ln w="12700">
                          <a:solidFill>
                            <a:schemeClr val="tx1"/>
                          </a:solidFill>
                          <a:prstDash val="solid"/>
                        </a:ln>
                        <a:solidFill>
                          <a:schemeClr val="accent6"/>
                        </a:solidFill>
                        <a:effectLst>
                          <a:outerShdw dist="38100" dir="2640000" algn="bl" rotWithShape="0">
                            <a:schemeClr val="tx2">
                              <a:lumMod val="75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%×</m:t>
                    </m:r>
                    <m:r>
                      <a:rPr lang="en-US" altLang="zh-HK" sz="3600" b="1" i="1">
                        <a:ln w="12700">
                          <a:solidFill>
                            <a:schemeClr val="tx1"/>
                          </a:solidFill>
                          <a:prstDash val="solid"/>
                        </a:ln>
                        <a:solidFill>
                          <a:srgbClr val="00B050"/>
                        </a:solidFill>
                        <a:effectLst>
                          <a:outerShdw dist="38100" dir="2640000" algn="bl" rotWithShape="0">
                            <a:schemeClr val="tx2">
                              <a:lumMod val="75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𝑻</m:t>
                    </m:r>
                    <m:r>
                      <a:rPr lang="en-US" altLang="zh-HK" sz="3600" b="1" i="1">
                        <a:ln w="12700">
                          <a:solidFill>
                            <a:schemeClr val="tx1"/>
                          </a:solidFill>
                          <a:prstDash val="solid"/>
                        </a:ln>
                        <a:effectLst>
                          <a:outerShdw dist="38100" dir="2640000" algn="bl" rotWithShape="0">
                            <a:schemeClr val="tx2">
                              <a:lumMod val="75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zh-HK" altLang="en-US" sz="360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37" name="文字方塊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6041" y="3748490"/>
                <a:ext cx="4235455" cy="70788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13597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4" grpId="0" animBg="1"/>
      <p:bldP spid="32" grpId="0" animBg="1"/>
      <p:bldP spid="31" grpId="0" animBg="1"/>
      <p:bldP spid="28" grpId="0" animBg="1"/>
      <p:bldP spid="27" grpId="0" animBg="1"/>
      <p:bldP spid="8" grpId="0"/>
      <p:bldP spid="10" grpId="0"/>
      <p:bldP spid="12" grpId="0"/>
      <p:bldP spid="17" grpId="0"/>
      <p:bldP spid="18" grpId="0"/>
      <p:bldP spid="20" grpId="0"/>
      <p:bldP spid="21" grpId="0"/>
      <p:bldP spid="22" grpId="0"/>
      <p:bldP spid="24" grpId="0"/>
      <p:bldP spid="25" grpId="0"/>
      <p:bldP spid="26" grpId="0"/>
      <p:bldP spid="14" grpId="0"/>
      <p:bldP spid="16" grpId="0"/>
      <p:bldP spid="33" grpId="0"/>
      <p:bldP spid="35" grpId="0"/>
      <p:bldP spid="36" grpId="0"/>
      <p:bldP spid="3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5">
            <a:extLst>
              <a:ext uri="{FF2B5EF4-FFF2-40B4-BE49-F238E27FC236}">
                <a16:creationId xmlns:a16="http://schemas.microsoft.com/office/drawing/2014/main" id="{542094DD-3C73-8F33-C792-2E51D837B066}"/>
              </a:ext>
            </a:extLst>
          </p:cNvPr>
          <p:cNvSpPr txBox="1"/>
          <p:nvPr/>
        </p:nvSpPr>
        <p:spPr>
          <a:xfrm>
            <a:off x="191344" y="116632"/>
            <a:ext cx="39604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800" b="1" err="1">
                <a:ln>
                  <a:solidFill>
                    <a:schemeClr val="tx1"/>
                  </a:solidFill>
                </a:ln>
                <a:solidFill>
                  <a:srgbClr val="FF66FF"/>
                </a:solidFill>
                <a:latin typeface="Lucida Calligraphy" panose="03010101010101010101" pitchFamily="66" charset="0"/>
              </a:rPr>
              <a:t>Percentage_interest</a:t>
            </a:r>
            <a:endParaRPr lang="zh-TW" altLang="en-US" sz="2800" b="1">
              <a:solidFill>
                <a:srgbClr val="FF66FF"/>
              </a:solidFill>
              <a:latin typeface="Lucida Handwriting" panose="03010101010101010101" pitchFamily="66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D4C76A6F-B78A-C682-E105-1355D80555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4775" y="1376287"/>
            <a:ext cx="2520280" cy="857647"/>
          </a:xfrm>
          <a:prstGeom prst="rect">
            <a:avLst/>
          </a:prstGeom>
        </p:spPr>
      </p:pic>
      <p:sp>
        <p:nvSpPr>
          <p:cNvPr id="5" name="TextBox 15">
            <a:extLst>
              <a:ext uri="{FF2B5EF4-FFF2-40B4-BE49-F238E27FC236}">
                <a16:creationId xmlns:a16="http://schemas.microsoft.com/office/drawing/2014/main" id="{0010A6B9-814B-1C62-6EDC-7F6E0F8C985D}"/>
              </a:ext>
            </a:extLst>
          </p:cNvPr>
          <p:cNvSpPr txBox="1"/>
          <p:nvPr/>
        </p:nvSpPr>
        <p:spPr>
          <a:xfrm>
            <a:off x="1670722" y="2287341"/>
            <a:ext cx="16561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Principal</a:t>
            </a:r>
            <a:endParaRPr lang="zh-TW" altLang="en-US" sz="2000" b="1"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6" name="TextBox 15">
            <a:extLst>
              <a:ext uri="{FF2B5EF4-FFF2-40B4-BE49-F238E27FC236}">
                <a16:creationId xmlns:a16="http://schemas.microsoft.com/office/drawing/2014/main" id="{4A00E677-7DDD-A83C-F334-39E3BE511BE9}"/>
              </a:ext>
            </a:extLst>
          </p:cNvPr>
          <p:cNvSpPr txBox="1"/>
          <p:nvPr/>
        </p:nvSpPr>
        <p:spPr>
          <a:xfrm>
            <a:off x="5735960" y="2287341"/>
            <a:ext cx="9033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Year</a:t>
            </a:r>
            <a:endParaRPr lang="zh-TW" altLang="en-US" sz="2000" b="1">
              <a:solidFill>
                <a:schemeClr val="accent6">
                  <a:lumMod val="60000"/>
                  <a:lumOff val="40000"/>
                </a:schemeClr>
              </a:solidFill>
              <a:latin typeface="Lucida Handwriting" panose="03010101010101010101" pitchFamily="66" charset="0"/>
            </a:endParaRPr>
          </a:p>
        </p:txBody>
      </p:sp>
      <p:sp>
        <p:nvSpPr>
          <p:cNvPr id="7" name="TextBox 15">
            <a:extLst>
              <a:ext uri="{FF2B5EF4-FFF2-40B4-BE49-F238E27FC236}">
                <a16:creationId xmlns:a16="http://schemas.microsoft.com/office/drawing/2014/main" id="{3729B557-ACF6-F075-DF7E-FC99C6BFBD42}"/>
              </a:ext>
            </a:extLst>
          </p:cNvPr>
          <p:cNvSpPr txBox="1"/>
          <p:nvPr/>
        </p:nvSpPr>
        <p:spPr>
          <a:xfrm>
            <a:off x="4007768" y="2287341"/>
            <a:ext cx="9033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Calligraphy" panose="03010101010101010101" pitchFamily="66" charset="0"/>
              </a:rPr>
              <a:t>Rate</a:t>
            </a:r>
            <a:endParaRPr lang="zh-TW" altLang="en-US" sz="2000" b="1">
              <a:solidFill>
                <a:srgbClr val="00B0F0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8" name="TextBox 15">
            <a:extLst>
              <a:ext uri="{FF2B5EF4-FFF2-40B4-BE49-F238E27FC236}">
                <a16:creationId xmlns:a16="http://schemas.microsoft.com/office/drawing/2014/main" id="{D3D32C50-8E31-9BF5-0D2C-9166B5F61DB9}"/>
              </a:ext>
            </a:extLst>
          </p:cNvPr>
          <p:cNvSpPr txBox="1"/>
          <p:nvPr/>
        </p:nvSpPr>
        <p:spPr>
          <a:xfrm>
            <a:off x="7464152" y="2287341"/>
            <a:ext cx="15121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Interest</a:t>
            </a:r>
            <a:endParaRPr lang="zh-TW" altLang="en-US" sz="2000" b="1">
              <a:solidFill>
                <a:srgbClr val="00FF00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9" name="TextBox 15">
            <a:extLst>
              <a:ext uri="{FF2B5EF4-FFF2-40B4-BE49-F238E27FC236}">
                <a16:creationId xmlns:a16="http://schemas.microsoft.com/office/drawing/2014/main" id="{AB6AEE18-C978-269E-2B38-A0CEB8B2DEE9}"/>
              </a:ext>
            </a:extLst>
          </p:cNvPr>
          <p:cNvSpPr txBox="1"/>
          <p:nvPr/>
        </p:nvSpPr>
        <p:spPr>
          <a:xfrm>
            <a:off x="119336" y="2740858"/>
            <a:ext cx="16561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Example</a:t>
            </a:r>
            <a:endParaRPr lang="zh-TW" altLang="en-US" sz="2000" b="1">
              <a:latin typeface="Lucida Handwriting" panose="03010101010101010101" pitchFamily="66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6E9EBBED-9FA0-5B38-2798-013295851968}"/>
              </a:ext>
            </a:extLst>
          </p:cNvPr>
          <p:cNvSpPr txBox="1"/>
          <p:nvPr/>
        </p:nvSpPr>
        <p:spPr>
          <a:xfrm>
            <a:off x="1971461" y="2740858"/>
            <a:ext cx="10547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$1000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ED7744C2-69FA-BAE8-0F23-C00D866510DE}"/>
              </a:ext>
            </a:extLst>
          </p:cNvPr>
          <p:cNvSpPr txBox="1"/>
          <p:nvPr/>
        </p:nvSpPr>
        <p:spPr>
          <a:xfrm>
            <a:off x="4151784" y="2740858"/>
            <a:ext cx="6113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Handwriting" panose="03010101010101010101" pitchFamily="66" charset="0"/>
              </a:rPr>
              <a:t>3%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BC115D0E-E95A-A30D-290A-BE198D0446EE}"/>
              </a:ext>
            </a:extLst>
          </p:cNvPr>
          <p:cNvSpPr txBox="1"/>
          <p:nvPr/>
        </p:nvSpPr>
        <p:spPr>
          <a:xfrm>
            <a:off x="6028854" y="2740858"/>
            <a:ext cx="4646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rPr>
              <a:t>5</a:t>
            </a:r>
            <a:endParaRPr lang="en-HK" altLang="zh-HK" sz="2000" b="1">
              <a:ln>
                <a:solidFill>
                  <a:schemeClr val="tx1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latin typeface="Lucida Calligraphy" panose="03010101010101010101" pitchFamily="66" charset="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A4968B74-7ED2-E6DE-8FD3-738776DEB8C5}"/>
              </a:ext>
            </a:extLst>
          </p:cNvPr>
          <p:cNvSpPr txBox="1"/>
          <p:nvPr/>
        </p:nvSpPr>
        <p:spPr>
          <a:xfrm>
            <a:off x="7987915" y="2740858"/>
            <a:ext cx="4646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x</a:t>
            </a:r>
          </a:p>
        </p:txBody>
      </p:sp>
      <p:sp>
        <p:nvSpPr>
          <p:cNvPr id="14" name="TextBox 15">
            <a:extLst>
              <a:ext uri="{FF2B5EF4-FFF2-40B4-BE49-F238E27FC236}">
                <a16:creationId xmlns:a16="http://schemas.microsoft.com/office/drawing/2014/main" id="{E9755E08-E735-DCA2-C505-BCF8C095034A}"/>
              </a:ext>
            </a:extLst>
          </p:cNvPr>
          <p:cNvSpPr txBox="1"/>
          <p:nvPr/>
        </p:nvSpPr>
        <p:spPr>
          <a:xfrm>
            <a:off x="3575720" y="836712"/>
            <a:ext cx="2880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400" b="1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Calligraphy" panose="03010101010101010101" pitchFamily="66" charset="0"/>
              </a:rPr>
              <a:t>Simple interest</a:t>
            </a:r>
            <a:endParaRPr lang="zh-TW" altLang="en-US" sz="2400" b="1">
              <a:solidFill>
                <a:srgbClr val="FFC000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BEF303E9-022E-59FE-5F8A-6ED4AC3EA437}"/>
              </a:ext>
            </a:extLst>
          </p:cNvPr>
          <p:cNvSpPr txBox="1"/>
          <p:nvPr/>
        </p:nvSpPr>
        <p:spPr>
          <a:xfrm>
            <a:off x="986645" y="3316923"/>
            <a:ext cx="15121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Interest</a:t>
            </a:r>
            <a:endParaRPr lang="zh-TW" altLang="en-US" sz="2000" b="1">
              <a:solidFill>
                <a:srgbClr val="00FF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68253E34-11B8-4F33-DDDC-CC8789460821}"/>
                  </a:ext>
                </a:extLst>
              </p:cNvPr>
              <p:cNvSpPr txBox="1"/>
              <p:nvPr/>
            </p:nvSpPr>
            <p:spPr>
              <a:xfrm>
                <a:off x="2279576" y="331692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68253E34-11B8-4F33-DDDC-CC87894608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9576" y="3316923"/>
                <a:ext cx="295688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5">
            <a:extLst>
              <a:ext uri="{FF2B5EF4-FFF2-40B4-BE49-F238E27FC236}">
                <a16:creationId xmlns:a16="http://schemas.microsoft.com/office/drawing/2014/main" id="{ED1605DB-BCDD-7DDD-0731-C0F1FD7142D9}"/>
              </a:ext>
            </a:extLst>
          </p:cNvPr>
          <p:cNvSpPr txBox="1"/>
          <p:nvPr/>
        </p:nvSpPr>
        <p:spPr>
          <a:xfrm>
            <a:off x="2490673" y="3316923"/>
            <a:ext cx="16561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Principal</a:t>
            </a:r>
            <a:endParaRPr lang="zh-TW" altLang="en-US" sz="2000" b="1"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47898EF1-0C87-2562-2BCB-B19A6DCE8513}"/>
                  </a:ext>
                </a:extLst>
              </p:cNvPr>
              <p:cNvSpPr txBox="1"/>
              <p:nvPr/>
            </p:nvSpPr>
            <p:spPr>
              <a:xfrm>
                <a:off x="3999013" y="330288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47898EF1-0C87-2562-2BCB-B19A6DCE85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9013" y="3302884"/>
                <a:ext cx="295688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15">
            <a:extLst>
              <a:ext uri="{FF2B5EF4-FFF2-40B4-BE49-F238E27FC236}">
                <a16:creationId xmlns:a16="http://schemas.microsoft.com/office/drawing/2014/main" id="{D861D589-8E75-B362-118B-950B0068F60C}"/>
              </a:ext>
            </a:extLst>
          </p:cNvPr>
          <p:cNvSpPr txBox="1"/>
          <p:nvPr/>
        </p:nvSpPr>
        <p:spPr>
          <a:xfrm>
            <a:off x="4223792" y="3323080"/>
            <a:ext cx="9033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Calligraphy" panose="03010101010101010101" pitchFamily="66" charset="0"/>
              </a:rPr>
              <a:t>Rate</a:t>
            </a:r>
            <a:endParaRPr lang="zh-TW" altLang="en-US" sz="2000" b="1">
              <a:solidFill>
                <a:srgbClr val="00B0F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E16F491E-FFE4-8BE6-1FDA-9E5C230D52B4}"/>
                  </a:ext>
                </a:extLst>
              </p:cNvPr>
              <p:cNvSpPr txBox="1"/>
              <p:nvPr/>
            </p:nvSpPr>
            <p:spPr>
              <a:xfrm>
                <a:off x="4979262" y="331692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E16F491E-FFE4-8BE6-1FDA-9E5C230D52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9262" y="3316923"/>
                <a:ext cx="295688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Box 15">
            <a:extLst>
              <a:ext uri="{FF2B5EF4-FFF2-40B4-BE49-F238E27FC236}">
                <a16:creationId xmlns:a16="http://schemas.microsoft.com/office/drawing/2014/main" id="{F9455F16-1B94-FA6B-227B-1EB62F5F0E2C}"/>
              </a:ext>
            </a:extLst>
          </p:cNvPr>
          <p:cNvSpPr txBox="1"/>
          <p:nvPr/>
        </p:nvSpPr>
        <p:spPr>
          <a:xfrm>
            <a:off x="5204041" y="3323080"/>
            <a:ext cx="9033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Year</a:t>
            </a:r>
            <a:endParaRPr lang="zh-TW" altLang="en-US" sz="2000" b="1">
              <a:solidFill>
                <a:schemeClr val="accent6">
                  <a:lumMod val="60000"/>
                  <a:lumOff val="40000"/>
                </a:schemeClr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文字方塊 36">
                <a:extLst>
                  <a:ext uri="{FF2B5EF4-FFF2-40B4-BE49-F238E27FC236}">
                    <a16:creationId xmlns:a16="http://schemas.microsoft.com/office/drawing/2014/main" id="{4B338ED4-B5D4-5858-390A-EA9A198E6E42}"/>
                  </a:ext>
                </a:extLst>
              </p:cNvPr>
              <p:cNvSpPr txBox="1"/>
              <p:nvPr/>
            </p:nvSpPr>
            <p:spPr>
              <a:xfrm>
                <a:off x="2279576" y="391609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7" name="文字方塊 36">
                <a:extLst>
                  <a:ext uri="{FF2B5EF4-FFF2-40B4-BE49-F238E27FC236}">
                    <a16:creationId xmlns:a16="http://schemas.microsoft.com/office/drawing/2014/main" id="{4B338ED4-B5D4-5858-390A-EA9A198E6E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9576" y="3916090"/>
                <a:ext cx="295688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文字方塊 37">
            <a:extLst>
              <a:ext uri="{FF2B5EF4-FFF2-40B4-BE49-F238E27FC236}">
                <a16:creationId xmlns:a16="http://schemas.microsoft.com/office/drawing/2014/main" id="{ED291618-7C2A-B9C6-B10C-CC0310C0418F}"/>
              </a:ext>
            </a:extLst>
          </p:cNvPr>
          <p:cNvSpPr txBox="1"/>
          <p:nvPr/>
        </p:nvSpPr>
        <p:spPr>
          <a:xfrm>
            <a:off x="2591840" y="3916090"/>
            <a:ext cx="8790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1000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9" name="文字方塊 38">
                <a:extLst>
                  <a:ext uri="{FF2B5EF4-FFF2-40B4-BE49-F238E27FC236}">
                    <a16:creationId xmlns:a16="http://schemas.microsoft.com/office/drawing/2014/main" id="{BA96CCEB-32AF-35AF-56C0-3EC9A1D01249}"/>
                  </a:ext>
                </a:extLst>
              </p:cNvPr>
              <p:cNvSpPr txBox="1"/>
              <p:nvPr/>
            </p:nvSpPr>
            <p:spPr>
              <a:xfrm>
                <a:off x="3339656" y="389298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9" name="文字方塊 38">
                <a:extLst>
                  <a:ext uri="{FF2B5EF4-FFF2-40B4-BE49-F238E27FC236}">
                    <a16:creationId xmlns:a16="http://schemas.microsoft.com/office/drawing/2014/main" id="{BA96CCEB-32AF-35AF-56C0-3EC9A1D012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9656" y="3892988"/>
                <a:ext cx="295688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文字方塊 39">
            <a:extLst>
              <a:ext uri="{FF2B5EF4-FFF2-40B4-BE49-F238E27FC236}">
                <a16:creationId xmlns:a16="http://schemas.microsoft.com/office/drawing/2014/main" id="{51573812-5AD5-53F1-711D-82C92E779FA8}"/>
              </a:ext>
            </a:extLst>
          </p:cNvPr>
          <p:cNvSpPr txBox="1"/>
          <p:nvPr/>
        </p:nvSpPr>
        <p:spPr>
          <a:xfrm>
            <a:off x="3580094" y="3916090"/>
            <a:ext cx="6113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Handwriting" panose="03010101010101010101" pitchFamily="66" charset="0"/>
              </a:rPr>
              <a:t>3%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1" name="文字方塊 40">
                <a:extLst>
                  <a:ext uri="{FF2B5EF4-FFF2-40B4-BE49-F238E27FC236}">
                    <a16:creationId xmlns:a16="http://schemas.microsoft.com/office/drawing/2014/main" id="{1DFBC4B2-FC35-48D5-C9BA-31464C6C25C0}"/>
                  </a:ext>
                </a:extLst>
              </p:cNvPr>
              <p:cNvSpPr txBox="1"/>
              <p:nvPr/>
            </p:nvSpPr>
            <p:spPr>
              <a:xfrm>
                <a:off x="4015866" y="389057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1" name="文字方塊 40">
                <a:extLst>
                  <a:ext uri="{FF2B5EF4-FFF2-40B4-BE49-F238E27FC236}">
                    <a16:creationId xmlns:a16="http://schemas.microsoft.com/office/drawing/2014/main" id="{1DFBC4B2-FC35-48D5-C9BA-31464C6C25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5866" y="3890573"/>
                <a:ext cx="295688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文字方塊 41">
            <a:extLst>
              <a:ext uri="{FF2B5EF4-FFF2-40B4-BE49-F238E27FC236}">
                <a16:creationId xmlns:a16="http://schemas.microsoft.com/office/drawing/2014/main" id="{7645638C-6A70-7593-1596-A735710C4F9F}"/>
              </a:ext>
            </a:extLst>
          </p:cNvPr>
          <p:cNvSpPr txBox="1"/>
          <p:nvPr/>
        </p:nvSpPr>
        <p:spPr>
          <a:xfrm>
            <a:off x="4235314" y="3916090"/>
            <a:ext cx="4646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rPr>
              <a:t>5</a:t>
            </a:r>
            <a:endParaRPr lang="en-HK" altLang="zh-HK" sz="2000" b="1">
              <a:ln>
                <a:solidFill>
                  <a:schemeClr val="tx1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3" name="文字方塊 42">
                <a:extLst>
                  <a:ext uri="{FF2B5EF4-FFF2-40B4-BE49-F238E27FC236}">
                    <a16:creationId xmlns:a16="http://schemas.microsoft.com/office/drawing/2014/main" id="{06F3E776-1FF0-297B-BB41-AE82DDFA7BCD}"/>
                  </a:ext>
                </a:extLst>
              </p:cNvPr>
              <p:cNvSpPr txBox="1"/>
              <p:nvPr/>
            </p:nvSpPr>
            <p:spPr>
              <a:xfrm>
                <a:off x="2279576" y="450594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3" name="文字方塊 42">
                <a:extLst>
                  <a:ext uri="{FF2B5EF4-FFF2-40B4-BE49-F238E27FC236}">
                    <a16:creationId xmlns:a16="http://schemas.microsoft.com/office/drawing/2014/main" id="{06F3E776-1FF0-297B-BB41-AE82DDFA7B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9576" y="4505942"/>
                <a:ext cx="295688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文字方塊 43">
            <a:extLst>
              <a:ext uri="{FF2B5EF4-FFF2-40B4-BE49-F238E27FC236}">
                <a16:creationId xmlns:a16="http://schemas.microsoft.com/office/drawing/2014/main" id="{A516AEF8-9E4C-F00D-1867-07C71024AEF6}"/>
              </a:ext>
            </a:extLst>
          </p:cNvPr>
          <p:cNvSpPr txBox="1"/>
          <p:nvPr/>
        </p:nvSpPr>
        <p:spPr>
          <a:xfrm>
            <a:off x="2591840" y="4505942"/>
            <a:ext cx="983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$150</a:t>
            </a:r>
          </a:p>
        </p:txBody>
      </p:sp>
    </p:spTree>
    <p:extLst>
      <p:ext uri="{BB962C8B-B14F-4D97-AF65-F5344CB8AC3E}">
        <p14:creationId xmlns:p14="http://schemas.microsoft.com/office/powerpoint/2010/main" val="270699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5">
            <a:extLst>
              <a:ext uri="{FF2B5EF4-FFF2-40B4-BE49-F238E27FC236}">
                <a16:creationId xmlns:a16="http://schemas.microsoft.com/office/drawing/2014/main" id="{D96FB42B-AFEC-8E13-0851-3A72B871DD69}"/>
              </a:ext>
            </a:extLst>
          </p:cNvPr>
          <p:cNvSpPr txBox="1"/>
          <p:nvPr/>
        </p:nvSpPr>
        <p:spPr>
          <a:xfrm>
            <a:off x="1670722" y="1279229"/>
            <a:ext cx="16561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Principal</a:t>
            </a:r>
            <a:endParaRPr lang="zh-TW" altLang="en-US" sz="2000" b="1"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4" name="TextBox 15">
            <a:extLst>
              <a:ext uri="{FF2B5EF4-FFF2-40B4-BE49-F238E27FC236}">
                <a16:creationId xmlns:a16="http://schemas.microsoft.com/office/drawing/2014/main" id="{C8708354-5F26-FFA0-9D37-088F1C14282A}"/>
              </a:ext>
            </a:extLst>
          </p:cNvPr>
          <p:cNvSpPr txBox="1"/>
          <p:nvPr/>
        </p:nvSpPr>
        <p:spPr>
          <a:xfrm>
            <a:off x="5735960" y="1279229"/>
            <a:ext cx="9033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Year</a:t>
            </a:r>
            <a:endParaRPr lang="zh-TW" altLang="en-US" sz="2000" b="1">
              <a:solidFill>
                <a:schemeClr val="accent6">
                  <a:lumMod val="60000"/>
                  <a:lumOff val="40000"/>
                </a:schemeClr>
              </a:solidFill>
              <a:latin typeface="Lucida Handwriting" panose="03010101010101010101" pitchFamily="66" charset="0"/>
            </a:endParaRPr>
          </a:p>
        </p:txBody>
      </p:sp>
      <p:sp>
        <p:nvSpPr>
          <p:cNvPr id="5" name="TextBox 15">
            <a:extLst>
              <a:ext uri="{FF2B5EF4-FFF2-40B4-BE49-F238E27FC236}">
                <a16:creationId xmlns:a16="http://schemas.microsoft.com/office/drawing/2014/main" id="{D0781294-9DE9-7AA8-1085-EF4FA4D3C334}"/>
              </a:ext>
            </a:extLst>
          </p:cNvPr>
          <p:cNvSpPr txBox="1"/>
          <p:nvPr/>
        </p:nvSpPr>
        <p:spPr>
          <a:xfrm>
            <a:off x="4007768" y="1279229"/>
            <a:ext cx="9033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Calligraphy" panose="03010101010101010101" pitchFamily="66" charset="0"/>
              </a:rPr>
              <a:t>Rate</a:t>
            </a:r>
            <a:endParaRPr lang="zh-TW" altLang="en-US" sz="2000" b="1">
              <a:solidFill>
                <a:srgbClr val="00B0F0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6" name="TextBox 15">
            <a:extLst>
              <a:ext uri="{FF2B5EF4-FFF2-40B4-BE49-F238E27FC236}">
                <a16:creationId xmlns:a16="http://schemas.microsoft.com/office/drawing/2014/main" id="{414B657C-07C6-8FB2-AD49-D96FD61CD9D9}"/>
              </a:ext>
            </a:extLst>
          </p:cNvPr>
          <p:cNvSpPr txBox="1"/>
          <p:nvPr/>
        </p:nvSpPr>
        <p:spPr>
          <a:xfrm>
            <a:off x="7464152" y="1279229"/>
            <a:ext cx="15121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Interest</a:t>
            </a:r>
            <a:endParaRPr lang="zh-TW" altLang="en-US" sz="2000" b="1">
              <a:solidFill>
                <a:srgbClr val="00FF00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7" name="TextBox 15">
            <a:extLst>
              <a:ext uri="{FF2B5EF4-FFF2-40B4-BE49-F238E27FC236}">
                <a16:creationId xmlns:a16="http://schemas.microsoft.com/office/drawing/2014/main" id="{B2D7FF4B-958A-452A-D060-7A2FAB9526E3}"/>
              </a:ext>
            </a:extLst>
          </p:cNvPr>
          <p:cNvSpPr txBox="1"/>
          <p:nvPr/>
        </p:nvSpPr>
        <p:spPr>
          <a:xfrm>
            <a:off x="119336" y="1732746"/>
            <a:ext cx="16561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Example</a:t>
            </a:r>
            <a:endParaRPr lang="zh-TW" altLang="en-US" sz="2000" b="1">
              <a:latin typeface="Lucida Handwriting" panose="03010101010101010101" pitchFamily="66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498936F6-EFA0-C140-FE50-2E222E9B56CA}"/>
              </a:ext>
            </a:extLst>
          </p:cNvPr>
          <p:cNvSpPr txBox="1"/>
          <p:nvPr/>
        </p:nvSpPr>
        <p:spPr>
          <a:xfrm>
            <a:off x="2309920" y="1732746"/>
            <a:ext cx="3777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x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5CEE00DF-EFB4-B53B-CE30-03DB496C9519}"/>
              </a:ext>
            </a:extLst>
          </p:cNvPr>
          <p:cNvSpPr txBox="1"/>
          <p:nvPr/>
        </p:nvSpPr>
        <p:spPr>
          <a:xfrm>
            <a:off x="4151784" y="1732746"/>
            <a:ext cx="6113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Handwriting" panose="03010101010101010101" pitchFamily="66" charset="0"/>
              </a:rPr>
              <a:t>3%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72283012-7470-E7E4-B985-5C850237664E}"/>
              </a:ext>
            </a:extLst>
          </p:cNvPr>
          <p:cNvSpPr txBox="1"/>
          <p:nvPr/>
        </p:nvSpPr>
        <p:spPr>
          <a:xfrm>
            <a:off x="6028854" y="1732746"/>
            <a:ext cx="4646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rPr>
              <a:t>1</a:t>
            </a:r>
            <a:endParaRPr lang="en-HK" altLang="zh-HK" sz="2000" b="1">
              <a:ln>
                <a:solidFill>
                  <a:schemeClr val="tx1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latin typeface="Lucida Calligraphy" panose="03010101010101010101" pitchFamily="66" charset="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F8410380-112C-6244-C709-A768939F8B76}"/>
              </a:ext>
            </a:extLst>
          </p:cNvPr>
          <p:cNvSpPr txBox="1"/>
          <p:nvPr/>
        </p:nvSpPr>
        <p:spPr>
          <a:xfrm>
            <a:off x="7870049" y="1732746"/>
            <a:ext cx="7003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$60</a:t>
            </a:r>
          </a:p>
        </p:txBody>
      </p:sp>
      <p:sp>
        <p:nvSpPr>
          <p:cNvPr id="12" name="TextBox 15">
            <a:extLst>
              <a:ext uri="{FF2B5EF4-FFF2-40B4-BE49-F238E27FC236}">
                <a16:creationId xmlns:a16="http://schemas.microsoft.com/office/drawing/2014/main" id="{C7C366B9-6A0E-8135-F902-2E1A6D7710F0}"/>
              </a:ext>
            </a:extLst>
          </p:cNvPr>
          <p:cNvSpPr txBox="1"/>
          <p:nvPr/>
        </p:nvSpPr>
        <p:spPr>
          <a:xfrm>
            <a:off x="3575720" y="404664"/>
            <a:ext cx="2880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400" b="1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Calligraphy" panose="03010101010101010101" pitchFamily="66" charset="0"/>
              </a:rPr>
              <a:t>Simple interest</a:t>
            </a:r>
            <a:endParaRPr lang="zh-TW" altLang="en-US" sz="2400" b="1">
              <a:solidFill>
                <a:srgbClr val="FFC000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7559B8E2-8148-C342-95CE-99BBA2EE519E}"/>
              </a:ext>
            </a:extLst>
          </p:cNvPr>
          <p:cNvSpPr txBox="1"/>
          <p:nvPr/>
        </p:nvSpPr>
        <p:spPr>
          <a:xfrm>
            <a:off x="1066636" y="2507001"/>
            <a:ext cx="3777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x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21C8E923-4C8C-DB5C-7CAC-4DDACA2C210E}"/>
                  </a:ext>
                </a:extLst>
              </p:cNvPr>
              <p:cNvSpPr txBox="1"/>
              <p:nvPr/>
            </p:nvSpPr>
            <p:spPr>
              <a:xfrm>
                <a:off x="1330932" y="249531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21C8E923-4C8C-DB5C-7CAC-4DDACA2C21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0932" y="2495311"/>
                <a:ext cx="295688" cy="40011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文字方塊 14">
            <a:extLst>
              <a:ext uri="{FF2B5EF4-FFF2-40B4-BE49-F238E27FC236}">
                <a16:creationId xmlns:a16="http://schemas.microsoft.com/office/drawing/2014/main" id="{911A7FC4-9E43-3079-38F6-E1AAF4F4BA5B}"/>
              </a:ext>
            </a:extLst>
          </p:cNvPr>
          <p:cNvSpPr txBox="1"/>
          <p:nvPr/>
        </p:nvSpPr>
        <p:spPr>
          <a:xfrm>
            <a:off x="1571370" y="2507001"/>
            <a:ext cx="6113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Handwriting" panose="03010101010101010101" pitchFamily="66" charset="0"/>
              </a:rPr>
              <a:t>3%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8385CF39-7595-283A-4FA2-F6393BFDB441}"/>
                  </a:ext>
                </a:extLst>
              </p:cNvPr>
              <p:cNvSpPr txBox="1"/>
              <p:nvPr/>
            </p:nvSpPr>
            <p:spPr>
              <a:xfrm>
                <a:off x="2007142" y="249289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8385CF39-7595-283A-4FA2-F6393BFDB4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7142" y="2492896"/>
                <a:ext cx="295688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文字方塊 16">
            <a:extLst>
              <a:ext uri="{FF2B5EF4-FFF2-40B4-BE49-F238E27FC236}">
                <a16:creationId xmlns:a16="http://schemas.microsoft.com/office/drawing/2014/main" id="{945F8B51-9E12-C253-1302-C568930E9C89}"/>
              </a:ext>
            </a:extLst>
          </p:cNvPr>
          <p:cNvSpPr txBox="1"/>
          <p:nvPr/>
        </p:nvSpPr>
        <p:spPr>
          <a:xfrm>
            <a:off x="2226590" y="2507001"/>
            <a:ext cx="4646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rPr>
              <a:t>1</a:t>
            </a:r>
            <a:endParaRPr lang="en-HK" altLang="zh-HK" sz="2000" b="1">
              <a:ln>
                <a:solidFill>
                  <a:schemeClr val="tx1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5EAB5A06-C6A4-66A4-5FF7-952278E3048E}"/>
                  </a:ext>
                </a:extLst>
              </p:cNvPr>
              <p:cNvSpPr txBox="1"/>
              <p:nvPr/>
            </p:nvSpPr>
            <p:spPr>
              <a:xfrm>
                <a:off x="2504800" y="249289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5EAB5A06-C6A4-66A4-5FF7-952278E304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4800" y="2492896"/>
                <a:ext cx="295688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文字方塊 19">
            <a:extLst>
              <a:ext uri="{FF2B5EF4-FFF2-40B4-BE49-F238E27FC236}">
                <a16:creationId xmlns:a16="http://schemas.microsoft.com/office/drawing/2014/main" id="{62F914FE-9146-18E8-7EE8-779D4F334C0E}"/>
              </a:ext>
            </a:extLst>
          </p:cNvPr>
          <p:cNvSpPr txBox="1"/>
          <p:nvPr/>
        </p:nvSpPr>
        <p:spPr>
          <a:xfrm>
            <a:off x="2773962" y="2492896"/>
            <a:ext cx="7003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$60</a:t>
            </a: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4EB3F2E6-A139-CCB6-6F06-F53322BCD4D8}"/>
              </a:ext>
            </a:extLst>
          </p:cNvPr>
          <p:cNvSpPr txBox="1"/>
          <p:nvPr/>
        </p:nvSpPr>
        <p:spPr>
          <a:xfrm>
            <a:off x="1642864" y="3067096"/>
            <a:ext cx="9659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Handwriting" panose="03010101010101010101" pitchFamily="66" charset="0"/>
              </a:rPr>
              <a:t>0.03</a:t>
            </a:r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x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292C01BC-1737-1CB8-6542-D17B745E3FF9}"/>
                  </a:ext>
                </a:extLst>
              </p:cNvPr>
              <p:cNvSpPr txBox="1"/>
              <p:nvPr/>
            </p:nvSpPr>
            <p:spPr>
              <a:xfrm>
                <a:off x="2507686" y="306709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292C01BC-1737-1CB8-6542-D17B745E3F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7686" y="3067096"/>
                <a:ext cx="295688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文字方塊 22">
            <a:extLst>
              <a:ext uri="{FF2B5EF4-FFF2-40B4-BE49-F238E27FC236}">
                <a16:creationId xmlns:a16="http://schemas.microsoft.com/office/drawing/2014/main" id="{166DCA96-78CA-A55B-BDCD-90DF9E1AD70B}"/>
              </a:ext>
            </a:extLst>
          </p:cNvPr>
          <p:cNvSpPr txBox="1"/>
          <p:nvPr/>
        </p:nvSpPr>
        <p:spPr>
          <a:xfrm>
            <a:off x="2768429" y="3067096"/>
            <a:ext cx="7003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$60</a:t>
            </a: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4726E1BD-47E6-3746-9CEA-2901D6CA1EA1}"/>
              </a:ext>
            </a:extLst>
          </p:cNvPr>
          <p:cNvSpPr txBox="1"/>
          <p:nvPr/>
        </p:nvSpPr>
        <p:spPr>
          <a:xfrm>
            <a:off x="2230981" y="3574494"/>
            <a:ext cx="3777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x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2AF42EC9-7A30-CAD8-94FD-9D3857F496D7}"/>
                  </a:ext>
                </a:extLst>
              </p:cNvPr>
              <p:cNvSpPr txBox="1"/>
              <p:nvPr/>
            </p:nvSpPr>
            <p:spPr>
              <a:xfrm>
                <a:off x="2507686" y="357449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2AF42EC9-7A30-CAD8-94FD-9D3857F496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7686" y="3574494"/>
                <a:ext cx="295688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文字方塊 25">
            <a:extLst>
              <a:ext uri="{FF2B5EF4-FFF2-40B4-BE49-F238E27FC236}">
                <a16:creationId xmlns:a16="http://schemas.microsoft.com/office/drawing/2014/main" id="{974419BD-C891-B8FF-4BA8-3291147E82E4}"/>
              </a:ext>
            </a:extLst>
          </p:cNvPr>
          <p:cNvSpPr txBox="1"/>
          <p:nvPr/>
        </p:nvSpPr>
        <p:spPr>
          <a:xfrm>
            <a:off x="2784127" y="3574494"/>
            <a:ext cx="9086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2000</a:t>
            </a:r>
            <a:endParaRPr lang="en-HK" altLang="zh-HK" sz="2000" b="1">
              <a:ln>
                <a:solidFill>
                  <a:schemeClr val="tx1"/>
                </a:solidFill>
              </a:ln>
              <a:solidFill>
                <a:srgbClr val="FFFF00"/>
              </a:solidFill>
              <a:latin typeface="Lucida Calligraphy" panose="03010101010101010101" pitchFamily="66" charset="0"/>
            </a:endParaRPr>
          </a:p>
        </p:txBody>
      </p:sp>
      <p:grpSp>
        <p:nvGrpSpPr>
          <p:cNvPr id="27" name="群組 26">
            <a:extLst>
              <a:ext uri="{FF2B5EF4-FFF2-40B4-BE49-F238E27FC236}">
                <a16:creationId xmlns:a16="http://schemas.microsoft.com/office/drawing/2014/main" id="{554D2CE4-814D-7F34-A532-60A84201B023}"/>
              </a:ext>
            </a:extLst>
          </p:cNvPr>
          <p:cNvGrpSpPr/>
          <p:nvPr/>
        </p:nvGrpSpPr>
        <p:grpSpPr>
          <a:xfrm>
            <a:off x="119336" y="4182450"/>
            <a:ext cx="7411122" cy="410107"/>
            <a:chOff x="420004" y="4149080"/>
            <a:chExt cx="7411122" cy="410107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" name="文字方塊 27">
                  <a:extLst>
                    <a:ext uri="{FF2B5EF4-FFF2-40B4-BE49-F238E27FC236}">
                      <a16:creationId xmlns:a16="http://schemas.microsoft.com/office/drawing/2014/main" id="{FE05FB66-CF60-9E3D-EC08-E67756F196BE}"/>
                    </a:ext>
                  </a:extLst>
                </p:cNvPr>
                <p:cNvSpPr txBox="1"/>
                <p:nvPr/>
              </p:nvSpPr>
              <p:spPr>
                <a:xfrm>
                  <a:off x="420004" y="4149080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∴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28" name="文字方塊 27">
                  <a:extLst>
                    <a:ext uri="{FF2B5EF4-FFF2-40B4-BE49-F238E27FC236}">
                      <a16:creationId xmlns:a16="http://schemas.microsoft.com/office/drawing/2014/main" id="{FE05FB66-CF60-9E3D-EC08-E67756F196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0004" y="4149080"/>
                  <a:ext cx="295688" cy="40011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" name="文字方塊 28">
              <a:extLst>
                <a:ext uri="{FF2B5EF4-FFF2-40B4-BE49-F238E27FC236}">
                  <a16:creationId xmlns:a16="http://schemas.microsoft.com/office/drawing/2014/main" id="{DA7E3886-8A58-2F97-F8B1-96AC67DE0EAD}"/>
                </a:ext>
              </a:extLst>
            </p:cNvPr>
            <p:cNvSpPr txBox="1"/>
            <p:nvPr/>
          </p:nvSpPr>
          <p:spPr>
            <a:xfrm>
              <a:off x="744386" y="4159077"/>
              <a:ext cx="708674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The</a:t>
              </a:r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92D050"/>
                  </a:solidFill>
                  <a:latin typeface="Lucida Calligraphy" panose="03010101010101010101" pitchFamily="66" charset="0"/>
                </a:rPr>
                <a:t> </a:t>
              </a:r>
              <a:r>
                <a:rPr lang="en-US" altLang="zh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Principal </a:t>
              </a:r>
              <a:r>
                <a:rPr lang="en-US" altLang="zh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is 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$2000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.</a:t>
              </a:r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37CBFF"/>
                  </a:solidFill>
                  <a:latin typeface="Lucida Calligraphy" panose="03010101010101010101" pitchFamily="66" charset="0"/>
                </a:rPr>
                <a:t> </a:t>
              </a:r>
            </a:p>
          </p:txBody>
        </p:sp>
      </p:grpSp>
      <p:pic>
        <p:nvPicPr>
          <p:cNvPr id="31" name="圖片 30">
            <a:extLst>
              <a:ext uri="{FF2B5EF4-FFF2-40B4-BE49-F238E27FC236}">
                <a16:creationId xmlns:a16="http://schemas.microsoft.com/office/drawing/2014/main" id="{44CDFA3B-6AFB-7EB0-5A2E-AAF731565F3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28854" y="3059491"/>
            <a:ext cx="3190476" cy="80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0598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20" grpId="0"/>
      <p:bldP spid="21" grpId="0"/>
      <p:bldP spid="22" grpId="0"/>
      <p:bldP spid="23" grpId="0"/>
      <p:bldP spid="24" grpId="0"/>
      <p:bldP spid="25" grpId="0"/>
      <p:bldP spid="2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Picture 161">
            <a:extLst>
              <a:ext uri="{FF2B5EF4-FFF2-40B4-BE49-F238E27FC236}">
                <a16:creationId xmlns:a16="http://schemas.microsoft.com/office/drawing/2014/main" id="{2B2E01CD-BB5D-6378-7639-103C16287C0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0549"/>
          <a:stretch>
            <a:fillRect/>
          </a:stretch>
        </p:blipFill>
        <p:spPr>
          <a:xfrm>
            <a:off x="241498" y="139206"/>
            <a:ext cx="11217281" cy="166983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7" name="筆跡 59">
                <a:extLst>
                  <a:ext uri="{FF2B5EF4-FFF2-40B4-BE49-F238E27FC236}">
                    <a16:creationId xmlns:a16="http://schemas.microsoft.com/office/drawing/2014/main" id="{79DC482D-F2F6-F094-299D-4314232C6835}"/>
                  </a:ext>
                </a:extLst>
              </p14:cNvPr>
              <p14:cNvContentPartPr/>
              <p14:nvPr/>
            </p14:nvContentPartPr>
            <p14:xfrm>
              <a:off x="2676293" y="392895"/>
              <a:ext cx="669073" cy="45719"/>
            </p14:xfrm>
          </p:contentPart>
        </mc:Choice>
        <mc:Fallback>
          <p:pic>
            <p:nvPicPr>
              <p:cNvPr id="7" name="筆跡 59">
                <a:extLst>
                  <a:ext uri="{FF2B5EF4-FFF2-40B4-BE49-F238E27FC236}">
                    <a16:creationId xmlns:a16="http://schemas.microsoft.com/office/drawing/2014/main" id="{79DC482D-F2F6-F094-299D-4314232C683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622277" y="-13322805"/>
                <a:ext cx="776744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8" name="筆跡 59">
                <a:extLst>
                  <a:ext uri="{FF2B5EF4-FFF2-40B4-BE49-F238E27FC236}">
                    <a16:creationId xmlns:a16="http://schemas.microsoft.com/office/drawing/2014/main" id="{D23499C1-8BB3-D79E-FE2C-3200F0AC8F18}"/>
                  </a:ext>
                </a:extLst>
              </p14:cNvPr>
              <p14:cNvContentPartPr/>
              <p14:nvPr/>
            </p14:nvContentPartPr>
            <p14:xfrm>
              <a:off x="4902820" y="392895"/>
              <a:ext cx="877341" cy="45719"/>
            </p14:xfrm>
          </p:contentPart>
        </mc:Choice>
        <mc:Fallback>
          <p:pic>
            <p:nvPicPr>
              <p:cNvPr id="8" name="筆跡 59">
                <a:extLst>
                  <a:ext uri="{FF2B5EF4-FFF2-40B4-BE49-F238E27FC236}">
                    <a16:creationId xmlns:a16="http://schemas.microsoft.com/office/drawing/2014/main" id="{D23499C1-8BB3-D79E-FE2C-3200F0AC8F1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848797" y="-13322805"/>
                <a:ext cx="985028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9" name="筆跡 59">
                <a:extLst>
                  <a:ext uri="{FF2B5EF4-FFF2-40B4-BE49-F238E27FC236}">
                    <a16:creationId xmlns:a16="http://schemas.microsoft.com/office/drawing/2014/main" id="{385FC34E-615E-EEE0-4D2C-6D8D9CCBFF51}"/>
                  </a:ext>
                </a:extLst>
              </p14:cNvPr>
              <p14:cNvContentPartPr/>
              <p14:nvPr/>
            </p14:nvContentPartPr>
            <p14:xfrm>
              <a:off x="6460274" y="370035"/>
              <a:ext cx="754565" cy="45719"/>
            </p14:xfrm>
          </p:contentPart>
        </mc:Choice>
        <mc:Fallback>
          <p:pic>
            <p:nvPicPr>
              <p:cNvPr id="9" name="筆跡 59">
                <a:extLst>
                  <a:ext uri="{FF2B5EF4-FFF2-40B4-BE49-F238E27FC236}">
                    <a16:creationId xmlns:a16="http://schemas.microsoft.com/office/drawing/2014/main" id="{385FC34E-615E-EEE0-4D2C-6D8D9CCBFF5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406248" y="-13345665"/>
                <a:ext cx="862257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0" name="筆跡 59">
                <a:extLst>
                  <a:ext uri="{FF2B5EF4-FFF2-40B4-BE49-F238E27FC236}">
                    <a16:creationId xmlns:a16="http://schemas.microsoft.com/office/drawing/2014/main" id="{4AFBAB05-CD78-34F3-6458-B325C3A8451C}"/>
                  </a:ext>
                </a:extLst>
              </p14:cNvPr>
              <p14:cNvContentPartPr/>
              <p14:nvPr/>
            </p14:nvContentPartPr>
            <p14:xfrm>
              <a:off x="8761142" y="392894"/>
              <a:ext cx="754565" cy="45719"/>
            </p14:xfrm>
          </p:contentPart>
        </mc:Choice>
        <mc:Fallback>
          <p:pic>
            <p:nvPicPr>
              <p:cNvPr id="10" name="筆跡 59">
                <a:extLst>
                  <a:ext uri="{FF2B5EF4-FFF2-40B4-BE49-F238E27FC236}">
                    <a16:creationId xmlns:a16="http://schemas.microsoft.com/office/drawing/2014/main" id="{4AFBAB05-CD78-34F3-6458-B325C3A8451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07116" y="-13322806"/>
                <a:ext cx="862257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1" name="筆跡 59">
                <a:extLst>
                  <a:ext uri="{FF2B5EF4-FFF2-40B4-BE49-F238E27FC236}">
                    <a16:creationId xmlns:a16="http://schemas.microsoft.com/office/drawing/2014/main" id="{D8E78F1E-4BF7-51AE-1543-5962DC09051B}"/>
                  </a:ext>
                </a:extLst>
              </p14:cNvPr>
              <p14:cNvContentPartPr/>
              <p14:nvPr/>
            </p14:nvContentPartPr>
            <p14:xfrm>
              <a:off x="5508701" y="801771"/>
              <a:ext cx="2196791" cy="45719"/>
            </p14:xfrm>
          </p:contentPart>
        </mc:Choice>
        <mc:Fallback>
          <p:pic>
            <p:nvPicPr>
              <p:cNvPr id="11" name="筆跡 59">
                <a:extLst>
                  <a:ext uri="{FF2B5EF4-FFF2-40B4-BE49-F238E27FC236}">
                    <a16:creationId xmlns:a16="http://schemas.microsoft.com/office/drawing/2014/main" id="{D8E78F1E-4BF7-51AE-1543-5962DC09051B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454664" y="-12913929"/>
                <a:ext cx="2304505" cy="27431400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31229A79-8BB5-7084-C0D5-A79AEDB79211}"/>
              </a:ext>
            </a:extLst>
          </p:cNvPr>
          <p:cNvSpPr txBox="1"/>
          <p:nvPr/>
        </p:nvSpPr>
        <p:spPr>
          <a:xfrm>
            <a:off x="671644" y="2003049"/>
            <a:ext cx="5780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(a) </a:t>
            </a:r>
            <a:endParaRPr lang="en-US" sz="2000"/>
          </a:p>
        </p:txBody>
      </p:sp>
      <p:sp>
        <p:nvSpPr>
          <p:cNvPr id="13" name="文字方塊 98">
            <a:extLst>
              <a:ext uri="{FF2B5EF4-FFF2-40B4-BE49-F238E27FC236}">
                <a16:creationId xmlns:a16="http://schemas.microsoft.com/office/drawing/2014/main" id="{63C19E49-726A-D268-869F-6E653B4F561F}"/>
              </a:ext>
            </a:extLst>
          </p:cNvPr>
          <p:cNvSpPr txBox="1"/>
          <p:nvPr/>
        </p:nvSpPr>
        <p:spPr>
          <a:xfrm>
            <a:off x="1249713" y="2028497"/>
            <a:ext cx="73121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Simple interest he will receive in Bank A each year</a:t>
            </a:r>
            <a:endParaRPr lang="zh-TW" altLang="en-US" sz="2000" b="1">
              <a:solidFill>
                <a:srgbClr val="00FF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字方塊 36">
                <a:extLst>
                  <a:ext uri="{FF2B5EF4-FFF2-40B4-BE49-F238E27FC236}">
                    <a16:creationId xmlns:a16="http://schemas.microsoft.com/office/drawing/2014/main" id="{41EC705A-FE69-8188-C14A-0FD9A736A1F2}"/>
                  </a:ext>
                </a:extLst>
              </p:cNvPr>
              <p:cNvSpPr txBox="1"/>
              <p:nvPr/>
            </p:nvSpPr>
            <p:spPr>
              <a:xfrm>
                <a:off x="1365176" y="253083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4" name="文字方塊 36">
                <a:extLst>
                  <a:ext uri="{FF2B5EF4-FFF2-40B4-BE49-F238E27FC236}">
                    <a16:creationId xmlns:a16="http://schemas.microsoft.com/office/drawing/2014/main" id="{41EC705A-FE69-8188-C14A-0FD9A736A1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5176" y="2530836"/>
                <a:ext cx="295688" cy="4001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文字方塊 37">
            <a:extLst>
              <a:ext uri="{FF2B5EF4-FFF2-40B4-BE49-F238E27FC236}">
                <a16:creationId xmlns:a16="http://schemas.microsoft.com/office/drawing/2014/main" id="{0FD1DD01-63AF-5185-C5C5-BFF7E71C1484}"/>
              </a:ext>
            </a:extLst>
          </p:cNvPr>
          <p:cNvSpPr txBox="1"/>
          <p:nvPr/>
        </p:nvSpPr>
        <p:spPr>
          <a:xfrm>
            <a:off x="1677439" y="2530836"/>
            <a:ext cx="12371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$ 2000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文字方塊 38">
                <a:extLst>
                  <a:ext uri="{FF2B5EF4-FFF2-40B4-BE49-F238E27FC236}">
                    <a16:creationId xmlns:a16="http://schemas.microsoft.com/office/drawing/2014/main" id="{FECB748D-CE04-C496-D4A3-DAAF9C762F12}"/>
                  </a:ext>
                </a:extLst>
              </p:cNvPr>
              <p:cNvSpPr txBox="1"/>
              <p:nvPr/>
            </p:nvSpPr>
            <p:spPr>
              <a:xfrm>
                <a:off x="2673245" y="251724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6" name="文字方塊 38">
                <a:extLst>
                  <a:ext uri="{FF2B5EF4-FFF2-40B4-BE49-F238E27FC236}">
                    <a16:creationId xmlns:a16="http://schemas.microsoft.com/office/drawing/2014/main" id="{FECB748D-CE04-C496-D4A3-DAAF9C762F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3245" y="2517241"/>
                <a:ext cx="295688" cy="40011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文字方塊 39">
            <a:extLst>
              <a:ext uri="{FF2B5EF4-FFF2-40B4-BE49-F238E27FC236}">
                <a16:creationId xmlns:a16="http://schemas.microsoft.com/office/drawing/2014/main" id="{A6C2A3E5-1024-D7B4-3F4B-E6687F77D83D}"/>
              </a:ext>
            </a:extLst>
          </p:cNvPr>
          <p:cNvSpPr txBox="1"/>
          <p:nvPr/>
        </p:nvSpPr>
        <p:spPr>
          <a:xfrm>
            <a:off x="2913683" y="2540343"/>
            <a:ext cx="8790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Handwriting" panose="03010101010101010101" pitchFamily="66" charset="0"/>
              </a:rPr>
              <a:t>10%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文字方塊 40">
                <a:extLst>
                  <a:ext uri="{FF2B5EF4-FFF2-40B4-BE49-F238E27FC236}">
                    <a16:creationId xmlns:a16="http://schemas.microsoft.com/office/drawing/2014/main" id="{F09952AF-5073-5D84-84E0-E854BDA47A8F}"/>
                  </a:ext>
                </a:extLst>
              </p:cNvPr>
              <p:cNvSpPr txBox="1"/>
              <p:nvPr/>
            </p:nvSpPr>
            <p:spPr>
              <a:xfrm>
                <a:off x="3551015" y="253129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8" name="文字方塊 40">
                <a:extLst>
                  <a:ext uri="{FF2B5EF4-FFF2-40B4-BE49-F238E27FC236}">
                    <a16:creationId xmlns:a16="http://schemas.microsoft.com/office/drawing/2014/main" id="{F09952AF-5073-5D84-84E0-E854BDA47A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1015" y="2531291"/>
                <a:ext cx="295688" cy="4001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文字方塊 41">
            <a:extLst>
              <a:ext uri="{FF2B5EF4-FFF2-40B4-BE49-F238E27FC236}">
                <a16:creationId xmlns:a16="http://schemas.microsoft.com/office/drawing/2014/main" id="{B147043F-C2AB-54AE-3570-467CF49C5027}"/>
              </a:ext>
            </a:extLst>
          </p:cNvPr>
          <p:cNvSpPr txBox="1"/>
          <p:nvPr/>
        </p:nvSpPr>
        <p:spPr>
          <a:xfrm>
            <a:off x="3770463" y="2556808"/>
            <a:ext cx="4646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1</a:t>
            </a:r>
            <a:endParaRPr lang="en-HK" altLang="zh-HK" sz="20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文字方塊 42">
                <a:extLst>
                  <a:ext uri="{FF2B5EF4-FFF2-40B4-BE49-F238E27FC236}">
                    <a16:creationId xmlns:a16="http://schemas.microsoft.com/office/drawing/2014/main" id="{6D7207C6-87FB-FC86-745B-E6461336B6E2}"/>
                  </a:ext>
                </a:extLst>
              </p:cNvPr>
              <p:cNvSpPr txBox="1"/>
              <p:nvPr/>
            </p:nvSpPr>
            <p:spPr>
              <a:xfrm>
                <a:off x="1365176" y="312068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0" name="文字方塊 42">
                <a:extLst>
                  <a:ext uri="{FF2B5EF4-FFF2-40B4-BE49-F238E27FC236}">
                    <a16:creationId xmlns:a16="http://schemas.microsoft.com/office/drawing/2014/main" id="{6D7207C6-87FB-FC86-745B-E6461336B6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5176" y="3120688"/>
                <a:ext cx="295688" cy="40011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文字方塊 43">
            <a:extLst>
              <a:ext uri="{FF2B5EF4-FFF2-40B4-BE49-F238E27FC236}">
                <a16:creationId xmlns:a16="http://schemas.microsoft.com/office/drawing/2014/main" id="{E3D38AE0-0397-C762-1D58-E8992B34759A}"/>
              </a:ext>
            </a:extLst>
          </p:cNvPr>
          <p:cNvSpPr txBox="1"/>
          <p:nvPr/>
        </p:nvSpPr>
        <p:spPr>
          <a:xfrm>
            <a:off x="1677440" y="3120688"/>
            <a:ext cx="8790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$200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22" name="筆跡 59">
                <a:extLst>
                  <a:ext uri="{FF2B5EF4-FFF2-40B4-BE49-F238E27FC236}">
                    <a16:creationId xmlns:a16="http://schemas.microsoft.com/office/drawing/2014/main" id="{015A613F-1CF2-B4CD-18C1-983779D034F4}"/>
                  </a:ext>
                </a:extLst>
              </p14:cNvPr>
              <p14:cNvContentPartPr/>
              <p14:nvPr/>
            </p14:nvContentPartPr>
            <p14:xfrm>
              <a:off x="5653668" y="1202545"/>
              <a:ext cx="2106516" cy="45719"/>
            </p14:xfrm>
          </p:contentPart>
        </mc:Choice>
        <mc:Fallback>
          <p:pic>
            <p:nvPicPr>
              <p:cNvPr id="22" name="筆跡 59">
                <a:extLst>
                  <a:ext uri="{FF2B5EF4-FFF2-40B4-BE49-F238E27FC236}">
                    <a16:creationId xmlns:a16="http://schemas.microsoft.com/office/drawing/2014/main" id="{015A613F-1CF2-B4CD-18C1-983779D034F4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599627" y="-12513155"/>
                <a:ext cx="2214238" cy="27431400"/>
              </a:xfrm>
              <a:prstGeom prst="rect">
                <a:avLst/>
              </a:prstGeom>
            </p:spPr>
          </p:pic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AA2F897C-977D-6890-3BA7-DB399274DCA6}"/>
              </a:ext>
            </a:extLst>
          </p:cNvPr>
          <p:cNvSpPr txBox="1"/>
          <p:nvPr/>
        </p:nvSpPr>
        <p:spPr>
          <a:xfrm>
            <a:off x="671644" y="3546246"/>
            <a:ext cx="5780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(b) </a:t>
            </a:r>
            <a:endParaRPr lang="en-US" sz="2000"/>
          </a:p>
        </p:txBody>
      </p:sp>
      <p:sp>
        <p:nvSpPr>
          <p:cNvPr id="24" name="文字方塊 98">
            <a:extLst>
              <a:ext uri="{FF2B5EF4-FFF2-40B4-BE49-F238E27FC236}">
                <a16:creationId xmlns:a16="http://schemas.microsoft.com/office/drawing/2014/main" id="{8D860072-AF56-F4D3-CCB8-16FD4B16BE12}"/>
              </a:ext>
            </a:extLst>
          </p:cNvPr>
          <p:cNvSpPr txBox="1"/>
          <p:nvPr/>
        </p:nvSpPr>
        <p:spPr>
          <a:xfrm>
            <a:off x="1249713" y="3546246"/>
            <a:ext cx="73121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latin typeface="Lucida Calligraphy" panose="03010101010101010101" pitchFamily="66" charset="0"/>
              </a:rPr>
              <a:t>Simple interest he will receive in Bank B each year</a:t>
            </a:r>
            <a:endParaRPr lang="zh-TW" altLang="en-US" sz="2000" b="1">
              <a:solidFill>
                <a:srgbClr val="00B05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文字方塊 36">
                <a:extLst>
                  <a:ext uri="{FF2B5EF4-FFF2-40B4-BE49-F238E27FC236}">
                    <a16:creationId xmlns:a16="http://schemas.microsoft.com/office/drawing/2014/main" id="{DAF4E13A-2900-68B3-E8D8-0896917A43A7}"/>
                  </a:ext>
                </a:extLst>
              </p:cNvPr>
              <p:cNvSpPr txBox="1"/>
              <p:nvPr/>
            </p:nvSpPr>
            <p:spPr>
              <a:xfrm>
                <a:off x="1365176" y="404858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5" name="文字方塊 36">
                <a:extLst>
                  <a:ext uri="{FF2B5EF4-FFF2-40B4-BE49-F238E27FC236}">
                    <a16:creationId xmlns:a16="http://schemas.microsoft.com/office/drawing/2014/main" id="{DAF4E13A-2900-68B3-E8D8-0896917A43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5176" y="4048585"/>
                <a:ext cx="295688" cy="40011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文字方塊 37">
            <a:extLst>
              <a:ext uri="{FF2B5EF4-FFF2-40B4-BE49-F238E27FC236}">
                <a16:creationId xmlns:a16="http://schemas.microsoft.com/office/drawing/2014/main" id="{627C03AD-3E0C-2E1D-FC90-367EFA26BB8D}"/>
              </a:ext>
            </a:extLst>
          </p:cNvPr>
          <p:cNvSpPr txBox="1"/>
          <p:nvPr/>
        </p:nvSpPr>
        <p:spPr>
          <a:xfrm>
            <a:off x="1677439" y="4048585"/>
            <a:ext cx="12111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Handwriting" panose="03010101010101010101" pitchFamily="66" charset="0"/>
              </a:rPr>
              <a:t>$</a:t>
            </a:r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 </a:t>
            </a:r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Handwriting" panose="03010101010101010101" pitchFamily="66" charset="0"/>
              </a:rPr>
              <a:t>3500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文字方塊 38">
                <a:extLst>
                  <a:ext uri="{FF2B5EF4-FFF2-40B4-BE49-F238E27FC236}">
                    <a16:creationId xmlns:a16="http://schemas.microsoft.com/office/drawing/2014/main" id="{C848DD62-6C1E-8F25-A516-3CF31454012E}"/>
                  </a:ext>
                </a:extLst>
              </p:cNvPr>
              <p:cNvSpPr txBox="1"/>
              <p:nvPr/>
            </p:nvSpPr>
            <p:spPr>
              <a:xfrm>
                <a:off x="2695548" y="402094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7" name="文字方塊 38">
                <a:extLst>
                  <a:ext uri="{FF2B5EF4-FFF2-40B4-BE49-F238E27FC236}">
                    <a16:creationId xmlns:a16="http://schemas.microsoft.com/office/drawing/2014/main" id="{C848DD62-6C1E-8F25-A516-3CF3145401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5548" y="4020940"/>
                <a:ext cx="295688" cy="40011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文字方塊 39">
            <a:extLst>
              <a:ext uri="{FF2B5EF4-FFF2-40B4-BE49-F238E27FC236}">
                <a16:creationId xmlns:a16="http://schemas.microsoft.com/office/drawing/2014/main" id="{9D3AA30E-97C6-5D0B-32D8-513B947C5D8A}"/>
              </a:ext>
            </a:extLst>
          </p:cNvPr>
          <p:cNvSpPr txBox="1"/>
          <p:nvPr/>
        </p:nvSpPr>
        <p:spPr>
          <a:xfrm>
            <a:off x="2935986" y="4044042"/>
            <a:ext cx="6373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rPr>
              <a:t>7%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文字方塊 40">
                <a:extLst>
                  <a:ext uri="{FF2B5EF4-FFF2-40B4-BE49-F238E27FC236}">
                    <a16:creationId xmlns:a16="http://schemas.microsoft.com/office/drawing/2014/main" id="{0E494B3E-4CE6-D160-AE84-AB0915F5C8A2}"/>
                  </a:ext>
                </a:extLst>
              </p:cNvPr>
              <p:cNvSpPr txBox="1"/>
              <p:nvPr/>
            </p:nvSpPr>
            <p:spPr>
              <a:xfrm>
                <a:off x="3417237" y="403499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9" name="文字方塊 40">
                <a:extLst>
                  <a:ext uri="{FF2B5EF4-FFF2-40B4-BE49-F238E27FC236}">
                    <a16:creationId xmlns:a16="http://schemas.microsoft.com/office/drawing/2014/main" id="{0E494B3E-4CE6-D160-AE84-AB0915F5C8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7237" y="4034990"/>
                <a:ext cx="295688" cy="40011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文字方塊 41">
            <a:extLst>
              <a:ext uri="{FF2B5EF4-FFF2-40B4-BE49-F238E27FC236}">
                <a16:creationId xmlns:a16="http://schemas.microsoft.com/office/drawing/2014/main" id="{09EDB24B-355D-0A68-975D-272B34196C83}"/>
              </a:ext>
            </a:extLst>
          </p:cNvPr>
          <p:cNvSpPr txBox="1"/>
          <p:nvPr/>
        </p:nvSpPr>
        <p:spPr>
          <a:xfrm>
            <a:off x="3636685" y="4060507"/>
            <a:ext cx="4646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1</a:t>
            </a:r>
            <a:endParaRPr lang="en-HK" altLang="zh-HK" sz="20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文字方塊 42">
                <a:extLst>
                  <a:ext uri="{FF2B5EF4-FFF2-40B4-BE49-F238E27FC236}">
                    <a16:creationId xmlns:a16="http://schemas.microsoft.com/office/drawing/2014/main" id="{ADD5AF50-0722-BA49-2238-4E07C211A288}"/>
                  </a:ext>
                </a:extLst>
              </p:cNvPr>
              <p:cNvSpPr txBox="1"/>
              <p:nvPr/>
            </p:nvSpPr>
            <p:spPr>
              <a:xfrm>
                <a:off x="1365176" y="463843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1" name="文字方塊 42">
                <a:extLst>
                  <a:ext uri="{FF2B5EF4-FFF2-40B4-BE49-F238E27FC236}">
                    <a16:creationId xmlns:a16="http://schemas.microsoft.com/office/drawing/2014/main" id="{ADD5AF50-0722-BA49-2238-4E07C211A2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5176" y="4638437"/>
                <a:ext cx="295688" cy="40011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文字方塊 43">
            <a:extLst>
              <a:ext uri="{FF2B5EF4-FFF2-40B4-BE49-F238E27FC236}">
                <a16:creationId xmlns:a16="http://schemas.microsoft.com/office/drawing/2014/main" id="{E0C1A844-DBB6-22BF-F23B-A97440AA22D0}"/>
              </a:ext>
            </a:extLst>
          </p:cNvPr>
          <p:cNvSpPr txBox="1"/>
          <p:nvPr/>
        </p:nvSpPr>
        <p:spPr>
          <a:xfrm>
            <a:off x="1677440" y="4638437"/>
            <a:ext cx="8790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latin typeface="Lucida Handwriting" panose="03010101010101010101" pitchFamily="66" charset="0"/>
              </a:rPr>
              <a:t>$245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C5E70C2-7B31-B21B-3BBD-82992906059F}"/>
              </a:ext>
            </a:extLst>
          </p:cNvPr>
          <p:cNvSpPr txBox="1"/>
          <p:nvPr/>
        </p:nvSpPr>
        <p:spPr>
          <a:xfrm>
            <a:off x="671644" y="5204525"/>
            <a:ext cx="5780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(c) </a:t>
            </a:r>
            <a:endParaRPr lang="en-US" sz="2000"/>
          </a:p>
        </p:txBody>
      </p:sp>
      <p:sp>
        <p:nvSpPr>
          <p:cNvPr id="34" name="文字方塊 98">
            <a:extLst>
              <a:ext uri="{FF2B5EF4-FFF2-40B4-BE49-F238E27FC236}">
                <a16:creationId xmlns:a16="http://schemas.microsoft.com/office/drawing/2014/main" id="{C929CCE1-9DF0-468C-EB87-F134138A9285}"/>
              </a:ext>
            </a:extLst>
          </p:cNvPr>
          <p:cNvSpPr txBox="1"/>
          <p:nvPr/>
        </p:nvSpPr>
        <p:spPr>
          <a:xfrm>
            <a:off x="1249713" y="5204525"/>
            <a:ext cx="55976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Calligraphy" panose="03010101010101010101" pitchFamily="66" charset="0"/>
              </a:rPr>
              <a:t>Total interest he will receive each year</a:t>
            </a:r>
            <a:endParaRPr lang="zh-TW" altLang="en-US" sz="2000" b="1">
              <a:solidFill>
                <a:srgbClr val="FFC0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文字方塊 36">
                <a:extLst>
                  <a:ext uri="{FF2B5EF4-FFF2-40B4-BE49-F238E27FC236}">
                    <a16:creationId xmlns:a16="http://schemas.microsoft.com/office/drawing/2014/main" id="{433DD830-978D-62E4-9238-6E4BA04C55AC}"/>
                  </a:ext>
                </a:extLst>
              </p:cNvPr>
              <p:cNvSpPr txBox="1"/>
              <p:nvPr/>
            </p:nvSpPr>
            <p:spPr>
              <a:xfrm>
                <a:off x="1365176" y="570686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5" name="文字方塊 36">
                <a:extLst>
                  <a:ext uri="{FF2B5EF4-FFF2-40B4-BE49-F238E27FC236}">
                    <a16:creationId xmlns:a16="http://schemas.microsoft.com/office/drawing/2014/main" id="{433DD830-978D-62E4-9238-6E4BA04C55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5176" y="5706864"/>
                <a:ext cx="295688" cy="4001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文字方塊 37">
                <a:extLst>
                  <a:ext uri="{FF2B5EF4-FFF2-40B4-BE49-F238E27FC236}">
                    <a16:creationId xmlns:a16="http://schemas.microsoft.com/office/drawing/2014/main" id="{58D687C3-DC8D-8572-0F25-9FB41010647E}"/>
                  </a:ext>
                </a:extLst>
              </p:cNvPr>
              <p:cNvSpPr txBox="1"/>
              <p:nvPr/>
            </p:nvSpPr>
            <p:spPr>
              <a:xfrm>
                <a:off x="1677439" y="5706864"/>
                <a:ext cx="203548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$</a:t>
                </a:r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 (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00FF00"/>
                    </a:solidFill>
                    <a:latin typeface="Lucida Handwriting" panose="03010101010101010101" pitchFamily="66" charset="0"/>
                  </a:rPr>
                  <a:t>200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0000"/>
                    </a:solidFill>
                    <a:latin typeface="Lucida Handwriting" panose="03010101010101010101" pitchFamily="66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HK" altLang="zh-HK" sz="2000" b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00B050"/>
                        </a:solidFill>
                        <a:latin typeface="Lucida Handwriting" panose="03010101010101010101" pitchFamily="66" charset="0"/>
                      </a:rPr>
                      <m:t>245</m:t>
                    </m:r>
                    <m:r>
                      <m:rPr>
                        <m:nor/>
                      </m:rPr>
                      <a:rPr lang="en-US" sz="2000" b="1" i="0" dirty="0" smtClean="0">
                        <a:ln>
                          <a:solidFill>
                            <a:schemeClr val="tx1"/>
                          </a:solidFill>
                        </a:ln>
                        <a:latin typeface="Lucida Calligraphy" panose="03010101010101010101" pitchFamily="66" charset="0"/>
                      </a:rPr>
                      <m:t>)</m:t>
                    </m:r>
                  </m:oMath>
                </a14:m>
                <a:endPara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FF0000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6" name="文字方塊 37">
                <a:extLst>
                  <a:ext uri="{FF2B5EF4-FFF2-40B4-BE49-F238E27FC236}">
                    <a16:creationId xmlns:a16="http://schemas.microsoft.com/office/drawing/2014/main" id="{58D687C3-DC8D-8572-0F25-9FB4101064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7439" y="5706864"/>
                <a:ext cx="2035486" cy="400110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文字方塊 42">
                <a:extLst>
                  <a:ext uri="{FF2B5EF4-FFF2-40B4-BE49-F238E27FC236}">
                    <a16:creationId xmlns:a16="http://schemas.microsoft.com/office/drawing/2014/main" id="{60AE297E-ACEC-FAB9-DCAA-16AEDEF8AB6C}"/>
                  </a:ext>
                </a:extLst>
              </p:cNvPr>
              <p:cNvSpPr txBox="1"/>
              <p:nvPr/>
            </p:nvSpPr>
            <p:spPr>
              <a:xfrm>
                <a:off x="1365176" y="629671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1" name="文字方塊 42">
                <a:extLst>
                  <a:ext uri="{FF2B5EF4-FFF2-40B4-BE49-F238E27FC236}">
                    <a16:creationId xmlns:a16="http://schemas.microsoft.com/office/drawing/2014/main" id="{60AE297E-ACEC-FAB9-DCAA-16AEDEF8AB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5176" y="6296716"/>
                <a:ext cx="295688" cy="40011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文字方塊 43">
            <a:extLst>
              <a:ext uri="{FF2B5EF4-FFF2-40B4-BE49-F238E27FC236}">
                <a16:creationId xmlns:a16="http://schemas.microsoft.com/office/drawing/2014/main" id="{CA978FC0-CE24-997C-AEFD-6748A302F062}"/>
              </a:ext>
            </a:extLst>
          </p:cNvPr>
          <p:cNvSpPr txBox="1"/>
          <p:nvPr/>
        </p:nvSpPr>
        <p:spPr>
          <a:xfrm>
            <a:off x="1677440" y="6296716"/>
            <a:ext cx="8790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Handwriting" panose="03010101010101010101" pitchFamily="66" charset="0"/>
              </a:rPr>
              <a:t>$445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43" name="筆跡 59">
                <a:extLst>
                  <a:ext uri="{FF2B5EF4-FFF2-40B4-BE49-F238E27FC236}">
                    <a16:creationId xmlns:a16="http://schemas.microsoft.com/office/drawing/2014/main" id="{D740EC7A-5FC5-325A-7428-53CE751A1C4A}"/>
                  </a:ext>
                </a:extLst>
              </p14:cNvPr>
              <p14:cNvContentPartPr/>
              <p14:nvPr/>
            </p14:nvContentPartPr>
            <p14:xfrm>
              <a:off x="2340692" y="1610824"/>
              <a:ext cx="1295993" cy="45719"/>
            </p14:xfrm>
          </p:contentPart>
        </mc:Choice>
        <mc:Fallback>
          <p:pic>
            <p:nvPicPr>
              <p:cNvPr id="43" name="筆跡 59">
                <a:extLst>
                  <a:ext uri="{FF2B5EF4-FFF2-40B4-BE49-F238E27FC236}">
                    <a16:creationId xmlns:a16="http://schemas.microsoft.com/office/drawing/2014/main" id="{D740EC7A-5FC5-325A-7428-53CE751A1C4A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2286662" y="-12104876"/>
                <a:ext cx="1403692" cy="27431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58859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41" grpId="0"/>
      <p:bldP spid="4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43">
            <a:extLst>
              <a:ext uri="{FF2B5EF4-FFF2-40B4-BE49-F238E27FC236}">
                <a16:creationId xmlns:a16="http://schemas.microsoft.com/office/drawing/2014/main" id="{ED7F2065-FC06-A6AF-22C2-82DAA716818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51" b="79312"/>
          <a:stretch>
            <a:fillRect/>
          </a:stretch>
        </p:blipFill>
        <p:spPr>
          <a:xfrm>
            <a:off x="334537" y="160968"/>
            <a:ext cx="11857463" cy="773256"/>
          </a:xfrm>
          <a:prstGeom prst="rect">
            <a:avLst/>
          </a:prstGeom>
        </p:spPr>
      </p:pic>
      <p:sp>
        <p:nvSpPr>
          <p:cNvPr id="7" name="文字方塊 5">
            <a:extLst>
              <a:ext uri="{FF2B5EF4-FFF2-40B4-BE49-F238E27FC236}">
                <a16:creationId xmlns:a16="http://schemas.microsoft.com/office/drawing/2014/main" id="{2A35FFB0-305C-540D-1D54-DF6F24CF26AD}"/>
              </a:ext>
            </a:extLst>
          </p:cNvPr>
          <p:cNvSpPr txBox="1"/>
          <p:nvPr/>
        </p:nvSpPr>
        <p:spPr>
          <a:xfrm>
            <a:off x="810655" y="1311814"/>
            <a:ext cx="64846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Let</a:t>
            </a:r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Calligraphy" panose="03010101010101010101" pitchFamily="66" charset="0"/>
              </a:rPr>
              <a:t> r</a:t>
            </a:r>
            <a:r>
              <a:rPr lang="en-HK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%</a:t>
            </a:r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Calligraphy" panose="03010101010101010101" pitchFamily="66" charset="0"/>
              </a:rPr>
              <a:t> </a:t>
            </a:r>
            <a:r>
              <a: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be the annual interest rate</a:t>
            </a:r>
            <a:endParaRPr lang="en-HK" sz="2000" b="1">
              <a:ln>
                <a:solidFill>
                  <a:schemeClr val="tx1"/>
                </a:solidFill>
              </a:ln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8" name="筆跡 59">
                <a:extLst>
                  <a:ext uri="{FF2B5EF4-FFF2-40B4-BE49-F238E27FC236}">
                    <a16:creationId xmlns:a16="http://schemas.microsoft.com/office/drawing/2014/main" id="{17C42350-C93C-B206-A5C7-A7E6E4548DAF}"/>
                  </a:ext>
                </a:extLst>
              </p14:cNvPr>
              <p14:cNvContentPartPr/>
              <p14:nvPr/>
            </p14:nvContentPartPr>
            <p14:xfrm>
              <a:off x="2464420" y="311199"/>
              <a:ext cx="669073" cy="45719"/>
            </p14:xfrm>
          </p:contentPart>
        </mc:Choice>
        <mc:Fallback>
          <p:pic>
            <p:nvPicPr>
              <p:cNvPr id="8" name="筆跡 59">
                <a:extLst>
                  <a:ext uri="{FF2B5EF4-FFF2-40B4-BE49-F238E27FC236}">
                    <a16:creationId xmlns:a16="http://schemas.microsoft.com/office/drawing/2014/main" id="{17C42350-C93C-B206-A5C7-A7E6E4548DA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10404" y="-13404501"/>
                <a:ext cx="776744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9" name="筆跡 59">
                <a:extLst>
                  <a:ext uri="{FF2B5EF4-FFF2-40B4-BE49-F238E27FC236}">
                    <a16:creationId xmlns:a16="http://schemas.microsoft.com/office/drawing/2014/main" id="{848C12C9-1442-A776-4665-25D2B788FDC2}"/>
                  </a:ext>
                </a:extLst>
              </p14:cNvPr>
              <p14:cNvContentPartPr/>
              <p14:nvPr/>
            </p14:nvContentPartPr>
            <p14:xfrm>
              <a:off x="3133493" y="780536"/>
              <a:ext cx="1884556" cy="45719"/>
            </p14:xfrm>
          </p:contentPart>
        </mc:Choice>
        <mc:Fallback>
          <p:pic>
            <p:nvPicPr>
              <p:cNvPr id="9" name="筆跡 59">
                <a:extLst>
                  <a:ext uri="{FF2B5EF4-FFF2-40B4-BE49-F238E27FC236}">
                    <a16:creationId xmlns:a16="http://schemas.microsoft.com/office/drawing/2014/main" id="{848C12C9-1442-A776-4665-25D2B788FDC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079453" y="-12935164"/>
                <a:ext cx="1992276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0" name="筆跡 59">
                <a:extLst>
                  <a:ext uri="{FF2B5EF4-FFF2-40B4-BE49-F238E27FC236}">
                    <a16:creationId xmlns:a16="http://schemas.microsoft.com/office/drawing/2014/main" id="{8DB9B9C9-736E-FA76-23DB-A8F41FA09A40}"/>
                  </a:ext>
                </a:extLst>
              </p14:cNvPr>
              <p14:cNvContentPartPr/>
              <p14:nvPr/>
            </p14:nvContentPartPr>
            <p14:xfrm>
              <a:off x="10686557" y="356918"/>
              <a:ext cx="821501" cy="45719"/>
            </p14:xfrm>
          </p:contentPart>
        </mc:Choice>
        <mc:Fallback>
          <p:pic>
            <p:nvPicPr>
              <p:cNvPr id="10" name="筆跡 59">
                <a:extLst>
                  <a:ext uri="{FF2B5EF4-FFF2-40B4-BE49-F238E27FC236}">
                    <a16:creationId xmlns:a16="http://schemas.microsoft.com/office/drawing/2014/main" id="{8DB9B9C9-736E-FA76-23DB-A8F41FA09A4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632535" y="-13358782"/>
                <a:ext cx="929186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1" name="筆跡 59">
                <a:extLst>
                  <a:ext uri="{FF2B5EF4-FFF2-40B4-BE49-F238E27FC236}">
                    <a16:creationId xmlns:a16="http://schemas.microsoft.com/office/drawing/2014/main" id="{3BFB5F2C-8DF7-33C3-4DD6-CC66519562D2}"/>
                  </a:ext>
                </a:extLst>
              </p14:cNvPr>
              <p14:cNvContentPartPr/>
              <p14:nvPr/>
            </p14:nvContentPartPr>
            <p14:xfrm>
              <a:off x="914400" y="780536"/>
              <a:ext cx="650820" cy="45719"/>
            </p14:xfrm>
          </p:contentPart>
        </mc:Choice>
        <mc:Fallback>
          <p:pic>
            <p:nvPicPr>
              <p:cNvPr id="11" name="筆跡 59">
                <a:extLst>
                  <a:ext uri="{FF2B5EF4-FFF2-40B4-BE49-F238E27FC236}">
                    <a16:creationId xmlns:a16="http://schemas.microsoft.com/office/drawing/2014/main" id="{3BFB5F2C-8DF7-33C3-4DD6-CC66519562D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60375" y="-12935164"/>
                <a:ext cx="758510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字方塊 54">
                <a:extLst>
                  <a:ext uri="{FF2B5EF4-FFF2-40B4-BE49-F238E27FC236}">
                    <a16:creationId xmlns:a16="http://schemas.microsoft.com/office/drawing/2014/main" id="{32423D03-09D4-70FA-FCD5-D9368101DAD1}"/>
                  </a:ext>
                </a:extLst>
              </p:cNvPr>
              <p:cNvSpPr txBox="1"/>
              <p:nvPr/>
            </p:nvSpPr>
            <p:spPr>
              <a:xfrm>
                <a:off x="1215483" y="1870051"/>
                <a:ext cx="29568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∵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2" name="文字方塊 54">
                <a:extLst>
                  <a:ext uri="{FF2B5EF4-FFF2-40B4-BE49-F238E27FC236}">
                    <a16:creationId xmlns:a16="http://schemas.microsoft.com/office/drawing/2014/main" id="{32423D03-09D4-70FA-FCD5-D9368101DA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5483" y="1870051"/>
                <a:ext cx="295688" cy="46166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9559C360-E81E-E876-6AC6-FE91BF1E33D2}"/>
              </a:ext>
            </a:extLst>
          </p:cNvPr>
          <p:cNvSpPr txBox="1"/>
          <p:nvPr/>
        </p:nvSpPr>
        <p:spPr>
          <a:xfrm>
            <a:off x="1573674" y="1960817"/>
            <a:ext cx="5852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A</a:t>
            </a:r>
            <a:endParaRPr lang="en-US" sz="2000">
              <a:solidFill>
                <a:srgbClr val="00FF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字方塊 80">
                <a:extLst>
                  <a:ext uri="{FF2B5EF4-FFF2-40B4-BE49-F238E27FC236}">
                    <a16:creationId xmlns:a16="http://schemas.microsoft.com/office/drawing/2014/main" id="{8F59A5D4-C843-BF96-52D9-A20BA4ADCD29}"/>
                  </a:ext>
                </a:extLst>
              </p:cNvPr>
              <p:cNvSpPr txBox="1"/>
              <p:nvPr/>
            </p:nvSpPr>
            <p:spPr>
              <a:xfrm>
                <a:off x="2011088" y="196081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4" name="文字方塊 80">
                <a:extLst>
                  <a:ext uri="{FF2B5EF4-FFF2-40B4-BE49-F238E27FC236}">
                    <a16:creationId xmlns:a16="http://schemas.microsoft.com/office/drawing/2014/main" id="{8F59A5D4-C843-BF96-52D9-A20BA4ADCD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1088" y="1960817"/>
                <a:ext cx="295688" cy="4001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8EBFC53F-0824-7ACC-A3BF-16A51085EB53}"/>
              </a:ext>
            </a:extLst>
          </p:cNvPr>
          <p:cNvSpPr txBox="1"/>
          <p:nvPr/>
        </p:nvSpPr>
        <p:spPr>
          <a:xfrm>
            <a:off x="2329079" y="1960817"/>
            <a:ext cx="5852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P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</a:t>
            </a:r>
            <a:endParaRPr lang="en-US" sz="2000"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文字方塊 37">
                <a:extLst>
                  <a:ext uri="{FF2B5EF4-FFF2-40B4-BE49-F238E27FC236}">
                    <a16:creationId xmlns:a16="http://schemas.microsoft.com/office/drawing/2014/main" id="{8710A9D1-4DBA-347F-84FA-A155D15CC2FC}"/>
                  </a:ext>
                </a:extLst>
              </p:cNvPr>
              <p:cNvSpPr txBox="1"/>
              <p:nvPr/>
            </p:nvSpPr>
            <p:spPr>
              <a:xfrm>
                <a:off x="2621708" y="1957579"/>
                <a:ext cx="1650380" cy="4065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1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 </m:t>
                    </m:r>
                    <m:r>
                      <m:rPr>
                        <m:nor/>
                      </m:rPr>
                      <a:rPr lang="en-HK" sz="2000" b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00B0F0"/>
                        </a:solidFill>
                        <a:latin typeface="Lucida Calligraphy" panose="03010101010101010101" pitchFamily="66" charset="0"/>
                      </a:rPr>
                      <m:t>r</m:t>
                    </m:r>
                    <m:r>
                      <m:rPr>
                        <m:nor/>
                      </m:rPr>
                      <a:rPr lang="en-HK" altLang="zh-HK" sz="2000" b="1" dirty="0" smtClean="0">
                        <a:ln>
                          <a:solidFill>
                            <a:schemeClr val="tx1"/>
                          </a:solidFill>
                        </a:ln>
                        <a:latin typeface="Lucida Calligraphy" panose="03010101010101010101" pitchFamily="66" charset="0"/>
                      </a:rPr>
                      <m:t>%</m:t>
                    </m:r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nor/>
                      </m:rPr>
                      <a:rPr lang="en-US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0000"/>
                        </a:solidFill>
                        <a:latin typeface="Lucida Calligraphy" panose="03010101010101010101" pitchFamily="66" charset="0"/>
                      </a:rPr>
                      <m:t>t</m:t>
                    </m:r>
                    <m:r>
                      <m:rPr>
                        <m:nor/>
                      </m:rPr>
                      <a:rPr lang="en-US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Calligraphy" panose="03010101010101010101" pitchFamily="66" charset="0"/>
                      </a:rPr>
                      <m:t>)</m:t>
                    </m:r>
                  </m:oMath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6" name="文字方塊 37">
                <a:extLst>
                  <a:ext uri="{FF2B5EF4-FFF2-40B4-BE49-F238E27FC236}">
                    <a16:creationId xmlns:a16="http://schemas.microsoft.com/office/drawing/2014/main" id="{8710A9D1-4DBA-347F-84FA-A155D15CC2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1708" y="1957579"/>
                <a:ext cx="1650380" cy="406586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文字方塊 260">
                <a:extLst>
                  <a:ext uri="{FF2B5EF4-FFF2-40B4-BE49-F238E27FC236}">
                    <a16:creationId xmlns:a16="http://schemas.microsoft.com/office/drawing/2014/main" id="{89C060DF-1B67-D033-5213-3F5E12A37C8C}"/>
                  </a:ext>
                </a:extLst>
              </p:cNvPr>
              <p:cNvSpPr txBox="1"/>
              <p:nvPr/>
            </p:nvSpPr>
            <p:spPr>
              <a:xfrm>
                <a:off x="1215483" y="2475030"/>
                <a:ext cx="23841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HK" sz="2400" b="1" i="1" dirty="0" smtClean="0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</m:oMath>
                  </m:oMathPara>
                </a14:m>
                <a:endParaRPr lang="en-HK" sz="24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17" name="文字方塊 260">
                <a:extLst>
                  <a:ext uri="{FF2B5EF4-FFF2-40B4-BE49-F238E27FC236}">
                    <a16:creationId xmlns:a16="http://schemas.microsoft.com/office/drawing/2014/main" id="{89C060DF-1B67-D033-5213-3F5E12A37C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5483" y="2475030"/>
                <a:ext cx="238419" cy="461665"/>
              </a:xfrm>
              <a:prstGeom prst="rect">
                <a:avLst/>
              </a:prstGeom>
              <a:blipFill>
                <a:blip r:embed="rId14"/>
                <a:stretch>
                  <a:fillRect r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文字方塊 43">
            <a:extLst>
              <a:ext uri="{FF2B5EF4-FFF2-40B4-BE49-F238E27FC236}">
                <a16:creationId xmlns:a16="http://schemas.microsoft.com/office/drawing/2014/main" id="{14E5D751-0D02-FAFE-4054-07100C34A46A}"/>
              </a:ext>
            </a:extLst>
          </p:cNvPr>
          <p:cNvSpPr txBox="1"/>
          <p:nvPr/>
        </p:nvSpPr>
        <p:spPr>
          <a:xfrm>
            <a:off x="1540992" y="2532803"/>
            <a:ext cx="10461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21200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文字方塊 80">
                <a:extLst>
                  <a:ext uri="{FF2B5EF4-FFF2-40B4-BE49-F238E27FC236}">
                    <a16:creationId xmlns:a16="http://schemas.microsoft.com/office/drawing/2014/main" id="{9DADD4F6-CFCA-25A0-8ADD-5C991964AFCD}"/>
                  </a:ext>
                </a:extLst>
              </p:cNvPr>
              <p:cNvSpPr txBox="1"/>
              <p:nvPr/>
            </p:nvSpPr>
            <p:spPr>
              <a:xfrm>
                <a:off x="2563354" y="250492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9" name="文字方塊 80">
                <a:extLst>
                  <a:ext uri="{FF2B5EF4-FFF2-40B4-BE49-F238E27FC236}">
                    <a16:creationId xmlns:a16="http://schemas.microsoft.com/office/drawing/2014/main" id="{9DADD4F6-CFCA-25A0-8ADD-5C991964AF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3354" y="2504925"/>
                <a:ext cx="295688" cy="40011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文字方塊 43">
            <a:extLst>
              <a:ext uri="{FF2B5EF4-FFF2-40B4-BE49-F238E27FC236}">
                <a16:creationId xmlns:a16="http://schemas.microsoft.com/office/drawing/2014/main" id="{9799EA7F-8A4C-B848-8DCF-869C8387638A}"/>
              </a:ext>
            </a:extLst>
          </p:cNvPr>
          <p:cNvSpPr txBox="1"/>
          <p:nvPr/>
        </p:nvSpPr>
        <p:spPr>
          <a:xfrm>
            <a:off x="2892483" y="2532803"/>
            <a:ext cx="10461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20000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文字方塊 53">
                <a:extLst>
                  <a:ext uri="{FF2B5EF4-FFF2-40B4-BE49-F238E27FC236}">
                    <a16:creationId xmlns:a16="http://schemas.microsoft.com/office/drawing/2014/main" id="{C215BE6E-37B8-F8CA-9472-80C541F86A27}"/>
                  </a:ext>
                </a:extLst>
              </p:cNvPr>
              <p:cNvSpPr txBox="1"/>
              <p:nvPr/>
            </p:nvSpPr>
            <p:spPr>
              <a:xfrm>
                <a:off x="3881404" y="248886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1" name="文字方塊 53">
                <a:extLst>
                  <a:ext uri="{FF2B5EF4-FFF2-40B4-BE49-F238E27FC236}">
                    <a16:creationId xmlns:a16="http://schemas.microsoft.com/office/drawing/2014/main" id="{C215BE6E-37B8-F8CA-9472-80C541F86A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1404" y="2488869"/>
                <a:ext cx="295688" cy="4001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文字方塊 37">
                <a:extLst>
                  <a:ext uri="{FF2B5EF4-FFF2-40B4-BE49-F238E27FC236}">
                    <a16:creationId xmlns:a16="http://schemas.microsoft.com/office/drawing/2014/main" id="{23572711-8B18-60B3-F39D-4D55676DAC60}"/>
                  </a:ext>
                </a:extLst>
              </p:cNvPr>
              <p:cNvSpPr txBox="1"/>
              <p:nvPr/>
            </p:nvSpPr>
            <p:spPr>
              <a:xfrm>
                <a:off x="4177092" y="2514842"/>
                <a:ext cx="1729422" cy="4039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HK" sz="20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(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1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 </m:t>
                    </m:r>
                    <m:r>
                      <m:rPr>
                        <m:nor/>
                      </m:rPr>
                      <a:rPr lang="en-HK" sz="2000" b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00B0F0"/>
                        </a:solidFill>
                        <a:latin typeface="Lucida Calligraphy" panose="03010101010101010101" pitchFamily="66" charset="0"/>
                      </a:rPr>
                      <m:t>r</m:t>
                    </m:r>
                    <m:r>
                      <m:rPr>
                        <m:nor/>
                      </m:rPr>
                      <a:rPr lang="en-HK" altLang="zh-HK" sz="2000" b="1" dirty="0" smtClean="0">
                        <a:ln>
                          <a:solidFill>
                            <a:schemeClr val="tx1"/>
                          </a:solidFill>
                        </a:ln>
                        <a:latin typeface="Lucida Calligraphy" panose="03010101010101010101" pitchFamily="66" charset="0"/>
                      </a:rPr>
                      <m:t>%</m:t>
                    </m:r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0000"/>
                        </a:solidFill>
                        <a:latin typeface="Lucida Handwriting" panose="03010101010101010101" pitchFamily="66" charset="0"/>
                      </a:rPr>
                      <m:t>2</m:t>
                    </m:r>
                    <m:r>
                      <m:rPr>
                        <m:nor/>
                      </m:rPr>
                      <a:rPr lang="en-US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Calligraphy" panose="03010101010101010101" pitchFamily="66" charset="0"/>
                      </a:rPr>
                      <m:t>)</m:t>
                    </m:r>
                  </m:oMath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2" name="文字方塊 37">
                <a:extLst>
                  <a:ext uri="{FF2B5EF4-FFF2-40B4-BE49-F238E27FC236}">
                    <a16:creationId xmlns:a16="http://schemas.microsoft.com/office/drawing/2014/main" id="{23572711-8B18-60B3-F39D-4D55676DAC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7092" y="2514842"/>
                <a:ext cx="1729422" cy="40395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文字方塊 37">
                <a:extLst>
                  <a:ext uri="{FF2B5EF4-FFF2-40B4-BE49-F238E27FC236}">
                    <a16:creationId xmlns:a16="http://schemas.microsoft.com/office/drawing/2014/main" id="{2BA9712C-C579-E791-1309-7AE3EDE990D5}"/>
                  </a:ext>
                </a:extLst>
              </p:cNvPr>
              <p:cNvSpPr txBox="1"/>
              <p:nvPr/>
            </p:nvSpPr>
            <p:spPr>
              <a:xfrm>
                <a:off x="1102911" y="3098771"/>
                <a:ext cx="1500375" cy="4039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1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 </m:t>
                    </m:r>
                    <m:r>
                      <m:rPr>
                        <m:nor/>
                      </m:rPr>
                      <a:rPr lang="en-HK" sz="2000" b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00B0F0"/>
                        </a:solidFill>
                        <a:latin typeface="Lucida Calligraphy" panose="03010101010101010101" pitchFamily="66" charset="0"/>
                      </a:rPr>
                      <m:t>r</m:t>
                    </m:r>
                    <m:r>
                      <m:rPr>
                        <m:nor/>
                      </m:rPr>
                      <a:rPr lang="en-HK" altLang="zh-HK" sz="2000" b="1" dirty="0" smtClean="0">
                        <a:ln>
                          <a:solidFill>
                            <a:schemeClr val="tx1"/>
                          </a:solidFill>
                        </a:ln>
                        <a:latin typeface="Lucida Calligraphy" panose="03010101010101010101" pitchFamily="66" charset="0"/>
                      </a:rPr>
                      <m:t>%</m:t>
                    </m:r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0000"/>
                        </a:solidFill>
                        <a:latin typeface="Lucida Handwriting" panose="03010101010101010101" pitchFamily="66" charset="0"/>
                      </a:rPr>
                      <m:t>2</m:t>
                    </m:r>
                  </m:oMath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3" name="文字方塊 37">
                <a:extLst>
                  <a:ext uri="{FF2B5EF4-FFF2-40B4-BE49-F238E27FC236}">
                    <a16:creationId xmlns:a16="http://schemas.microsoft.com/office/drawing/2014/main" id="{2BA9712C-C579-E791-1309-7AE3EDE990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2911" y="3098771"/>
                <a:ext cx="1500375" cy="403957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文字方塊 80">
                <a:extLst>
                  <a:ext uri="{FF2B5EF4-FFF2-40B4-BE49-F238E27FC236}">
                    <a16:creationId xmlns:a16="http://schemas.microsoft.com/office/drawing/2014/main" id="{EBE19AC7-C235-B432-1064-76449186015B}"/>
                  </a:ext>
                </a:extLst>
              </p:cNvPr>
              <p:cNvSpPr txBox="1"/>
              <p:nvPr/>
            </p:nvSpPr>
            <p:spPr>
              <a:xfrm>
                <a:off x="2579458" y="308608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4" name="文字方塊 80">
                <a:extLst>
                  <a:ext uri="{FF2B5EF4-FFF2-40B4-BE49-F238E27FC236}">
                    <a16:creationId xmlns:a16="http://schemas.microsoft.com/office/drawing/2014/main" id="{EBE19AC7-C235-B432-1064-7644918601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9458" y="3086089"/>
                <a:ext cx="295688" cy="40011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文字方塊 43">
            <a:extLst>
              <a:ext uri="{FF2B5EF4-FFF2-40B4-BE49-F238E27FC236}">
                <a16:creationId xmlns:a16="http://schemas.microsoft.com/office/drawing/2014/main" id="{9F6C0798-A42A-7DC7-16AF-5BA05D13E987}"/>
              </a:ext>
            </a:extLst>
          </p:cNvPr>
          <p:cNvSpPr txBox="1"/>
          <p:nvPr/>
        </p:nvSpPr>
        <p:spPr>
          <a:xfrm>
            <a:off x="2875146" y="3094354"/>
            <a:ext cx="10461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1.06</a:t>
            </a:r>
          </a:p>
        </p:txBody>
      </p:sp>
      <p:sp>
        <p:nvSpPr>
          <p:cNvPr id="26" name="文字方塊 23">
            <a:extLst>
              <a:ext uri="{FF2B5EF4-FFF2-40B4-BE49-F238E27FC236}">
                <a16:creationId xmlns:a16="http://schemas.microsoft.com/office/drawing/2014/main" id="{C2628956-02A2-E84A-E087-BCDF1A4FFAE1}"/>
              </a:ext>
            </a:extLst>
          </p:cNvPr>
          <p:cNvSpPr txBox="1"/>
          <p:nvPr/>
        </p:nvSpPr>
        <p:spPr>
          <a:xfrm>
            <a:off x="2309593" y="4269783"/>
            <a:ext cx="3777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Calligraphy" panose="03010101010101010101" pitchFamily="66" charset="0"/>
              </a:rPr>
              <a:t>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文字方塊 24">
                <a:extLst>
                  <a:ext uri="{FF2B5EF4-FFF2-40B4-BE49-F238E27FC236}">
                    <a16:creationId xmlns:a16="http://schemas.microsoft.com/office/drawing/2014/main" id="{6445B4DE-8846-5119-F2C2-93291EEC3267}"/>
                  </a:ext>
                </a:extLst>
              </p:cNvPr>
              <p:cNvSpPr txBox="1"/>
              <p:nvPr/>
            </p:nvSpPr>
            <p:spPr>
              <a:xfrm>
                <a:off x="2586298" y="426978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7" name="文字方塊 24">
                <a:extLst>
                  <a:ext uri="{FF2B5EF4-FFF2-40B4-BE49-F238E27FC236}">
                    <a16:creationId xmlns:a16="http://schemas.microsoft.com/office/drawing/2014/main" id="{6445B4DE-8846-5119-F2C2-93291EEC32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6298" y="4269783"/>
                <a:ext cx="295688" cy="40011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文字方塊 25">
            <a:extLst>
              <a:ext uri="{FF2B5EF4-FFF2-40B4-BE49-F238E27FC236}">
                <a16:creationId xmlns:a16="http://schemas.microsoft.com/office/drawing/2014/main" id="{DCB69147-8503-68B5-D423-F98327396379}"/>
              </a:ext>
            </a:extLst>
          </p:cNvPr>
          <p:cNvSpPr txBox="1"/>
          <p:nvPr/>
        </p:nvSpPr>
        <p:spPr>
          <a:xfrm>
            <a:off x="2862739" y="4269783"/>
            <a:ext cx="3777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Handwriting" panose="03010101010101010101" pitchFamily="66" charset="0"/>
              </a:rPr>
              <a:t>3</a:t>
            </a:r>
            <a:endParaRPr lang="en-HK" altLang="zh-HK" sz="2000" b="1">
              <a:ln>
                <a:solidFill>
                  <a:schemeClr val="tx1"/>
                </a:solidFill>
              </a:ln>
              <a:solidFill>
                <a:srgbClr val="00B0F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文字方塊 260">
                <a:extLst>
                  <a:ext uri="{FF2B5EF4-FFF2-40B4-BE49-F238E27FC236}">
                    <a16:creationId xmlns:a16="http://schemas.microsoft.com/office/drawing/2014/main" id="{143E63B2-5C8D-520E-3DEF-BA0DCC25F4FA}"/>
                  </a:ext>
                </a:extLst>
              </p:cNvPr>
              <p:cNvSpPr txBox="1"/>
              <p:nvPr/>
            </p:nvSpPr>
            <p:spPr>
              <a:xfrm>
                <a:off x="1221458" y="4534865"/>
                <a:ext cx="23841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HK" sz="2400" b="1" i="1" dirty="0" smtClean="0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</m:oMath>
                  </m:oMathPara>
                </a14:m>
                <a:endParaRPr lang="en-HK" sz="24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29" name="文字方塊 260">
                <a:extLst>
                  <a:ext uri="{FF2B5EF4-FFF2-40B4-BE49-F238E27FC236}">
                    <a16:creationId xmlns:a16="http://schemas.microsoft.com/office/drawing/2014/main" id="{143E63B2-5C8D-520E-3DEF-BA0DCC25F4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1458" y="4534865"/>
                <a:ext cx="238419" cy="461665"/>
              </a:xfrm>
              <a:prstGeom prst="rect">
                <a:avLst/>
              </a:prstGeom>
              <a:blipFill>
                <a:blip r:embed="rId21"/>
                <a:stretch>
                  <a:fillRect r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文字方塊 5">
            <a:extLst>
              <a:ext uri="{FF2B5EF4-FFF2-40B4-BE49-F238E27FC236}">
                <a16:creationId xmlns:a16="http://schemas.microsoft.com/office/drawing/2014/main" id="{FC0C81D3-C387-47E0-C544-D401895552A6}"/>
              </a:ext>
            </a:extLst>
          </p:cNvPr>
          <p:cNvSpPr txBox="1"/>
          <p:nvPr/>
        </p:nvSpPr>
        <p:spPr>
          <a:xfrm>
            <a:off x="1543990" y="4607849"/>
            <a:ext cx="37782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The interest rate is </a:t>
            </a:r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Handwriting" panose="03010101010101010101" pitchFamily="66" charset="0"/>
              </a:rPr>
              <a:t>3</a:t>
            </a:r>
            <a:r>
              <a:rPr lang="en-HK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% p.a.</a:t>
            </a:r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Calligraphy" panose="03010101010101010101" pitchFamily="66" charset="0"/>
              </a:rPr>
              <a:t> </a:t>
            </a:r>
            <a:endParaRPr lang="en-HK" sz="2000" b="1">
              <a:ln>
                <a:solidFill>
                  <a:schemeClr val="tx1"/>
                </a:solidFill>
              </a:ln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字方塊 37">
                <a:extLst>
                  <a:ext uri="{FF2B5EF4-FFF2-40B4-BE49-F238E27FC236}">
                    <a16:creationId xmlns:a16="http://schemas.microsoft.com/office/drawing/2014/main" id="{4BDCAA88-3716-7A1A-E858-6028774488B4}"/>
                  </a:ext>
                </a:extLst>
              </p:cNvPr>
              <p:cNvSpPr txBox="1"/>
              <p:nvPr/>
            </p:nvSpPr>
            <p:spPr>
              <a:xfrm>
                <a:off x="1834573" y="3547074"/>
                <a:ext cx="90045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HK" sz="2000" b="1" dirty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0000"/>
                        </a:solidFill>
                        <a:latin typeface="Lucida Handwriting" panose="03010101010101010101" pitchFamily="66" charset="0"/>
                      </a:rPr>
                      <m:t>2</m:t>
                    </m:r>
                    <m:r>
                      <a:rPr lang="en-US" altLang="zh-HK" sz="2000" b="1" i="1" dirty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HK" sz="2000" b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00B0F0"/>
                        </a:solidFill>
                        <a:latin typeface="Lucida Calligraphy" panose="03010101010101010101" pitchFamily="66" charset="0"/>
                      </a:rPr>
                      <m:t>r</m:t>
                    </m:r>
                    <m:r>
                      <m:rPr>
                        <m:nor/>
                      </m:rPr>
                      <a:rPr lang="en-HK" altLang="zh-HK" sz="2000" b="1" dirty="0" smtClean="0">
                        <a:ln>
                          <a:solidFill>
                            <a:schemeClr val="tx1"/>
                          </a:solidFill>
                        </a:ln>
                        <a:latin typeface="Lucida Calligraphy" panose="03010101010101010101" pitchFamily="66" charset="0"/>
                      </a:rPr>
                      <m:t>%</m:t>
                    </m:r>
                  </m:oMath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" name="文字方塊 37">
                <a:extLst>
                  <a:ext uri="{FF2B5EF4-FFF2-40B4-BE49-F238E27FC236}">
                    <a16:creationId xmlns:a16="http://schemas.microsoft.com/office/drawing/2014/main" id="{4BDCAA88-3716-7A1A-E858-6028774488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4573" y="3547074"/>
                <a:ext cx="900453" cy="40011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字方塊 80">
                <a:extLst>
                  <a:ext uri="{FF2B5EF4-FFF2-40B4-BE49-F238E27FC236}">
                    <a16:creationId xmlns:a16="http://schemas.microsoft.com/office/drawing/2014/main" id="{1BB1EA0C-F85B-C11D-09D5-FB8783CD6C8B}"/>
                  </a:ext>
                </a:extLst>
              </p:cNvPr>
              <p:cNvSpPr txBox="1"/>
              <p:nvPr/>
            </p:nvSpPr>
            <p:spPr>
              <a:xfrm>
                <a:off x="2587182" y="353881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" name="文字方塊 80">
                <a:extLst>
                  <a:ext uri="{FF2B5EF4-FFF2-40B4-BE49-F238E27FC236}">
                    <a16:creationId xmlns:a16="http://schemas.microsoft.com/office/drawing/2014/main" id="{1BB1EA0C-F85B-C11D-09D5-FB8783CD6C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7182" y="3538818"/>
                <a:ext cx="295688" cy="40011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字方塊 43">
            <a:extLst>
              <a:ext uri="{FF2B5EF4-FFF2-40B4-BE49-F238E27FC236}">
                <a16:creationId xmlns:a16="http://schemas.microsoft.com/office/drawing/2014/main" id="{7BFA26E7-72B0-D01C-D7C8-6C81E2AC760F}"/>
              </a:ext>
            </a:extLst>
          </p:cNvPr>
          <p:cNvSpPr txBox="1"/>
          <p:nvPr/>
        </p:nvSpPr>
        <p:spPr>
          <a:xfrm>
            <a:off x="2882870" y="3547083"/>
            <a:ext cx="10461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0.06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字方塊 37">
                <a:extLst>
                  <a:ext uri="{FF2B5EF4-FFF2-40B4-BE49-F238E27FC236}">
                    <a16:creationId xmlns:a16="http://schemas.microsoft.com/office/drawing/2014/main" id="{B1E835D1-5AEB-68FE-C647-7870AC201C39}"/>
                  </a:ext>
                </a:extLst>
              </p:cNvPr>
              <p:cNvSpPr txBox="1"/>
              <p:nvPr/>
            </p:nvSpPr>
            <p:spPr>
              <a:xfrm>
                <a:off x="1995398" y="3955440"/>
                <a:ext cx="62984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HK" sz="2000" b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00B0F0"/>
                          </a:solidFill>
                          <a:latin typeface="Lucida Calligraphy" panose="03010101010101010101" pitchFamily="66" charset="0"/>
                        </a:rPr>
                        <m:t>r</m:t>
                      </m:r>
                      <m:r>
                        <m:rPr>
                          <m:nor/>
                        </m:rPr>
                        <a:rPr lang="en-HK" altLang="zh-HK" sz="2000" b="1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Calligraphy" panose="03010101010101010101" pitchFamily="66" charset="0"/>
                        </a:rPr>
                        <m:t>%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" name="文字方塊 37">
                <a:extLst>
                  <a:ext uri="{FF2B5EF4-FFF2-40B4-BE49-F238E27FC236}">
                    <a16:creationId xmlns:a16="http://schemas.microsoft.com/office/drawing/2014/main" id="{B1E835D1-5AEB-68FE-C647-7870AC201C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5398" y="3955440"/>
                <a:ext cx="629847" cy="400110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字方塊 80">
                <a:extLst>
                  <a:ext uri="{FF2B5EF4-FFF2-40B4-BE49-F238E27FC236}">
                    <a16:creationId xmlns:a16="http://schemas.microsoft.com/office/drawing/2014/main" id="{4AB64B76-868D-723E-29A1-5EC9E142334B}"/>
                  </a:ext>
                </a:extLst>
              </p:cNvPr>
              <p:cNvSpPr txBox="1"/>
              <p:nvPr/>
            </p:nvSpPr>
            <p:spPr>
              <a:xfrm>
                <a:off x="2587182" y="394718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6" name="文字方塊 80">
                <a:extLst>
                  <a:ext uri="{FF2B5EF4-FFF2-40B4-BE49-F238E27FC236}">
                    <a16:creationId xmlns:a16="http://schemas.microsoft.com/office/drawing/2014/main" id="{4AB64B76-868D-723E-29A1-5EC9E14233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7182" y="3947184"/>
                <a:ext cx="295688" cy="40011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文字方塊 43">
            <a:extLst>
              <a:ext uri="{FF2B5EF4-FFF2-40B4-BE49-F238E27FC236}">
                <a16:creationId xmlns:a16="http://schemas.microsoft.com/office/drawing/2014/main" id="{114398A9-097D-9F43-46E2-893BDACF5F3A}"/>
              </a:ext>
            </a:extLst>
          </p:cNvPr>
          <p:cNvSpPr txBox="1"/>
          <p:nvPr/>
        </p:nvSpPr>
        <p:spPr>
          <a:xfrm>
            <a:off x="2882870" y="3955449"/>
            <a:ext cx="10461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0.03</a:t>
            </a:r>
          </a:p>
        </p:txBody>
      </p:sp>
    </p:spTree>
    <p:extLst>
      <p:ext uri="{BB962C8B-B14F-4D97-AF65-F5344CB8AC3E}">
        <p14:creationId xmlns:p14="http://schemas.microsoft.com/office/powerpoint/2010/main" val="1804841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2" grpId="0"/>
      <p:bldP spid="3" grpId="0"/>
      <p:bldP spid="4" grpId="0"/>
      <p:bldP spid="5" grpId="0"/>
      <p:bldP spid="6" grpId="0"/>
      <p:bldP spid="3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F6012BD-5673-B6C2-C845-2705F5E5B5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727"/>
          <a:stretch>
            <a:fillRect/>
          </a:stretch>
        </p:blipFill>
        <p:spPr>
          <a:xfrm>
            <a:off x="247949" y="221670"/>
            <a:ext cx="11588522" cy="71381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筆跡 59">
                <a:extLst>
                  <a:ext uri="{FF2B5EF4-FFF2-40B4-BE49-F238E27FC236}">
                    <a16:creationId xmlns:a16="http://schemas.microsoft.com/office/drawing/2014/main" id="{53F284E7-477A-DD0B-CC0D-F1C3D7E15370}"/>
                  </a:ext>
                </a:extLst>
              </p14:cNvPr>
              <p14:cNvContentPartPr/>
              <p14:nvPr/>
            </p14:nvContentPartPr>
            <p14:xfrm>
              <a:off x="1146608" y="347057"/>
              <a:ext cx="798733" cy="45719"/>
            </p14:xfrm>
          </p:contentPart>
        </mc:Choice>
        <mc:Fallback>
          <p:pic>
            <p:nvPicPr>
              <p:cNvPr id="2" name="筆跡 59">
                <a:extLst>
                  <a:ext uri="{FF2B5EF4-FFF2-40B4-BE49-F238E27FC236}">
                    <a16:creationId xmlns:a16="http://schemas.microsoft.com/office/drawing/2014/main" id="{53F284E7-477A-DD0B-CC0D-F1C3D7E1537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92591" y="-13368643"/>
                <a:ext cx="906407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筆跡 59">
                <a:extLst>
                  <a:ext uri="{FF2B5EF4-FFF2-40B4-BE49-F238E27FC236}">
                    <a16:creationId xmlns:a16="http://schemas.microsoft.com/office/drawing/2014/main" id="{A682CCF6-EABE-66B3-4E9A-A95B1DAA12A4}"/>
                  </a:ext>
                </a:extLst>
              </p14:cNvPr>
              <p14:cNvContentPartPr/>
              <p14:nvPr/>
            </p14:nvContentPartPr>
            <p14:xfrm>
              <a:off x="7288306" y="369916"/>
              <a:ext cx="638460" cy="45719"/>
            </p14:xfrm>
          </p:contentPart>
        </mc:Choice>
        <mc:Fallback>
          <p:pic>
            <p:nvPicPr>
              <p:cNvPr id="4" name="筆跡 59">
                <a:extLst>
                  <a:ext uri="{FF2B5EF4-FFF2-40B4-BE49-F238E27FC236}">
                    <a16:creationId xmlns:a16="http://schemas.microsoft.com/office/drawing/2014/main" id="{A682CCF6-EABE-66B3-4E9A-A95B1DAA12A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234291" y="-13345784"/>
                <a:ext cx="746130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5" name="筆跡 59">
                <a:extLst>
                  <a:ext uri="{FF2B5EF4-FFF2-40B4-BE49-F238E27FC236}">
                    <a16:creationId xmlns:a16="http://schemas.microsoft.com/office/drawing/2014/main" id="{9BB062CC-B308-BDA3-4891-7C023670ACAF}"/>
                  </a:ext>
                </a:extLst>
              </p14:cNvPr>
              <p14:cNvContentPartPr/>
              <p14:nvPr/>
            </p14:nvContentPartPr>
            <p14:xfrm>
              <a:off x="2008722" y="769294"/>
              <a:ext cx="821501" cy="45719"/>
            </p14:xfrm>
          </p:contentPart>
        </mc:Choice>
        <mc:Fallback>
          <p:pic>
            <p:nvPicPr>
              <p:cNvPr id="5" name="筆跡 59">
                <a:extLst>
                  <a:ext uri="{FF2B5EF4-FFF2-40B4-BE49-F238E27FC236}">
                    <a16:creationId xmlns:a16="http://schemas.microsoft.com/office/drawing/2014/main" id="{9BB062CC-B308-BDA3-4891-7C023670ACA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954700" y="-12946406"/>
                <a:ext cx="929186" cy="2743140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文字方塊 5">
            <a:extLst>
              <a:ext uri="{FF2B5EF4-FFF2-40B4-BE49-F238E27FC236}">
                <a16:creationId xmlns:a16="http://schemas.microsoft.com/office/drawing/2014/main" id="{6021E291-DD41-CD02-9D0F-C7A83089ED54}"/>
              </a:ext>
            </a:extLst>
          </p:cNvPr>
          <p:cNvSpPr txBox="1"/>
          <p:nvPr/>
        </p:nvSpPr>
        <p:spPr>
          <a:xfrm>
            <a:off x="819620" y="1083003"/>
            <a:ext cx="58321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Let </a:t>
            </a:r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Calligraphy" panose="03010101010101010101" pitchFamily="66" charset="0"/>
              </a:rPr>
              <a:t>t</a:t>
            </a:r>
            <a:r>
              <a: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 years be the required deposit period.</a:t>
            </a:r>
            <a:endParaRPr lang="en-HK" sz="2000" b="1">
              <a:ln>
                <a:solidFill>
                  <a:schemeClr val="tx1"/>
                </a:solidFill>
              </a:ln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9" name="筆跡 59">
                <a:extLst>
                  <a:ext uri="{FF2B5EF4-FFF2-40B4-BE49-F238E27FC236}">
                    <a16:creationId xmlns:a16="http://schemas.microsoft.com/office/drawing/2014/main" id="{2469BC3D-ABE1-7239-7494-BDD138577F43}"/>
                  </a:ext>
                </a:extLst>
              </p14:cNvPr>
              <p14:cNvContentPartPr/>
              <p14:nvPr/>
            </p14:nvContentPartPr>
            <p14:xfrm>
              <a:off x="8206396" y="373076"/>
              <a:ext cx="2103016" cy="45719"/>
            </p14:xfrm>
          </p:contentPart>
        </mc:Choice>
        <mc:Fallback>
          <p:pic>
            <p:nvPicPr>
              <p:cNvPr id="9" name="筆跡 59">
                <a:extLst>
                  <a:ext uri="{FF2B5EF4-FFF2-40B4-BE49-F238E27FC236}">
                    <a16:creationId xmlns:a16="http://schemas.microsoft.com/office/drawing/2014/main" id="{2469BC3D-ABE1-7239-7494-BDD138577F43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152362" y="-13342624"/>
                <a:ext cx="2210724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字方塊 54">
                <a:extLst>
                  <a:ext uri="{FF2B5EF4-FFF2-40B4-BE49-F238E27FC236}">
                    <a16:creationId xmlns:a16="http://schemas.microsoft.com/office/drawing/2014/main" id="{7242272B-E318-EF69-E3FC-050E11CF10C9}"/>
                  </a:ext>
                </a:extLst>
              </p:cNvPr>
              <p:cNvSpPr txBox="1"/>
              <p:nvPr/>
            </p:nvSpPr>
            <p:spPr>
              <a:xfrm>
                <a:off x="819620" y="1642638"/>
                <a:ext cx="29568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∵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0" name="文字方塊 54">
                <a:extLst>
                  <a:ext uri="{FF2B5EF4-FFF2-40B4-BE49-F238E27FC236}">
                    <a16:creationId xmlns:a16="http://schemas.microsoft.com/office/drawing/2014/main" id="{7242272B-E318-EF69-E3FC-050E11CF10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620" y="1642638"/>
                <a:ext cx="295688" cy="46166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D1A43B33-2A06-8946-EF4C-4E7A3361145F}"/>
              </a:ext>
            </a:extLst>
          </p:cNvPr>
          <p:cNvSpPr txBox="1"/>
          <p:nvPr/>
        </p:nvSpPr>
        <p:spPr>
          <a:xfrm>
            <a:off x="1177811" y="1688579"/>
            <a:ext cx="5852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A</a:t>
            </a:r>
            <a:endParaRPr lang="en-US" sz="2000">
              <a:solidFill>
                <a:srgbClr val="00FF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字方塊 80">
                <a:extLst>
                  <a:ext uri="{FF2B5EF4-FFF2-40B4-BE49-F238E27FC236}">
                    <a16:creationId xmlns:a16="http://schemas.microsoft.com/office/drawing/2014/main" id="{46758EE2-F109-3483-6CFA-7797F09B45E2}"/>
                  </a:ext>
                </a:extLst>
              </p:cNvPr>
              <p:cNvSpPr txBox="1"/>
              <p:nvPr/>
            </p:nvSpPr>
            <p:spPr>
              <a:xfrm>
                <a:off x="1615225" y="168857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2" name="文字方塊 80">
                <a:extLst>
                  <a:ext uri="{FF2B5EF4-FFF2-40B4-BE49-F238E27FC236}">
                    <a16:creationId xmlns:a16="http://schemas.microsoft.com/office/drawing/2014/main" id="{46758EE2-F109-3483-6CFA-7797F09B45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5225" y="1688579"/>
                <a:ext cx="295688" cy="4001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6B22B200-5CB7-1AA2-D0BA-4DF73F58DE84}"/>
              </a:ext>
            </a:extLst>
          </p:cNvPr>
          <p:cNvSpPr txBox="1"/>
          <p:nvPr/>
        </p:nvSpPr>
        <p:spPr>
          <a:xfrm>
            <a:off x="1933216" y="1688579"/>
            <a:ext cx="5852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P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</a:t>
            </a:r>
            <a:endParaRPr lang="en-US" sz="2000"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字方塊 37">
                <a:extLst>
                  <a:ext uri="{FF2B5EF4-FFF2-40B4-BE49-F238E27FC236}">
                    <a16:creationId xmlns:a16="http://schemas.microsoft.com/office/drawing/2014/main" id="{36C3386A-F286-F10F-88EC-CC2C19B5A1C4}"/>
                  </a:ext>
                </a:extLst>
              </p:cNvPr>
              <p:cNvSpPr txBox="1"/>
              <p:nvPr/>
            </p:nvSpPr>
            <p:spPr>
              <a:xfrm>
                <a:off x="2225845" y="1685341"/>
                <a:ext cx="1650380" cy="4065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1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 </m:t>
                    </m:r>
                    <m:r>
                      <m:rPr>
                        <m:nor/>
                      </m:rPr>
                      <a:rPr lang="en-US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00B0F0"/>
                        </a:solidFill>
                        <a:latin typeface="Lucida Calligraphy" panose="03010101010101010101" pitchFamily="66" charset="0"/>
                      </a:rPr>
                      <m:t>r</m:t>
                    </m:r>
                    <m:r>
                      <m:rPr>
                        <m:nor/>
                      </m:rPr>
                      <a:rPr lang="en-HK" altLang="zh-HK" sz="2000" b="1" dirty="0" smtClean="0">
                        <a:ln>
                          <a:solidFill>
                            <a:schemeClr val="tx1"/>
                          </a:solidFill>
                        </a:ln>
                        <a:latin typeface="Lucida Calligraphy" panose="03010101010101010101" pitchFamily="66" charset="0"/>
                      </a:rPr>
                      <m:t>%</m:t>
                    </m:r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nor/>
                      </m:rPr>
                      <a:rPr lang="en-US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0000"/>
                        </a:solidFill>
                        <a:latin typeface="Lucida Calligraphy" panose="03010101010101010101" pitchFamily="66" charset="0"/>
                      </a:rPr>
                      <m:t>t</m:t>
                    </m:r>
                    <m:r>
                      <m:rPr>
                        <m:nor/>
                      </m:rPr>
                      <a:rPr lang="en-US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Calligraphy" panose="03010101010101010101" pitchFamily="66" charset="0"/>
                      </a:rPr>
                      <m:t>)</m:t>
                    </m:r>
                  </m:oMath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4" name="文字方塊 37">
                <a:extLst>
                  <a:ext uri="{FF2B5EF4-FFF2-40B4-BE49-F238E27FC236}">
                    <a16:creationId xmlns:a16="http://schemas.microsoft.com/office/drawing/2014/main" id="{36C3386A-F286-F10F-88EC-CC2C19B5A1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5845" y="1685341"/>
                <a:ext cx="1650380" cy="406586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字方塊 260">
                <a:extLst>
                  <a:ext uri="{FF2B5EF4-FFF2-40B4-BE49-F238E27FC236}">
                    <a16:creationId xmlns:a16="http://schemas.microsoft.com/office/drawing/2014/main" id="{E09C0B1D-C28A-EAD3-4B26-619B1DE18062}"/>
                  </a:ext>
                </a:extLst>
              </p:cNvPr>
              <p:cNvSpPr txBox="1"/>
              <p:nvPr/>
            </p:nvSpPr>
            <p:spPr>
              <a:xfrm>
                <a:off x="819620" y="2154728"/>
                <a:ext cx="23841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HK" sz="2400" b="1" i="1" dirty="0" smtClean="0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</m:oMath>
                  </m:oMathPara>
                </a14:m>
                <a:endParaRPr lang="en-HK" sz="24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15" name="文字方塊 260">
                <a:extLst>
                  <a:ext uri="{FF2B5EF4-FFF2-40B4-BE49-F238E27FC236}">
                    <a16:creationId xmlns:a16="http://schemas.microsoft.com/office/drawing/2014/main" id="{E09C0B1D-C28A-EAD3-4B26-619B1DE180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620" y="2154728"/>
                <a:ext cx="238419" cy="461665"/>
              </a:xfrm>
              <a:prstGeom prst="rect">
                <a:avLst/>
              </a:prstGeom>
              <a:blipFill>
                <a:blip r:embed="rId14"/>
                <a:stretch>
                  <a:fillRect r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文字方塊 43">
            <a:extLst>
              <a:ext uri="{FF2B5EF4-FFF2-40B4-BE49-F238E27FC236}">
                <a16:creationId xmlns:a16="http://schemas.microsoft.com/office/drawing/2014/main" id="{65C60C18-5C21-8E4F-6A82-02DD016424DD}"/>
              </a:ext>
            </a:extLst>
          </p:cNvPr>
          <p:cNvSpPr txBox="1"/>
          <p:nvPr/>
        </p:nvSpPr>
        <p:spPr>
          <a:xfrm>
            <a:off x="1145129" y="2212501"/>
            <a:ext cx="10461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34880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文字方塊 80">
                <a:extLst>
                  <a:ext uri="{FF2B5EF4-FFF2-40B4-BE49-F238E27FC236}">
                    <a16:creationId xmlns:a16="http://schemas.microsoft.com/office/drawing/2014/main" id="{9FA02B11-814E-61FC-1F86-C22B9CD972BB}"/>
                  </a:ext>
                </a:extLst>
              </p:cNvPr>
              <p:cNvSpPr txBox="1"/>
              <p:nvPr/>
            </p:nvSpPr>
            <p:spPr>
              <a:xfrm>
                <a:off x="2167491" y="218462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7" name="文字方塊 80">
                <a:extLst>
                  <a:ext uri="{FF2B5EF4-FFF2-40B4-BE49-F238E27FC236}">
                    <a16:creationId xmlns:a16="http://schemas.microsoft.com/office/drawing/2014/main" id="{9FA02B11-814E-61FC-1F86-C22B9CD972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7491" y="2184623"/>
                <a:ext cx="295688" cy="40011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文字方塊 43">
            <a:extLst>
              <a:ext uri="{FF2B5EF4-FFF2-40B4-BE49-F238E27FC236}">
                <a16:creationId xmlns:a16="http://schemas.microsoft.com/office/drawing/2014/main" id="{8A6D6209-66C4-6435-2F1D-4B18AA98C78E}"/>
              </a:ext>
            </a:extLst>
          </p:cNvPr>
          <p:cNvSpPr txBox="1"/>
          <p:nvPr/>
        </p:nvSpPr>
        <p:spPr>
          <a:xfrm>
            <a:off x="2496620" y="2212501"/>
            <a:ext cx="10461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32000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文字方塊 53">
                <a:extLst>
                  <a:ext uri="{FF2B5EF4-FFF2-40B4-BE49-F238E27FC236}">
                    <a16:creationId xmlns:a16="http://schemas.microsoft.com/office/drawing/2014/main" id="{8FCF326A-A691-256F-ED8E-43AE5DFD135E}"/>
                  </a:ext>
                </a:extLst>
              </p:cNvPr>
              <p:cNvSpPr txBox="1"/>
              <p:nvPr/>
            </p:nvSpPr>
            <p:spPr>
              <a:xfrm>
                <a:off x="3485541" y="216856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9" name="文字方塊 53">
                <a:extLst>
                  <a:ext uri="{FF2B5EF4-FFF2-40B4-BE49-F238E27FC236}">
                    <a16:creationId xmlns:a16="http://schemas.microsoft.com/office/drawing/2014/main" id="{8FCF326A-A691-256F-ED8E-43AE5DFD13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5541" y="2168567"/>
                <a:ext cx="295688" cy="4001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文字方塊 37">
                <a:extLst>
                  <a:ext uri="{FF2B5EF4-FFF2-40B4-BE49-F238E27FC236}">
                    <a16:creationId xmlns:a16="http://schemas.microsoft.com/office/drawing/2014/main" id="{DE73CEA4-1545-053D-1E4B-DF6026CF036E}"/>
                  </a:ext>
                </a:extLst>
              </p:cNvPr>
              <p:cNvSpPr txBox="1"/>
              <p:nvPr/>
            </p:nvSpPr>
            <p:spPr>
              <a:xfrm>
                <a:off x="3781229" y="2194540"/>
                <a:ext cx="1729422" cy="4039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HK" sz="20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(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1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US" sz="2000" b="1" dirty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00B0F0"/>
                        </a:solidFill>
                        <a:latin typeface="Lucida Handwriting" panose="03010101010101010101" pitchFamily="66" charset="0"/>
                      </a:rPr>
                      <m:t>3</m:t>
                    </m:r>
                    <m:r>
                      <m:rPr>
                        <m:nor/>
                      </m:rPr>
                      <a:rPr lang="en-HK" altLang="zh-HK" sz="2000" b="1" dirty="0" smtClean="0">
                        <a:ln>
                          <a:solidFill>
                            <a:schemeClr val="tx1"/>
                          </a:solidFill>
                        </a:ln>
                        <a:latin typeface="Lucida Calligraphy" panose="03010101010101010101" pitchFamily="66" charset="0"/>
                      </a:rPr>
                      <m:t>%</m:t>
                    </m:r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nor/>
                      </m:rPr>
                      <a:rPr lang="en-US" sz="2000" b="1" dirty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0000"/>
                        </a:solidFill>
                        <a:latin typeface="Lucida Calligraphy" panose="03010101010101010101" pitchFamily="66" charset="0"/>
                      </a:rPr>
                      <m:t>t</m:t>
                    </m:r>
                    <m:r>
                      <m:rPr>
                        <m:nor/>
                      </m:rPr>
                      <a:rPr lang="en-US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Calligraphy" panose="03010101010101010101" pitchFamily="66" charset="0"/>
                      </a:rPr>
                      <m:t>)</m:t>
                    </m:r>
                  </m:oMath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0" name="文字方塊 37">
                <a:extLst>
                  <a:ext uri="{FF2B5EF4-FFF2-40B4-BE49-F238E27FC236}">
                    <a16:creationId xmlns:a16="http://schemas.microsoft.com/office/drawing/2014/main" id="{DE73CEA4-1545-053D-1E4B-DF6026CF03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1229" y="2194540"/>
                <a:ext cx="1729422" cy="40395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文字方塊 37">
                <a:extLst>
                  <a:ext uri="{FF2B5EF4-FFF2-40B4-BE49-F238E27FC236}">
                    <a16:creationId xmlns:a16="http://schemas.microsoft.com/office/drawing/2014/main" id="{7F937FA2-8A3D-6DB4-F877-09ED9B418D81}"/>
                  </a:ext>
                </a:extLst>
              </p:cNvPr>
              <p:cNvSpPr txBox="1"/>
              <p:nvPr/>
            </p:nvSpPr>
            <p:spPr>
              <a:xfrm>
                <a:off x="750514" y="2750506"/>
                <a:ext cx="1416977" cy="4039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1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US" sz="2000" b="1" dirty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00B0F0"/>
                        </a:solidFill>
                        <a:latin typeface="Lucida Handwriting" panose="03010101010101010101" pitchFamily="66" charset="0"/>
                      </a:rPr>
                      <m:t>3</m:t>
                    </m:r>
                    <m:r>
                      <m:rPr>
                        <m:nor/>
                      </m:rPr>
                      <a:rPr lang="en-HK" altLang="zh-HK" sz="2000" b="1" dirty="0" smtClean="0">
                        <a:ln>
                          <a:solidFill>
                            <a:schemeClr val="tx1"/>
                          </a:solidFill>
                        </a:ln>
                        <a:latin typeface="Lucida Calligraphy" panose="03010101010101010101" pitchFamily="66" charset="0"/>
                      </a:rPr>
                      <m:t>%</m:t>
                    </m:r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nor/>
                      </m:rPr>
                      <a:rPr lang="en-US" sz="2000" b="1" dirty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0000"/>
                        </a:solidFill>
                        <a:latin typeface="Lucida Calligraphy" panose="03010101010101010101" pitchFamily="66" charset="0"/>
                      </a:rPr>
                      <m:t>t</m:t>
                    </m:r>
                  </m:oMath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1" name="文字方塊 37">
                <a:extLst>
                  <a:ext uri="{FF2B5EF4-FFF2-40B4-BE49-F238E27FC236}">
                    <a16:creationId xmlns:a16="http://schemas.microsoft.com/office/drawing/2014/main" id="{7F937FA2-8A3D-6DB4-F877-09ED9B418D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514" y="2750506"/>
                <a:ext cx="1416977" cy="403957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文字方塊 80">
                <a:extLst>
                  <a:ext uri="{FF2B5EF4-FFF2-40B4-BE49-F238E27FC236}">
                    <a16:creationId xmlns:a16="http://schemas.microsoft.com/office/drawing/2014/main" id="{67BF1B02-6AC4-160D-5B6E-B4B8B52019F4}"/>
                  </a:ext>
                </a:extLst>
              </p:cNvPr>
              <p:cNvSpPr txBox="1"/>
              <p:nvPr/>
            </p:nvSpPr>
            <p:spPr>
              <a:xfrm>
                <a:off x="2167491" y="274538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2" name="文字方塊 80">
                <a:extLst>
                  <a:ext uri="{FF2B5EF4-FFF2-40B4-BE49-F238E27FC236}">
                    <a16:creationId xmlns:a16="http://schemas.microsoft.com/office/drawing/2014/main" id="{67BF1B02-6AC4-160D-5B6E-B4B8B52019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7491" y="2745388"/>
                <a:ext cx="295688" cy="40011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文字方塊 43">
            <a:extLst>
              <a:ext uri="{FF2B5EF4-FFF2-40B4-BE49-F238E27FC236}">
                <a16:creationId xmlns:a16="http://schemas.microsoft.com/office/drawing/2014/main" id="{CDCC4C05-0D1F-5887-008E-0067B7A168F4}"/>
              </a:ext>
            </a:extLst>
          </p:cNvPr>
          <p:cNvSpPr txBox="1"/>
          <p:nvPr/>
        </p:nvSpPr>
        <p:spPr>
          <a:xfrm>
            <a:off x="2478690" y="2763318"/>
            <a:ext cx="8565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1.09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文字方塊 37">
                <a:extLst>
                  <a:ext uri="{FF2B5EF4-FFF2-40B4-BE49-F238E27FC236}">
                    <a16:creationId xmlns:a16="http://schemas.microsoft.com/office/drawing/2014/main" id="{000E1FAD-0F66-C782-CA80-B35EB75689EB}"/>
                  </a:ext>
                </a:extLst>
              </p:cNvPr>
              <p:cNvSpPr txBox="1"/>
              <p:nvPr/>
            </p:nvSpPr>
            <p:spPr>
              <a:xfrm>
                <a:off x="1239969" y="3292358"/>
                <a:ext cx="856510" cy="4039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Handwriting" panose="03010101010101010101" pitchFamily="66" charset="0"/>
                        </a:rPr>
                        <m:t>0.03</m:t>
                      </m:r>
                      <m:r>
                        <m:rPr>
                          <m:nor/>
                        </m:rPr>
                        <a:rPr lang="en-US" sz="2000" b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0000"/>
                          </a:solidFill>
                          <a:latin typeface="Lucida Calligraphy" panose="03010101010101010101" pitchFamily="66" charset="0"/>
                        </a:rPr>
                        <m:t>t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4" name="文字方塊 37">
                <a:extLst>
                  <a:ext uri="{FF2B5EF4-FFF2-40B4-BE49-F238E27FC236}">
                    <a16:creationId xmlns:a16="http://schemas.microsoft.com/office/drawing/2014/main" id="{000E1FAD-0F66-C782-CA80-B35EB75689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9969" y="3292358"/>
                <a:ext cx="856510" cy="403957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文字方塊 80">
                <a:extLst>
                  <a:ext uri="{FF2B5EF4-FFF2-40B4-BE49-F238E27FC236}">
                    <a16:creationId xmlns:a16="http://schemas.microsoft.com/office/drawing/2014/main" id="{C6075CEB-5AD0-F16B-6A94-DF687DA2C868}"/>
                  </a:ext>
                </a:extLst>
              </p:cNvPr>
              <p:cNvSpPr txBox="1"/>
              <p:nvPr/>
            </p:nvSpPr>
            <p:spPr>
              <a:xfrm>
                <a:off x="2157918" y="327827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5" name="文字方塊 80">
                <a:extLst>
                  <a:ext uri="{FF2B5EF4-FFF2-40B4-BE49-F238E27FC236}">
                    <a16:creationId xmlns:a16="http://schemas.microsoft.com/office/drawing/2014/main" id="{C6075CEB-5AD0-F16B-6A94-DF687DA2C8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7918" y="3278275"/>
                <a:ext cx="295688" cy="40011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文字方塊 43">
            <a:extLst>
              <a:ext uri="{FF2B5EF4-FFF2-40B4-BE49-F238E27FC236}">
                <a16:creationId xmlns:a16="http://schemas.microsoft.com/office/drawing/2014/main" id="{A0E48AA5-ABA2-EE82-8226-E20E67DDFDFD}"/>
              </a:ext>
            </a:extLst>
          </p:cNvPr>
          <p:cNvSpPr txBox="1"/>
          <p:nvPr/>
        </p:nvSpPr>
        <p:spPr>
          <a:xfrm>
            <a:off x="2469117" y="3296205"/>
            <a:ext cx="8565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1.09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文字方塊 37">
                <a:extLst>
                  <a:ext uri="{FF2B5EF4-FFF2-40B4-BE49-F238E27FC236}">
                    <a16:creationId xmlns:a16="http://schemas.microsoft.com/office/drawing/2014/main" id="{FC106C68-F34C-A9DA-905F-0BAE37CF664E}"/>
                  </a:ext>
                </a:extLst>
              </p:cNvPr>
              <p:cNvSpPr txBox="1"/>
              <p:nvPr/>
            </p:nvSpPr>
            <p:spPr>
              <a:xfrm>
                <a:off x="1800791" y="3817263"/>
                <a:ext cx="295688" cy="4039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b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0000"/>
                          </a:solidFill>
                          <a:latin typeface="Lucida Calligraphy" panose="03010101010101010101" pitchFamily="66" charset="0"/>
                        </a:rPr>
                        <m:t>t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7" name="文字方塊 37">
                <a:extLst>
                  <a:ext uri="{FF2B5EF4-FFF2-40B4-BE49-F238E27FC236}">
                    <a16:creationId xmlns:a16="http://schemas.microsoft.com/office/drawing/2014/main" id="{FC106C68-F34C-A9DA-905F-0BAE37CF66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0791" y="3817263"/>
                <a:ext cx="295688" cy="403957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文字方塊 80">
                <a:extLst>
                  <a:ext uri="{FF2B5EF4-FFF2-40B4-BE49-F238E27FC236}">
                    <a16:creationId xmlns:a16="http://schemas.microsoft.com/office/drawing/2014/main" id="{234D14A4-654B-7F58-1350-C16A0018402E}"/>
                  </a:ext>
                </a:extLst>
              </p:cNvPr>
              <p:cNvSpPr txBox="1"/>
              <p:nvPr/>
            </p:nvSpPr>
            <p:spPr>
              <a:xfrm>
                <a:off x="2157918" y="380318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8" name="文字方塊 80">
                <a:extLst>
                  <a:ext uri="{FF2B5EF4-FFF2-40B4-BE49-F238E27FC236}">
                    <a16:creationId xmlns:a16="http://schemas.microsoft.com/office/drawing/2014/main" id="{234D14A4-654B-7F58-1350-C16A001840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7918" y="3803180"/>
                <a:ext cx="295688" cy="40011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文字方塊 43">
            <a:extLst>
              <a:ext uri="{FF2B5EF4-FFF2-40B4-BE49-F238E27FC236}">
                <a16:creationId xmlns:a16="http://schemas.microsoft.com/office/drawing/2014/main" id="{3CCA5A4E-1B5C-0458-EA10-25BC0432C2A3}"/>
              </a:ext>
            </a:extLst>
          </p:cNvPr>
          <p:cNvSpPr txBox="1"/>
          <p:nvPr/>
        </p:nvSpPr>
        <p:spPr>
          <a:xfrm>
            <a:off x="2469117" y="3821110"/>
            <a:ext cx="3611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文字方塊 260">
                <a:extLst>
                  <a:ext uri="{FF2B5EF4-FFF2-40B4-BE49-F238E27FC236}">
                    <a16:creationId xmlns:a16="http://schemas.microsoft.com/office/drawing/2014/main" id="{AAFB6392-1253-2560-C82E-B9AB722EA5BD}"/>
                  </a:ext>
                </a:extLst>
              </p:cNvPr>
              <p:cNvSpPr txBox="1"/>
              <p:nvPr/>
            </p:nvSpPr>
            <p:spPr>
              <a:xfrm>
                <a:off x="822597" y="4410745"/>
                <a:ext cx="23841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HK" sz="2400" b="1" i="1" dirty="0" smtClean="0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</m:oMath>
                  </m:oMathPara>
                </a14:m>
                <a:endParaRPr lang="en-HK" sz="24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30" name="文字方塊 260">
                <a:extLst>
                  <a:ext uri="{FF2B5EF4-FFF2-40B4-BE49-F238E27FC236}">
                    <a16:creationId xmlns:a16="http://schemas.microsoft.com/office/drawing/2014/main" id="{AAFB6392-1253-2560-C82E-B9AB722EA5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597" y="4410745"/>
                <a:ext cx="238419" cy="461665"/>
              </a:xfrm>
              <a:prstGeom prst="rect">
                <a:avLst/>
              </a:prstGeom>
              <a:blipFill>
                <a:blip r:embed="rId24"/>
                <a:stretch>
                  <a:fillRect r="-5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文字方塊 5">
            <a:extLst>
              <a:ext uri="{FF2B5EF4-FFF2-40B4-BE49-F238E27FC236}">
                <a16:creationId xmlns:a16="http://schemas.microsoft.com/office/drawing/2014/main" id="{3C04B68F-A012-FEFC-E887-84111CE6B54E}"/>
              </a:ext>
            </a:extLst>
          </p:cNvPr>
          <p:cNvSpPr txBox="1"/>
          <p:nvPr/>
        </p:nvSpPr>
        <p:spPr>
          <a:xfrm>
            <a:off x="1145130" y="4483729"/>
            <a:ext cx="53991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The required deposit period is </a:t>
            </a:r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Handwriting" panose="03010101010101010101" pitchFamily="66" charset="0"/>
              </a:rPr>
              <a:t>3</a:t>
            </a:r>
            <a:r>
              <a:rPr lang="en-HK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 years.</a:t>
            </a:r>
            <a:endParaRPr lang="en-HK" sz="2000" b="1">
              <a:ln>
                <a:solidFill>
                  <a:schemeClr val="tx1"/>
                </a:solidFill>
              </a:ln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3798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>
            <a:extLst>
              <a:ext uri="{FF2B5EF4-FFF2-40B4-BE49-F238E27FC236}">
                <a16:creationId xmlns:a16="http://schemas.microsoft.com/office/drawing/2014/main" id="{C4319A3E-5B21-89E5-BD99-C4FA4D16186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l="1516" t="8280"/>
          <a:stretch>
            <a:fillRect/>
          </a:stretch>
        </p:blipFill>
        <p:spPr>
          <a:xfrm>
            <a:off x="298001" y="226854"/>
            <a:ext cx="11746826" cy="68875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筆跡 59">
                <a:extLst>
                  <a:ext uri="{FF2B5EF4-FFF2-40B4-BE49-F238E27FC236}">
                    <a16:creationId xmlns:a16="http://schemas.microsoft.com/office/drawing/2014/main" id="{AF15B111-5F09-E3B2-EFB8-EBB06B37C8EF}"/>
                  </a:ext>
                </a:extLst>
              </p14:cNvPr>
              <p14:cNvContentPartPr/>
              <p14:nvPr/>
            </p14:nvContentPartPr>
            <p14:xfrm>
              <a:off x="2403835" y="347057"/>
              <a:ext cx="323931" cy="45719"/>
            </p14:xfrm>
          </p:contentPart>
        </mc:Choice>
        <mc:Fallback>
          <p:pic>
            <p:nvPicPr>
              <p:cNvPr id="4" name="筆跡 59">
                <a:extLst>
                  <a:ext uri="{FF2B5EF4-FFF2-40B4-BE49-F238E27FC236}">
                    <a16:creationId xmlns:a16="http://schemas.microsoft.com/office/drawing/2014/main" id="{AF15B111-5F09-E3B2-EFB8-EBB06B37C8E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49846" y="-13368643"/>
                <a:ext cx="431548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筆跡 59">
                <a:extLst>
                  <a:ext uri="{FF2B5EF4-FFF2-40B4-BE49-F238E27FC236}">
                    <a16:creationId xmlns:a16="http://schemas.microsoft.com/office/drawing/2014/main" id="{DAE6672E-BDED-7A35-EE21-A87B4F00CAEA}"/>
                  </a:ext>
                </a:extLst>
              </p14:cNvPr>
              <p14:cNvContentPartPr/>
              <p14:nvPr/>
            </p14:nvContentPartPr>
            <p14:xfrm>
              <a:off x="6594166" y="369916"/>
              <a:ext cx="323931" cy="45719"/>
            </p14:xfrm>
          </p:contentPart>
        </mc:Choice>
        <mc:Fallback>
          <p:pic>
            <p:nvPicPr>
              <p:cNvPr id="5" name="筆跡 59">
                <a:extLst>
                  <a:ext uri="{FF2B5EF4-FFF2-40B4-BE49-F238E27FC236}">
                    <a16:creationId xmlns:a16="http://schemas.microsoft.com/office/drawing/2014/main" id="{DAE6672E-BDED-7A35-EE21-A87B4F00CAE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540177" y="-13345784"/>
                <a:ext cx="431548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6" name="筆跡 59">
                <a:extLst>
                  <a:ext uri="{FF2B5EF4-FFF2-40B4-BE49-F238E27FC236}">
                    <a16:creationId xmlns:a16="http://schemas.microsoft.com/office/drawing/2014/main" id="{21052E60-60D7-66F7-2494-E5F3337ECC19}"/>
                  </a:ext>
                </a:extLst>
              </p14:cNvPr>
              <p14:cNvContentPartPr/>
              <p14:nvPr/>
            </p14:nvContentPartPr>
            <p14:xfrm>
              <a:off x="10539980" y="369916"/>
              <a:ext cx="821501" cy="45719"/>
            </p14:xfrm>
          </p:contentPart>
        </mc:Choice>
        <mc:Fallback>
          <p:pic>
            <p:nvPicPr>
              <p:cNvPr id="6" name="筆跡 59">
                <a:extLst>
                  <a:ext uri="{FF2B5EF4-FFF2-40B4-BE49-F238E27FC236}">
                    <a16:creationId xmlns:a16="http://schemas.microsoft.com/office/drawing/2014/main" id="{21052E60-60D7-66F7-2494-E5F3337ECC1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485958" y="-13345784"/>
                <a:ext cx="929186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7" name="筆跡 59">
                <a:extLst>
                  <a:ext uri="{FF2B5EF4-FFF2-40B4-BE49-F238E27FC236}">
                    <a16:creationId xmlns:a16="http://schemas.microsoft.com/office/drawing/2014/main" id="{3C981DEF-9CA2-F854-A7F7-AF6B822D0377}"/>
                  </a:ext>
                </a:extLst>
              </p14:cNvPr>
              <p14:cNvContentPartPr/>
              <p14:nvPr/>
            </p14:nvContentPartPr>
            <p14:xfrm>
              <a:off x="919476" y="769001"/>
              <a:ext cx="673653" cy="45719"/>
            </p14:xfrm>
          </p:contentPart>
        </mc:Choice>
        <mc:Fallback>
          <p:pic>
            <p:nvPicPr>
              <p:cNvPr id="7" name="筆跡 59">
                <a:extLst>
                  <a:ext uri="{FF2B5EF4-FFF2-40B4-BE49-F238E27FC236}">
                    <a16:creationId xmlns:a16="http://schemas.microsoft.com/office/drawing/2014/main" id="{3C981DEF-9CA2-F854-A7F7-AF6B822D037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65469" y="-12946699"/>
                <a:ext cx="781308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8" name="筆跡 59">
                <a:extLst>
                  <a:ext uri="{FF2B5EF4-FFF2-40B4-BE49-F238E27FC236}">
                    <a16:creationId xmlns:a16="http://schemas.microsoft.com/office/drawing/2014/main" id="{652E4E24-3BD2-B9AA-6FEE-223DEA423D0A}"/>
                  </a:ext>
                </a:extLst>
              </p14:cNvPr>
              <p14:cNvContentPartPr/>
              <p14:nvPr/>
            </p14:nvContentPartPr>
            <p14:xfrm>
              <a:off x="3648173" y="791860"/>
              <a:ext cx="108686" cy="45719"/>
            </p14:xfrm>
          </p:contentPart>
        </mc:Choice>
        <mc:Fallback>
          <p:pic>
            <p:nvPicPr>
              <p:cNvPr id="8" name="筆跡 59">
                <a:extLst>
                  <a:ext uri="{FF2B5EF4-FFF2-40B4-BE49-F238E27FC236}">
                    <a16:creationId xmlns:a16="http://schemas.microsoft.com/office/drawing/2014/main" id="{652E4E24-3BD2-B9AA-6FEE-223DEA423D0A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594368" y="-12923840"/>
                <a:ext cx="215937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字方塊 54">
                <a:extLst>
                  <a:ext uri="{FF2B5EF4-FFF2-40B4-BE49-F238E27FC236}">
                    <a16:creationId xmlns:a16="http://schemas.microsoft.com/office/drawing/2014/main" id="{440C2EC6-896F-E8C5-A77D-3515F1842E34}"/>
                  </a:ext>
                </a:extLst>
              </p:cNvPr>
              <p:cNvSpPr txBox="1"/>
              <p:nvPr/>
            </p:nvSpPr>
            <p:spPr>
              <a:xfrm>
                <a:off x="740907" y="1304670"/>
                <a:ext cx="29568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∵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1" name="文字方塊 54">
                <a:extLst>
                  <a:ext uri="{FF2B5EF4-FFF2-40B4-BE49-F238E27FC236}">
                    <a16:creationId xmlns:a16="http://schemas.microsoft.com/office/drawing/2014/main" id="{440C2EC6-896F-E8C5-A77D-3515F1842E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907" y="1304670"/>
                <a:ext cx="295688" cy="46166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012B88FE-9BEE-6680-0E11-35E1C52084BB}"/>
              </a:ext>
            </a:extLst>
          </p:cNvPr>
          <p:cNvSpPr txBox="1"/>
          <p:nvPr/>
        </p:nvSpPr>
        <p:spPr>
          <a:xfrm>
            <a:off x="1099098" y="1350611"/>
            <a:ext cx="5852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A</a:t>
            </a:r>
            <a:endParaRPr lang="en-US" sz="2000">
              <a:solidFill>
                <a:srgbClr val="00FF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字方塊 80">
                <a:extLst>
                  <a:ext uri="{FF2B5EF4-FFF2-40B4-BE49-F238E27FC236}">
                    <a16:creationId xmlns:a16="http://schemas.microsoft.com/office/drawing/2014/main" id="{BD9EA462-A680-9462-C676-F82CB63278B4}"/>
                  </a:ext>
                </a:extLst>
              </p:cNvPr>
              <p:cNvSpPr txBox="1"/>
              <p:nvPr/>
            </p:nvSpPr>
            <p:spPr>
              <a:xfrm>
                <a:off x="1536512" y="135061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3" name="文字方塊 80">
                <a:extLst>
                  <a:ext uri="{FF2B5EF4-FFF2-40B4-BE49-F238E27FC236}">
                    <a16:creationId xmlns:a16="http://schemas.microsoft.com/office/drawing/2014/main" id="{BD9EA462-A680-9462-C676-F82CB63278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6512" y="1350611"/>
                <a:ext cx="295688" cy="4001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BA889CDB-253C-D8C5-A34F-4749B2F442FD}"/>
              </a:ext>
            </a:extLst>
          </p:cNvPr>
          <p:cNvSpPr txBox="1"/>
          <p:nvPr/>
        </p:nvSpPr>
        <p:spPr>
          <a:xfrm>
            <a:off x="1854503" y="1350611"/>
            <a:ext cx="5852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P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</a:t>
            </a:r>
            <a:endParaRPr lang="en-US" sz="2000"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字方塊 37">
                <a:extLst>
                  <a:ext uri="{FF2B5EF4-FFF2-40B4-BE49-F238E27FC236}">
                    <a16:creationId xmlns:a16="http://schemas.microsoft.com/office/drawing/2014/main" id="{65F8CF06-9FE8-6AC9-596B-F8A1D9DAA262}"/>
                  </a:ext>
                </a:extLst>
              </p:cNvPr>
              <p:cNvSpPr txBox="1"/>
              <p:nvPr/>
            </p:nvSpPr>
            <p:spPr>
              <a:xfrm>
                <a:off x="2147132" y="1347373"/>
                <a:ext cx="1650380" cy="4065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1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 </m:t>
                    </m:r>
                    <m:r>
                      <m:rPr>
                        <m:nor/>
                      </m:rPr>
                      <a:rPr lang="en-US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00B0F0"/>
                        </a:solidFill>
                        <a:latin typeface="Lucida Calligraphy" panose="03010101010101010101" pitchFamily="66" charset="0"/>
                      </a:rPr>
                      <m:t>r</m:t>
                    </m:r>
                    <m:r>
                      <m:rPr>
                        <m:nor/>
                      </m:rPr>
                      <a:rPr lang="en-HK" altLang="zh-HK" sz="2000" b="1" dirty="0" smtClean="0">
                        <a:ln>
                          <a:solidFill>
                            <a:schemeClr val="tx1"/>
                          </a:solidFill>
                        </a:ln>
                        <a:latin typeface="Lucida Calligraphy" panose="03010101010101010101" pitchFamily="66" charset="0"/>
                      </a:rPr>
                      <m:t>%</m:t>
                    </m:r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nor/>
                      </m:rPr>
                      <a:rPr lang="en-US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0000"/>
                        </a:solidFill>
                        <a:latin typeface="Lucida Calligraphy" panose="03010101010101010101" pitchFamily="66" charset="0"/>
                      </a:rPr>
                      <m:t>t</m:t>
                    </m:r>
                    <m:r>
                      <m:rPr>
                        <m:nor/>
                      </m:rPr>
                      <a:rPr lang="en-US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Calligraphy" panose="03010101010101010101" pitchFamily="66" charset="0"/>
                      </a:rPr>
                      <m:t>)</m:t>
                    </m:r>
                  </m:oMath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5" name="文字方塊 37">
                <a:extLst>
                  <a:ext uri="{FF2B5EF4-FFF2-40B4-BE49-F238E27FC236}">
                    <a16:creationId xmlns:a16="http://schemas.microsoft.com/office/drawing/2014/main" id="{65F8CF06-9FE8-6AC9-596B-F8A1D9DAA2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7132" y="1347373"/>
                <a:ext cx="1650380" cy="406586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文字方塊 260">
                <a:extLst>
                  <a:ext uri="{FF2B5EF4-FFF2-40B4-BE49-F238E27FC236}">
                    <a16:creationId xmlns:a16="http://schemas.microsoft.com/office/drawing/2014/main" id="{D4AD515A-09BC-DA37-CFAF-AA485DA15EB4}"/>
                  </a:ext>
                </a:extLst>
              </p:cNvPr>
              <p:cNvSpPr txBox="1"/>
              <p:nvPr/>
            </p:nvSpPr>
            <p:spPr>
              <a:xfrm>
                <a:off x="740907" y="1845041"/>
                <a:ext cx="23841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HK" sz="2400" b="1" i="1" dirty="0" smtClean="0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</m:oMath>
                  </m:oMathPara>
                </a14:m>
                <a:endParaRPr lang="en-HK" sz="24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16" name="文字方塊 260">
                <a:extLst>
                  <a:ext uri="{FF2B5EF4-FFF2-40B4-BE49-F238E27FC236}">
                    <a16:creationId xmlns:a16="http://schemas.microsoft.com/office/drawing/2014/main" id="{D4AD515A-09BC-DA37-CFAF-AA485DA15E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907" y="1845041"/>
                <a:ext cx="238419" cy="461665"/>
              </a:xfrm>
              <a:prstGeom prst="rect">
                <a:avLst/>
              </a:prstGeom>
              <a:blipFill>
                <a:blip r:embed="rId16"/>
                <a:stretch>
                  <a:fillRect r="-5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文字方塊 43">
            <a:extLst>
              <a:ext uri="{FF2B5EF4-FFF2-40B4-BE49-F238E27FC236}">
                <a16:creationId xmlns:a16="http://schemas.microsoft.com/office/drawing/2014/main" id="{0EBA7474-0877-95E1-D286-CFA51D8BAA42}"/>
              </a:ext>
            </a:extLst>
          </p:cNvPr>
          <p:cNvSpPr txBox="1"/>
          <p:nvPr/>
        </p:nvSpPr>
        <p:spPr>
          <a:xfrm>
            <a:off x="1066416" y="1902814"/>
            <a:ext cx="10461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19550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文字方塊 80">
                <a:extLst>
                  <a:ext uri="{FF2B5EF4-FFF2-40B4-BE49-F238E27FC236}">
                    <a16:creationId xmlns:a16="http://schemas.microsoft.com/office/drawing/2014/main" id="{A2E97DD1-3738-5F3C-5DE3-B2AA81B32A70}"/>
                  </a:ext>
                </a:extLst>
              </p:cNvPr>
              <p:cNvSpPr txBox="1"/>
              <p:nvPr/>
            </p:nvSpPr>
            <p:spPr>
              <a:xfrm>
                <a:off x="2088778" y="187493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8" name="文字方塊 80">
                <a:extLst>
                  <a:ext uri="{FF2B5EF4-FFF2-40B4-BE49-F238E27FC236}">
                    <a16:creationId xmlns:a16="http://schemas.microsoft.com/office/drawing/2014/main" id="{A2E97DD1-3738-5F3C-5DE3-B2AA81B32A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8778" y="1874936"/>
                <a:ext cx="295688" cy="40011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文字方塊 43">
            <a:extLst>
              <a:ext uri="{FF2B5EF4-FFF2-40B4-BE49-F238E27FC236}">
                <a16:creationId xmlns:a16="http://schemas.microsoft.com/office/drawing/2014/main" id="{7E056B82-EE4A-750E-05D7-BD04A42F9A9D}"/>
              </a:ext>
            </a:extLst>
          </p:cNvPr>
          <p:cNvSpPr txBox="1"/>
          <p:nvPr/>
        </p:nvSpPr>
        <p:spPr>
          <a:xfrm>
            <a:off x="2417907" y="1902814"/>
            <a:ext cx="4101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P</a:t>
            </a:r>
            <a:endParaRPr lang="en-HK" altLang="zh-HK" sz="2000" b="1">
              <a:ln>
                <a:solidFill>
                  <a:schemeClr val="tx1"/>
                </a:solidFill>
              </a:ln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文字方塊 53">
                <a:extLst>
                  <a:ext uri="{FF2B5EF4-FFF2-40B4-BE49-F238E27FC236}">
                    <a16:creationId xmlns:a16="http://schemas.microsoft.com/office/drawing/2014/main" id="{9055BF5E-FE3F-C250-A1D7-3A4A3B76B584}"/>
                  </a:ext>
                </a:extLst>
              </p:cNvPr>
              <p:cNvSpPr txBox="1"/>
              <p:nvPr/>
            </p:nvSpPr>
            <p:spPr>
              <a:xfrm>
                <a:off x="2727766" y="190091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0" name="文字方塊 53">
                <a:extLst>
                  <a:ext uri="{FF2B5EF4-FFF2-40B4-BE49-F238E27FC236}">
                    <a16:creationId xmlns:a16="http://schemas.microsoft.com/office/drawing/2014/main" id="{9055BF5E-FE3F-C250-A1D7-3A4A3B76B5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7766" y="1900918"/>
                <a:ext cx="295688" cy="40011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文字方塊 37">
                <a:extLst>
                  <a:ext uri="{FF2B5EF4-FFF2-40B4-BE49-F238E27FC236}">
                    <a16:creationId xmlns:a16="http://schemas.microsoft.com/office/drawing/2014/main" id="{64E8330C-6ADA-A6C3-1598-2EDAFD805388}"/>
                  </a:ext>
                </a:extLst>
              </p:cNvPr>
              <p:cNvSpPr txBox="1"/>
              <p:nvPr/>
            </p:nvSpPr>
            <p:spPr>
              <a:xfrm>
                <a:off x="3023454" y="1926891"/>
                <a:ext cx="1729422" cy="4039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HK" sz="20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(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1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US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00B0F0"/>
                        </a:solidFill>
                        <a:latin typeface="Lucida Handwriting" panose="03010101010101010101" pitchFamily="66" charset="0"/>
                      </a:rPr>
                      <m:t>5</m:t>
                    </m:r>
                    <m:r>
                      <m:rPr>
                        <m:nor/>
                      </m:rPr>
                      <a:rPr lang="en-HK" altLang="zh-HK" sz="2000" b="1" dirty="0" smtClean="0">
                        <a:ln>
                          <a:solidFill>
                            <a:schemeClr val="tx1"/>
                          </a:solidFill>
                        </a:ln>
                        <a:latin typeface="Lucida Calligraphy" panose="03010101010101010101" pitchFamily="66" charset="0"/>
                      </a:rPr>
                      <m:t>%</m:t>
                    </m:r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nor/>
                      </m:rPr>
                      <a:rPr lang="en-US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0000"/>
                        </a:solidFill>
                        <a:latin typeface="Lucida Handwriting" panose="03010101010101010101" pitchFamily="66" charset="0"/>
                      </a:rPr>
                      <m:t>3</m:t>
                    </m:r>
                    <m:r>
                      <m:rPr>
                        <m:nor/>
                      </m:rPr>
                      <a:rPr lang="en-US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Calligraphy" panose="03010101010101010101" pitchFamily="66" charset="0"/>
                      </a:rPr>
                      <m:t>)</m:t>
                    </m:r>
                  </m:oMath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1" name="文字方塊 37">
                <a:extLst>
                  <a:ext uri="{FF2B5EF4-FFF2-40B4-BE49-F238E27FC236}">
                    <a16:creationId xmlns:a16="http://schemas.microsoft.com/office/drawing/2014/main" id="{64E8330C-6ADA-A6C3-1598-2EDAFD8053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3454" y="1926891"/>
                <a:ext cx="1729422" cy="403957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文字方塊 43">
            <a:extLst>
              <a:ext uri="{FF2B5EF4-FFF2-40B4-BE49-F238E27FC236}">
                <a16:creationId xmlns:a16="http://schemas.microsoft.com/office/drawing/2014/main" id="{8647B96B-98A9-E69B-7743-A8A339C0E05B}"/>
              </a:ext>
            </a:extLst>
          </p:cNvPr>
          <p:cNvSpPr txBox="1"/>
          <p:nvPr/>
        </p:nvSpPr>
        <p:spPr>
          <a:xfrm>
            <a:off x="1066416" y="2485283"/>
            <a:ext cx="10461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19550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文字方塊 80">
                <a:extLst>
                  <a:ext uri="{FF2B5EF4-FFF2-40B4-BE49-F238E27FC236}">
                    <a16:creationId xmlns:a16="http://schemas.microsoft.com/office/drawing/2014/main" id="{503B7D7C-87DE-D27B-A087-6D4660BE2A27}"/>
                  </a:ext>
                </a:extLst>
              </p:cNvPr>
              <p:cNvSpPr txBox="1"/>
              <p:nvPr/>
            </p:nvSpPr>
            <p:spPr>
              <a:xfrm>
                <a:off x="2088778" y="245740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3" name="文字方塊 80">
                <a:extLst>
                  <a:ext uri="{FF2B5EF4-FFF2-40B4-BE49-F238E27FC236}">
                    <a16:creationId xmlns:a16="http://schemas.microsoft.com/office/drawing/2014/main" id="{503B7D7C-87DE-D27B-A087-6D4660BE2A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8778" y="2457405"/>
                <a:ext cx="295688" cy="40011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文字方塊 43">
            <a:extLst>
              <a:ext uri="{FF2B5EF4-FFF2-40B4-BE49-F238E27FC236}">
                <a16:creationId xmlns:a16="http://schemas.microsoft.com/office/drawing/2014/main" id="{E95F5FD4-1ECA-221C-C571-47B194575C62}"/>
              </a:ext>
            </a:extLst>
          </p:cNvPr>
          <p:cNvSpPr txBox="1"/>
          <p:nvPr/>
        </p:nvSpPr>
        <p:spPr>
          <a:xfrm>
            <a:off x="2417907" y="2485283"/>
            <a:ext cx="4101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P</a:t>
            </a:r>
            <a:endParaRPr lang="en-HK" altLang="zh-HK" sz="2000" b="1">
              <a:ln>
                <a:solidFill>
                  <a:schemeClr val="tx1"/>
                </a:solidFill>
              </a:ln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文字方塊 53">
                <a:extLst>
                  <a:ext uri="{FF2B5EF4-FFF2-40B4-BE49-F238E27FC236}">
                    <a16:creationId xmlns:a16="http://schemas.microsoft.com/office/drawing/2014/main" id="{30FA9BA8-37BC-5381-619E-108A93B7FDDE}"/>
                  </a:ext>
                </a:extLst>
              </p:cNvPr>
              <p:cNvSpPr txBox="1"/>
              <p:nvPr/>
            </p:nvSpPr>
            <p:spPr>
              <a:xfrm>
                <a:off x="2727766" y="248338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5" name="文字方塊 53">
                <a:extLst>
                  <a:ext uri="{FF2B5EF4-FFF2-40B4-BE49-F238E27FC236}">
                    <a16:creationId xmlns:a16="http://schemas.microsoft.com/office/drawing/2014/main" id="{30FA9BA8-37BC-5381-619E-108A93B7FD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7766" y="2483387"/>
                <a:ext cx="295688" cy="40011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文字方塊 43">
            <a:extLst>
              <a:ext uri="{FF2B5EF4-FFF2-40B4-BE49-F238E27FC236}">
                <a16:creationId xmlns:a16="http://schemas.microsoft.com/office/drawing/2014/main" id="{C2BF3AA7-0E53-D8DC-D7BB-FB04330CC2D7}"/>
              </a:ext>
            </a:extLst>
          </p:cNvPr>
          <p:cNvSpPr txBox="1"/>
          <p:nvPr/>
        </p:nvSpPr>
        <p:spPr>
          <a:xfrm>
            <a:off x="3002557" y="2483387"/>
            <a:ext cx="7949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1.15</a:t>
            </a:r>
          </a:p>
        </p:txBody>
      </p:sp>
      <p:sp>
        <p:nvSpPr>
          <p:cNvPr id="28" name="文字方塊 43">
            <a:extLst>
              <a:ext uri="{FF2B5EF4-FFF2-40B4-BE49-F238E27FC236}">
                <a16:creationId xmlns:a16="http://schemas.microsoft.com/office/drawing/2014/main" id="{5F9714DB-C122-FC6F-F20C-62449457798A}"/>
              </a:ext>
            </a:extLst>
          </p:cNvPr>
          <p:cNvSpPr txBox="1"/>
          <p:nvPr/>
        </p:nvSpPr>
        <p:spPr>
          <a:xfrm>
            <a:off x="1696445" y="3153399"/>
            <a:ext cx="4101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P</a:t>
            </a:r>
            <a:endParaRPr lang="en-HK" altLang="zh-HK" sz="2000" b="1">
              <a:ln>
                <a:solidFill>
                  <a:schemeClr val="tx1"/>
                </a:solidFill>
              </a:ln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文字方塊 80">
                <a:extLst>
                  <a:ext uri="{FF2B5EF4-FFF2-40B4-BE49-F238E27FC236}">
                    <a16:creationId xmlns:a16="http://schemas.microsoft.com/office/drawing/2014/main" id="{4204ACA4-B06D-53CE-6B2B-A8780DB1690C}"/>
                  </a:ext>
                </a:extLst>
              </p:cNvPr>
              <p:cNvSpPr txBox="1"/>
              <p:nvPr/>
            </p:nvSpPr>
            <p:spPr>
              <a:xfrm>
                <a:off x="2088778" y="315339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9" name="文字方塊 80">
                <a:extLst>
                  <a:ext uri="{FF2B5EF4-FFF2-40B4-BE49-F238E27FC236}">
                    <a16:creationId xmlns:a16="http://schemas.microsoft.com/office/drawing/2014/main" id="{4204ACA4-B06D-53CE-6B2B-A8780DB169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8778" y="3153399"/>
                <a:ext cx="295688" cy="40011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1" name="群組 74">
            <a:extLst>
              <a:ext uri="{FF2B5EF4-FFF2-40B4-BE49-F238E27FC236}">
                <a16:creationId xmlns:a16="http://schemas.microsoft.com/office/drawing/2014/main" id="{E7081A00-475F-42F8-B47B-7D555C477DE6}"/>
              </a:ext>
            </a:extLst>
          </p:cNvPr>
          <p:cNvGrpSpPr/>
          <p:nvPr/>
        </p:nvGrpSpPr>
        <p:grpSpPr>
          <a:xfrm>
            <a:off x="2565800" y="3002569"/>
            <a:ext cx="1050288" cy="764567"/>
            <a:chOff x="2896107" y="4671588"/>
            <a:chExt cx="1050288" cy="764567"/>
          </a:xfrm>
        </p:grpSpPr>
        <p:sp>
          <p:nvSpPr>
            <p:cNvPr id="33" name="文字方塊 75">
              <a:extLst>
                <a:ext uri="{FF2B5EF4-FFF2-40B4-BE49-F238E27FC236}">
                  <a16:creationId xmlns:a16="http://schemas.microsoft.com/office/drawing/2014/main" id="{F357AA9E-8EB5-D9EB-31CB-3CB9D8F5D41A}"/>
                </a:ext>
              </a:extLst>
            </p:cNvPr>
            <p:cNvSpPr txBox="1"/>
            <p:nvPr/>
          </p:nvSpPr>
          <p:spPr>
            <a:xfrm>
              <a:off x="2896107" y="4671588"/>
              <a:ext cx="10502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19550</a:t>
              </a:r>
            </a:p>
          </p:txBody>
        </p:sp>
        <p:grpSp>
          <p:nvGrpSpPr>
            <p:cNvPr id="34" name="群組 76">
              <a:extLst>
                <a:ext uri="{FF2B5EF4-FFF2-40B4-BE49-F238E27FC236}">
                  <a16:creationId xmlns:a16="http://schemas.microsoft.com/office/drawing/2014/main" id="{FCD49857-AF99-5ABE-E141-32678FC39279}"/>
                </a:ext>
              </a:extLst>
            </p:cNvPr>
            <p:cNvGrpSpPr/>
            <p:nvPr/>
          </p:nvGrpSpPr>
          <p:grpSpPr>
            <a:xfrm>
              <a:off x="2896107" y="5036045"/>
              <a:ext cx="1050288" cy="400110"/>
              <a:chOff x="2896107" y="5036045"/>
              <a:chExt cx="1050288" cy="400110"/>
            </a:xfrm>
          </p:grpSpPr>
          <p:cxnSp>
            <p:nvCxnSpPr>
              <p:cNvPr id="35" name="直線接點 77">
                <a:extLst>
                  <a:ext uri="{FF2B5EF4-FFF2-40B4-BE49-F238E27FC236}">
                    <a16:creationId xmlns:a16="http://schemas.microsoft.com/office/drawing/2014/main" id="{8289C9C9-2A92-F157-E9BD-1860CA34F22E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2896107" y="5036045"/>
                <a:ext cx="1050288" cy="0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36" name="文字方塊 78">
                <a:extLst>
                  <a:ext uri="{FF2B5EF4-FFF2-40B4-BE49-F238E27FC236}">
                    <a16:creationId xmlns:a16="http://schemas.microsoft.com/office/drawing/2014/main" id="{2E158C90-AD43-CDB8-F5FC-00B99683992B}"/>
                  </a:ext>
                </a:extLst>
              </p:cNvPr>
              <p:cNvSpPr txBox="1"/>
              <p:nvPr/>
            </p:nvSpPr>
            <p:spPr>
              <a:xfrm>
                <a:off x="2986281" y="5036045"/>
                <a:ext cx="78899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1.15</a:t>
                </a:r>
              </a:p>
            </p:txBody>
          </p:sp>
        </p:grpSp>
      </p:grpSp>
      <p:sp>
        <p:nvSpPr>
          <p:cNvPr id="39" name="文字方塊 43">
            <a:extLst>
              <a:ext uri="{FF2B5EF4-FFF2-40B4-BE49-F238E27FC236}">
                <a16:creationId xmlns:a16="http://schemas.microsoft.com/office/drawing/2014/main" id="{53AD5740-A868-805A-EE62-160E18836737}"/>
              </a:ext>
            </a:extLst>
          </p:cNvPr>
          <p:cNvSpPr txBox="1"/>
          <p:nvPr/>
        </p:nvSpPr>
        <p:spPr>
          <a:xfrm>
            <a:off x="1696445" y="3896528"/>
            <a:ext cx="4101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P</a:t>
            </a:r>
            <a:endParaRPr lang="en-HK" altLang="zh-HK" sz="2000" b="1">
              <a:ln>
                <a:solidFill>
                  <a:schemeClr val="tx1"/>
                </a:solidFill>
              </a:ln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文字方塊 80">
                <a:extLst>
                  <a:ext uri="{FF2B5EF4-FFF2-40B4-BE49-F238E27FC236}">
                    <a16:creationId xmlns:a16="http://schemas.microsoft.com/office/drawing/2014/main" id="{D26D33B2-616F-B0A0-8078-259ADB99FDD9}"/>
                  </a:ext>
                </a:extLst>
              </p:cNvPr>
              <p:cNvSpPr txBox="1"/>
              <p:nvPr/>
            </p:nvSpPr>
            <p:spPr>
              <a:xfrm>
                <a:off x="2088778" y="386824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0" name="文字方塊 80">
                <a:extLst>
                  <a:ext uri="{FF2B5EF4-FFF2-40B4-BE49-F238E27FC236}">
                    <a16:creationId xmlns:a16="http://schemas.microsoft.com/office/drawing/2014/main" id="{D26D33B2-616F-B0A0-8078-259ADB99FD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8778" y="3868247"/>
                <a:ext cx="295688" cy="40011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文字方塊 43">
            <a:extLst>
              <a:ext uri="{FF2B5EF4-FFF2-40B4-BE49-F238E27FC236}">
                <a16:creationId xmlns:a16="http://schemas.microsoft.com/office/drawing/2014/main" id="{8EB35BBF-14CD-06B8-D487-40CA47CB71BD}"/>
              </a:ext>
            </a:extLst>
          </p:cNvPr>
          <p:cNvSpPr txBox="1"/>
          <p:nvPr/>
        </p:nvSpPr>
        <p:spPr>
          <a:xfrm>
            <a:off x="2447927" y="3887101"/>
            <a:ext cx="10461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17000</a:t>
            </a:r>
          </a:p>
        </p:txBody>
      </p:sp>
    </p:spTree>
    <p:extLst>
      <p:ext uri="{BB962C8B-B14F-4D97-AF65-F5344CB8AC3E}">
        <p14:creationId xmlns:p14="http://schemas.microsoft.com/office/powerpoint/2010/main" val="481837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7" grpId="0"/>
      <p:bldP spid="28" grpId="0"/>
      <p:bldP spid="29" grpId="0"/>
      <p:bldP spid="39" grpId="0"/>
      <p:bldP spid="40" grpId="0"/>
      <p:bldP spid="4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>
            <a:extLst>
              <a:ext uri="{FF2B5EF4-FFF2-40B4-BE49-F238E27FC236}">
                <a16:creationId xmlns:a16="http://schemas.microsoft.com/office/drawing/2014/main" id="{A0258518-A1BA-65FD-C87C-CAB6C8A8624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t="2545" r="4310" b="38669"/>
          <a:stretch>
            <a:fillRect/>
          </a:stretch>
        </p:blipFill>
        <p:spPr>
          <a:xfrm>
            <a:off x="180753" y="85060"/>
            <a:ext cx="11929731" cy="196393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筆跡 59">
                <a:extLst>
                  <a:ext uri="{FF2B5EF4-FFF2-40B4-BE49-F238E27FC236}">
                    <a16:creationId xmlns:a16="http://schemas.microsoft.com/office/drawing/2014/main" id="{A69B9453-5FB3-4E3F-B3DD-5DBCE74FDD55}"/>
                  </a:ext>
                </a:extLst>
              </p14:cNvPr>
              <p14:cNvContentPartPr/>
              <p14:nvPr/>
            </p14:nvContentPartPr>
            <p14:xfrm>
              <a:off x="2654151" y="236082"/>
              <a:ext cx="669073" cy="45719"/>
            </p14:xfrm>
          </p:contentPart>
        </mc:Choice>
        <mc:Fallback>
          <p:pic>
            <p:nvPicPr>
              <p:cNvPr id="4" name="筆跡 59">
                <a:extLst>
                  <a:ext uri="{FF2B5EF4-FFF2-40B4-BE49-F238E27FC236}">
                    <a16:creationId xmlns:a16="http://schemas.microsoft.com/office/drawing/2014/main" id="{A69B9453-5FB3-4E3F-B3DD-5DBCE74FDD5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00135" y="-13479618"/>
                <a:ext cx="776744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筆跡 59">
                <a:extLst>
                  <a:ext uri="{FF2B5EF4-FFF2-40B4-BE49-F238E27FC236}">
                    <a16:creationId xmlns:a16="http://schemas.microsoft.com/office/drawing/2014/main" id="{FCF7C7FB-F72A-FC07-BE15-27214282E4DC}"/>
                  </a:ext>
                </a:extLst>
              </p14:cNvPr>
              <p14:cNvContentPartPr/>
              <p14:nvPr/>
            </p14:nvContentPartPr>
            <p14:xfrm>
              <a:off x="7527647" y="236084"/>
              <a:ext cx="669073" cy="45719"/>
            </p14:xfrm>
          </p:contentPart>
        </mc:Choice>
        <mc:Fallback>
          <p:pic>
            <p:nvPicPr>
              <p:cNvPr id="5" name="筆跡 59">
                <a:extLst>
                  <a:ext uri="{FF2B5EF4-FFF2-40B4-BE49-F238E27FC236}">
                    <a16:creationId xmlns:a16="http://schemas.microsoft.com/office/drawing/2014/main" id="{FCF7C7FB-F72A-FC07-BE15-27214282E4D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473631" y="-13479616"/>
                <a:ext cx="776744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6" name="筆跡 59">
                <a:extLst>
                  <a:ext uri="{FF2B5EF4-FFF2-40B4-BE49-F238E27FC236}">
                    <a16:creationId xmlns:a16="http://schemas.microsoft.com/office/drawing/2014/main" id="{7F04F322-7F80-752F-5559-23F1FDD622F6}"/>
                  </a:ext>
                </a:extLst>
              </p14:cNvPr>
              <p14:cNvContentPartPr/>
              <p14:nvPr/>
            </p14:nvContentPartPr>
            <p14:xfrm>
              <a:off x="8814391" y="236083"/>
              <a:ext cx="882503" cy="45719"/>
            </p14:xfrm>
          </p:contentPart>
        </mc:Choice>
        <mc:Fallback>
          <p:pic>
            <p:nvPicPr>
              <p:cNvPr id="6" name="筆跡 59">
                <a:extLst>
                  <a:ext uri="{FF2B5EF4-FFF2-40B4-BE49-F238E27FC236}">
                    <a16:creationId xmlns:a16="http://schemas.microsoft.com/office/drawing/2014/main" id="{7F04F322-7F80-752F-5559-23F1FDD622F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760360" y="-13479617"/>
                <a:ext cx="990204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7" name="筆跡 59">
                <a:extLst>
                  <a:ext uri="{FF2B5EF4-FFF2-40B4-BE49-F238E27FC236}">
                    <a16:creationId xmlns:a16="http://schemas.microsoft.com/office/drawing/2014/main" id="{C6A67ACD-EE0B-AFE8-ED23-C27FC2C6B091}"/>
                  </a:ext>
                </a:extLst>
              </p14:cNvPr>
              <p14:cNvContentPartPr/>
              <p14:nvPr/>
            </p14:nvContentPartPr>
            <p14:xfrm>
              <a:off x="5560828" y="601384"/>
              <a:ext cx="702438" cy="45719"/>
            </p14:xfrm>
          </p:contentPart>
        </mc:Choice>
        <mc:Fallback>
          <p:pic>
            <p:nvPicPr>
              <p:cNvPr id="7" name="筆跡 59">
                <a:extLst>
                  <a:ext uri="{FF2B5EF4-FFF2-40B4-BE49-F238E27FC236}">
                    <a16:creationId xmlns:a16="http://schemas.microsoft.com/office/drawing/2014/main" id="{C6A67ACD-EE0B-AFE8-ED23-C27FC2C6B091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506794" y="-13114316"/>
                <a:ext cx="810145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8" name="筆跡 59">
                <a:extLst>
                  <a:ext uri="{FF2B5EF4-FFF2-40B4-BE49-F238E27FC236}">
                    <a16:creationId xmlns:a16="http://schemas.microsoft.com/office/drawing/2014/main" id="{451FA68D-DD1C-C35B-F1EC-6AC75E84C5EB}"/>
                  </a:ext>
                </a:extLst>
              </p14:cNvPr>
              <p14:cNvContentPartPr/>
              <p14:nvPr/>
            </p14:nvContentPartPr>
            <p14:xfrm>
              <a:off x="6923275" y="645620"/>
              <a:ext cx="669073" cy="45719"/>
            </p14:xfrm>
          </p:contentPart>
        </mc:Choice>
        <mc:Fallback>
          <p:pic>
            <p:nvPicPr>
              <p:cNvPr id="8" name="筆跡 59">
                <a:extLst>
                  <a:ext uri="{FF2B5EF4-FFF2-40B4-BE49-F238E27FC236}">
                    <a16:creationId xmlns:a16="http://schemas.microsoft.com/office/drawing/2014/main" id="{451FA68D-DD1C-C35B-F1EC-6AC75E84C5EB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869259" y="-13070080"/>
                <a:ext cx="776744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9" name="筆跡 59">
                <a:extLst>
                  <a:ext uri="{FF2B5EF4-FFF2-40B4-BE49-F238E27FC236}">
                    <a16:creationId xmlns:a16="http://schemas.microsoft.com/office/drawing/2014/main" id="{6C1E8BC5-99E7-DA3A-75BC-BE12C450B216}"/>
                  </a:ext>
                </a:extLst>
              </p14:cNvPr>
              <p14:cNvContentPartPr/>
              <p14:nvPr/>
            </p14:nvContentPartPr>
            <p14:xfrm>
              <a:off x="3987208" y="1021306"/>
              <a:ext cx="1350335" cy="45719"/>
            </p14:xfrm>
          </p:contentPart>
        </mc:Choice>
        <mc:Fallback>
          <p:pic>
            <p:nvPicPr>
              <p:cNvPr id="9" name="筆跡 59">
                <a:extLst>
                  <a:ext uri="{FF2B5EF4-FFF2-40B4-BE49-F238E27FC236}">
                    <a16:creationId xmlns:a16="http://schemas.microsoft.com/office/drawing/2014/main" id="{6C1E8BC5-99E7-DA3A-75BC-BE12C450B216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933166" y="-12694394"/>
                <a:ext cx="1458059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字方塊 80">
                <a:extLst>
                  <a:ext uri="{FF2B5EF4-FFF2-40B4-BE49-F238E27FC236}">
                    <a16:creationId xmlns:a16="http://schemas.microsoft.com/office/drawing/2014/main" id="{54CC0609-6F9A-A056-D615-DA445B321232}"/>
                  </a:ext>
                </a:extLst>
              </p:cNvPr>
              <p:cNvSpPr txBox="1"/>
              <p:nvPr/>
            </p:nvSpPr>
            <p:spPr>
              <a:xfrm>
                <a:off x="1249713" y="258918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1" name="文字方塊 80">
                <a:extLst>
                  <a:ext uri="{FF2B5EF4-FFF2-40B4-BE49-F238E27FC236}">
                    <a16:creationId xmlns:a16="http://schemas.microsoft.com/office/drawing/2014/main" id="{54CC0609-6F9A-A056-D615-DA445B3212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9713" y="2589182"/>
                <a:ext cx="295688" cy="40011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文字方塊 43">
            <a:extLst>
              <a:ext uri="{FF2B5EF4-FFF2-40B4-BE49-F238E27FC236}">
                <a16:creationId xmlns:a16="http://schemas.microsoft.com/office/drawing/2014/main" id="{CAB2132E-3F0D-CFC7-255D-0309D00DC195}"/>
              </a:ext>
            </a:extLst>
          </p:cNvPr>
          <p:cNvSpPr txBox="1"/>
          <p:nvPr/>
        </p:nvSpPr>
        <p:spPr>
          <a:xfrm>
            <a:off x="1578841" y="2617060"/>
            <a:ext cx="12846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$15000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字方塊 53">
                <a:extLst>
                  <a:ext uri="{FF2B5EF4-FFF2-40B4-BE49-F238E27FC236}">
                    <a16:creationId xmlns:a16="http://schemas.microsoft.com/office/drawing/2014/main" id="{07902574-140E-B8CF-C556-72EC6BF14B85}"/>
                  </a:ext>
                </a:extLst>
              </p:cNvPr>
              <p:cNvSpPr txBox="1"/>
              <p:nvPr/>
            </p:nvSpPr>
            <p:spPr>
              <a:xfrm>
                <a:off x="2715606" y="258512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3" name="文字方塊 53">
                <a:extLst>
                  <a:ext uri="{FF2B5EF4-FFF2-40B4-BE49-F238E27FC236}">
                    <a16:creationId xmlns:a16="http://schemas.microsoft.com/office/drawing/2014/main" id="{07902574-140E-B8CF-C556-72EC6BF14B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5606" y="2585127"/>
                <a:ext cx="295688" cy="4001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字方塊 37">
                <a:extLst>
                  <a:ext uri="{FF2B5EF4-FFF2-40B4-BE49-F238E27FC236}">
                    <a16:creationId xmlns:a16="http://schemas.microsoft.com/office/drawing/2014/main" id="{873E0DBB-AB5F-7788-B038-FA503065A6E0}"/>
                  </a:ext>
                </a:extLst>
              </p:cNvPr>
              <p:cNvSpPr txBox="1"/>
              <p:nvPr/>
            </p:nvSpPr>
            <p:spPr>
              <a:xfrm>
                <a:off x="3011294" y="2611100"/>
                <a:ext cx="2049804" cy="4039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HK" sz="20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(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1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 </m:t>
                    </m:r>
                    <m:r>
                      <m:rPr>
                        <m:nor/>
                      </m:rPr>
                      <a:rPr lang="en-US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00B0F0"/>
                        </a:solidFill>
                        <a:latin typeface="Lucida Handwriting" panose="03010101010101010101" pitchFamily="66" charset="0"/>
                      </a:rPr>
                      <m:t>6</m:t>
                    </m:r>
                    <m:r>
                      <m:rPr>
                        <m:nor/>
                      </m:rPr>
                      <a:rPr lang="en-HK" altLang="zh-HK" sz="2000" b="1" dirty="0" smtClean="0">
                        <a:ln>
                          <a:solidFill>
                            <a:schemeClr val="tx1"/>
                          </a:solidFill>
                        </a:ln>
                        <a:latin typeface="Lucida Calligraphy" panose="03010101010101010101" pitchFamily="66" charset="0"/>
                      </a:rPr>
                      <m:t>%</m:t>
                    </m:r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0000"/>
                        </a:solidFill>
                        <a:latin typeface="Lucida Handwriting" panose="03010101010101010101" pitchFamily="66" charset="0"/>
                      </a:rPr>
                      <m:t>1.5</m:t>
                    </m:r>
                    <m:r>
                      <m:rPr>
                        <m:nor/>
                      </m:rPr>
                      <a:rPr lang="en-US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Calligraphy" panose="03010101010101010101" pitchFamily="66" charset="0"/>
                      </a:rPr>
                      <m:t>)</m:t>
                    </m:r>
                  </m:oMath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4" name="文字方塊 37">
                <a:extLst>
                  <a:ext uri="{FF2B5EF4-FFF2-40B4-BE49-F238E27FC236}">
                    <a16:creationId xmlns:a16="http://schemas.microsoft.com/office/drawing/2014/main" id="{873E0DBB-AB5F-7788-B038-FA503065A6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1294" y="2611100"/>
                <a:ext cx="2049804" cy="40395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0A0FCD3A-C1EB-5885-27A8-C73C88C91557}"/>
              </a:ext>
            </a:extLst>
          </p:cNvPr>
          <p:cNvSpPr txBox="1"/>
          <p:nvPr/>
        </p:nvSpPr>
        <p:spPr>
          <a:xfrm>
            <a:off x="671644" y="2003049"/>
            <a:ext cx="5780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(a) </a:t>
            </a:r>
            <a:endParaRPr lang="en-US" sz="2000"/>
          </a:p>
        </p:txBody>
      </p:sp>
      <p:sp>
        <p:nvSpPr>
          <p:cNvPr id="17" name="文字方塊 98">
            <a:extLst>
              <a:ext uri="{FF2B5EF4-FFF2-40B4-BE49-F238E27FC236}">
                <a16:creationId xmlns:a16="http://schemas.microsoft.com/office/drawing/2014/main" id="{07ED4DFC-EC84-8889-2372-977718B99ADE}"/>
              </a:ext>
            </a:extLst>
          </p:cNvPr>
          <p:cNvSpPr txBox="1"/>
          <p:nvPr/>
        </p:nvSpPr>
        <p:spPr>
          <a:xfrm>
            <a:off x="1249713" y="2028497"/>
            <a:ext cx="45237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Amount obtained from Bank A</a:t>
            </a:r>
            <a:endParaRPr lang="zh-TW" altLang="en-US" sz="2000" b="1">
              <a:solidFill>
                <a:srgbClr val="00FF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文字方塊 80">
                <a:extLst>
                  <a:ext uri="{FF2B5EF4-FFF2-40B4-BE49-F238E27FC236}">
                    <a16:creationId xmlns:a16="http://schemas.microsoft.com/office/drawing/2014/main" id="{C47A85BF-B68C-31B3-6763-74B39FA97631}"/>
                  </a:ext>
                </a:extLst>
              </p:cNvPr>
              <p:cNvSpPr txBox="1"/>
              <p:nvPr/>
            </p:nvSpPr>
            <p:spPr>
              <a:xfrm>
                <a:off x="1283153" y="314175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8" name="文字方塊 80">
                <a:extLst>
                  <a:ext uri="{FF2B5EF4-FFF2-40B4-BE49-F238E27FC236}">
                    <a16:creationId xmlns:a16="http://schemas.microsoft.com/office/drawing/2014/main" id="{C47A85BF-B68C-31B3-6763-74B39FA976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3153" y="3141757"/>
                <a:ext cx="295688" cy="40011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文字方塊 43">
            <a:extLst>
              <a:ext uri="{FF2B5EF4-FFF2-40B4-BE49-F238E27FC236}">
                <a16:creationId xmlns:a16="http://schemas.microsoft.com/office/drawing/2014/main" id="{A76D6E9C-F536-37B1-4A1F-039771A12761}"/>
              </a:ext>
            </a:extLst>
          </p:cNvPr>
          <p:cNvSpPr txBox="1"/>
          <p:nvPr/>
        </p:nvSpPr>
        <p:spPr>
          <a:xfrm>
            <a:off x="1612281" y="3169635"/>
            <a:ext cx="12846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$16350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20" name="筆跡 59">
                <a:extLst>
                  <a:ext uri="{FF2B5EF4-FFF2-40B4-BE49-F238E27FC236}">
                    <a16:creationId xmlns:a16="http://schemas.microsoft.com/office/drawing/2014/main" id="{CD037F15-B7D3-38D5-A907-4DACD2D806AC}"/>
                  </a:ext>
                </a:extLst>
              </p14:cNvPr>
              <p14:cNvContentPartPr/>
              <p14:nvPr/>
            </p14:nvContentPartPr>
            <p14:xfrm>
              <a:off x="3987208" y="1398039"/>
              <a:ext cx="1350335" cy="45719"/>
            </p14:xfrm>
          </p:contentPart>
        </mc:Choice>
        <mc:Fallback>
          <p:pic>
            <p:nvPicPr>
              <p:cNvPr id="20" name="筆跡 59">
                <a:extLst>
                  <a:ext uri="{FF2B5EF4-FFF2-40B4-BE49-F238E27FC236}">
                    <a16:creationId xmlns:a16="http://schemas.microsoft.com/office/drawing/2014/main" id="{CD037F15-B7D3-38D5-A907-4DACD2D806AC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3933166" y="-12317661"/>
                <a:ext cx="1458059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文字方塊 80">
                <a:extLst>
                  <a:ext uri="{FF2B5EF4-FFF2-40B4-BE49-F238E27FC236}">
                    <a16:creationId xmlns:a16="http://schemas.microsoft.com/office/drawing/2014/main" id="{7CF8F06C-6E30-DE8C-852C-A564A64F346D}"/>
                  </a:ext>
                </a:extLst>
              </p:cNvPr>
              <p:cNvSpPr txBox="1"/>
              <p:nvPr/>
            </p:nvSpPr>
            <p:spPr>
              <a:xfrm>
                <a:off x="1249713" y="424568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8" name="文字方塊 80">
                <a:extLst>
                  <a:ext uri="{FF2B5EF4-FFF2-40B4-BE49-F238E27FC236}">
                    <a16:creationId xmlns:a16="http://schemas.microsoft.com/office/drawing/2014/main" id="{7CF8F06C-6E30-DE8C-852C-A564A64F34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9713" y="4245680"/>
                <a:ext cx="295688" cy="40011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文字方塊 43">
            <a:extLst>
              <a:ext uri="{FF2B5EF4-FFF2-40B4-BE49-F238E27FC236}">
                <a16:creationId xmlns:a16="http://schemas.microsoft.com/office/drawing/2014/main" id="{1D7574DB-5F90-6530-3C8A-086D1B8B6A5D}"/>
              </a:ext>
            </a:extLst>
          </p:cNvPr>
          <p:cNvSpPr txBox="1"/>
          <p:nvPr/>
        </p:nvSpPr>
        <p:spPr>
          <a:xfrm>
            <a:off x="1578841" y="4273558"/>
            <a:ext cx="12846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$16350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文字方塊 53">
                <a:extLst>
                  <a:ext uri="{FF2B5EF4-FFF2-40B4-BE49-F238E27FC236}">
                    <a16:creationId xmlns:a16="http://schemas.microsoft.com/office/drawing/2014/main" id="{84325D72-C424-BDDC-0E66-4527B551C49D}"/>
                  </a:ext>
                </a:extLst>
              </p:cNvPr>
              <p:cNvSpPr txBox="1"/>
              <p:nvPr/>
            </p:nvSpPr>
            <p:spPr>
              <a:xfrm>
                <a:off x="2715606" y="424162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0" name="文字方塊 53">
                <a:extLst>
                  <a:ext uri="{FF2B5EF4-FFF2-40B4-BE49-F238E27FC236}">
                    <a16:creationId xmlns:a16="http://schemas.microsoft.com/office/drawing/2014/main" id="{84325D72-C424-BDDC-0E66-4527B551C4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5606" y="4241625"/>
                <a:ext cx="295688" cy="40011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文字方塊 37">
                <a:extLst>
                  <a:ext uri="{FF2B5EF4-FFF2-40B4-BE49-F238E27FC236}">
                    <a16:creationId xmlns:a16="http://schemas.microsoft.com/office/drawing/2014/main" id="{3F69636D-423C-1371-C9CE-7E6D05F8274A}"/>
                  </a:ext>
                </a:extLst>
              </p:cNvPr>
              <p:cNvSpPr txBox="1"/>
              <p:nvPr/>
            </p:nvSpPr>
            <p:spPr>
              <a:xfrm>
                <a:off x="3011294" y="4267598"/>
                <a:ext cx="2049804" cy="4039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HK" sz="20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(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1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 </m:t>
                    </m:r>
                    <m:r>
                      <m:rPr>
                        <m:nor/>
                      </m:rPr>
                      <a:rPr lang="en-US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latin typeface="Lucida Handwriting" panose="03010101010101010101" pitchFamily="66" charset="0"/>
                      </a:rPr>
                      <m:t>3</m:t>
                    </m:r>
                    <m:r>
                      <m:rPr>
                        <m:nor/>
                      </m:rPr>
                      <a:rPr lang="en-HK" altLang="zh-HK" sz="2000" b="1" dirty="0" smtClean="0">
                        <a:ln>
                          <a:solidFill>
                            <a:schemeClr val="tx1"/>
                          </a:solidFill>
                        </a:ln>
                        <a:latin typeface="Lucida Calligraphy" panose="03010101010101010101" pitchFamily="66" charset="0"/>
                      </a:rPr>
                      <m:t>%</m:t>
                    </m:r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C000"/>
                        </a:solidFill>
                        <a:latin typeface="Lucida Handwriting" panose="03010101010101010101" pitchFamily="66" charset="0"/>
                      </a:rPr>
                      <m:t>2</m:t>
                    </m:r>
                    <m:r>
                      <m:rPr>
                        <m:nor/>
                      </m:rPr>
                      <a:rPr lang="en-US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Calligraphy" panose="03010101010101010101" pitchFamily="66" charset="0"/>
                      </a:rPr>
                      <m:t>)</m:t>
                    </m:r>
                  </m:oMath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1" name="文字方塊 37">
                <a:extLst>
                  <a:ext uri="{FF2B5EF4-FFF2-40B4-BE49-F238E27FC236}">
                    <a16:creationId xmlns:a16="http://schemas.microsoft.com/office/drawing/2014/main" id="{3F69636D-423C-1371-C9CE-7E6D05F827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1294" y="4267598"/>
                <a:ext cx="2049804" cy="403957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>
            <a:extLst>
              <a:ext uri="{FF2B5EF4-FFF2-40B4-BE49-F238E27FC236}">
                <a16:creationId xmlns:a16="http://schemas.microsoft.com/office/drawing/2014/main" id="{98DEBCA1-C1D5-5FF2-85A3-AD46277DE14B}"/>
              </a:ext>
            </a:extLst>
          </p:cNvPr>
          <p:cNvSpPr txBox="1"/>
          <p:nvPr/>
        </p:nvSpPr>
        <p:spPr>
          <a:xfrm>
            <a:off x="671644" y="3659547"/>
            <a:ext cx="5780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(b) </a:t>
            </a:r>
            <a:endParaRPr lang="en-US" sz="2000"/>
          </a:p>
        </p:txBody>
      </p:sp>
      <p:sp>
        <p:nvSpPr>
          <p:cNvPr id="34" name="文字方塊 98">
            <a:extLst>
              <a:ext uri="{FF2B5EF4-FFF2-40B4-BE49-F238E27FC236}">
                <a16:creationId xmlns:a16="http://schemas.microsoft.com/office/drawing/2014/main" id="{5DD2DD10-D85C-7A18-56FB-3BBCBEB4CB32}"/>
              </a:ext>
            </a:extLst>
          </p:cNvPr>
          <p:cNvSpPr txBox="1"/>
          <p:nvPr/>
        </p:nvSpPr>
        <p:spPr>
          <a:xfrm>
            <a:off x="1249713" y="3684995"/>
            <a:ext cx="45237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latin typeface="Lucida Calligraphy" panose="03010101010101010101" pitchFamily="66" charset="0"/>
              </a:rPr>
              <a:t>Amount obtained from Bank B</a:t>
            </a:r>
            <a:endParaRPr lang="zh-TW" altLang="en-US" sz="2000" b="1">
              <a:solidFill>
                <a:srgbClr val="00B05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文字方塊 80">
                <a:extLst>
                  <a:ext uri="{FF2B5EF4-FFF2-40B4-BE49-F238E27FC236}">
                    <a16:creationId xmlns:a16="http://schemas.microsoft.com/office/drawing/2014/main" id="{D2595442-130D-00F6-42BC-0BF5A49EE9DB}"/>
                  </a:ext>
                </a:extLst>
              </p:cNvPr>
              <p:cNvSpPr txBox="1"/>
              <p:nvPr/>
            </p:nvSpPr>
            <p:spPr>
              <a:xfrm>
                <a:off x="1283153" y="479825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5" name="文字方塊 80">
                <a:extLst>
                  <a:ext uri="{FF2B5EF4-FFF2-40B4-BE49-F238E27FC236}">
                    <a16:creationId xmlns:a16="http://schemas.microsoft.com/office/drawing/2014/main" id="{D2595442-130D-00F6-42BC-0BF5A49EE9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3153" y="4798255"/>
                <a:ext cx="295688" cy="400110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文字方塊 43">
            <a:extLst>
              <a:ext uri="{FF2B5EF4-FFF2-40B4-BE49-F238E27FC236}">
                <a16:creationId xmlns:a16="http://schemas.microsoft.com/office/drawing/2014/main" id="{6F91DDE3-C218-038A-748F-121A215C0FA9}"/>
              </a:ext>
            </a:extLst>
          </p:cNvPr>
          <p:cNvSpPr txBox="1"/>
          <p:nvPr/>
        </p:nvSpPr>
        <p:spPr>
          <a:xfrm>
            <a:off x="1612281" y="4826133"/>
            <a:ext cx="12846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latin typeface="Lucida Handwriting" panose="03010101010101010101" pitchFamily="66" charset="0"/>
              </a:rPr>
              <a:t>$17331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8998B94-A557-AD03-99CA-DAC40C4056E9}"/>
              </a:ext>
            </a:extLst>
          </p:cNvPr>
          <p:cNvSpPr txBox="1"/>
          <p:nvPr/>
        </p:nvSpPr>
        <p:spPr>
          <a:xfrm>
            <a:off x="705084" y="5384838"/>
            <a:ext cx="5780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(c) </a:t>
            </a:r>
            <a:endParaRPr lang="en-US" sz="2000"/>
          </a:p>
        </p:txBody>
      </p:sp>
      <p:sp>
        <p:nvSpPr>
          <p:cNvPr id="38" name="文字方塊 98">
            <a:extLst>
              <a:ext uri="{FF2B5EF4-FFF2-40B4-BE49-F238E27FC236}">
                <a16:creationId xmlns:a16="http://schemas.microsoft.com/office/drawing/2014/main" id="{D604EB48-0935-4700-664F-73FE50032C48}"/>
              </a:ext>
            </a:extLst>
          </p:cNvPr>
          <p:cNvSpPr txBox="1"/>
          <p:nvPr/>
        </p:nvSpPr>
        <p:spPr>
          <a:xfrm>
            <a:off x="1283153" y="5384838"/>
            <a:ext cx="55976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>
                <a:ln>
                  <a:solidFill>
                    <a:schemeClr val="tx1"/>
                  </a:solidFill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Lucida Calligraphy" panose="03010101010101010101" pitchFamily="66" charset="0"/>
              </a:rPr>
              <a:t>Total interest earned from both banks</a:t>
            </a:r>
            <a:endParaRPr lang="zh-TW" altLang="en-US" sz="2000" b="1">
              <a:solidFill>
                <a:schemeClr val="accent2">
                  <a:lumMod val="40000"/>
                  <a:lumOff val="60000"/>
                </a:schemeClr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9" name="文字方塊 36">
                <a:extLst>
                  <a:ext uri="{FF2B5EF4-FFF2-40B4-BE49-F238E27FC236}">
                    <a16:creationId xmlns:a16="http://schemas.microsoft.com/office/drawing/2014/main" id="{16CA92D7-EB74-872F-6D1A-4F265D493B2B}"/>
                  </a:ext>
                </a:extLst>
              </p:cNvPr>
              <p:cNvSpPr txBox="1"/>
              <p:nvPr/>
            </p:nvSpPr>
            <p:spPr>
              <a:xfrm>
                <a:off x="1398616" y="588717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9" name="文字方塊 36">
                <a:extLst>
                  <a:ext uri="{FF2B5EF4-FFF2-40B4-BE49-F238E27FC236}">
                    <a16:creationId xmlns:a16="http://schemas.microsoft.com/office/drawing/2014/main" id="{16CA92D7-EB74-872F-6D1A-4F265D493B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8616" y="5887177"/>
                <a:ext cx="295688" cy="40011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文字方塊 37">
                <a:extLst>
                  <a:ext uri="{FF2B5EF4-FFF2-40B4-BE49-F238E27FC236}">
                    <a16:creationId xmlns:a16="http://schemas.microsoft.com/office/drawing/2014/main" id="{02560C8F-44B0-3D20-70CE-B28D9B1CD89A}"/>
                  </a:ext>
                </a:extLst>
              </p:cNvPr>
              <p:cNvSpPr txBox="1"/>
              <p:nvPr/>
            </p:nvSpPr>
            <p:spPr>
              <a:xfrm>
                <a:off x="1710878" y="5887177"/>
                <a:ext cx="2754795" cy="4039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$</a:t>
                </a:r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 (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00B050"/>
                    </a:solidFill>
                    <a:latin typeface="Lucida Handwriting" panose="03010101010101010101" pitchFamily="66" charset="0"/>
                  </a:rPr>
                  <a:t>17331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0000"/>
                    </a:solidFill>
                    <a:latin typeface="Lucida Handwriting" panose="03010101010101010101" pitchFamily="66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HK" altLang="zh-HK" sz="2000" b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Lucida Handwriting" panose="03010101010101010101" pitchFamily="66" charset="0"/>
                      </a:rPr>
                      <m:t>15000</m:t>
                    </m:r>
                    <m:r>
                      <m:rPr>
                        <m:nor/>
                      </m:rPr>
                      <a:rPr lang="en-US" sz="2000" b="1" i="0" dirty="0" smtClean="0">
                        <a:ln>
                          <a:solidFill>
                            <a:schemeClr val="tx1"/>
                          </a:solidFill>
                        </a:ln>
                        <a:latin typeface="Lucida Calligraphy" panose="03010101010101010101" pitchFamily="66" charset="0"/>
                      </a:rPr>
                      <m:t>)</m:t>
                    </m:r>
                  </m:oMath>
                </a14:m>
                <a:endPara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FF0000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0" name="文字方塊 37">
                <a:extLst>
                  <a:ext uri="{FF2B5EF4-FFF2-40B4-BE49-F238E27FC236}">
                    <a16:creationId xmlns:a16="http://schemas.microsoft.com/office/drawing/2014/main" id="{02560C8F-44B0-3D20-70CE-B28D9B1CD8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0878" y="5887177"/>
                <a:ext cx="2754795" cy="403957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文字方塊 42">
                <a:extLst>
                  <a:ext uri="{FF2B5EF4-FFF2-40B4-BE49-F238E27FC236}">
                    <a16:creationId xmlns:a16="http://schemas.microsoft.com/office/drawing/2014/main" id="{EE9BED1F-D10D-AA4A-51F8-40BF40882269}"/>
                  </a:ext>
                </a:extLst>
              </p:cNvPr>
              <p:cNvSpPr txBox="1"/>
              <p:nvPr/>
            </p:nvSpPr>
            <p:spPr>
              <a:xfrm>
                <a:off x="1398616" y="647702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1" name="文字方塊 42">
                <a:extLst>
                  <a:ext uri="{FF2B5EF4-FFF2-40B4-BE49-F238E27FC236}">
                    <a16:creationId xmlns:a16="http://schemas.microsoft.com/office/drawing/2014/main" id="{EE9BED1F-D10D-AA4A-51F8-40BF408822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8616" y="6477029"/>
                <a:ext cx="295688" cy="400110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文字方塊 43">
            <a:extLst>
              <a:ext uri="{FF2B5EF4-FFF2-40B4-BE49-F238E27FC236}">
                <a16:creationId xmlns:a16="http://schemas.microsoft.com/office/drawing/2014/main" id="{25C498C5-F169-E890-E05D-C1E7CEEF7765}"/>
              </a:ext>
            </a:extLst>
          </p:cNvPr>
          <p:cNvSpPr txBox="1"/>
          <p:nvPr/>
        </p:nvSpPr>
        <p:spPr>
          <a:xfrm>
            <a:off x="1710880" y="6477029"/>
            <a:ext cx="13004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Lucida Handwriting" panose="03010101010101010101" pitchFamily="66" charset="0"/>
              </a:rPr>
              <a:t>$2331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43" name="筆跡 59">
                <a:extLst>
                  <a:ext uri="{FF2B5EF4-FFF2-40B4-BE49-F238E27FC236}">
                    <a16:creationId xmlns:a16="http://schemas.microsoft.com/office/drawing/2014/main" id="{F9B9C0EB-9D27-7EA4-7906-A2CDE53C3F91}"/>
                  </a:ext>
                </a:extLst>
              </p14:cNvPr>
              <p14:cNvContentPartPr/>
              <p14:nvPr/>
            </p14:nvContentPartPr>
            <p14:xfrm>
              <a:off x="1685920" y="1830313"/>
              <a:ext cx="1302768" cy="45719"/>
            </p14:xfrm>
          </p:contentPart>
        </mc:Choice>
        <mc:Fallback>
          <p:pic>
            <p:nvPicPr>
              <p:cNvPr id="43" name="筆跡 59">
                <a:extLst>
                  <a:ext uri="{FF2B5EF4-FFF2-40B4-BE49-F238E27FC236}">
                    <a16:creationId xmlns:a16="http://schemas.microsoft.com/office/drawing/2014/main" id="{F9B9C0EB-9D27-7EA4-7906-A2CDE53C3F91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631878" y="-11885387"/>
                <a:ext cx="1410491" cy="27431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19648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16" grpId="0"/>
      <p:bldP spid="17" grpId="0"/>
      <p:bldP spid="18" grpId="0"/>
      <p:bldP spid="19" grpId="0"/>
      <p:bldP spid="28" grpId="0"/>
      <p:bldP spid="29" grpId="0"/>
      <p:bldP spid="30" grpId="0"/>
      <p:bldP spid="31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矩形 60"/>
          <p:cNvSpPr/>
          <p:nvPr/>
        </p:nvSpPr>
        <p:spPr>
          <a:xfrm>
            <a:off x="5557895" y="-21254"/>
            <a:ext cx="1115465" cy="3586251"/>
          </a:xfrm>
          <a:prstGeom prst="rect">
            <a:avLst/>
          </a:prstGeom>
          <a:solidFill>
            <a:srgbClr val="92D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60" name="矩形 59"/>
          <p:cNvSpPr/>
          <p:nvPr/>
        </p:nvSpPr>
        <p:spPr>
          <a:xfrm>
            <a:off x="6710624" y="-25961"/>
            <a:ext cx="3489833" cy="3586251"/>
          </a:xfrm>
          <a:prstGeom prst="rect">
            <a:avLst/>
          </a:prstGeom>
          <a:solidFill>
            <a:srgbClr val="FF33CC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58" name="矩形 57"/>
          <p:cNvSpPr/>
          <p:nvPr/>
        </p:nvSpPr>
        <p:spPr>
          <a:xfrm>
            <a:off x="5028659" y="3909322"/>
            <a:ext cx="5580112" cy="2784031"/>
          </a:xfrm>
          <a:prstGeom prst="rect">
            <a:avLst/>
          </a:prstGeom>
          <a:solidFill>
            <a:schemeClr val="bg1">
              <a:lumMod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1" name="矩形 30"/>
          <p:cNvSpPr/>
          <p:nvPr/>
        </p:nvSpPr>
        <p:spPr>
          <a:xfrm>
            <a:off x="9728257" y="9864"/>
            <a:ext cx="876875" cy="2958708"/>
          </a:xfrm>
          <a:prstGeom prst="rect">
            <a:avLst/>
          </a:prstGeom>
          <a:solidFill>
            <a:srgbClr val="FFC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61"/>
          <a:stretch/>
        </p:blipFill>
        <p:spPr>
          <a:xfrm>
            <a:off x="1460107" y="-19368"/>
            <a:ext cx="2390775" cy="1842517"/>
          </a:xfrm>
          <a:prstGeom prst="rect">
            <a:avLst/>
          </a:prstGeom>
        </p:spPr>
      </p:pic>
      <p:pic>
        <p:nvPicPr>
          <p:cNvPr id="4" name="圖片 3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100000" l="0" r="97253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7611" y="1734223"/>
            <a:ext cx="1851776" cy="2818362"/>
          </a:xfrm>
          <a:prstGeom prst="rect">
            <a:avLst/>
          </a:prstGeom>
        </p:spPr>
      </p:pic>
      <p:sp>
        <p:nvSpPr>
          <p:cNvPr id="8" name="文字方塊 7"/>
          <p:cNvSpPr txBox="1"/>
          <p:nvPr/>
        </p:nvSpPr>
        <p:spPr>
          <a:xfrm>
            <a:off x="1524756" y="2741651"/>
            <a:ext cx="26084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K" sz="4000" b="1">
                <a:ln w="12700">
                  <a:solidFill>
                    <a:schemeClr val="tx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$ 1 000 000</a:t>
            </a:r>
            <a:endParaRPr lang="zh-HK" altLang="en-US" sz="4000" b="1">
              <a:ln w="12700">
                <a:solidFill>
                  <a:schemeClr val="tx1"/>
                </a:solidFill>
                <a:prstDash val="solid"/>
              </a:ln>
              <a:solidFill>
                <a:srgbClr val="FF0000"/>
              </a:solid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  <p:sp>
        <p:nvSpPr>
          <p:cNvPr id="33" name="文字方塊 32"/>
          <p:cNvSpPr txBox="1"/>
          <p:nvPr/>
        </p:nvSpPr>
        <p:spPr>
          <a:xfrm>
            <a:off x="7866748" y="-128167"/>
            <a:ext cx="7182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4000" b="1">
                <a:ln w="12700">
                  <a:solidFill>
                    <a:schemeClr val="tx1"/>
                  </a:solidFill>
                  <a:prstDash val="solid"/>
                </a:ln>
                <a:solidFill>
                  <a:srgbClr val="FF33CC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A</a:t>
            </a:r>
            <a:endParaRPr lang="zh-HK" altLang="en-US" sz="4000" b="1">
              <a:ln w="12700">
                <a:solidFill>
                  <a:schemeClr val="tx1"/>
                </a:solidFill>
                <a:prstDash val="solid"/>
              </a:ln>
              <a:solidFill>
                <a:srgbClr val="FF33CC"/>
              </a:solid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  <p:grpSp>
        <p:nvGrpSpPr>
          <p:cNvPr id="2" name="群組 1"/>
          <p:cNvGrpSpPr/>
          <p:nvPr/>
        </p:nvGrpSpPr>
        <p:grpSpPr>
          <a:xfrm>
            <a:off x="4007768" y="638277"/>
            <a:ext cx="1444626" cy="1095946"/>
            <a:chOff x="2570892" y="1528983"/>
            <a:chExt cx="1444626" cy="1095946"/>
          </a:xfrm>
        </p:grpSpPr>
        <p:pic>
          <p:nvPicPr>
            <p:cNvPr id="41" name="圖片 40"/>
            <p:cNvPicPr>
              <a:picLocks noChangeAspect="1"/>
            </p:cNvPicPr>
            <p:nvPr/>
          </p:nvPicPr>
          <p:blipFill>
            <a:blip r:embed="rId3" cstate="print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0" b="100000" l="0" r="97253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89933" y="1528983"/>
              <a:ext cx="720080" cy="1095946"/>
            </a:xfrm>
            <a:prstGeom prst="rect">
              <a:avLst/>
            </a:prstGeom>
          </p:spPr>
        </p:pic>
        <p:sp>
          <p:nvSpPr>
            <p:cNvPr id="42" name="文字方塊 41"/>
            <p:cNvSpPr txBox="1"/>
            <p:nvPr/>
          </p:nvSpPr>
          <p:spPr>
            <a:xfrm>
              <a:off x="2570892" y="1792597"/>
              <a:ext cx="144462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HK" sz="2800" b="1">
                  <a:ln w="12700">
                    <a:solidFill>
                      <a:schemeClr val="tx1"/>
                    </a:solidFill>
                    <a:prstDash val="solid"/>
                  </a:ln>
                  <a:solidFill>
                    <a:srgbClr val="00B0F0"/>
                  </a:solidFill>
                  <a:effectLst>
                    <a:outerShdw dist="38100" dir="2640000" algn="bl" rotWithShape="0">
                      <a:schemeClr val="tx2">
                        <a:lumMod val="75000"/>
                      </a:schemeClr>
                    </a:outerShdw>
                  </a:effectLst>
                </a:rPr>
                <a:t>$ 50 000</a:t>
              </a:r>
              <a:endParaRPr lang="zh-HK" altLang="en-US" sz="2800" b="1">
                <a:ln w="12700">
                  <a:solidFill>
                    <a:schemeClr val="tx1"/>
                  </a:solidFill>
                  <a:prstDash val="solid"/>
                </a:ln>
                <a:solidFill>
                  <a:srgbClr val="00B0F0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3" name="文字方塊 42"/>
              <p:cNvSpPr txBox="1"/>
              <p:nvPr/>
            </p:nvSpPr>
            <p:spPr>
              <a:xfrm>
                <a:off x="6631912" y="290358"/>
                <a:ext cx="4201188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4000" b="1" dirty="0">
                          <a:ln w="12700">
                            <a:solidFill>
                              <a:schemeClr val="tx1"/>
                            </a:solidFill>
                            <a:prstDash val="solid"/>
                          </a:ln>
                          <a:solidFill>
                            <a:srgbClr val="FF0000"/>
                          </a:solidFill>
                          <a:effectLst>
                            <a:outerShdw dist="38100" dir="2640000" algn="bl" rotWithShape="0">
                              <a:schemeClr val="tx2">
                                <a:lumMod val="75000"/>
                              </a:schemeClr>
                            </a:outerShdw>
                          </a:effectLst>
                        </a:rPr>
                        <m:t>$ 1 000 000</m:t>
                      </m:r>
                      <m:r>
                        <a:rPr lang="en-US" altLang="zh-HK" sz="40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m:rPr>
                          <m:nor/>
                        </m:rPr>
                        <a:rPr lang="en-US" altLang="zh-HK" sz="4400" b="1" dirty="0">
                          <a:ln w="13462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prstDash val="solid"/>
                          </a:ln>
                          <a:solidFill>
                            <a:srgbClr val="FFC000"/>
                          </a:solidFill>
                          <a:effectLst>
                            <a:outerShdw dist="38100" dir="2700000" algn="bl" rotWithShape="0">
                              <a:schemeClr val="accent5"/>
                            </a:outerShdw>
                          </a:effectLst>
                        </a:rPr>
                        <m:t>5 %</m:t>
                      </m:r>
                    </m:oMath>
                  </m:oMathPara>
                </a14:m>
                <a:endParaRPr lang="zh-HK" altLang="en-US" sz="4400" b="1"/>
              </a:p>
            </p:txBody>
          </p:sp>
        </mc:Choice>
        <mc:Fallback>
          <p:sp>
            <p:nvSpPr>
              <p:cNvPr id="43" name="文字方塊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1912" y="290358"/>
                <a:ext cx="4201188" cy="76944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" name="文字方塊 43"/>
              <p:cNvSpPr txBox="1"/>
              <p:nvPr/>
            </p:nvSpPr>
            <p:spPr>
              <a:xfrm>
                <a:off x="6605124" y="1033238"/>
                <a:ext cx="2728651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4000" b="1" dirty="0">
                          <a:ln w="12700">
                            <a:solidFill>
                              <a:schemeClr val="tx1"/>
                            </a:solidFill>
                            <a:prstDash val="solid"/>
                          </a:ln>
                          <a:solidFill>
                            <a:srgbClr val="FF0000"/>
                          </a:solidFill>
                          <a:effectLst>
                            <a:outerShdw dist="38100" dir="2640000" algn="bl" rotWithShape="0">
                              <a:schemeClr val="tx2">
                                <a:lumMod val="75000"/>
                              </a:schemeClr>
                            </a:outerShdw>
                          </a:effectLst>
                        </a:rPr>
                        <m:t>$ 1 0</m:t>
                      </m:r>
                      <m:r>
                        <m:rPr>
                          <m:nor/>
                        </m:rPr>
                        <a:rPr lang="en-US" altLang="zh-HK" sz="4000" b="1" dirty="0">
                          <a:ln w="12700">
                            <a:solidFill>
                              <a:schemeClr val="tx1"/>
                            </a:solidFill>
                            <a:prstDash val="solid"/>
                          </a:ln>
                          <a:solidFill>
                            <a:srgbClr val="00B0F0"/>
                          </a:solidFill>
                          <a:effectLst>
                            <a:outerShdw dist="38100" dir="2640000" algn="bl" rotWithShape="0">
                              <a:schemeClr val="tx2">
                                <a:lumMod val="75000"/>
                              </a:schemeClr>
                            </a:outerShdw>
                          </a:effectLst>
                        </a:rPr>
                        <m:t>50</m:t>
                      </m:r>
                      <m:r>
                        <m:rPr>
                          <m:nor/>
                        </m:rPr>
                        <a:rPr lang="en-US" altLang="zh-HK" sz="4000" b="1" dirty="0">
                          <a:ln w="12700">
                            <a:solidFill>
                              <a:schemeClr val="tx1"/>
                            </a:solidFill>
                            <a:prstDash val="solid"/>
                          </a:ln>
                          <a:solidFill>
                            <a:srgbClr val="FF0000"/>
                          </a:solidFill>
                          <a:effectLst>
                            <a:outerShdw dist="38100" dir="2640000" algn="bl" rotWithShape="0">
                              <a:schemeClr val="tx2">
                                <a:lumMod val="75000"/>
                              </a:schemeClr>
                            </a:outerShdw>
                          </a:effectLst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HK" sz="4000" b="1" dirty="0">
                          <a:ln w="12700">
                            <a:solidFill>
                              <a:schemeClr val="tx1"/>
                            </a:solidFill>
                            <a:prstDash val="solid"/>
                          </a:ln>
                          <a:solidFill>
                            <a:srgbClr val="00B0F0"/>
                          </a:solidFill>
                          <a:effectLst>
                            <a:outerShdw dist="38100" dir="2640000" algn="bl" rotWithShape="0">
                              <a:schemeClr val="tx2">
                                <a:lumMod val="75000"/>
                              </a:schemeClr>
                            </a:outerShdw>
                          </a:effectLst>
                        </a:rPr>
                        <m:t>000</m:t>
                      </m:r>
                    </m:oMath>
                  </m:oMathPara>
                </a14:m>
                <a:endParaRPr lang="zh-HK" altLang="en-US" sz="4400" b="1"/>
              </a:p>
            </p:txBody>
          </p:sp>
        </mc:Choice>
        <mc:Fallback>
          <p:sp>
            <p:nvSpPr>
              <p:cNvPr id="44" name="文字方塊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5124" y="1033238"/>
                <a:ext cx="2728651" cy="70788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" name="文字方塊 44"/>
              <p:cNvSpPr txBox="1"/>
              <p:nvPr/>
            </p:nvSpPr>
            <p:spPr>
              <a:xfrm>
                <a:off x="9159346" y="995968"/>
                <a:ext cx="1673753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4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m:rPr>
                          <m:nor/>
                        </m:rPr>
                        <a:rPr lang="en-US" altLang="zh-HK" sz="4400" b="1" dirty="0">
                          <a:ln w="13462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prstDash val="solid"/>
                          </a:ln>
                          <a:solidFill>
                            <a:srgbClr val="FFC000"/>
                          </a:solidFill>
                          <a:effectLst>
                            <a:outerShdw dist="38100" dir="2700000" algn="bl" rotWithShape="0">
                              <a:schemeClr val="accent5"/>
                            </a:outerShdw>
                          </a:effectLst>
                        </a:rPr>
                        <m:t>5 %</m:t>
                      </m:r>
                    </m:oMath>
                  </m:oMathPara>
                </a14:m>
                <a:endParaRPr lang="zh-HK" altLang="en-US" sz="4400" b="1"/>
              </a:p>
            </p:txBody>
          </p:sp>
        </mc:Choice>
        <mc:Fallback>
          <p:sp>
            <p:nvSpPr>
              <p:cNvPr id="45" name="文字方塊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9346" y="995968"/>
                <a:ext cx="1673753" cy="76944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文字方塊 46"/>
          <p:cNvSpPr txBox="1"/>
          <p:nvPr/>
        </p:nvSpPr>
        <p:spPr>
          <a:xfrm>
            <a:off x="8328555" y="4458519"/>
            <a:ext cx="4042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K" sz="3200" b="1">
                <a:ln w="12700">
                  <a:solidFill>
                    <a:schemeClr val="tx1"/>
                  </a:solidFill>
                  <a:prstDash val="solid"/>
                </a:ln>
                <a:solidFill>
                  <a:srgbClr val="92D050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n</a:t>
            </a:r>
            <a:endParaRPr lang="zh-HK" altLang="en-US" sz="3200" b="1">
              <a:solidFill>
                <a:srgbClr val="7030A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8" name="文字方塊 47"/>
              <p:cNvSpPr txBox="1"/>
              <p:nvPr/>
            </p:nvSpPr>
            <p:spPr>
              <a:xfrm>
                <a:off x="6647846" y="1697103"/>
                <a:ext cx="2713842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4000" b="1" dirty="0">
                          <a:ln w="12700">
                            <a:solidFill>
                              <a:schemeClr val="tx1"/>
                            </a:solidFill>
                            <a:prstDash val="solid"/>
                          </a:ln>
                          <a:solidFill>
                            <a:srgbClr val="FF0000"/>
                          </a:solidFill>
                          <a:effectLst>
                            <a:outerShdw dist="38100" dir="2640000" algn="bl" rotWithShape="0">
                              <a:schemeClr val="tx2">
                                <a:lumMod val="75000"/>
                              </a:schemeClr>
                            </a:outerShdw>
                          </a:effectLst>
                        </a:rPr>
                        <m:t>$ 1 </m:t>
                      </m:r>
                      <m:r>
                        <m:rPr>
                          <m:nor/>
                        </m:rPr>
                        <a:rPr lang="en-US" altLang="zh-HK" sz="4000" b="1" dirty="0">
                          <a:ln w="12700">
                            <a:solidFill>
                              <a:schemeClr val="tx1"/>
                            </a:solidFill>
                            <a:prstDash val="solid"/>
                          </a:ln>
                          <a:solidFill>
                            <a:srgbClr val="00B0F0"/>
                          </a:solidFill>
                          <a:effectLst>
                            <a:outerShdw dist="38100" dir="2640000" algn="bl" rotWithShape="0">
                              <a:schemeClr val="tx2">
                                <a:lumMod val="75000"/>
                              </a:schemeClr>
                            </a:outerShdw>
                          </a:effectLst>
                        </a:rPr>
                        <m:t>102</m:t>
                      </m:r>
                      <m:r>
                        <m:rPr>
                          <m:nor/>
                        </m:rPr>
                        <a:rPr lang="en-US" altLang="zh-HK" sz="4000" b="1" dirty="0">
                          <a:ln w="12700">
                            <a:solidFill>
                              <a:schemeClr val="tx1"/>
                            </a:solidFill>
                            <a:prstDash val="solid"/>
                          </a:ln>
                          <a:solidFill>
                            <a:srgbClr val="FF0000"/>
                          </a:solidFill>
                          <a:effectLst>
                            <a:outerShdw dist="38100" dir="2640000" algn="bl" rotWithShape="0">
                              <a:schemeClr val="tx2">
                                <a:lumMod val="75000"/>
                              </a:schemeClr>
                            </a:outerShdw>
                          </a:effectLst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HK" sz="4000" b="1" dirty="0">
                          <a:ln w="12700">
                            <a:solidFill>
                              <a:schemeClr val="tx1"/>
                            </a:solidFill>
                            <a:prstDash val="solid"/>
                          </a:ln>
                          <a:solidFill>
                            <a:srgbClr val="00B0F0"/>
                          </a:solidFill>
                          <a:effectLst>
                            <a:outerShdw dist="38100" dir="2640000" algn="bl" rotWithShape="0">
                              <a:schemeClr val="tx2">
                                <a:lumMod val="75000"/>
                              </a:schemeClr>
                            </a:outerShdw>
                          </a:effectLst>
                        </a:rPr>
                        <m:t>500</m:t>
                      </m:r>
                    </m:oMath>
                  </m:oMathPara>
                </a14:m>
                <a:endParaRPr lang="zh-HK" altLang="en-US" sz="4400" b="1"/>
              </a:p>
            </p:txBody>
          </p:sp>
        </mc:Choice>
        <mc:Fallback>
          <p:sp>
            <p:nvSpPr>
              <p:cNvPr id="48" name="文字方塊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7846" y="1697103"/>
                <a:ext cx="2713842" cy="70788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9" name="圖片 48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100000" l="0" r="97253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8386" y="1520808"/>
            <a:ext cx="801896" cy="1220468"/>
          </a:xfrm>
          <a:prstGeom prst="rect">
            <a:avLst/>
          </a:prstGeom>
        </p:spPr>
      </p:pic>
      <p:sp>
        <p:nvSpPr>
          <p:cNvPr id="50" name="文字方塊 49"/>
          <p:cNvSpPr txBox="1"/>
          <p:nvPr/>
        </p:nvSpPr>
        <p:spPr>
          <a:xfrm>
            <a:off x="3964916" y="1777828"/>
            <a:ext cx="153118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K" sz="3000" b="1">
                <a:ln w="12700">
                  <a:solidFill>
                    <a:schemeClr val="tx1"/>
                  </a:solidFill>
                  <a:prstDash val="solid"/>
                </a:ln>
                <a:solidFill>
                  <a:srgbClr val="00B0F0"/>
                </a:solidFill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$ 52 500</a:t>
            </a:r>
            <a:endParaRPr lang="zh-HK" altLang="en-US" sz="3000" b="1">
              <a:ln w="12700">
                <a:solidFill>
                  <a:schemeClr val="tx1"/>
                </a:solidFill>
                <a:prstDash val="solid"/>
              </a:ln>
              <a:solidFill>
                <a:srgbClr val="00B0F0"/>
              </a:solidFill>
              <a:effectLst>
                <a:glow rad="228600">
                  <a:schemeClr val="accent2">
                    <a:satMod val="175000"/>
                    <a:alpha val="40000"/>
                  </a:schemeClr>
                </a:glow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2" name="文字方塊 51"/>
              <p:cNvSpPr txBox="1"/>
              <p:nvPr/>
            </p:nvSpPr>
            <p:spPr>
              <a:xfrm>
                <a:off x="1451669" y="2741651"/>
                <a:ext cx="2720403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4000" b="1" dirty="0">
                          <a:ln w="12700">
                            <a:solidFill>
                              <a:schemeClr val="tx1"/>
                            </a:solidFill>
                            <a:prstDash val="solid"/>
                          </a:ln>
                          <a:solidFill>
                            <a:srgbClr val="FF0000"/>
                          </a:solidFill>
                          <a:effectLst>
                            <a:outerShdw dist="38100" dir="2640000" algn="bl" rotWithShape="0">
                              <a:schemeClr val="tx2">
                                <a:lumMod val="75000"/>
                              </a:schemeClr>
                            </a:outerShdw>
                          </a:effectLst>
                        </a:rPr>
                        <m:t>$ 1 0</m:t>
                      </m:r>
                      <m:r>
                        <m:rPr>
                          <m:nor/>
                        </m:rPr>
                        <a:rPr lang="en-US" altLang="zh-HK" sz="4000" b="1" dirty="0">
                          <a:ln w="12700">
                            <a:solidFill>
                              <a:schemeClr val="tx1"/>
                            </a:solidFill>
                            <a:prstDash val="solid"/>
                          </a:ln>
                          <a:solidFill>
                            <a:srgbClr val="00B0F0"/>
                          </a:solidFill>
                          <a:effectLst>
                            <a:outerShdw dist="38100" dir="2640000" algn="bl" rotWithShape="0">
                              <a:schemeClr val="tx2">
                                <a:lumMod val="75000"/>
                              </a:schemeClr>
                            </a:outerShdw>
                          </a:effectLst>
                        </a:rPr>
                        <m:t>50</m:t>
                      </m:r>
                      <m:r>
                        <m:rPr>
                          <m:nor/>
                        </m:rPr>
                        <a:rPr lang="en-US" altLang="zh-HK" sz="4000" b="1" dirty="0">
                          <a:ln w="12700">
                            <a:solidFill>
                              <a:schemeClr val="tx1"/>
                            </a:solidFill>
                            <a:prstDash val="solid"/>
                          </a:ln>
                          <a:solidFill>
                            <a:srgbClr val="FF0000"/>
                          </a:solidFill>
                          <a:effectLst>
                            <a:outerShdw dist="38100" dir="2640000" algn="bl" rotWithShape="0">
                              <a:schemeClr val="tx2">
                                <a:lumMod val="75000"/>
                              </a:schemeClr>
                            </a:outerShdw>
                          </a:effectLst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HK" sz="4000" b="1" dirty="0">
                          <a:ln w="12700">
                            <a:solidFill>
                              <a:schemeClr val="tx1"/>
                            </a:solidFill>
                            <a:prstDash val="solid"/>
                          </a:ln>
                          <a:solidFill>
                            <a:srgbClr val="00B0F0"/>
                          </a:solidFill>
                          <a:effectLst>
                            <a:outerShdw dist="38100" dir="2640000" algn="bl" rotWithShape="0">
                              <a:schemeClr val="tx2">
                                <a:lumMod val="75000"/>
                              </a:schemeClr>
                            </a:outerShdw>
                          </a:effectLst>
                        </a:rPr>
                        <m:t>000</m:t>
                      </m:r>
                    </m:oMath>
                  </m:oMathPara>
                </a14:m>
                <a:endParaRPr lang="zh-HK" altLang="en-US" sz="4400" b="1"/>
              </a:p>
            </p:txBody>
          </p:sp>
        </mc:Choice>
        <mc:Fallback>
          <p:sp>
            <p:nvSpPr>
              <p:cNvPr id="52" name="文字方塊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1669" y="2741651"/>
                <a:ext cx="2720403" cy="70788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文字方塊 21"/>
          <p:cNvSpPr txBox="1"/>
          <p:nvPr/>
        </p:nvSpPr>
        <p:spPr>
          <a:xfrm>
            <a:off x="5602462" y="1059941"/>
            <a:ext cx="10976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4000" b="1">
                <a:ln w="12700">
                  <a:solidFill>
                    <a:schemeClr val="tx1"/>
                  </a:solidFill>
                  <a:prstDash val="solid"/>
                </a:ln>
                <a:solidFill>
                  <a:srgbClr val="92D050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1 </a:t>
            </a:r>
            <a:r>
              <a:rPr lang="en-US" altLang="zh-HK" sz="4000" b="1" err="1">
                <a:ln w="12700">
                  <a:solidFill>
                    <a:schemeClr val="tx1"/>
                  </a:solidFill>
                  <a:prstDash val="solid"/>
                </a:ln>
                <a:solidFill>
                  <a:srgbClr val="92D050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Yr</a:t>
            </a:r>
            <a:endParaRPr lang="zh-HK" altLang="en-US" sz="4000" b="1">
              <a:ln w="12700">
                <a:solidFill>
                  <a:schemeClr val="tx1"/>
                </a:solidFill>
                <a:prstDash val="solid"/>
              </a:ln>
              <a:solidFill>
                <a:srgbClr val="92D050"/>
              </a:solid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5623799" y="1710139"/>
            <a:ext cx="11190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4000" b="1">
                <a:ln w="12700">
                  <a:solidFill>
                    <a:schemeClr val="tx1"/>
                  </a:solidFill>
                  <a:prstDash val="solid"/>
                </a:ln>
                <a:solidFill>
                  <a:srgbClr val="92D050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2 </a:t>
            </a:r>
            <a:r>
              <a:rPr lang="en-US" altLang="zh-HK" sz="4000" b="1" err="1">
                <a:ln w="12700">
                  <a:solidFill>
                    <a:schemeClr val="tx1"/>
                  </a:solidFill>
                  <a:prstDash val="solid"/>
                </a:ln>
                <a:solidFill>
                  <a:srgbClr val="92D050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Yr</a:t>
            </a:r>
            <a:endParaRPr lang="zh-HK" altLang="en-US" sz="4000" b="1">
              <a:ln w="12700">
                <a:solidFill>
                  <a:schemeClr val="tx1"/>
                </a:solidFill>
                <a:prstDash val="solid"/>
              </a:ln>
              <a:solidFill>
                <a:srgbClr val="92D050"/>
              </a:solid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9934950" y="-93086"/>
            <a:ext cx="5279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600" b="1">
                <a:ln w="13462">
                  <a:solidFill>
                    <a:schemeClr val="tx1">
                      <a:lumMod val="95000"/>
                      <a:lumOff val="5000"/>
                    </a:schemeClr>
                  </a:solidFill>
                  <a:prstDash val="solid"/>
                </a:ln>
                <a:solidFill>
                  <a:srgbClr val="FFC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R</a:t>
            </a:r>
            <a:endParaRPr lang="zh-HK" altLang="en-US" sz="3600" b="1">
              <a:ln w="13462">
                <a:solidFill>
                  <a:schemeClr val="tx1">
                    <a:lumMod val="95000"/>
                    <a:lumOff val="5000"/>
                  </a:schemeClr>
                </a:solidFill>
                <a:prstDash val="solid"/>
              </a:ln>
              <a:solidFill>
                <a:srgbClr val="FFC000"/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文字方塊 27"/>
              <p:cNvSpPr txBox="1"/>
              <p:nvPr/>
            </p:nvSpPr>
            <p:spPr>
              <a:xfrm>
                <a:off x="5170541" y="4659957"/>
                <a:ext cx="3411510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HK" sz="4000" b="1">
                    <a:ln w="12700">
                      <a:solidFill>
                        <a:schemeClr val="tx1"/>
                      </a:solidFill>
                      <a:prstDash val="solid"/>
                    </a:ln>
                    <a:solidFill>
                      <a:srgbClr val="FF33CC"/>
                    </a:solidFill>
                    <a:effectLst>
                      <a:outerShdw dist="38100" dir="2640000" algn="bl" rotWithShape="0">
                        <a:schemeClr val="tx2">
                          <a:lumMod val="75000"/>
                        </a:schemeClr>
                      </a:outerShdw>
                    </a:effectLst>
                  </a:rPr>
                  <a:t>A</a:t>
                </a:r>
                <a:r>
                  <a:rPr lang="en-US" altLang="zh-HK" sz="4000" b="1">
                    <a:ln w="12700">
                      <a:solidFill>
                        <a:schemeClr val="tx1"/>
                      </a:solidFill>
                      <a:prstDash val="solid"/>
                    </a:ln>
                    <a:effectLst>
                      <a:outerShdw dist="38100" dir="2640000" algn="bl" rotWithShape="0">
                        <a:schemeClr val="tx2">
                          <a:lumMod val="75000"/>
                        </a:schemeClr>
                      </a:outerShdw>
                    </a:effectLst>
                  </a:rPr>
                  <a:t> =</a:t>
                </a:r>
                <a:r>
                  <a:rPr lang="en-US" altLang="zh-HK" sz="4000" b="1">
                    <a:ln w="12700">
                      <a:solidFill>
                        <a:schemeClr val="tx1"/>
                      </a:solidFill>
                      <a:prstDash val="solid"/>
                    </a:ln>
                    <a:solidFill>
                      <a:srgbClr val="00B0F0"/>
                    </a:solidFill>
                    <a:effectLst>
                      <a:outerShdw dist="38100" dir="2640000" algn="bl" rotWithShape="0">
                        <a:schemeClr val="tx2">
                          <a:lumMod val="75000"/>
                        </a:schemeClr>
                      </a:outerShdw>
                    </a:effectLst>
                  </a:rPr>
                  <a:t> </a:t>
                </a:r>
                <a:r>
                  <a:rPr lang="en-US" altLang="zh-HK" sz="4000" b="1">
                    <a:ln w="12700">
                      <a:solidFill>
                        <a:schemeClr val="tx1"/>
                      </a:solidFill>
                      <a:prstDash val="solid"/>
                    </a:ln>
                    <a:solidFill>
                      <a:srgbClr val="FF0000"/>
                    </a:solidFill>
                    <a:effectLst>
                      <a:outerShdw dist="38100" dir="2640000" algn="bl" rotWithShape="0">
                        <a:schemeClr val="tx2">
                          <a:lumMod val="75000"/>
                        </a:schemeClr>
                      </a:outerShdw>
                    </a:effectLst>
                  </a:rPr>
                  <a:t>P </a:t>
                </a:r>
                <a14:m>
                  <m:oMath xmlns:m="http://schemas.openxmlformats.org/officeDocument/2006/math">
                    <m:r>
                      <a:rPr lang="en-US" altLang="zh-HK" sz="3600" b="1" i="1" dirty="0">
                        <a:ln w="12700">
                          <a:solidFill>
                            <a:schemeClr val="tx1"/>
                          </a:solidFill>
                          <a:prstDash val="solid"/>
                        </a:ln>
                        <a:effectLst>
                          <a:outerShdw dist="38100" dir="2640000" algn="bl" rotWithShape="0">
                            <a:schemeClr val="tx2">
                              <a:lumMod val="75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HK" sz="3600" b="1" i="1" dirty="0">
                        <a:ln w="12700">
                          <a:solidFill>
                            <a:schemeClr val="tx1"/>
                          </a:solidFill>
                          <a:prstDash val="solid"/>
                        </a:ln>
                        <a:solidFill>
                          <a:srgbClr val="00FF00"/>
                        </a:solidFill>
                        <a:effectLst>
                          <a:outerShdw dist="38100" dir="2640000" algn="bl" rotWithShape="0">
                            <a:schemeClr val="tx2">
                              <a:lumMod val="75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  <m:r>
                      <a:rPr lang="en-US" altLang="zh-HK" sz="3600" b="1" i="1" dirty="0">
                        <a:ln w="12700">
                          <a:solidFill>
                            <a:schemeClr val="tx1"/>
                          </a:solidFill>
                          <a:prstDash val="solid"/>
                        </a:ln>
                        <a:effectLst>
                          <a:outerShdw dist="38100" dir="2640000" algn="bl" rotWithShape="0">
                            <a:schemeClr val="tx2">
                              <a:lumMod val="75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US" altLang="zh-HK" sz="3600" b="1">
                        <a:ln w="12700">
                          <a:solidFill>
                            <a:schemeClr val="tx1"/>
                          </a:solidFill>
                          <a:prstDash val="solid"/>
                        </a:ln>
                        <a:effectLst>
                          <a:outerShdw dist="38100" dir="2640000" algn="bl" rotWithShape="0">
                            <a:schemeClr val="tx2">
                              <a:lumMod val="75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HK" sz="3600" b="1" i="1">
                        <a:ln w="12700">
                          <a:solidFill>
                            <a:schemeClr val="tx1"/>
                          </a:solidFill>
                          <a:prstDash val="solid"/>
                        </a:ln>
                        <a:solidFill>
                          <a:schemeClr val="accent6"/>
                        </a:solidFill>
                        <a:effectLst>
                          <a:outerShdw dist="38100" dir="2640000" algn="bl" rotWithShape="0">
                            <a:schemeClr val="tx2">
                              <a:lumMod val="75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𝑹</m:t>
                    </m:r>
                    <m:r>
                      <a:rPr lang="en-US" altLang="zh-HK" sz="3600" b="1" i="1">
                        <a:ln w="12700">
                          <a:solidFill>
                            <a:schemeClr val="tx1"/>
                          </a:solidFill>
                          <a:prstDash val="solid"/>
                        </a:ln>
                        <a:solidFill>
                          <a:schemeClr val="accent6"/>
                        </a:solidFill>
                        <a:effectLst>
                          <a:outerShdw dist="38100" dir="2640000" algn="bl" rotWithShape="0">
                            <a:schemeClr val="tx2">
                              <a:lumMod val="75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%)</m:t>
                    </m:r>
                  </m:oMath>
                </a14:m>
                <a:endParaRPr lang="zh-HK" altLang="en-US" sz="360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28" name="文字方塊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0541" y="4659957"/>
                <a:ext cx="3411510" cy="70788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文字方塊 28"/>
          <p:cNvSpPr txBox="1"/>
          <p:nvPr/>
        </p:nvSpPr>
        <p:spPr>
          <a:xfrm>
            <a:off x="5422366" y="2348270"/>
            <a:ext cx="14255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4000" b="1">
                <a:ln w="12700">
                  <a:solidFill>
                    <a:schemeClr val="tx1"/>
                  </a:solidFill>
                  <a:prstDash val="solid"/>
                </a:ln>
                <a:solidFill>
                  <a:srgbClr val="92D050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3 </a:t>
            </a:r>
            <a:r>
              <a:rPr lang="en-US" altLang="zh-HK" sz="4000" b="1" err="1">
                <a:ln w="12700">
                  <a:solidFill>
                    <a:schemeClr val="tx1"/>
                  </a:solidFill>
                  <a:prstDash val="solid"/>
                </a:ln>
                <a:solidFill>
                  <a:srgbClr val="92D050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Yr</a:t>
            </a:r>
            <a:endParaRPr lang="zh-HK" altLang="en-US" sz="4000" b="1">
              <a:ln w="12700">
                <a:solidFill>
                  <a:schemeClr val="tx1"/>
                </a:solidFill>
                <a:prstDash val="solid"/>
              </a:ln>
              <a:solidFill>
                <a:srgbClr val="92D050"/>
              </a:solid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文字方塊 29"/>
              <p:cNvSpPr txBox="1"/>
              <p:nvPr/>
            </p:nvSpPr>
            <p:spPr>
              <a:xfrm>
                <a:off x="5170542" y="5254644"/>
                <a:ext cx="5141151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HK" sz="4000" b="1">
                    <a:ln w="12700">
                      <a:solidFill>
                        <a:schemeClr val="tx1"/>
                      </a:solidFill>
                      <a:prstDash val="solid"/>
                    </a:ln>
                    <a:solidFill>
                      <a:srgbClr val="FF33CC"/>
                    </a:solidFill>
                    <a:effectLst>
                      <a:outerShdw dist="38100" dir="2640000" algn="bl" rotWithShape="0">
                        <a:schemeClr val="tx2">
                          <a:lumMod val="75000"/>
                        </a:schemeClr>
                      </a:outerShdw>
                    </a:effectLst>
                  </a:rPr>
                  <a:t>A </a:t>
                </a:r>
                <a:r>
                  <a:rPr lang="en-US" altLang="zh-HK" sz="4000" b="1">
                    <a:ln w="12700">
                      <a:solidFill>
                        <a:schemeClr val="tx1"/>
                      </a:solidFill>
                      <a:prstDash val="solid"/>
                    </a:ln>
                    <a:effectLst>
                      <a:outerShdw dist="38100" dir="2640000" algn="bl" rotWithShape="0">
                        <a:schemeClr val="tx2">
                          <a:lumMod val="75000"/>
                        </a:schemeClr>
                      </a:outerShdw>
                    </a:effectLst>
                  </a:rPr>
                  <a:t>=</a:t>
                </a:r>
                <a:r>
                  <a:rPr lang="en-US" altLang="zh-HK" sz="4000" b="1">
                    <a:ln w="12700">
                      <a:solidFill>
                        <a:schemeClr val="tx1"/>
                      </a:solidFill>
                      <a:prstDash val="solid"/>
                    </a:ln>
                    <a:solidFill>
                      <a:srgbClr val="00B0F0"/>
                    </a:solidFill>
                    <a:effectLst>
                      <a:outerShdw dist="38100" dir="2640000" algn="bl" rotWithShape="0">
                        <a:schemeClr val="tx2">
                          <a:lumMod val="75000"/>
                        </a:schemeClr>
                      </a:outerShdw>
                    </a:effectLst>
                  </a:rPr>
                  <a:t> </a:t>
                </a:r>
                <a:r>
                  <a:rPr lang="en-US" altLang="zh-HK" sz="4000" b="1">
                    <a:ln w="12700">
                      <a:solidFill>
                        <a:schemeClr val="tx1"/>
                      </a:solidFill>
                      <a:prstDash val="solid"/>
                    </a:ln>
                    <a:solidFill>
                      <a:srgbClr val="FF0000"/>
                    </a:solidFill>
                    <a:effectLst>
                      <a:outerShdw dist="38100" dir="2640000" algn="bl" rotWithShape="0">
                        <a:schemeClr val="tx2">
                          <a:lumMod val="75000"/>
                        </a:schemeClr>
                      </a:outerShdw>
                    </a:effectLst>
                  </a:rPr>
                  <a:t>1 000 000 </a:t>
                </a:r>
                <a14:m>
                  <m:oMath xmlns:m="http://schemas.openxmlformats.org/officeDocument/2006/math">
                    <m:r>
                      <a:rPr lang="en-US" altLang="zh-HK" sz="3600" b="1" i="1" dirty="0">
                        <a:ln w="12700">
                          <a:solidFill>
                            <a:schemeClr val="tx1"/>
                          </a:solidFill>
                          <a:prstDash val="solid"/>
                        </a:ln>
                        <a:effectLst>
                          <a:outerShdw dist="38100" dir="2640000" algn="bl" rotWithShape="0">
                            <a:schemeClr val="tx2">
                              <a:lumMod val="75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HK" sz="3600" b="1" i="1" dirty="0">
                        <a:ln w="12700">
                          <a:solidFill>
                            <a:schemeClr val="tx1"/>
                          </a:solidFill>
                          <a:prstDash val="solid"/>
                        </a:ln>
                        <a:solidFill>
                          <a:srgbClr val="00FF00"/>
                        </a:solidFill>
                        <a:effectLst>
                          <a:outerShdw dist="38100" dir="2640000" algn="bl" rotWithShape="0">
                            <a:schemeClr val="tx2">
                              <a:lumMod val="75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  <m:r>
                      <a:rPr lang="en-US" altLang="zh-HK" sz="3600" b="1" i="1" dirty="0">
                        <a:ln w="12700">
                          <a:solidFill>
                            <a:schemeClr val="tx1"/>
                          </a:solidFill>
                          <a:prstDash val="solid"/>
                        </a:ln>
                        <a:effectLst>
                          <a:outerShdw dist="38100" dir="2640000" algn="bl" rotWithShape="0">
                            <a:schemeClr val="tx2">
                              <a:lumMod val="75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US" altLang="zh-HK" sz="3600" b="1">
                        <a:ln w="12700">
                          <a:solidFill>
                            <a:schemeClr val="tx1"/>
                          </a:solidFill>
                          <a:prstDash val="solid"/>
                        </a:ln>
                        <a:effectLst>
                          <a:outerShdw dist="38100" dir="2640000" algn="bl" rotWithShape="0">
                            <a:schemeClr val="tx2">
                              <a:lumMod val="75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HK" sz="3600" b="1" i="1">
                        <a:ln w="12700">
                          <a:solidFill>
                            <a:schemeClr val="tx1"/>
                          </a:solidFill>
                          <a:prstDash val="solid"/>
                        </a:ln>
                        <a:solidFill>
                          <a:schemeClr val="accent6"/>
                        </a:solidFill>
                        <a:effectLst>
                          <a:outerShdw dist="38100" dir="2640000" algn="bl" rotWithShape="0">
                            <a:schemeClr val="tx2">
                              <a:lumMod val="75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𝟓</m:t>
                    </m:r>
                    <m:r>
                      <a:rPr lang="en-US" altLang="zh-HK" sz="3600" b="1" i="1">
                        <a:ln w="12700">
                          <a:solidFill>
                            <a:schemeClr val="tx1"/>
                          </a:solidFill>
                          <a:prstDash val="solid"/>
                        </a:ln>
                        <a:solidFill>
                          <a:schemeClr val="accent6"/>
                        </a:solidFill>
                        <a:effectLst>
                          <a:outerShdw dist="38100" dir="2640000" algn="bl" rotWithShape="0">
                            <a:schemeClr val="tx2">
                              <a:lumMod val="75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%)</m:t>
                    </m:r>
                  </m:oMath>
                </a14:m>
                <a:endParaRPr lang="zh-HK" altLang="en-US" sz="360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30" name="文字方塊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0542" y="5254644"/>
                <a:ext cx="5141151" cy="70788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文字方塊 33"/>
          <p:cNvSpPr txBox="1"/>
          <p:nvPr/>
        </p:nvSpPr>
        <p:spPr>
          <a:xfrm>
            <a:off x="10043837" y="5008912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K" sz="3200" b="1">
                <a:ln w="12700">
                  <a:solidFill>
                    <a:schemeClr val="tx1"/>
                  </a:solidFill>
                  <a:prstDash val="solid"/>
                </a:ln>
                <a:solidFill>
                  <a:srgbClr val="92D050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20</a:t>
            </a:r>
            <a:endParaRPr lang="zh-HK" altLang="en-US" sz="3200" b="1">
              <a:solidFill>
                <a:srgbClr val="7030A0"/>
              </a:solidFill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5565198" y="-208724"/>
            <a:ext cx="10217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4000" b="1">
                <a:ln w="12700">
                  <a:solidFill>
                    <a:schemeClr val="tx1"/>
                  </a:solidFill>
                  <a:prstDash val="solid"/>
                </a:ln>
                <a:solidFill>
                  <a:srgbClr val="92D050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n</a:t>
            </a:r>
            <a:endParaRPr lang="zh-HK" altLang="en-US" sz="4000" b="1">
              <a:ln w="12700">
                <a:solidFill>
                  <a:schemeClr val="tx1"/>
                </a:solidFill>
                <a:prstDash val="solid"/>
              </a:ln>
              <a:solidFill>
                <a:srgbClr val="92D050"/>
              </a:solid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9" name="文字方塊 38"/>
              <p:cNvSpPr txBox="1"/>
              <p:nvPr/>
            </p:nvSpPr>
            <p:spPr>
              <a:xfrm>
                <a:off x="6641647" y="2331695"/>
                <a:ext cx="2731475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4000" b="1" dirty="0">
                          <a:ln w="12700">
                            <a:solidFill>
                              <a:schemeClr val="tx1"/>
                            </a:solidFill>
                            <a:prstDash val="solid"/>
                          </a:ln>
                          <a:solidFill>
                            <a:srgbClr val="FF0000"/>
                          </a:solidFill>
                          <a:effectLst>
                            <a:outerShdw dist="38100" dir="2640000" algn="bl" rotWithShape="0">
                              <a:schemeClr val="tx2">
                                <a:lumMod val="75000"/>
                              </a:schemeClr>
                            </a:outerShdw>
                          </a:effectLst>
                        </a:rPr>
                        <m:t>$ 1 </m:t>
                      </m:r>
                      <m:r>
                        <m:rPr>
                          <m:nor/>
                        </m:rPr>
                        <a:rPr lang="en-US" altLang="zh-HK" sz="4000" b="1" dirty="0">
                          <a:ln w="12700">
                            <a:solidFill>
                              <a:schemeClr val="tx1"/>
                            </a:solidFill>
                            <a:prstDash val="solid"/>
                          </a:ln>
                          <a:solidFill>
                            <a:srgbClr val="00B0F0"/>
                          </a:solidFill>
                          <a:effectLst>
                            <a:outerShdw dist="38100" dir="2640000" algn="bl" rotWithShape="0">
                              <a:schemeClr val="tx2">
                                <a:lumMod val="75000"/>
                              </a:schemeClr>
                            </a:outerShdw>
                          </a:effectLst>
                        </a:rPr>
                        <m:t>157 625</m:t>
                      </m:r>
                    </m:oMath>
                  </m:oMathPara>
                </a14:m>
                <a:endParaRPr lang="zh-HK" altLang="en-US" sz="4400" b="1"/>
              </a:p>
            </p:txBody>
          </p:sp>
        </mc:Choice>
        <mc:Fallback>
          <p:sp>
            <p:nvSpPr>
              <p:cNvPr id="39" name="文字方塊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1647" y="2331695"/>
                <a:ext cx="2731475" cy="707886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文字方塊 39"/>
              <p:cNvSpPr txBox="1"/>
              <p:nvPr/>
            </p:nvSpPr>
            <p:spPr>
              <a:xfrm>
                <a:off x="9173031" y="1657731"/>
                <a:ext cx="1660068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4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m:rPr>
                          <m:nor/>
                        </m:rPr>
                        <a:rPr lang="en-US" altLang="zh-HK" sz="4400" b="1" dirty="0">
                          <a:ln w="13462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prstDash val="solid"/>
                          </a:ln>
                          <a:solidFill>
                            <a:srgbClr val="FFC000"/>
                          </a:solidFill>
                          <a:effectLst>
                            <a:outerShdw dist="38100" dir="2700000" algn="bl" rotWithShape="0">
                              <a:schemeClr val="accent5"/>
                            </a:outerShdw>
                          </a:effectLst>
                        </a:rPr>
                        <m:t>5 %</m:t>
                      </m:r>
                    </m:oMath>
                  </m:oMathPara>
                </a14:m>
                <a:endParaRPr lang="zh-HK" altLang="en-US" sz="4400" b="1"/>
              </a:p>
            </p:txBody>
          </p:sp>
        </mc:Choice>
        <mc:Fallback>
          <p:sp>
            <p:nvSpPr>
              <p:cNvPr id="40" name="文字方塊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3031" y="1657731"/>
                <a:ext cx="1660068" cy="769441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1" name="文字方塊 50"/>
              <p:cNvSpPr txBox="1"/>
              <p:nvPr/>
            </p:nvSpPr>
            <p:spPr>
              <a:xfrm>
                <a:off x="9159347" y="2276873"/>
                <a:ext cx="1673752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44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m:rPr>
                          <m:nor/>
                        </m:rPr>
                        <a:rPr lang="en-US" altLang="zh-HK" sz="4400" b="1" dirty="0">
                          <a:ln w="13462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prstDash val="solid"/>
                          </a:ln>
                          <a:solidFill>
                            <a:srgbClr val="FFC000"/>
                          </a:solidFill>
                          <a:effectLst>
                            <a:outerShdw dist="38100" dir="2700000" algn="bl" rotWithShape="0">
                              <a:schemeClr val="accent5"/>
                            </a:outerShdw>
                          </a:effectLst>
                        </a:rPr>
                        <m:t>5 %</m:t>
                      </m:r>
                    </m:oMath>
                  </m:oMathPara>
                </a14:m>
                <a:endParaRPr lang="zh-HK" altLang="en-US" sz="4400" b="1"/>
              </a:p>
            </p:txBody>
          </p:sp>
        </mc:Choice>
        <mc:Fallback>
          <p:sp>
            <p:nvSpPr>
              <p:cNvPr id="51" name="文字方塊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9347" y="2276873"/>
                <a:ext cx="1673752" cy="769441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3" name="圖片 52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100000" l="0" r="97253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7571" y="2456479"/>
            <a:ext cx="889550" cy="1353876"/>
          </a:xfrm>
          <a:prstGeom prst="rect">
            <a:avLst/>
          </a:prstGeom>
        </p:spPr>
      </p:pic>
      <p:sp>
        <p:nvSpPr>
          <p:cNvPr id="54" name="文字方塊 53"/>
          <p:cNvSpPr txBox="1"/>
          <p:nvPr/>
        </p:nvSpPr>
        <p:spPr>
          <a:xfrm>
            <a:off x="3850882" y="3313578"/>
            <a:ext cx="16209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K" sz="3200" b="1">
                <a:ln w="12700">
                  <a:solidFill>
                    <a:schemeClr val="tx1"/>
                  </a:solidFill>
                  <a:prstDash val="solid"/>
                </a:ln>
                <a:solidFill>
                  <a:srgbClr val="00B0F0"/>
                </a:solidFill>
                <a:effectLst>
                  <a:glow rad="228600">
                    <a:srgbClr val="FFFF00">
                      <a:alpha val="40000"/>
                    </a:srgbClr>
                  </a:glow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$ 55 125</a:t>
            </a:r>
            <a:endParaRPr lang="zh-HK" altLang="en-US" sz="3200" b="1">
              <a:ln w="12700">
                <a:solidFill>
                  <a:schemeClr val="tx1"/>
                </a:solidFill>
                <a:prstDash val="solid"/>
              </a:ln>
              <a:solidFill>
                <a:srgbClr val="00B0F0"/>
              </a:solidFill>
              <a:effectLst>
                <a:glow rad="228600">
                  <a:srgbClr val="FFFF00">
                    <a:alpha val="40000"/>
                  </a:srgbClr>
                </a:glow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  <p:sp>
        <p:nvSpPr>
          <p:cNvPr id="55" name="文字方塊 54"/>
          <p:cNvSpPr txBox="1"/>
          <p:nvPr/>
        </p:nvSpPr>
        <p:spPr>
          <a:xfrm>
            <a:off x="5354431" y="2977986"/>
            <a:ext cx="14255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4000" b="1">
                <a:ln w="12700">
                  <a:solidFill>
                    <a:schemeClr val="tx1"/>
                  </a:solidFill>
                  <a:prstDash val="solid"/>
                </a:ln>
                <a:solidFill>
                  <a:srgbClr val="92D050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20 </a:t>
            </a:r>
            <a:r>
              <a:rPr lang="en-US" altLang="zh-HK" sz="4000" b="1" err="1">
                <a:ln w="12700">
                  <a:solidFill>
                    <a:schemeClr val="tx1"/>
                  </a:solidFill>
                  <a:prstDash val="solid"/>
                </a:ln>
                <a:solidFill>
                  <a:srgbClr val="92D050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Yr</a:t>
            </a:r>
            <a:endParaRPr lang="zh-HK" altLang="en-US" sz="4000" b="1">
              <a:ln w="12700">
                <a:solidFill>
                  <a:schemeClr val="tx1"/>
                </a:solidFill>
                <a:prstDash val="solid"/>
              </a:ln>
              <a:solidFill>
                <a:srgbClr val="92D050"/>
              </a:solid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6" name="文字方塊 55"/>
              <p:cNvSpPr txBox="1"/>
              <p:nvPr/>
            </p:nvSpPr>
            <p:spPr>
              <a:xfrm>
                <a:off x="6549297" y="2968572"/>
                <a:ext cx="3817701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4000" b="1" dirty="0">
                          <a:ln w="12700">
                            <a:solidFill>
                              <a:schemeClr val="tx1"/>
                            </a:solidFill>
                            <a:prstDash val="solid"/>
                          </a:ln>
                          <a:solidFill>
                            <a:srgbClr val="FF33CC"/>
                          </a:solidFill>
                          <a:effectLst>
                            <a:outerShdw dist="38100" dir="2640000" algn="bl" rotWithShape="0">
                              <a:schemeClr val="tx2">
                                <a:lumMod val="75000"/>
                              </a:schemeClr>
                            </a:outerShdw>
                          </a:effectLst>
                        </a:rPr>
                        <m:t>$ 2 653 297.705</m:t>
                      </m:r>
                    </m:oMath>
                  </m:oMathPara>
                </a14:m>
                <a:endParaRPr lang="zh-HK" altLang="en-US" sz="4400" b="1">
                  <a:solidFill>
                    <a:srgbClr val="FF33CC"/>
                  </a:solidFill>
                </a:endParaRPr>
              </a:p>
            </p:txBody>
          </p:sp>
        </mc:Choice>
        <mc:Fallback>
          <p:sp>
            <p:nvSpPr>
              <p:cNvPr id="56" name="文字方塊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9297" y="2968572"/>
                <a:ext cx="3817701" cy="707886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" name="文字方塊 56"/>
              <p:cNvSpPr txBox="1"/>
              <p:nvPr/>
            </p:nvSpPr>
            <p:spPr>
              <a:xfrm>
                <a:off x="5183524" y="5868834"/>
                <a:ext cx="4651269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HK" sz="4000" b="1">
                    <a:ln w="12700">
                      <a:solidFill>
                        <a:schemeClr val="tx1"/>
                      </a:solidFill>
                      <a:prstDash val="solid"/>
                    </a:ln>
                    <a:solidFill>
                      <a:srgbClr val="FF33CC"/>
                    </a:solidFill>
                    <a:effectLst>
                      <a:outerShdw dist="38100" dir="2640000" algn="bl" rotWithShape="0">
                        <a:schemeClr val="tx2">
                          <a:lumMod val="75000"/>
                        </a:schemeClr>
                      </a:outerShdw>
                    </a:effectLst>
                  </a:rPr>
                  <a:t>A </a:t>
                </a:r>
                <a:r>
                  <a:rPr lang="en-US" altLang="zh-HK" sz="4000" b="1">
                    <a:ln w="12700">
                      <a:solidFill>
                        <a:schemeClr val="tx1"/>
                      </a:solidFill>
                      <a:prstDash val="solid"/>
                    </a:ln>
                    <a:effectLst>
                      <a:outerShdw dist="38100" dir="2640000" algn="bl" rotWithShape="0">
                        <a:schemeClr val="tx2">
                          <a:lumMod val="75000"/>
                        </a:schemeClr>
                      </a:outerShdw>
                    </a:effectLst>
                  </a:rPr>
                  <a:t>=</a:t>
                </a:r>
                <a:r>
                  <a:rPr lang="en-US" altLang="zh-HK" sz="4000" b="1">
                    <a:ln w="12700">
                      <a:solidFill>
                        <a:schemeClr val="tx1"/>
                      </a:solidFill>
                      <a:prstDash val="solid"/>
                    </a:ln>
                    <a:solidFill>
                      <a:srgbClr val="00B0F0"/>
                    </a:solidFill>
                    <a:effectLst>
                      <a:outerShdw dist="38100" dir="2640000" algn="bl" rotWithShape="0">
                        <a:schemeClr val="tx2">
                          <a:lumMod val="75000"/>
                        </a:schemeClr>
                      </a:outerShdw>
                    </a:effectLst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HK" sz="4000" b="1" dirty="0">
                        <a:ln w="12700">
                          <a:solidFill>
                            <a:schemeClr val="tx1"/>
                          </a:solidFill>
                          <a:prstDash val="solid"/>
                        </a:ln>
                        <a:solidFill>
                          <a:srgbClr val="FF33CC"/>
                        </a:solidFill>
                        <a:effectLst>
                          <a:outerShdw dist="38100" dir="2640000" algn="bl" rotWithShape="0">
                            <a:schemeClr val="tx2">
                              <a:lumMod val="75000"/>
                            </a:schemeClr>
                          </a:outerShdw>
                        </a:effectLst>
                      </a:rPr>
                      <m:t>$ 2 653 297.705</m:t>
                    </m:r>
                  </m:oMath>
                </a14:m>
                <a:endParaRPr lang="zh-HK" altLang="en-US" sz="4400" b="1">
                  <a:solidFill>
                    <a:srgbClr val="FF33CC"/>
                  </a:solidFill>
                </a:endParaRPr>
              </a:p>
            </p:txBody>
          </p:sp>
        </mc:Choice>
        <mc:Fallback>
          <p:sp>
            <p:nvSpPr>
              <p:cNvPr id="57" name="文字方塊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3524" y="5868834"/>
                <a:ext cx="4651269" cy="707886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文字方塊 58"/>
          <p:cNvSpPr txBox="1"/>
          <p:nvPr/>
        </p:nvSpPr>
        <p:spPr>
          <a:xfrm>
            <a:off x="5183523" y="3974053"/>
            <a:ext cx="37685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K" sz="3200" b="1"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  <a:effectLst>
                  <a:glow rad="139700">
                    <a:schemeClr val="accent5">
                      <a:satMod val="175000"/>
                      <a:alpha val="40000"/>
                    </a:schemeClr>
                  </a:glow>
                  <a:outerShdw dist="38100" dir="2700000" algn="bl" rotWithShape="0">
                    <a:schemeClr val="accent5"/>
                  </a:outerShdw>
                </a:effectLst>
              </a:rPr>
              <a:t>Compound Interest : </a:t>
            </a:r>
          </a:p>
        </p:txBody>
      </p:sp>
    </p:spTree>
    <p:extLst>
      <p:ext uri="{BB962C8B-B14F-4D97-AF65-F5344CB8AC3E}">
        <p14:creationId xmlns:p14="http://schemas.microsoft.com/office/powerpoint/2010/main" val="2612748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3.33333E-6 L -0.17708 0.29051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854" y="1451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 animBg="1"/>
      <p:bldP spid="60" grpId="0" animBg="1"/>
      <p:bldP spid="58" grpId="0" animBg="1"/>
      <p:bldP spid="31" grpId="0" animBg="1"/>
      <p:bldP spid="8" grpId="0"/>
      <p:bldP spid="33" grpId="0"/>
      <p:bldP spid="43" grpId="0"/>
      <p:bldP spid="44" grpId="0"/>
      <p:bldP spid="45" grpId="0"/>
      <p:bldP spid="47" grpId="0"/>
      <p:bldP spid="48" grpId="0"/>
      <p:bldP spid="50" grpId="0"/>
      <p:bldP spid="52" grpId="0"/>
      <p:bldP spid="22" grpId="0"/>
      <p:bldP spid="23" grpId="0"/>
      <p:bldP spid="27" grpId="0"/>
      <p:bldP spid="28" grpId="0"/>
      <p:bldP spid="29" grpId="0"/>
      <p:bldP spid="30" grpId="0"/>
      <p:bldP spid="34" grpId="0"/>
      <p:bldP spid="35" grpId="0"/>
      <p:bldP spid="39" grpId="0"/>
      <p:bldP spid="40" grpId="0"/>
      <p:bldP spid="51" grpId="0"/>
      <p:bldP spid="54" grpId="0"/>
      <p:bldP spid="55" grpId="0"/>
      <p:bldP spid="56" grpId="0"/>
      <p:bldP spid="57" grpId="0"/>
      <p:bldP spid="59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5">
            <a:extLst>
              <a:ext uri="{FF2B5EF4-FFF2-40B4-BE49-F238E27FC236}">
                <a16:creationId xmlns:a16="http://schemas.microsoft.com/office/drawing/2014/main" id="{326C7139-42C1-E178-F348-C1DC340CA77C}"/>
              </a:ext>
            </a:extLst>
          </p:cNvPr>
          <p:cNvSpPr txBox="1"/>
          <p:nvPr/>
        </p:nvSpPr>
        <p:spPr>
          <a:xfrm>
            <a:off x="3635020" y="260648"/>
            <a:ext cx="33250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400" b="1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Calligraphy" panose="03010101010101010101" pitchFamily="66" charset="0"/>
              </a:rPr>
              <a:t>Compound interest</a:t>
            </a:r>
            <a:endParaRPr lang="zh-TW" altLang="en-US" sz="2400" b="1">
              <a:solidFill>
                <a:srgbClr val="66FFFF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3" name="TextBox 15">
            <a:extLst>
              <a:ext uri="{FF2B5EF4-FFF2-40B4-BE49-F238E27FC236}">
                <a16:creationId xmlns:a16="http://schemas.microsoft.com/office/drawing/2014/main" id="{379B669E-3BD1-0473-21DF-74CD8D02C882}"/>
              </a:ext>
            </a:extLst>
          </p:cNvPr>
          <p:cNvSpPr txBox="1"/>
          <p:nvPr/>
        </p:nvSpPr>
        <p:spPr>
          <a:xfrm>
            <a:off x="3969147" y="2439828"/>
            <a:ext cx="6480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400" b="1">
                <a:ln>
                  <a:solidFill>
                    <a:schemeClr val="tx1"/>
                  </a:solidFill>
                </a:ln>
                <a:solidFill>
                  <a:srgbClr val="FF66FF"/>
                </a:solidFill>
                <a:latin typeface="Lucida Calligraphy" panose="03010101010101010101" pitchFamily="66" charset="0"/>
              </a:rPr>
              <a:t>A</a:t>
            </a:r>
            <a:endParaRPr lang="zh-TW" altLang="en-US" sz="2400" b="1">
              <a:solidFill>
                <a:srgbClr val="FF66FF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62181BFF-9635-D432-57C8-A8759C7E5647}"/>
                  </a:ext>
                </a:extLst>
              </p:cNvPr>
              <p:cNvSpPr txBox="1"/>
              <p:nvPr/>
            </p:nvSpPr>
            <p:spPr>
              <a:xfrm>
                <a:off x="4469374" y="243982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62181BFF-9635-D432-57C8-A8759C7E56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9374" y="2439828"/>
                <a:ext cx="295688" cy="40011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15">
            <a:extLst>
              <a:ext uri="{FF2B5EF4-FFF2-40B4-BE49-F238E27FC236}">
                <a16:creationId xmlns:a16="http://schemas.microsoft.com/office/drawing/2014/main" id="{B51C306F-A419-68A3-A95C-8AD19A179CAF}"/>
              </a:ext>
            </a:extLst>
          </p:cNvPr>
          <p:cNvSpPr txBox="1"/>
          <p:nvPr/>
        </p:nvSpPr>
        <p:spPr>
          <a:xfrm>
            <a:off x="4655840" y="2439827"/>
            <a:ext cx="6480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4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P</a:t>
            </a:r>
            <a:endParaRPr lang="zh-TW" altLang="en-US" sz="2400" b="1"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p:grpSp>
        <p:nvGrpSpPr>
          <p:cNvPr id="14" name="群組 13">
            <a:extLst>
              <a:ext uri="{FF2B5EF4-FFF2-40B4-BE49-F238E27FC236}">
                <a16:creationId xmlns:a16="http://schemas.microsoft.com/office/drawing/2014/main" id="{4D1FB0DE-9318-9115-F595-A2BCA64E541F}"/>
              </a:ext>
            </a:extLst>
          </p:cNvPr>
          <p:cNvGrpSpPr/>
          <p:nvPr/>
        </p:nvGrpSpPr>
        <p:grpSpPr>
          <a:xfrm>
            <a:off x="5015880" y="2230931"/>
            <a:ext cx="1304453" cy="843970"/>
            <a:chOff x="1991544" y="3652151"/>
            <a:chExt cx="1304453" cy="843970"/>
          </a:xfrm>
        </p:grpSpPr>
        <p:sp>
          <p:nvSpPr>
            <p:cNvPr id="6" name="文字方塊 5">
              <a:extLst>
                <a:ext uri="{FF2B5EF4-FFF2-40B4-BE49-F238E27FC236}">
                  <a16:creationId xmlns:a16="http://schemas.microsoft.com/office/drawing/2014/main" id="{33D0B239-4CF0-32EC-A49D-E08FAE3C1E99}"/>
                </a:ext>
              </a:extLst>
            </p:cNvPr>
            <p:cNvSpPr txBox="1"/>
            <p:nvPr/>
          </p:nvSpPr>
          <p:spPr>
            <a:xfrm>
              <a:off x="1991544" y="3861048"/>
              <a:ext cx="50206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4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  <a:r>
                <a:rPr lang="en-HK" altLang="zh-HK" sz="24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400" b="1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" name="文字方塊 6">
                  <a:extLst>
                    <a:ext uri="{FF2B5EF4-FFF2-40B4-BE49-F238E27FC236}">
                      <a16:creationId xmlns:a16="http://schemas.microsoft.com/office/drawing/2014/main" id="{EE663612-4297-EED7-F508-0F207ABC10E8}"/>
                    </a:ext>
                  </a:extLst>
                </p:cNvPr>
                <p:cNvSpPr txBox="1"/>
                <p:nvPr/>
              </p:nvSpPr>
              <p:spPr>
                <a:xfrm>
                  <a:off x="2345761" y="3861048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7" name="文字方塊 6">
                  <a:extLst>
                    <a:ext uri="{FF2B5EF4-FFF2-40B4-BE49-F238E27FC236}">
                      <a16:creationId xmlns:a16="http://schemas.microsoft.com/office/drawing/2014/main" id="{EE663612-4297-EED7-F508-0F207ABC10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45761" y="3861048"/>
                  <a:ext cx="295688" cy="40011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8" name="群組 7">
              <a:extLst>
                <a:ext uri="{FF2B5EF4-FFF2-40B4-BE49-F238E27FC236}">
                  <a16:creationId xmlns:a16="http://schemas.microsoft.com/office/drawing/2014/main" id="{02C56B5C-AAA4-CDFB-250F-6C479CE2091A}"/>
                </a:ext>
              </a:extLst>
            </p:cNvPr>
            <p:cNvGrpSpPr/>
            <p:nvPr/>
          </p:nvGrpSpPr>
          <p:grpSpPr>
            <a:xfrm>
              <a:off x="2605854" y="3652151"/>
              <a:ext cx="591829" cy="843970"/>
              <a:chOff x="2822990" y="4626188"/>
              <a:chExt cx="591829" cy="843970"/>
            </a:xfrm>
          </p:grpSpPr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A379E562-70E7-B7D4-7595-009D37ABF0B1}"/>
                  </a:ext>
                </a:extLst>
              </p:cNvPr>
              <p:cNvSpPr txBox="1"/>
              <p:nvPr/>
            </p:nvSpPr>
            <p:spPr>
              <a:xfrm>
                <a:off x="2822990" y="4626188"/>
                <a:ext cx="59182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altLang="zh-HK" sz="2400" b="1">
                    <a:ln>
                      <a:solidFill>
                        <a:schemeClr val="tx1"/>
                      </a:solidFill>
                    </a:ln>
                    <a:solidFill>
                      <a:srgbClr val="00B0F0"/>
                    </a:solidFill>
                    <a:latin typeface="Lucida Calligraphy" panose="03010101010101010101" pitchFamily="66" charset="0"/>
                  </a:rPr>
                  <a:t>r%</a:t>
                </a:r>
              </a:p>
            </p:txBody>
          </p:sp>
          <p:grpSp>
            <p:nvGrpSpPr>
              <p:cNvPr id="10" name="群組 9">
                <a:extLst>
                  <a:ext uri="{FF2B5EF4-FFF2-40B4-BE49-F238E27FC236}">
                    <a16:creationId xmlns:a16="http://schemas.microsoft.com/office/drawing/2014/main" id="{E32D9482-F35E-3E70-E80D-DD4ECC0E5358}"/>
                  </a:ext>
                </a:extLst>
              </p:cNvPr>
              <p:cNvGrpSpPr/>
              <p:nvPr/>
            </p:nvGrpSpPr>
            <p:grpSpPr>
              <a:xfrm>
                <a:off x="2876159" y="5008493"/>
                <a:ext cx="404278" cy="461665"/>
                <a:chOff x="2876159" y="5008493"/>
                <a:chExt cx="404278" cy="461665"/>
              </a:xfrm>
            </p:grpSpPr>
            <p:cxnSp>
              <p:nvCxnSpPr>
                <p:cNvPr id="11" name="直線接點 10">
                  <a:extLst>
                    <a:ext uri="{FF2B5EF4-FFF2-40B4-BE49-F238E27FC236}">
                      <a16:creationId xmlns:a16="http://schemas.microsoft.com/office/drawing/2014/main" id="{938DCB87-A46E-46F5-3D3C-E9109DD182B4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V="1">
                  <a:off x="2896107" y="5034454"/>
                  <a:ext cx="364383" cy="1591"/>
                </a:xfrm>
                <a:prstGeom prst="line">
                  <a:avLst/>
                </a:prstGeom>
                <a:solidFill>
                  <a:srgbClr val="C0C0C0"/>
                </a:solidFill>
                <a:ln w="285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12" name="文字方塊 11">
                  <a:extLst>
                    <a:ext uri="{FF2B5EF4-FFF2-40B4-BE49-F238E27FC236}">
                      <a16:creationId xmlns:a16="http://schemas.microsoft.com/office/drawing/2014/main" id="{56696680-1D5C-8570-78E3-B607BCA7809D}"/>
                    </a:ext>
                  </a:extLst>
                </p:cNvPr>
                <p:cNvSpPr txBox="1"/>
                <p:nvPr/>
              </p:nvSpPr>
              <p:spPr>
                <a:xfrm>
                  <a:off x="2876159" y="5008493"/>
                  <a:ext cx="404278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HK" altLang="zh-HK" sz="2400" b="1">
                      <a:ln>
                        <a:solidFill>
                          <a:schemeClr val="tx1"/>
                        </a:solidFill>
                      </a:ln>
                      <a:solidFill>
                        <a:srgbClr val="FF7C80"/>
                      </a:solidFill>
                      <a:latin typeface="Lucida Calligraphy" panose="03010101010101010101" pitchFamily="66" charset="0"/>
                    </a:rPr>
                    <a:t>n</a:t>
                  </a:r>
                </a:p>
              </p:txBody>
            </p:sp>
          </p:grpSp>
        </p:grpSp>
        <p:sp>
          <p:nvSpPr>
            <p:cNvPr id="13" name="文字方塊 12">
              <a:extLst>
                <a:ext uri="{FF2B5EF4-FFF2-40B4-BE49-F238E27FC236}">
                  <a16:creationId xmlns:a16="http://schemas.microsoft.com/office/drawing/2014/main" id="{B34CC031-893C-6AD7-80EA-BD97BFC5F7D5}"/>
                </a:ext>
              </a:extLst>
            </p:cNvPr>
            <p:cNvSpPr txBox="1"/>
            <p:nvPr/>
          </p:nvSpPr>
          <p:spPr>
            <a:xfrm>
              <a:off x="3002327" y="3861048"/>
              <a:ext cx="29367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4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  <a:endParaRPr lang="en-HK" sz="2400" b="1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endParaRPr>
            </a:p>
          </p:txBody>
        </p:sp>
      </p:grpSp>
      <p:sp>
        <p:nvSpPr>
          <p:cNvPr id="15" name="TextBox 15">
            <a:extLst>
              <a:ext uri="{FF2B5EF4-FFF2-40B4-BE49-F238E27FC236}">
                <a16:creationId xmlns:a16="http://schemas.microsoft.com/office/drawing/2014/main" id="{F5F058DC-5279-09AC-75A6-36D019FCE621}"/>
              </a:ext>
            </a:extLst>
          </p:cNvPr>
          <p:cNvSpPr txBox="1"/>
          <p:nvPr/>
        </p:nvSpPr>
        <p:spPr>
          <a:xfrm>
            <a:off x="6113342" y="2204864"/>
            <a:ext cx="3104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1600" b="1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Calligraphy" panose="03010101010101010101" pitchFamily="66" charset="0"/>
              </a:rPr>
              <a:t>n</a:t>
            </a:r>
            <a:endParaRPr lang="zh-TW" altLang="en-US" sz="1600" b="1">
              <a:solidFill>
                <a:srgbClr val="FF7C8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EB7C0DD1-13DA-C748-AEDA-F1AAB060A57E}"/>
                  </a:ext>
                </a:extLst>
              </p:cNvPr>
              <p:cNvSpPr txBox="1"/>
              <p:nvPr/>
            </p:nvSpPr>
            <p:spPr>
              <a:xfrm>
                <a:off x="6292375" y="2204864"/>
                <a:ext cx="29568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16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EB7C0DD1-13DA-C748-AEDA-F1AAB060A5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2375" y="2204864"/>
                <a:ext cx="295688" cy="3385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5">
            <a:extLst>
              <a:ext uri="{FF2B5EF4-FFF2-40B4-BE49-F238E27FC236}">
                <a16:creationId xmlns:a16="http://schemas.microsoft.com/office/drawing/2014/main" id="{28A1A603-351D-56CF-1CDF-637CE91EA488}"/>
              </a:ext>
            </a:extLst>
          </p:cNvPr>
          <p:cNvSpPr txBox="1"/>
          <p:nvPr/>
        </p:nvSpPr>
        <p:spPr>
          <a:xfrm>
            <a:off x="6469387" y="2204864"/>
            <a:ext cx="3104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1600" b="1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t</a:t>
            </a:r>
            <a:endParaRPr lang="zh-TW" altLang="en-US" sz="1600" b="1">
              <a:solidFill>
                <a:schemeClr val="accent6">
                  <a:lumMod val="60000"/>
                  <a:lumOff val="40000"/>
                </a:schemeClr>
              </a:solidFill>
              <a:latin typeface="Lucida Handwriting" panose="03010101010101010101" pitchFamily="66" charset="0"/>
            </a:endParaRP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FE334F19-EFF4-9EEF-B089-ECF60446F6A5}"/>
              </a:ext>
            </a:extLst>
          </p:cNvPr>
          <p:cNvCxnSpPr>
            <a:cxnSpLocks/>
            <a:endCxn id="3" idx="2"/>
          </p:cNvCxnSpPr>
          <p:nvPr/>
        </p:nvCxnSpPr>
        <p:spPr>
          <a:xfrm flipV="1">
            <a:off x="3647728" y="2901493"/>
            <a:ext cx="645455" cy="527507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15">
            <a:extLst>
              <a:ext uri="{FF2B5EF4-FFF2-40B4-BE49-F238E27FC236}">
                <a16:creationId xmlns:a16="http://schemas.microsoft.com/office/drawing/2014/main" id="{247EFAB8-4254-3BC0-A194-9EFB009B7FFB}"/>
              </a:ext>
            </a:extLst>
          </p:cNvPr>
          <p:cNvSpPr txBox="1"/>
          <p:nvPr/>
        </p:nvSpPr>
        <p:spPr>
          <a:xfrm>
            <a:off x="2891644" y="3463291"/>
            <a:ext cx="15121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FF66FF"/>
                </a:solidFill>
                <a:latin typeface="Lucida Calligraphy" panose="03010101010101010101" pitchFamily="66" charset="0"/>
              </a:rPr>
              <a:t>Amount</a:t>
            </a:r>
            <a:endParaRPr lang="zh-TW" altLang="en-US" sz="2000" b="1">
              <a:solidFill>
                <a:srgbClr val="FF66FF"/>
              </a:solidFill>
              <a:latin typeface="Lucida Handwriting" panose="03010101010101010101" pitchFamily="66" charset="0"/>
            </a:endParaRPr>
          </a:p>
        </p:txBody>
      </p:sp>
      <p:cxnSp>
        <p:nvCxnSpPr>
          <p:cNvPr id="22" name="直線單箭頭接點 21">
            <a:extLst>
              <a:ext uri="{FF2B5EF4-FFF2-40B4-BE49-F238E27FC236}">
                <a16:creationId xmlns:a16="http://schemas.microsoft.com/office/drawing/2014/main" id="{9461E900-9032-5C65-55C9-E228A92DD5D8}"/>
              </a:ext>
            </a:extLst>
          </p:cNvPr>
          <p:cNvCxnSpPr>
            <a:cxnSpLocks/>
            <a:endCxn id="5" idx="2"/>
          </p:cNvCxnSpPr>
          <p:nvPr/>
        </p:nvCxnSpPr>
        <p:spPr>
          <a:xfrm flipV="1">
            <a:off x="4600785" y="2901492"/>
            <a:ext cx="379091" cy="1055017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TextBox 15">
            <a:extLst>
              <a:ext uri="{FF2B5EF4-FFF2-40B4-BE49-F238E27FC236}">
                <a16:creationId xmlns:a16="http://schemas.microsoft.com/office/drawing/2014/main" id="{130B2AF0-1185-C3C6-00BC-E9CF3D3F60CA}"/>
              </a:ext>
            </a:extLst>
          </p:cNvPr>
          <p:cNvSpPr txBox="1"/>
          <p:nvPr/>
        </p:nvSpPr>
        <p:spPr>
          <a:xfrm>
            <a:off x="3713913" y="3990798"/>
            <a:ext cx="16561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Principal</a:t>
            </a:r>
            <a:endParaRPr lang="zh-TW" altLang="en-US" sz="2000" b="1"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p:cxnSp>
        <p:nvCxnSpPr>
          <p:cNvPr id="26" name="直線單箭頭接點 25">
            <a:extLst>
              <a:ext uri="{FF2B5EF4-FFF2-40B4-BE49-F238E27FC236}">
                <a16:creationId xmlns:a16="http://schemas.microsoft.com/office/drawing/2014/main" id="{65030ECD-3578-6A67-C030-8AB8E6E6DA97}"/>
              </a:ext>
            </a:extLst>
          </p:cNvPr>
          <p:cNvCxnSpPr>
            <a:cxnSpLocks/>
          </p:cNvCxnSpPr>
          <p:nvPr/>
        </p:nvCxnSpPr>
        <p:spPr>
          <a:xfrm>
            <a:off x="4970228" y="1548149"/>
            <a:ext cx="807551" cy="704064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TextBox 15">
            <a:extLst>
              <a:ext uri="{FF2B5EF4-FFF2-40B4-BE49-F238E27FC236}">
                <a16:creationId xmlns:a16="http://schemas.microsoft.com/office/drawing/2014/main" id="{CCB5D5E7-FC2C-41A3-6276-1D51ED1B309D}"/>
              </a:ext>
            </a:extLst>
          </p:cNvPr>
          <p:cNvSpPr txBox="1"/>
          <p:nvPr/>
        </p:nvSpPr>
        <p:spPr>
          <a:xfrm>
            <a:off x="4400597" y="1185100"/>
            <a:ext cx="9033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Calligraphy" panose="03010101010101010101" pitchFamily="66" charset="0"/>
              </a:rPr>
              <a:t>Rate</a:t>
            </a:r>
            <a:endParaRPr lang="zh-TW" altLang="en-US" sz="2000" b="1">
              <a:solidFill>
                <a:srgbClr val="00B0F0"/>
              </a:solidFill>
              <a:latin typeface="Lucida Handwriting" panose="03010101010101010101" pitchFamily="66" charset="0"/>
            </a:endParaRPr>
          </a:p>
        </p:txBody>
      </p:sp>
      <p:cxnSp>
        <p:nvCxnSpPr>
          <p:cNvPr id="31" name="直線單箭頭接點 30">
            <a:extLst>
              <a:ext uri="{FF2B5EF4-FFF2-40B4-BE49-F238E27FC236}">
                <a16:creationId xmlns:a16="http://schemas.microsoft.com/office/drawing/2014/main" id="{F48E7158-7B40-F368-42DB-634762EE23E8}"/>
              </a:ext>
            </a:extLst>
          </p:cNvPr>
          <p:cNvCxnSpPr>
            <a:cxnSpLocks/>
          </p:cNvCxnSpPr>
          <p:nvPr/>
        </p:nvCxnSpPr>
        <p:spPr>
          <a:xfrm flipH="1" flipV="1">
            <a:off x="5867255" y="3018469"/>
            <a:ext cx="306243" cy="764631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直線單箭頭接點 32">
            <a:extLst>
              <a:ext uri="{FF2B5EF4-FFF2-40B4-BE49-F238E27FC236}">
                <a16:creationId xmlns:a16="http://schemas.microsoft.com/office/drawing/2014/main" id="{8D0407E3-FB9F-30D0-54D2-EB8C3925D954}"/>
              </a:ext>
            </a:extLst>
          </p:cNvPr>
          <p:cNvCxnSpPr>
            <a:cxnSpLocks/>
          </p:cNvCxnSpPr>
          <p:nvPr/>
        </p:nvCxnSpPr>
        <p:spPr>
          <a:xfrm flipV="1">
            <a:off x="6218956" y="2519176"/>
            <a:ext cx="69021" cy="1263924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TextBox 15">
            <a:extLst>
              <a:ext uri="{FF2B5EF4-FFF2-40B4-BE49-F238E27FC236}">
                <a16:creationId xmlns:a16="http://schemas.microsoft.com/office/drawing/2014/main" id="{6110D6C9-4562-0796-0E07-3373B912F421}"/>
              </a:ext>
            </a:extLst>
          </p:cNvPr>
          <p:cNvSpPr txBox="1"/>
          <p:nvPr/>
        </p:nvSpPr>
        <p:spPr>
          <a:xfrm>
            <a:off x="5511764" y="3818249"/>
            <a:ext cx="165618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Calligraphy" panose="03010101010101010101" pitchFamily="66" charset="0"/>
              </a:rPr>
              <a:t>Number of times compound in 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Handwriting" panose="03010101010101010101" pitchFamily="66" charset="0"/>
              </a:rPr>
              <a:t>1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Calligraphy" panose="03010101010101010101" pitchFamily="66" charset="0"/>
              </a:rPr>
              <a:t> year</a:t>
            </a:r>
            <a:endParaRPr lang="zh-TW" altLang="en-US" sz="2000" b="1">
              <a:solidFill>
                <a:srgbClr val="FF7C80"/>
              </a:solidFill>
              <a:latin typeface="Lucida Handwriting" panose="03010101010101010101" pitchFamily="66" charset="0"/>
            </a:endParaRPr>
          </a:p>
        </p:txBody>
      </p:sp>
      <p:cxnSp>
        <p:nvCxnSpPr>
          <p:cNvPr id="36" name="直線單箭頭接點 35">
            <a:extLst>
              <a:ext uri="{FF2B5EF4-FFF2-40B4-BE49-F238E27FC236}">
                <a16:creationId xmlns:a16="http://schemas.microsoft.com/office/drawing/2014/main" id="{05CF9627-1692-0BFC-0169-095AA0C5A843}"/>
              </a:ext>
            </a:extLst>
          </p:cNvPr>
          <p:cNvCxnSpPr>
            <a:cxnSpLocks/>
          </p:cNvCxnSpPr>
          <p:nvPr/>
        </p:nvCxnSpPr>
        <p:spPr>
          <a:xfrm flipH="1">
            <a:off x="6649517" y="1598641"/>
            <a:ext cx="598611" cy="614249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TextBox 15">
            <a:extLst>
              <a:ext uri="{FF2B5EF4-FFF2-40B4-BE49-F238E27FC236}">
                <a16:creationId xmlns:a16="http://schemas.microsoft.com/office/drawing/2014/main" id="{189956DD-3CCC-EDD4-1D9D-5481FD8E0C7B}"/>
              </a:ext>
            </a:extLst>
          </p:cNvPr>
          <p:cNvSpPr txBox="1"/>
          <p:nvPr/>
        </p:nvSpPr>
        <p:spPr>
          <a:xfrm>
            <a:off x="7022167" y="1210346"/>
            <a:ext cx="9033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Year</a:t>
            </a:r>
            <a:endParaRPr lang="zh-TW" altLang="en-US" sz="2000" b="1">
              <a:solidFill>
                <a:schemeClr val="accent6">
                  <a:lumMod val="60000"/>
                  <a:lumOff val="40000"/>
                </a:schemeClr>
              </a:solidFill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994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15" grpId="0"/>
      <p:bldP spid="16" grpId="0"/>
      <p:bldP spid="17" grpId="0"/>
      <p:bldP spid="21" grpId="0"/>
      <p:bldP spid="25" grpId="0"/>
      <p:bldP spid="30" grpId="0"/>
      <p:bldP spid="35" grpId="0"/>
      <p:bldP spid="38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/>
        </p:nvSpPr>
        <p:spPr>
          <a:xfrm>
            <a:off x="1524000" y="5094219"/>
            <a:ext cx="9144000" cy="1269977"/>
          </a:xfrm>
          <a:prstGeom prst="rect">
            <a:avLst/>
          </a:prstGeom>
          <a:solidFill>
            <a:srgbClr val="00B0F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20" name="矩形 19"/>
          <p:cNvSpPr/>
          <p:nvPr/>
        </p:nvSpPr>
        <p:spPr>
          <a:xfrm>
            <a:off x="1510135" y="3593608"/>
            <a:ext cx="9144000" cy="1240248"/>
          </a:xfrm>
          <a:prstGeom prst="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19" name="矩形 18"/>
          <p:cNvSpPr/>
          <p:nvPr/>
        </p:nvSpPr>
        <p:spPr>
          <a:xfrm>
            <a:off x="1520074" y="2078259"/>
            <a:ext cx="9144000" cy="1334456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18" name="矩形 17"/>
          <p:cNvSpPr/>
          <p:nvPr/>
        </p:nvSpPr>
        <p:spPr>
          <a:xfrm>
            <a:off x="1524000" y="844702"/>
            <a:ext cx="9144000" cy="1045502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" name="文字方塊 2"/>
          <p:cNvSpPr txBox="1"/>
          <p:nvPr/>
        </p:nvSpPr>
        <p:spPr>
          <a:xfrm>
            <a:off x="8782183" y="764705"/>
            <a:ext cx="3273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K" sz="3200" b="1">
                <a:ln w="12700">
                  <a:solidFill>
                    <a:schemeClr val="tx1"/>
                  </a:solidFill>
                  <a:prstDash val="solid"/>
                </a:ln>
                <a:solidFill>
                  <a:srgbClr val="92D050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t</a:t>
            </a:r>
            <a:endParaRPr lang="zh-HK" altLang="en-US" sz="3200" b="1">
              <a:solidFill>
                <a:srgbClr val="7030A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字方塊 3"/>
              <p:cNvSpPr txBox="1"/>
              <p:nvPr/>
            </p:nvSpPr>
            <p:spPr>
              <a:xfrm>
                <a:off x="5609908" y="996394"/>
                <a:ext cx="3411510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HK" sz="4000" b="1">
                    <a:ln w="12700">
                      <a:solidFill>
                        <a:schemeClr val="tx1"/>
                      </a:solidFill>
                      <a:prstDash val="solid"/>
                    </a:ln>
                    <a:solidFill>
                      <a:srgbClr val="FF33CC"/>
                    </a:solidFill>
                    <a:effectLst>
                      <a:outerShdw dist="38100" dir="2640000" algn="bl" rotWithShape="0">
                        <a:schemeClr val="tx2">
                          <a:lumMod val="75000"/>
                        </a:schemeClr>
                      </a:outerShdw>
                    </a:effectLst>
                  </a:rPr>
                  <a:t>A</a:t>
                </a:r>
                <a:r>
                  <a:rPr lang="en-US" altLang="zh-HK" sz="4000" b="1">
                    <a:ln w="12700">
                      <a:solidFill>
                        <a:schemeClr val="tx1"/>
                      </a:solidFill>
                      <a:prstDash val="solid"/>
                    </a:ln>
                    <a:effectLst>
                      <a:outerShdw dist="38100" dir="2640000" algn="bl" rotWithShape="0">
                        <a:schemeClr val="tx2">
                          <a:lumMod val="75000"/>
                        </a:schemeClr>
                      </a:outerShdw>
                    </a:effectLst>
                  </a:rPr>
                  <a:t> =</a:t>
                </a:r>
                <a:r>
                  <a:rPr lang="en-US" altLang="zh-HK" sz="4000" b="1">
                    <a:ln w="12700">
                      <a:solidFill>
                        <a:schemeClr val="tx1"/>
                      </a:solidFill>
                      <a:prstDash val="solid"/>
                    </a:ln>
                    <a:solidFill>
                      <a:srgbClr val="00B0F0"/>
                    </a:solidFill>
                    <a:effectLst>
                      <a:outerShdw dist="38100" dir="2640000" algn="bl" rotWithShape="0">
                        <a:schemeClr val="tx2">
                          <a:lumMod val="75000"/>
                        </a:schemeClr>
                      </a:outerShdw>
                    </a:effectLst>
                  </a:rPr>
                  <a:t> </a:t>
                </a:r>
                <a:r>
                  <a:rPr lang="en-US" altLang="zh-HK" sz="4000" b="1">
                    <a:ln w="12700">
                      <a:solidFill>
                        <a:schemeClr val="tx1"/>
                      </a:solidFill>
                      <a:prstDash val="solid"/>
                    </a:ln>
                    <a:solidFill>
                      <a:srgbClr val="FF0000"/>
                    </a:solidFill>
                    <a:effectLst>
                      <a:outerShdw dist="38100" dir="2640000" algn="bl" rotWithShape="0">
                        <a:schemeClr val="tx2">
                          <a:lumMod val="75000"/>
                        </a:schemeClr>
                      </a:outerShdw>
                    </a:effectLst>
                  </a:rPr>
                  <a:t>P </a:t>
                </a:r>
                <a14:m>
                  <m:oMath xmlns:m="http://schemas.openxmlformats.org/officeDocument/2006/math">
                    <m:r>
                      <a:rPr lang="en-US" altLang="zh-HK" sz="3600" b="1" i="1" dirty="0">
                        <a:ln w="12700">
                          <a:solidFill>
                            <a:schemeClr val="tx1"/>
                          </a:solidFill>
                          <a:prstDash val="solid"/>
                        </a:ln>
                        <a:effectLst>
                          <a:outerShdw dist="38100" dir="2640000" algn="bl" rotWithShape="0">
                            <a:schemeClr val="tx2">
                              <a:lumMod val="75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HK" sz="3600" b="1" i="1" dirty="0">
                        <a:ln w="12700">
                          <a:solidFill>
                            <a:schemeClr val="tx1"/>
                          </a:solidFill>
                          <a:prstDash val="solid"/>
                        </a:ln>
                        <a:solidFill>
                          <a:srgbClr val="00FF00"/>
                        </a:solidFill>
                        <a:effectLst>
                          <a:outerShdw dist="38100" dir="2640000" algn="bl" rotWithShape="0">
                            <a:schemeClr val="tx2">
                              <a:lumMod val="75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  <m:r>
                      <a:rPr lang="en-US" altLang="zh-HK" sz="3600" b="1" i="1" dirty="0">
                        <a:ln w="12700">
                          <a:solidFill>
                            <a:schemeClr val="tx1"/>
                          </a:solidFill>
                          <a:prstDash val="solid"/>
                        </a:ln>
                        <a:effectLst>
                          <a:outerShdw dist="38100" dir="2640000" algn="bl" rotWithShape="0">
                            <a:schemeClr val="tx2">
                              <a:lumMod val="75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US" altLang="zh-HK" sz="3600" b="1">
                        <a:ln w="12700">
                          <a:solidFill>
                            <a:schemeClr val="tx1"/>
                          </a:solidFill>
                          <a:prstDash val="solid"/>
                        </a:ln>
                        <a:effectLst>
                          <a:outerShdw dist="38100" dir="2640000" algn="bl" rotWithShape="0">
                            <a:schemeClr val="tx2">
                              <a:lumMod val="75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HK" sz="3600" b="1" i="1">
                        <a:ln w="12700">
                          <a:solidFill>
                            <a:schemeClr val="tx1"/>
                          </a:solidFill>
                          <a:prstDash val="solid"/>
                        </a:ln>
                        <a:solidFill>
                          <a:schemeClr val="accent6"/>
                        </a:solidFill>
                        <a:effectLst>
                          <a:outerShdw dist="38100" dir="2640000" algn="bl" rotWithShape="0">
                            <a:schemeClr val="tx2">
                              <a:lumMod val="75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𝑹</m:t>
                    </m:r>
                    <m:r>
                      <a:rPr lang="en-US" altLang="zh-HK" sz="3600" b="1" i="1">
                        <a:ln w="12700">
                          <a:solidFill>
                            <a:schemeClr val="tx1"/>
                          </a:solidFill>
                          <a:prstDash val="solid"/>
                        </a:ln>
                        <a:solidFill>
                          <a:schemeClr val="accent6"/>
                        </a:solidFill>
                        <a:effectLst>
                          <a:outerShdw dist="38100" dir="2640000" algn="bl" rotWithShape="0">
                            <a:schemeClr val="tx2">
                              <a:lumMod val="75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%)</m:t>
                    </m:r>
                  </m:oMath>
                </a14:m>
                <a:endParaRPr lang="zh-HK" altLang="en-US" sz="360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4" name="文字方塊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9908" y="996394"/>
                <a:ext cx="3411510" cy="70788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字方塊 4"/>
              <p:cNvSpPr txBox="1"/>
              <p:nvPr/>
            </p:nvSpPr>
            <p:spPr>
              <a:xfrm>
                <a:off x="5641945" y="2097552"/>
                <a:ext cx="3813288" cy="11557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HK" sz="4000" b="1">
                    <a:ln w="12700">
                      <a:solidFill>
                        <a:schemeClr val="tx1"/>
                      </a:solidFill>
                      <a:prstDash val="solid"/>
                    </a:ln>
                    <a:solidFill>
                      <a:srgbClr val="FF33CC"/>
                    </a:solidFill>
                    <a:effectLst>
                      <a:outerShdw dist="38100" dir="2640000" algn="bl" rotWithShape="0">
                        <a:schemeClr val="tx2">
                          <a:lumMod val="75000"/>
                        </a:schemeClr>
                      </a:outerShdw>
                    </a:effectLst>
                  </a:rPr>
                  <a:t>A </a:t>
                </a:r>
                <a:r>
                  <a:rPr lang="en-US" altLang="zh-HK" sz="4000" b="1">
                    <a:ln w="12700">
                      <a:solidFill>
                        <a:schemeClr val="tx1"/>
                      </a:solidFill>
                      <a:prstDash val="solid"/>
                    </a:ln>
                    <a:effectLst>
                      <a:outerShdw dist="38100" dir="2640000" algn="bl" rotWithShape="0">
                        <a:schemeClr val="tx2">
                          <a:lumMod val="75000"/>
                        </a:schemeClr>
                      </a:outerShdw>
                    </a:effectLst>
                  </a:rPr>
                  <a:t>=</a:t>
                </a:r>
                <a:r>
                  <a:rPr lang="en-US" altLang="zh-HK" sz="4000" b="1">
                    <a:ln w="12700">
                      <a:solidFill>
                        <a:schemeClr val="tx1"/>
                      </a:solidFill>
                      <a:prstDash val="solid"/>
                    </a:ln>
                    <a:solidFill>
                      <a:srgbClr val="00B0F0"/>
                    </a:solidFill>
                    <a:effectLst>
                      <a:outerShdw dist="38100" dir="2640000" algn="bl" rotWithShape="0">
                        <a:schemeClr val="tx2">
                          <a:lumMod val="75000"/>
                        </a:schemeClr>
                      </a:outerShdw>
                    </a:effectLst>
                  </a:rPr>
                  <a:t> </a:t>
                </a:r>
                <a:r>
                  <a:rPr lang="en-US" altLang="zh-HK" sz="4000" b="1">
                    <a:ln w="12700">
                      <a:solidFill>
                        <a:schemeClr val="tx1"/>
                      </a:solidFill>
                      <a:prstDash val="solid"/>
                    </a:ln>
                    <a:solidFill>
                      <a:srgbClr val="FF0000"/>
                    </a:solidFill>
                    <a:effectLst>
                      <a:outerShdw dist="38100" dir="2640000" algn="bl" rotWithShape="0">
                        <a:schemeClr val="tx2">
                          <a:lumMod val="75000"/>
                        </a:schemeClr>
                      </a:outerShdw>
                    </a:effectLst>
                  </a:rPr>
                  <a:t>P</a:t>
                </a:r>
                <a14:m>
                  <m:oMath xmlns:m="http://schemas.openxmlformats.org/officeDocument/2006/math">
                    <m:r>
                      <a:rPr lang="en-US" altLang="zh-HK" sz="4800" b="1" i="1" dirty="0">
                        <a:ln w="12700">
                          <a:solidFill>
                            <a:schemeClr val="tx1"/>
                          </a:solidFill>
                          <a:prstDash val="solid"/>
                        </a:ln>
                        <a:effectLst>
                          <a:outerShdw dist="38100" dir="2640000" algn="bl" rotWithShape="0">
                            <a:schemeClr val="tx2">
                              <a:lumMod val="75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HK" sz="4800" b="1" i="1" dirty="0">
                        <a:ln w="12700">
                          <a:solidFill>
                            <a:schemeClr val="tx1"/>
                          </a:solidFill>
                          <a:prstDash val="solid"/>
                        </a:ln>
                        <a:solidFill>
                          <a:srgbClr val="00FF00"/>
                        </a:solidFill>
                        <a:effectLst>
                          <a:outerShdw dist="38100" dir="2640000" algn="bl" rotWithShape="0">
                            <a:schemeClr val="tx2">
                              <a:lumMod val="75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  <m:r>
                      <a:rPr lang="en-US" altLang="zh-HK" sz="4800" b="1" i="1" dirty="0">
                        <a:ln w="12700">
                          <a:solidFill>
                            <a:schemeClr val="tx1"/>
                          </a:solidFill>
                          <a:prstDash val="solid"/>
                        </a:ln>
                        <a:effectLst>
                          <a:outerShdw dist="38100" dir="2640000" algn="bl" rotWithShape="0">
                            <a:schemeClr val="tx2">
                              <a:lumMod val="75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US" altLang="zh-HK" sz="4800" b="1">
                        <a:ln w="12700">
                          <a:solidFill>
                            <a:schemeClr val="tx1"/>
                          </a:solidFill>
                          <a:prstDash val="solid"/>
                        </a:ln>
                        <a:effectLst>
                          <a:outerShdw dist="38100" dir="2640000" algn="bl" rotWithShape="0">
                            <a:schemeClr val="tx2">
                              <a:lumMod val="75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altLang="zh-HK" sz="4800" b="1" i="1">
                            <a:ln w="12700">
                              <a:solidFill>
                                <a:schemeClr val="tx1"/>
                              </a:solidFill>
                              <a:prstDash val="solid"/>
                            </a:ln>
                            <a:effectLst>
                              <a:outerShdw dist="38100" dir="2640000" algn="bl" rotWithShape="0">
                                <a:schemeClr val="tx2">
                                  <a:lumMod val="75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HK" sz="4800" b="1" i="1">
                            <a:ln w="12700">
                              <a:solidFill>
                                <a:schemeClr val="tx1"/>
                              </a:solidFill>
                              <a:prstDash val="solid"/>
                            </a:ln>
                            <a:solidFill>
                              <a:schemeClr val="accent6"/>
                            </a:solidFill>
                            <a:effectLst>
                              <a:outerShdw dist="38100" dir="2640000" algn="bl" rotWithShape="0">
                                <a:schemeClr val="tx2">
                                  <a:lumMod val="75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𝑹</m:t>
                        </m:r>
                        <m:r>
                          <a:rPr lang="en-US" altLang="zh-HK" sz="4800" b="1" i="1">
                            <a:ln w="12700">
                              <a:solidFill>
                                <a:schemeClr val="tx1"/>
                              </a:solidFill>
                              <a:prstDash val="solid"/>
                            </a:ln>
                            <a:solidFill>
                              <a:schemeClr val="accent6"/>
                            </a:solidFill>
                            <a:effectLst>
                              <a:outerShdw dist="38100" dir="2640000" algn="bl" rotWithShape="0">
                                <a:schemeClr val="tx2">
                                  <a:lumMod val="75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%</m:t>
                        </m:r>
                      </m:num>
                      <m:den>
                        <m:r>
                          <a:rPr lang="en-US" altLang="zh-HK" sz="4800" b="1" i="1">
                            <a:ln w="12700">
                              <a:solidFill>
                                <a:schemeClr val="tx1"/>
                              </a:solidFill>
                              <a:prstDash val="solid"/>
                            </a:ln>
                            <a:solidFill>
                              <a:srgbClr val="FFFF00"/>
                            </a:solidFill>
                            <a:effectLst>
                              <a:outerShdw dist="38100" dir="2640000" algn="bl" rotWithShape="0">
                                <a:schemeClr val="tx2">
                                  <a:lumMod val="75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en-US" altLang="zh-HK" sz="4800" b="1" i="1">
                        <a:ln w="12700">
                          <a:solidFill>
                            <a:schemeClr val="tx1"/>
                          </a:solidFill>
                          <a:prstDash val="solid"/>
                        </a:ln>
                        <a:effectLst>
                          <a:outerShdw dist="38100" dir="2640000" algn="bl" rotWithShape="0">
                            <a:schemeClr val="tx2">
                              <a:lumMod val="75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zh-HK" altLang="en-US" sz="360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5" name="文字方塊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1945" y="2097552"/>
                <a:ext cx="3813288" cy="115576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字方塊 5"/>
          <p:cNvSpPr txBox="1"/>
          <p:nvPr/>
        </p:nvSpPr>
        <p:spPr>
          <a:xfrm>
            <a:off x="9284693" y="1988841"/>
            <a:ext cx="3273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K" sz="3200" b="1">
                <a:ln w="12700">
                  <a:solidFill>
                    <a:schemeClr val="tx1"/>
                  </a:solidFill>
                  <a:prstDash val="solid"/>
                </a:ln>
                <a:solidFill>
                  <a:srgbClr val="92D050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t</a:t>
            </a:r>
            <a:endParaRPr lang="zh-HK" altLang="en-US" sz="3200" b="1" u="sng">
              <a:solidFill>
                <a:srgbClr val="FFFF00"/>
              </a:solidFill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1555237" y="-28898"/>
            <a:ext cx="37685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K" sz="3200" b="1"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  <a:effectLst>
                  <a:glow rad="139700">
                    <a:schemeClr val="accent5">
                      <a:satMod val="175000"/>
                      <a:alpha val="40000"/>
                    </a:schemeClr>
                  </a:glow>
                  <a:outerShdw dist="38100" dir="2700000" algn="bl" rotWithShape="0">
                    <a:schemeClr val="accent5"/>
                  </a:outerShdw>
                </a:effectLst>
              </a:rPr>
              <a:t>Compound Interest : </a:t>
            </a:r>
          </a:p>
        </p:txBody>
      </p:sp>
      <p:sp>
        <p:nvSpPr>
          <p:cNvPr id="9" name="文字方塊 8"/>
          <p:cNvSpPr txBox="1"/>
          <p:nvPr/>
        </p:nvSpPr>
        <p:spPr>
          <a:xfrm>
            <a:off x="7667742" y="52580"/>
            <a:ext cx="29963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K" sz="3200" b="1" u="sng">
                <a:ln w="12700">
                  <a:solidFill>
                    <a:schemeClr val="tx1"/>
                  </a:solidFill>
                  <a:prstDash val="solid"/>
                </a:ln>
                <a:solidFill>
                  <a:srgbClr val="92D050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n = no. of period</a:t>
            </a:r>
            <a:endParaRPr lang="zh-HK" altLang="en-US" sz="3200" b="1" u="sng">
              <a:solidFill>
                <a:srgbClr val="7030A0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2279576" y="816373"/>
            <a:ext cx="2576346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HK" sz="3200" b="1"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  <a:effectLst>
                  <a:glow rad="139700">
                    <a:schemeClr val="accent5">
                      <a:satMod val="175000"/>
                      <a:alpha val="40000"/>
                    </a:schemeClr>
                  </a:glow>
                  <a:outerShdw dist="38100" dir="2700000" algn="bl" rotWithShape="0">
                    <a:schemeClr val="accent5"/>
                  </a:outerShdw>
                </a:effectLst>
              </a:rPr>
              <a:t>Compounded</a:t>
            </a:r>
            <a:r>
              <a:rPr lang="en-US" altLang="zh-HK" sz="3200" b="1"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glow rad="139700">
                    <a:schemeClr val="accent5">
                      <a:satMod val="175000"/>
                      <a:alpha val="40000"/>
                    </a:schemeClr>
                  </a:glow>
                  <a:outerShdw dist="38100" dir="2700000" algn="bl" rotWithShape="0">
                    <a:schemeClr val="accent5"/>
                  </a:outerShdw>
                </a:effectLst>
              </a:rPr>
              <a:t> </a:t>
            </a:r>
          </a:p>
          <a:p>
            <a:pPr algn="ctr"/>
            <a:r>
              <a:rPr lang="en-US" altLang="zh-HK" sz="3200" b="1"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glow rad="139700">
                    <a:schemeClr val="accent5">
                      <a:satMod val="175000"/>
                      <a:alpha val="40000"/>
                    </a:schemeClr>
                  </a:glow>
                  <a:outerShdw dist="38100" dir="2700000" algn="bl" rotWithShape="0">
                    <a:schemeClr val="accent5"/>
                  </a:outerShdw>
                </a:effectLst>
              </a:rPr>
              <a:t>Yearly</a:t>
            </a:r>
          </a:p>
        </p:txBody>
      </p:sp>
      <p:sp>
        <p:nvSpPr>
          <p:cNvPr id="11" name="文字方塊 10"/>
          <p:cNvSpPr txBox="1"/>
          <p:nvPr/>
        </p:nvSpPr>
        <p:spPr>
          <a:xfrm>
            <a:off x="2279576" y="2135758"/>
            <a:ext cx="2576346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HK" sz="3200" b="1">
                <a:ln w="19050" cmpd="sng">
                  <a:solidFill>
                    <a:schemeClr val="tx1"/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</a:rPr>
              <a:t>Compounded</a:t>
            </a:r>
            <a:r>
              <a:rPr lang="en-US" altLang="zh-HK" sz="3200" b="1">
                <a:ln w="19050" cmpd="sng">
                  <a:solidFill>
                    <a:schemeClr val="tx1"/>
                  </a:solidFill>
                  <a:prstDash val="solid"/>
                </a:ln>
                <a:solidFill>
                  <a:srgbClr val="FFFF00"/>
                </a:solidFill>
              </a:rPr>
              <a:t> </a:t>
            </a:r>
          </a:p>
          <a:p>
            <a:pPr algn="ctr"/>
            <a:r>
              <a:rPr lang="en-US" altLang="zh-HK" sz="3200" b="1">
                <a:ln w="19050" cmpd="sng">
                  <a:solidFill>
                    <a:schemeClr val="tx1"/>
                  </a:solidFill>
                  <a:prstDash val="solid"/>
                </a:ln>
                <a:solidFill>
                  <a:srgbClr val="FFFF00"/>
                </a:solidFill>
              </a:rPr>
              <a:t>Half - Yearly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字方塊 11"/>
              <p:cNvSpPr txBox="1"/>
              <p:nvPr/>
            </p:nvSpPr>
            <p:spPr>
              <a:xfrm>
                <a:off x="5641945" y="3569378"/>
                <a:ext cx="3813288" cy="11557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HK" sz="4000" b="1">
                    <a:ln w="12700">
                      <a:solidFill>
                        <a:schemeClr val="tx1"/>
                      </a:solidFill>
                      <a:prstDash val="solid"/>
                    </a:ln>
                    <a:solidFill>
                      <a:srgbClr val="FF33CC"/>
                    </a:solidFill>
                    <a:effectLst>
                      <a:outerShdw dist="38100" dir="2640000" algn="bl" rotWithShape="0">
                        <a:schemeClr val="tx2">
                          <a:lumMod val="75000"/>
                        </a:schemeClr>
                      </a:outerShdw>
                    </a:effectLst>
                  </a:rPr>
                  <a:t>A </a:t>
                </a:r>
                <a:r>
                  <a:rPr lang="en-US" altLang="zh-HK" sz="4000" b="1">
                    <a:ln w="12700">
                      <a:solidFill>
                        <a:schemeClr val="tx1"/>
                      </a:solidFill>
                      <a:prstDash val="solid"/>
                    </a:ln>
                    <a:effectLst>
                      <a:outerShdw dist="38100" dir="2640000" algn="bl" rotWithShape="0">
                        <a:schemeClr val="tx2">
                          <a:lumMod val="75000"/>
                        </a:schemeClr>
                      </a:outerShdw>
                    </a:effectLst>
                  </a:rPr>
                  <a:t>=</a:t>
                </a:r>
                <a:r>
                  <a:rPr lang="en-US" altLang="zh-HK" sz="4000" b="1">
                    <a:ln w="12700">
                      <a:solidFill>
                        <a:schemeClr val="tx1"/>
                      </a:solidFill>
                      <a:prstDash val="solid"/>
                    </a:ln>
                    <a:solidFill>
                      <a:srgbClr val="00B0F0"/>
                    </a:solidFill>
                    <a:effectLst>
                      <a:outerShdw dist="38100" dir="2640000" algn="bl" rotWithShape="0">
                        <a:schemeClr val="tx2">
                          <a:lumMod val="75000"/>
                        </a:schemeClr>
                      </a:outerShdw>
                    </a:effectLst>
                  </a:rPr>
                  <a:t> </a:t>
                </a:r>
                <a:r>
                  <a:rPr lang="en-US" altLang="zh-HK" sz="4000" b="1">
                    <a:ln w="12700">
                      <a:solidFill>
                        <a:schemeClr val="tx1"/>
                      </a:solidFill>
                      <a:prstDash val="solid"/>
                    </a:ln>
                    <a:solidFill>
                      <a:srgbClr val="FF0000"/>
                    </a:solidFill>
                    <a:effectLst>
                      <a:outerShdw dist="38100" dir="2640000" algn="bl" rotWithShape="0">
                        <a:schemeClr val="tx2">
                          <a:lumMod val="75000"/>
                        </a:schemeClr>
                      </a:outerShdw>
                    </a:effectLst>
                  </a:rPr>
                  <a:t>P</a:t>
                </a:r>
                <a14:m>
                  <m:oMath xmlns:m="http://schemas.openxmlformats.org/officeDocument/2006/math">
                    <m:r>
                      <a:rPr lang="en-US" altLang="zh-HK" sz="4800" b="1" i="1" dirty="0">
                        <a:ln w="12700">
                          <a:solidFill>
                            <a:schemeClr val="tx1"/>
                          </a:solidFill>
                          <a:prstDash val="solid"/>
                        </a:ln>
                        <a:effectLst>
                          <a:outerShdw dist="38100" dir="2640000" algn="bl" rotWithShape="0">
                            <a:schemeClr val="tx2">
                              <a:lumMod val="75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HK" sz="4800" b="1" i="1" dirty="0">
                        <a:ln w="12700">
                          <a:solidFill>
                            <a:schemeClr val="tx1"/>
                          </a:solidFill>
                          <a:prstDash val="solid"/>
                        </a:ln>
                        <a:solidFill>
                          <a:srgbClr val="00FF00"/>
                        </a:solidFill>
                        <a:effectLst>
                          <a:outerShdw dist="38100" dir="2640000" algn="bl" rotWithShape="0">
                            <a:schemeClr val="tx2">
                              <a:lumMod val="75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  <m:r>
                      <a:rPr lang="en-US" altLang="zh-HK" sz="4800" b="1" i="1" dirty="0">
                        <a:ln w="12700">
                          <a:solidFill>
                            <a:schemeClr val="tx1"/>
                          </a:solidFill>
                          <a:prstDash val="solid"/>
                        </a:ln>
                        <a:effectLst>
                          <a:outerShdw dist="38100" dir="2640000" algn="bl" rotWithShape="0">
                            <a:schemeClr val="tx2">
                              <a:lumMod val="75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US" altLang="zh-HK" sz="4800" b="1">
                        <a:ln w="12700">
                          <a:solidFill>
                            <a:schemeClr val="tx1"/>
                          </a:solidFill>
                          <a:prstDash val="solid"/>
                        </a:ln>
                        <a:effectLst>
                          <a:outerShdw dist="38100" dir="2640000" algn="bl" rotWithShape="0">
                            <a:schemeClr val="tx2">
                              <a:lumMod val="75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altLang="zh-HK" sz="4800" b="1" i="1">
                            <a:ln w="12700">
                              <a:solidFill>
                                <a:schemeClr val="tx1"/>
                              </a:solidFill>
                              <a:prstDash val="solid"/>
                            </a:ln>
                            <a:effectLst>
                              <a:outerShdw dist="38100" dir="2640000" algn="bl" rotWithShape="0">
                                <a:schemeClr val="tx2">
                                  <a:lumMod val="75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HK" sz="4800" b="1" i="1">
                            <a:ln w="12700">
                              <a:solidFill>
                                <a:schemeClr val="tx1"/>
                              </a:solidFill>
                              <a:prstDash val="solid"/>
                            </a:ln>
                            <a:solidFill>
                              <a:schemeClr val="accent6"/>
                            </a:solidFill>
                            <a:effectLst>
                              <a:outerShdw dist="38100" dir="2640000" algn="bl" rotWithShape="0">
                                <a:schemeClr val="tx2">
                                  <a:lumMod val="75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𝑹</m:t>
                        </m:r>
                        <m:r>
                          <a:rPr lang="en-US" altLang="zh-HK" sz="4800" b="1" i="1">
                            <a:ln w="12700">
                              <a:solidFill>
                                <a:schemeClr val="tx1"/>
                              </a:solidFill>
                              <a:prstDash val="solid"/>
                            </a:ln>
                            <a:solidFill>
                              <a:schemeClr val="accent6"/>
                            </a:solidFill>
                            <a:effectLst>
                              <a:outerShdw dist="38100" dir="2640000" algn="bl" rotWithShape="0">
                                <a:schemeClr val="tx2">
                                  <a:lumMod val="75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%</m:t>
                        </m:r>
                      </m:num>
                      <m:den>
                        <m:r>
                          <a:rPr lang="en-US" altLang="zh-HK" sz="4800" b="1" i="1">
                            <a:ln w="12700">
                              <a:solidFill>
                                <a:schemeClr val="tx1"/>
                              </a:solidFill>
                              <a:prstDash val="solid"/>
                            </a:ln>
                            <a:solidFill>
                              <a:srgbClr val="00B050"/>
                            </a:solidFill>
                            <a:effectLst>
                              <a:outerShdw dist="38100" dir="2640000" algn="bl" rotWithShape="0">
                                <a:schemeClr val="tx2">
                                  <a:lumMod val="75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𝟒</m:t>
                        </m:r>
                      </m:den>
                    </m:f>
                    <m:r>
                      <a:rPr lang="en-US" altLang="zh-HK" sz="4800" b="1" i="1">
                        <a:ln w="12700">
                          <a:solidFill>
                            <a:schemeClr val="tx1"/>
                          </a:solidFill>
                          <a:prstDash val="solid"/>
                        </a:ln>
                        <a:effectLst>
                          <a:outerShdw dist="38100" dir="2640000" algn="bl" rotWithShape="0">
                            <a:schemeClr val="tx2">
                              <a:lumMod val="75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zh-HK" altLang="en-US" sz="360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12" name="文字方塊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1945" y="3569378"/>
                <a:ext cx="3813288" cy="115576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文字方塊 12"/>
          <p:cNvSpPr txBox="1"/>
          <p:nvPr/>
        </p:nvSpPr>
        <p:spPr>
          <a:xfrm>
            <a:off x="9284693" y="3460667"/>
            <a:ext cx="42030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K" sz="3200" b="1">
                <a:ln w="12700">
                  <a:solidFill>
                    <a:schemeClr val="tx1"/>
                  </a:solidFill>
                  <a:prstDash val="solid"/>
                </a:ln>
                <a:solidFill>
                  <a:srgbClr val="92D050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t </a:t>
            </a:r>
            <a:endParaRPr lang="zh-HK" altLang="en-US" sz="3200" b="1" u="sng">
              <a:solidFill>
                <a:srgbClr val="00B050"/>
              </a:solidFill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2279576" y="3583574"/>
            <a:ext cx="2576346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HK" sz="3200" b="1">
                <a:ln w="19050" cmpd="sng">
                  <a:solidFill>
                    <a:schemeClr val="tx1"/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</a:rPr>
              <a:t>Compounded</a:t>
            </a:r>
            <a:r>
              <a:rPr lang="en-US" altLang="zh-HK" sz="3200" b="1">
                <a:ln w="19050" cmpd="sng">
                  <a:solidFill>
                    <a:schemeClr val="tx1"/>
                  </a:solidFill>
                  <a:prstDash val="solid"/>
                </a:ln>
                <a:solidFill>
                  <a:srgbClr val="00B050"/>
                </a:solidFill>
              </a:rPr>
              <a:t> </a:t>
            </a:r>
          </a:p>
          <a:p>
            <a:pPr algn="ctr"/>
            <a:r>
              <a:rPr lang="en-US" altLang="zh-HK" sz="3200" b="1">
                <a:ln w="19050" cmpd="sng">
                  <a:solidFill>
                    <a:schemeClr val="tx1"/>
                  </a:solidFill>
                  <a:prstDash val="solid"/>
                </a:ln>
                <a:solidFill>
                  <a:srgbClr val="00B050"/>
                </a:solidFill>
              </a:rPr>
              <a:t>Quarterly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字方塊 14"/>
              <p:cNvSpPr txBox="1"/>
              <p:nvPr/>
            </p:nvSpPr>
            <p:spPr>
              <a:xfrm>
                <a:off x="5641945" y="5081546"/>
                <a:ext cx="3813288" cy="11557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HK" sz="4000" b="1">
                    <a:ln w="12700">
                      <a:solidFill>
                        <a:schemeClr val="tx1"/>
                      </a:solidFill>
                      <a:prstDash val="solid"/>
                    </a:ln>
                    <a:solidFill>
                      <a:srgbClr val="FF33CC"/>
                    </a:solidFill>
                    <a:effectLst>
                      <a:outerShdw dist="38100" dir="2640000" algn="bl" rotWithShape="0">
                        <a:schemeClr val="tx2">
                          <a:lumMod val="75000"/>
                        </a:schemeClr>
                      </a:outerShdw>
                    </a:effectLst>
                  </a:rPr>
                  <a:t>A </a:t>
                </a:r>
                <a:r>
                  <a:rPr lang="en-US" altLang="zh-HK" sz="4000" b="1">
                    <a:ln w="12700">
                      <a:solidFill>
                        <a:schemeClr val="tx1"/>
                      </a:solidFill>
                      <a:prstDash val="solid"/>
                    </a:ln>
                    <a:effectLst>
                      <a:outerShdw dist="38100" dir="2640000" algn="bl" rotWithShape="0">
                        <a:schemeClr val="tx2">
                          <a:lumMod val="75000"/>
                        </a:schemeClr>
                      </a:outerShdw>
                    </a:effectLst>
                  </a:rPr>
                  <a:t>=</a:t>
                </a:r>
                <a:r>
                  <a:rPr lang="en-US" altLang="zh-HK" sz="4000" b="1">
                    <a:ln w="12700">
                      <a:solidFill>
                        <a:schemeClr val="tx1"/>
                      </a:solidFill>
                      <a:prstDash val="solid"/>
                    </a:ln>
                    <a:solidFill>
                      <a:srgbClr val="00B0F0"/>
                    </a:solidFill>
                    <a:effectLst>
                      <a:outerShdw dist="38100" dir="2640000" algn="bl" rotWithShape="0">
                        <a:schemeClr val="tx2">
                          <a:lumMod val="75000"/>
                        </a:schemeClr>
                      </a:outerShdw>
                    </a:effectLst>
                  </a:rPr>
                  <a:t> </a:t>
                </a:r>
                <a:r>
                  <a:rPr lang="en-US" altLang="zh-HK" sz="4000" b="1">
                    <a:ln w="12700">
                      <a:solidFill>
                        <a:schemeClr val="tx1"/>
                      </a:solidFill>
                      <a:prstDash val="solid"/>
                    </a:ln>
                    <a:solidFill>
                      <a:srgbClr val="FF0000"/>
                    </a:solidFill>
                    <a:effectLst>
                      <a:outerShdw dist="38100" dir="2640000" algn="bl" rotWithShape="0">
                        <a:schemeClr val="tx2">
                          <a:lumMod val="75000"/>
                        </a:schemeClr>
                      </a:outerShdw>
                    </a:effectLst>
                  </a:rPr>
                  <a:t>P</a:t>
                </a:r>
                <a14:m>
                  <m:oMath xmlns:m="http://schemas.openxmlformats.org/officeDocument/2006/math">
                    <m:r>
                      <a:rPr lang="en-US" altLang="zh-HK" sz="4800" b="1" i="1" dirty="0">
                        <a:ln w="12700">
                          <a:solidFill>
                            <a:schemeClr val="tx1"/>
                          </a:solidFill>
                          <a:prstDash val="solid"/>
                        </a:ln>
                        <a:effectLst>
                          <a:outerShdw dist="38100" dir="2640000" algn="bl" rotWithShape="0">
                            <a:schemeClr val="tx2">
                              <a:lumMod val="75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HK" sz="4800" b="1" i="1" dirty="0">
                        <a:ln w="12700">
                          <a:solidFill>
                            <a:schemeClr val="tx1"/>
                          </a:solidFill>
                          <a:prstDash val="solid"/>
                        </a:ln>
                        <a:solidFill>
                          <a:srgbClr val="00FF00"/>
                        </a:solidFill>
                        <a:effectLst>
                          <a:outerShdw dist="38100" dir="2640000" algn="bl" rotWithShape="0">
                            <a:schemeClr val="tx2">
                              <a:lumMod val="75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  <m:r>
                      <a:rPr lang="en-US" altLang="zh-HK" sz="4800" b="1" i="1" dirty="0">
                        <a:ln w="12700">
                          <a:solidFill>
                            <a:schemeClr val="tx1"/>
                          </a:solidFill>
                          <a:prstDash val="solid"/>
                        </a:ln>
                        <a:effectLst>
                          <a:outerShdw dist="38100" dir="2640000" algn="bl" rotWithShape="0">
                            <a:schemeClr val="tx2">
                              <a:lumMod val="75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US" altLang="zh-HK" sz="4800" b="1">
                        <a:ln w="12700">
                          <a:solidFill>
                            <a:schemeClr val="tx1"/>
                          </a:solidFill>
                          <a:prstDash val="solid"/>
                        </a:ln>
                        <a:effectLst>
                          <a:outerShdw dist="38100" dir="2640000" algn="bl" rotWithShape="0">
                            <a:schemeClr val="tx2">
                              <a:lumMod val="75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altLang="zh-HK" sz="4800" b="1" i="1">
                            <a:ln w="12700">
                              <a:solidFill>
                                <a:schemeClr val="tx1"/>
                              </a:solidFill>
                              <a:prstDash val="solid"/>
                            </a:ln>
                            <a:effectLst>
                              <a:outerShdw dist="38100" dir="2640000" algn="bl" rotWithShape="0">
                                <a:schemeClr val="tx2">
                                  <a:lumMod val="75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HK" sz="4800" b="1" i="1">
                            <a:ln w="12700">
                              <a:solidFill>
                                <a:schemeClr val="tx1"/>
                              </a:solidFill>
                              <a:prstDash val="solid"/>
                            </a:ln>
                            <a:solidFill>
                              <a:schemeClr val="accent6"/>
                            </a:solidFill>
                            <a:effectLst>
                              <a:outerShdw dist="38100" dir="2640000" algn="bl" rotWithShape="0">
                                <a:schemeClr val="tx2">
                                  <a:lumMod val="75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𝑹</m:t>
                        </m:r>
                        <m:r>
                          <a:rPr lang="en-US" altLang="zh-HK" sz="4800" b="1" i="1">
                            <a:ln w="12700">
                              <a:solidFill>
                                <a:schemeClr val="tx1"/>
                              </a:solidFill>
                              <a:prstDash val="solid"/>
                            </a:ln>
                            <a:solidFill>
                              <a:schemeClr val="accent6"/>
                            </a:solidFill>
                            <a:effectLst>
                              <a:outerShdw dist="38100" dir="2640000" algn="bl" rotWithShape="0">
                                <a:schemeClr val="tx2">
                                  <a:lumMod val="75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%</m:t>
                        </m:r>
                      </m:num>
                      <m:den>
                        <m:r>
                          <a:rPr lang="en-US" altLang="zh-HK" sz="4800" b="1" i="1">
                            <a:ln w="12700">
                              <a:solidFill>
                                <a:schemeClr val="tx1"/>
                              </a:solidFill>
                              <a:prstDash val="solid"/>
                            </a:ln>
                            <a:solidFill>
                              <a:srgbClr val="00B0F0"/>
                            </a:solidFill>
                            <a:effectLst>
                              <a:outerShdw dist="38100" dir="2640000" algn="bl" rotWithShape="0">
                                <a:schemeClr val="tx2">
                                  <a:lumMod val="75000"/>
                                </a:scheme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𝟏𝟐</m:t>
                        </m:r>
                      </m:den>
                    </m:f>
                    <m:r>
                      <a:rPr lang="en-US" altLang="zh-HK" sz="4800" b="1" i="1">
                        <a:ln w="12700">
                          <a:solidFill>
                            <a:schemeClr val="tx1"/>
                          </a:solidFill>
                          <a:prstDash val="solid"/>
                        </a:ln>
                        <a:effectLst>
                          <a:outerShdw dist="38100" dir="2640000" algn="bl" rotWithShape="0">
                            <a:schemeClr val="tx2">
                              <a:lumMod val="75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zh-HK" altLang="en-US" sz="360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15" name="文字方塊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1945" y="5081546"/>
                <a:ext cx="3813288" cy="115576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文字方塊 15"/>
          <p:cNvSpPr txBox="1"/>
          <p:nvPr/>
        </p:nvSpPr>
        <p:spPr>
          <a:xfrm>
            <a:off x="9284694" y="4972835"/>
            <a:ext cx="111921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K" sz="3200" b="1">
                <a:ln w="12700">
                  <a:solidFill>
                    <a:schemeClr val="tx1"/>
                  </a:solidFill>
                  <a:prstDash val="solid"/>
                </a:ln>
                <a:solidFill>
                  <a:srgbClr val="92D050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t </a:t>
            </a:r>
            <a:r>
              <a:rPr lang="en-US" altLang="zh-HK" sz="3200" b="1">
                <a:ln w="12700">
                  <a:solidFill>
                    <a:schemeClr val="tx1"/>
                  </a:solidFill>
                  <a:prstDash val="solid"/>
                </a:ln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x</a:t>
            </a:r>
            <a:r>
              <a:rPr lang="en-US" altLang="zh-HK" sz="3200" b="1">
                <a:ln w="12700">
                  <a:solidFill>
                    <a:schemeClr val="tx1"/>
                  </a:solidFill>
                  <a:prstDash val="solid"/>
                </a:ln>
                <a:solidFill>
                  <a:srgbClr val="92D050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 </a:t>
            </a:r>
            <a:r>
              <a:rPr lang="en-US" altLang="zh-HK" sz="3200" b="1" u="sng">
                <a:ln w="12700">
                  <a:solidFill>
                    <a:schemeClr val="tx1"/>
                  </a:solidFill>
                  <a:prstDash val="solid"/>
                </a:ln>
                <a:solidFill>
                  <a:srgbClr val="00B0F0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12</a:t>
            </a:r>
            <a:endParaRPr lang="zh-HK" altLang="en-US" sz="3200" b="1" u="sng">
              <a:solidFill>
                <a:srgbClr val="00B0F0"/>
              </a:solidFill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2279576" y="5095742"/>
            <a:ext cx="2576346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HK" sz="3200" b="1">
                <a:ln w="19050" cmpd="sng">
                  <a:solidFill>
                    <a:schemeClr val="tx1"/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</a:rPr>
              <a:t>Compounded</a:t>
            </a:r>
            <a:r>
              <a:rPr lang="en-US" altLang="zh-HK" sz="3200" b="1">
                <a:ln w="19050" cmpd="sng">
                  <a:solidFill>
                    <a:schemeClr val="tx1"/>
                  </a:solidFill>
                  <a:prstDash val="solid"/>
                </a:ln>
                <a:solidFill>
                  <a:srgbClr val="00B0F0"/>
                </a:solidFill>
              </a:rPr>
              <a:t> </a:t>
            </a:r>
          </a:p>
          <a:p>
            <a:pPr algn="ctr"/>
            <a:r>
              <a:rPr lang="en-US" altLang="zh-HK" sz="3200" b="1">
                <a:ln w="19050" cmpd="sng">
                  <a:solidFill>
                    <a:schemeClr val="tx1"/>
                  </a:solidFill>
                  <a:prstDash val="solid"/>
                </a:ln>
                <a:solidFill>
                  <a:srgbClr val="00B0F0"/>
                </a:solidFill>
              </a:rPr>
              <a:t>Monthly</a:t>
            </a:r>
          </a:p>
        </p:txBody>
      </p:sp>
      <p:sp>
        <p:nvSpPr>
          <p:cNvPr id="22" name="文字方塊 21"/>
          <p:cNvSpPr txBox="1"/>
          <p:nvPr/>
        </p:nvSpPr>
        <p:spPr>
          <a:xfrm>
            <a:off x="9597280" y="1988840"/>
            <a:ext cx="6751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K" sz="3200" b="1">
                <a:ln w="12700">
                  <a:solidFill>
                    <a:schemeClr val="tx1"/>
                  </a:solidFill>
                  <a:prstDash val="solid"/>
                </a:ln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x</a:t>
            </a:r>
            <a:r>
              <a:rPr lang="en-US" altLang="zh-HK" sz="3200" b="1">
                <a:ln w="12700">
                  <a:solidFill>
                    <a:schemeClr val="tx1"/>
                  </a:solidFill>
                  <a:prstDash val="solid"/>
                </a:ln>
                <a:solidFill>
                  <a:srgbClr val="92D050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 </a:t>
            </a:r>
            <a:r>
              <a:rPr lang="en-US" altLang="zh-HK" sz="3200" b="1" u="sng">
                <a:ln w="12700">
                  <a:solidFill>
                    <a:schemeClr val="tx1"/>
                  </a:solidFill>
                  <a:prstDash val="solid"/>
                </a:ln>
                <a:solidFill>
                  <a:srgbClr val="FFFF00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2</a:t>
            </a:r>
            <a:endParaRPr lang="zh-HK" altLang="en-US" sz="3200" b="1" u="sng">
              <a:solidFill>
                <a:srgbClr val="FFFF00"/>
              </a:solidFill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2495600" y="3159631"/>
            <a:ext cx="2160240" cy="45719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26" name="矩形 25"/>
          <p:cNvSpPr/>
          <p:nvPr/>
        </p:nvSpPr>
        <p:spPr>
          <a:xfrm>
            <a:off x="2783632" y="4615074"/>
            <a:ext cx="1584176" cy="45719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27" name="文字方塊 26"/>
          <p:cNvSpPr txBox="1"/>
          <p:nvPr/>
        </p:nvSpPr>
        <p:spPr>
          <a:xfrm>
            <a:off x="9599040" y="3464305"/>
            <a:ext cx="6751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K" sz="3200" b="1">
                <a:ln w="12700">
                  <a:solidFill>
                    <a:schemeClr val="tx1"/>
                  </a:solidFill>
                  <a:prstDash val="solid"/>
                </a:ln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x</a:t>
            </a:r>
            <a:r>
              <a:rPr lang="en-US" altLang="zh-HK" sz="3200" b="1">
                <a:ln w="12700">
                  <a:solidFill>
                    <a:schemeClr val="tx1"/>
                  </a:solidFill>
                  <a:prstDash val="solid"/>
                </a:ln>
                <a:solidFill>
                  <a:srgbClr val="92D050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 </a:t>
            </a:r>
            <a:r>
              <a:rPr lang="en-US" altLang="zh-HK" sz="3200" b="1" u="sng">
                <a:ln w="12700">
                  <a:solidFill>
                    <a:schemeClr val="tx1"/>
                  </a:solidFill>
                  <a:prstDash val="solid"/>
                </a:ln>
                <a:solidFill>
                  <a:srgbClr val="00B050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4</a:t>
            </a:r>
            <a:endParaRPr lang="zh-HK" altLang="en-US" sz="3200" b="1" u="sng">
              <a:solidFill>
                <a:srgbClr val="00B050"/>
              </a:solidFill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2813449" y="6127241"/>
            <a:ext cx="1512168" cy="58392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29" name="矩形 28"/>
          <p:cNvSpPr/>
          <p:nvPr/>
        </p:nvSpPr>
        <p:spPr>
          <a:xfrm>
            <a:off x="3072676" y="1830570"/>
            <a:ext cx="1007101" cy="45719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0" name="矩形 29"/>
          <p:cNvSpPr/>
          <p:nvPr/>
        </p:nvSpPr>
        <p:spPr>
          <a:xfrm>
            <a:off x="8547242" y="3263353"/>
            <a:ext cx="410417" cy="45719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1" name="矩形 30"/>
          <p:cNvSpPr/>
          <p:nvPr/>
        </p:nvSpPr>
        <p:spPr>
          <a:xfrm>
            <a:off x="8612625" y="4740187"/>
            <a:ext cx="279648" cy="45719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2" name="矩形 31"/>
          <p:cNvSpPr/>
          <p:nvPr/>
        </p:nvSpPr>
        <p:spPr>
          <a:xfrm>
            <a:off x="8522494" y="6249985"/>
            <a:ext cx="498924" cy="45719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186712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0" grpId="0" animBg="1"/>
      <p:bldP spid="19" grpId="0" animBg="1"/>
      <p:bldP spid="18" grpId="0" animBg="1"/>
      <p:bldP spid="3" grpId="0"/>
      <p:bldP spid="4" grpId="0"/>
      <p:bldP spid="5" grpId="0"/>
      <p:bldP spid="6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22" grpId="0"/>
      <p:bldP spid="25" grpId="0" animBg="1"/>
      <p:bldP spid="26" grpId="0" animBg="1"/>
      <p:bldP spid="27" grpId="0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5">
            <a:extLst>
              <a:ext uri="{FF2B5EF4-FFF2-40B4-BE49-F238E27FC236}">
                <a16:creationId xmlns:a16="http://schemas.microsoft.com/office/drawing/2014/main" id="{5B7681A3-FA1B-054B-8374-2068984C3430}"/>
              </a:ext>
            </a:extLst>
          </p:cNvPr>
          <p:cNvSpPr txBox="1"/>
          <p:nvPr/>
        </p:nvSpPr>
        <p:spPr>
          <a:xfrm>
            <a:off x="1814738" y="980728"/>
            <a:ext cx="16561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Principal</a:t>
            </a:r>
            <a:endParaRPr lang="zh-TW" altLang="en-US" sz="2000" b="1"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3" name="TextBox 15">
            <a:extLst>
              <a:ext uri="{FF2B5EF4-FFF2-40B4-BE49-F238E27FC236}">
                <a16:creationId xmlns:a16="http://schemas.microsoft.com/office/drawing/2014/main" id="{19FE5376-117E-EFFE-6782-33038C2A2237}"/>
              </a:ext>
            </a:extLst>
          </p:cNvPr>
          <p:cNvSpPr txBox="1"/>
          <p:nvPr/>
        </p:nvSpPr>
        <p:spPr>
          <a:xfrm>
            <a:off x="5879976" y="980728"/>
            <a:ext cx="9033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Year</a:t>
            </a:r>
            <a:endParaRPr lang="zh-TW" altLang="en-US" sz="2000" b="1">
              <a:solidFill>
                <a:schemeClr val="accent6">
                  <a:lumMod val="60000"/>
                  <a:lumOff val="40000"/>
                </a:schemeClr>
              </a:solidFill>
              <a:latin typeface="Lucida Handwriting" panose="03010101010101010101" pitchFamily="66" charset="0"/>
            </a:endParaRPr>
          </a:p>
        </p:txBody>
      </p:sp>
      <p:sp>
        <p:nvSpPr>
          <p:cNvPr id="4" name="TextBox 15">
            <a:extLst>
              <a:ext uri="{FF2B5EF4-FFF2-40B4-BE49-F238E27FC236}">
                <a16:creationId xmlns:a16="http://schemas.microsoft.com/office/drawing/2014/main" id="{22C185DE-1C86-0B30-491E-5058CE006A24}"/>
              </a:ext>
            </a:extLst>
          </p:cNvPr>
          <p:cNvSpPr txBox="1"/>
          <p:nvPr/>
        </p:nvSpPr>
        <p:spPr>
          <a:xfrm>
            <a:off x="4151784" y="980728"/>
            <a:ext cx="9033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Calligraphy" panose="03010101010101010101" pitchFamily="66" charset="0"/>
              </a:rPr>
              <a:t>Rate</a:t>
            </a:r>
            <a:endParaRPr lang="zh-TW" altLang="en-US" sz="2000" b="1">
              <a:solidFill>
                <a:srgbClr val="00B0F0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5" name="TextBox 15">
            <a:extLst>
              <a:ext uri="{FF2B5EF4-FFF2-40B4-BE49-F238E27FC236}">
                <a16:creationId xmlns:a16="http://schemas.microsoft.com/office/drawing/2014/main" id="{A8A877F5-1BB3-60D7-7B67-629A32F9E915}"/>
              </a:ext>
            </a:extLst>
          </p:cNvPr>
          <p:cNvSpPr txBox="1"/>
          <p:nvPr/>
        </p:nvSpPr>
        <p:spPr>
          <a:xfrm>
            <a:off x="7608168" y="980728"/>
            <a:ext cx="15121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Interest</a:t>
            </a:r>
            <a:endParaRPr lang="zh-TW" altLang="en-US" sz="2000" b="1">
              <a:solidFill>
                <a:srgbClr val="00FF00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6" name="TextBox 15">
            <a:extLst>
              <a:ext uri="{FF2B5EF4-FFF2-40B4-BE49-F238E27FC236}">
                <a16:creationId xmlns:a16="http://schemas.microsoft.com/office/drawing/2014/main" id="{8D9FABAF-250C-A6D8-125D-0AA4C1A82D90}"/>
              </a:ext>
            </a:extLst>
          </p:cNvPr>
          <p:cNvSpPr txBox="1"/>
          <p:nvPr/>
        </p:nvSpPr>
        <p:spPr>
          <a:xfrm>
            <a:off x="263352" y="1434245"/>
            <a:ext cx="16561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Example</a:t>
            </a:r>
            <a:endParaRPr lang="zh-TW" altLang="en-US" sz="2000" b="1">
              <a:latin typeface="Lucida Handwriting" panose="03010101010101010101" pitchFamily="66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4C88532F-7E2D-57BE-BBAF-259663A50EE6}"/>
              </a:ext>
            </a:extLst>
          </p:cNvPr>
          <p:cNvSpPr txBox="1"/>
          <p:nvPr/>
        </p:nvSpPr>
        <p:spPr>
          <a:xfrm>
            <a:off x="2042130" y="1434245"/>
            <a:ext cx="12984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$10000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F15F7988-E039-90B9-5BFF-526628884111}"/>
              </a:ext>
            </a:extLst>
          </p:cNvPr>
          <p:cNvSpPr txBox="1"/>
          <p:nvPr/>
        </p:nvSpPr>
        <p:spPr>
          <a:xfrm>
            <a:off x="4295800" y="1434245"/>
            <a:ext cx="6113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Handwriting" panose="03010101010101010101" pitchFamily="66" charset="0"/>
              </a:rPr>
              <a:t>3%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A22EA79C-8A7D-83C4-17F0-65E340614AE0}"/>
              </a:ext>
            </a:extLst>
          </p:cNvPr>
          <p:cNvSpPr txBox="1"/>
          <p:nvPr/>
        </p:nvSpPr>
        <p:spPr>
          <a:xfrm>
            <a:off x="6172870" y="1434245"/>
            <a:ext cx="4646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rPr>
              <a:t>2</a:t>
            </a:r>
            <a:endParaRPr lang="en-HK" altLang="zh-HK" sz="2000" b="1">
              <a:ln>
                <a:solidFill>
                  <a:schemeClr val="tx1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latin typeface="Lucida Calligraphy" panose="03010101010101010101" pitchFamily="66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3731C9BA-6C86-A859-C124-ACC41A9B1952}"/>
              </a:ext>
            </a:extLst>
          </p:cNvPr>
          <p:cNvSpPr txBox="1"/>
          <p:nvPr/>
        </p:nvSpPr>
        <p:spPr>
          <a:xfrm>
            <a:off x="8131931" y="1434245"/>
            <a:ext cx="4646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x</a:t>
            </a:r>
          </a:p>
        </p:txBody>
      </p:sp>
      <p:sp>
        <p:nvSpPr>
          <p:cNvPr id="11" name="TextBox 15">
            <a:extLst>
              <a:ext uri="{FF2B5EF4-FFF2-40B4-BE49-F238E27FC236}">
                <a16:creationId xmlns:a16="http://schemas.microsoft.com/office/drawing/2014/main" id="{FB866AB8-57FD-C26B-448C-EF8A9BFBBA76}"/>
              </a:ext>
            </a:extLst>
          </p:cNvPr>
          <p:cNvSpPr txBox="1"/>
          <p:nvPr/>
        </p:nvSpPr>
        <p:spPr>
          <a:xfrm>
            <a:off x="3491004" y="260648"/>
            <a:ext cx="33250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400" b="1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Calligraphy" panose="03010101010101010101" pitchFamily="66" charset="0"/>
              </a:rPr>
              <a:t>Compound interest</a:t>
            </a:r>
            <a:endParaRPr lang="zh-TW" altLang="en-US" sz="2400" b="1">
              <a:solidFill>
                <a:srgbClr val="66FFFF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12" name="TextBox 15">
            <a:extLst>
              <a:ext uri="{FF2B5EF4-FFF2-40B4-BE49-F238E27FC236}">
                <a16:creationId xmlns:a16="http://schemas.microsoft.com/office/drawing/2014/main" id="{A6CC0C0A-F102-48F5-6832-146E97D3913F}"/>
              </a:ext>
            </a:extLst>
          </p:cNvPr>
          <p:cNvSpPr txBox="1"/>
          <p:nvPr/>
        </p:nvSpPr>
        <p:spPr>
          <a:xfrm>
            <a:off x="655494" y="2069647"/>
            <a:ext cx="15121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Interest</a:t>
            </a:r>
            <a:endParaRPr lang="zh-TW" altLang="en-US" sz="2000" b="1">
              <a:solidFill>
                <a:srgbClr val="00FF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434541E6-B825-B2C3-4B67-06573C1AC084}"/>
                  </a:ext>
                </a:extLst>
              </p:cNvPr>
              <p:cNvSpPr txBox="1"/>
              <p:nvPr/>
            </p:nvSpPr>
            <p:spPr>
              <a:xfrm>
                <a:off x="1948425" y="206964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434541E6-B825-B2C3-4B67-06573C1AC0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8425" y="2069647"/>
                <a:ext cx="295688" cy="40011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5">
            <a:extLst>
              <a:ext uri="{FF2B5EF4-FFF2-40B4-BE49-F238E27FC236}">
                <a16:creationId xmlns:a16="http://schemas.microsoft.com/office/drawing/2014/main" id="{69FA78AA-0251-6E95-8931-20133C91BB19}"/>
              </a:ext>
            </a:extLst>
          </p:cNvPr>
          <p:cNvSpPr txBox="1"/>
          <p:nvPr/>
        </p:nvSpPr>
        <p:spPr>
          <a:xfrm>
            <a:off x="2159522" y="2069647"/>
            <a:ext cx="16561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Principal</a:t>
            </a:r>
            <a:endParaRPr lang="zh-TW" altLang="en-US" sz="2000" b="1"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A69A8B76-FD17-AE79-5A2C-643F7BF569AF}"/>
                  </a:ext>
                </a:extLst>
              </p:cNvPr>
              <p:cNvSpPr txBox="1"/>
              <p:nvPr/>
            </p:nvSpPr>
            <p:spPr>
              <a:xfrm>
                <a:off x="3667862" y="205560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A69A8B76-FD17-AE79-5A2C-643F7BF569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7862" y="2055608"/>
                <a:ext cx="295688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群組 15">
            <a:extLst>
              <a:ext uri="{FF2B5EF4-FFF2-40B4-BE49-F238E27FC236}">
                <a16:creationId xmlns:a16="http://schemas.microsoft.com/office/drawing/2014/main" id="{7D2F02AA-EFD3-0EC4-82C9-DD05B9CD2474}"/>
              </a:ext>
            </a:extLst>
          </p:cNvPr>
          <p:cNvGrpSpPr/>
          <p:nvPr/>
        </p:nvGrpSpPr>
        <p:grpSpPr>
          <a:xfrm>
            <a:off x="3892641" y="2060746"/>
            <a:ext cx="1257405" cy="409011"/>
            <a:chOff x="1498603" y="1408278"/>
            <a:chExt cx="1257405" cy="409011"/>
          </a:xfrm>
        </p:grpSpPr>
        <p:sp>
          <p:nvSpPr>
            <p:cNvPr id="17" name="文字方塊 16">
              <a:extLst>
                <a:ext uri="{FF2B5EF4-FFF2-40B4-BE49-F238E27FC236}">
                  <a16:creationId xmlns:a16="http://schemas.microsoft.com/office/drawing/2014/main" id="{D6D395D3-9FF0-2BF0-4D26-C2383E1EED4B}"/>
                </a:ext>
              </a:extLst>
            </p:cNvPr>
            <p:cNvSpPr txBox="1"/>
            <p:nvPr/>
          </p:nvSpPr>
          <p:spPr>
            <a:xfrm>
              <a:off x="1498603" y="1417179"/>
              <a:ext cx="45717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000" b="1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18" name="文字方塊 17">
              <a:extLst>
                <a:ext uri="{FF2B5EF4-FFF2-40B4-BE49-F238E27FC236}">
                  <a16:creationId xmlns:a16="http://schemas.microsoft.com/office/drawing/2014/main" id="{396DF2CD-2B32-43CA-5AB9-56838C6786FB}"/>
                </a:ext>
              </a:extLst>
            </p:cNvPr>
            <p:cNvSpPr txBox="1"/>
            <p:nvPr/>
          </p:nvSpPr>
          <p:spPr>
            <a:xfrm>
              <a:off x="2008474" y="1417179"/>
              <a:ext cx="74753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Calligraphy" panose="03010101010101010101" pitchFamily="66" charset="0"/>
                </a:rPr>
                <a:t>r%</a:t>
              </a:r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文字方塊 18">
                  <a:extLst>
                    <a:ext uri="{FF2B5EF4-FFF2-40B4-BE49-F238E27FC236}">
                      <a16:creationId xmlns:a16="http://schemas.microsoft.com/office/drawing/2014/main" id="{72FD0C72-D18D-1212-7BC9-82E2B7D8D7C6}"/>
                    </a:ext>
                  </a:extLst>
                </p:cNvPr>
                <p:cNvSpPr txBox="1"/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19" name="文字方塊 18">
                  <a:extLst>
                    <a:ext uri="{FF2B5EF4-FFF2-40B4-BE49-F238E27FC236}">
                      <a16:creationId xmlns:a16="http://schemas.microsoft.com/office/drawing/2014/main" id="{72FD0C72-D18D-1212-7BC9-82E2B7D8D7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BE4DA8C1-6B86-C49C-2C3E-E0CE2C8DE6A5}"/>
              </a:ext>
            </a:extLst>
          </p:cNvPr>
          <p:cNvSpPr txBox="1"/>
          <p:nvPr/>
        </p:nvSpPr>
        <p:spPr>
          <a:xfrm>
            <a:off x="4828745" y="1915758"/>
            <a:ext cx="4135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1400" b="1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023F7D55-A803-F3FA-5719-5F3A1DB5E008}"/>
                  </a:ext>
                </a:extLst>
              </p:cNvPr>
              <p:cNvSpPr txBox="1"/>
              <p:nvPr/>
            </p:nvSpPr>
            <p:spPr>
              <a:xfrm>
                <a:off x="1940228" y="264571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023F7D55-A803-F3FA-5719-5F3A1DB5E0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0228" y="2645712"/>
                <a:ext cx="295688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文字方塊 21">
            <a:extLst>
              <a:ext uri="{FF2B5EF4-FFF2-40B4-BE49-F238E27FC236}">
                <a16:creationId xmlns:a16="http://schemas.microsoft.com/office/drawing/2014/main" id="{683D1831-C41A-E03C-86DB-3A8ECDBFF363}"/>
              </a:ext>
            </a:extLst>
          </p:cNvPr>
          <p:cNvSpPr txBox="1"/>
          <p:nvPr/>
        </p:nvSpPr>
        <p:spPr>
          <a:xfrm>
            <a:off x="2235916" y="2645997"/>
            <a:ext cx="11106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10000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49859FD9-0688-D714-52C0-3C6B2D039A0E}"/>
                  </a:ext>
                </a:extLst>
              </p:cNvPr>
              <p:cNvSpPr txBox="1"/>
              <p:nvPr/>
            </p:nvSpPr>
            <p:spPr>
              <a:xfrm>
                <a:off x="3170200" y="262277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49859FD9-0688-D714-52C0-3C6B2D039A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0200" y="2622772"/>
                <a:ext cx="295688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" name="群組 23">
            <a:extLst>
              <a:ext uri="{FF2B5EF4-FFF2-40B4-BE49-F238E27FC236}">
                <a16:creationId xmlns:a16="http://schemas.microsoft.com/office/drawing/2014/main" id="{65C811D4-4ED3-1784-24CF-687C311C8A0E}"/>
              </a:ext>
            </a:extLst>
          </p:cNvPr>
          <p:cNvGrpSpPr/>
          <p:nvPr/>
        </p:nvGrpSpPr>
        <p:grpSpPr>
          <a:xfrm>
            <a:off x="3389578" y="2627910"/>
            <a:ext cx="1257405" cy="409011"/>
            <a:chOff x="1498603" y="1408278"/>
            <a:chExt cx="1257405" cy="409011"/>
          </a:xfrm>
        </p:grpSpPr>
        <p:sp>
          <p:nvSpPr>
            <p:cNvPr id="25" name="文字方塊 24">
              <a:extLst>
                <a:ext uri="{FF2B5EF4-FFF2-40B4-BE49-F238E27FC236}">
                  <a16:creationId xmlns:a16="http://schemas.microsoft.com/office/drawing/2014/main" id="{EEEC03ED-CD83-468C-3126-0EAD7E60CA34}"/>
                </a:ext>
              </a:extLst>
            </p:cNvPr>
            <p:cNvSpPr txBox="1"/>
            <p:nvPr/>
          </p:nvSpPr>
          <p:spPr>
            <a:xfrm>
              <a:off x="1498603" y="1417179"/>
              <a:ext cx="45717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000" b="1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26" name="文字方塊 25">
              <a:extLst>
                <a:ext uri="{FF2B5EF4-FFF2-40B4-BE49-F238E27FC236}">
                  <a16:creationId xmlns:a16="http://schemas.microsoft.com/office/drawing/2014/main" id="{FFA8D4D5-190E-3951-E771-F9221D0EEB9A}"/>
                </a:ext>
              </a:extLst>
            </p:cNvPr>
            <p:cNvSpPr txBox="1"/>
            <p:nvPr/>
          </p:nvSpPr>
          <p:spPr>
            <a:xfrm>
              <a:off x="2008474" y="1417179"/>
              <a:ext cx="74753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Handwriting" panose="03010101010101010101" pitchFamily="66" charset="0"/>
                </a:rPr>
                <a:t>3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Calligraphy" panose="03010101010101010101" pitchFamily="66" charset="0"/>
                </a:rPr>
                <a:t>%</a:t>
              </a:r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" name="文字方塊 26">
                  <a:extLst>
                    <a:ext uri="{FF2B5EF4-FFF2-40B4-BE49-F238E27FC236}">
                      <a16:creationId xmlns:a16="http://schemas.microsoft.com/office/drawing/2014/main" id="{873F41AA-CD73-0834-8229-B9B85151C681}"/>
                    </a:ext>
                  </a:extLst>
                </p:cNvPr>
                <p:cNvSpPr txBox="1"/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27" name="文字方塊 26">
                  <a:extLst>
                    <a:ext uri="{FF2B5EF4-FFF2-40B4-BE49-F238E27FC236}">
                      <a16:creationId xmlns:a16="http://schemas.microsoft.com/office/drawing/2014/main" id="{873F41AA-CD73-0834-8229-B9B85151C6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DF3F0FEB-673A-7176-D7EF-108B418E1BCB}"/>
              </a:ext>
            </a:extLst>
          </p:cNvPr>
          <p:cNvSpPr txBox="1"/>
          <p:nvPr/>
        </p:nvSpPr>
        <p:spPr>
          <a:xfrm>
            <a:off x="4346982" y="2523164"/>
            <a:ext cx="3122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1400" b="1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rPr>
              <a:t>2</a:t>
            </a:r>
            <a:endParaRPr lang="en-HK" altLang="zh-HK" sz="1400" b="1">
              <a:ln>
                <a:solidFill>
                  <a:schemeClr val="tx1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1E8FC5E1-EDAF-8A82-EF58-E53E5BC6D066}"/>
                  </a:ext>
                </a:extLst>
              </p:cNvPr>
              <p:cNvSpPr txBox="1"/>
              <p:nvPr/>
            </p:nvSpPr>
            <p:spPr>
              <a:xfrm>
                <a:off x="5002202" y="205018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1E8FC5E1-EDAF-8A82-EF58-E53E5BC6D0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2202" y="2050184"/>
                <a:ext cx="295688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15">
            <a:extLst>
              <a:ext uri="{FF2B5EF4-FFF2-40B4-BE49-F238E27FC236}">
                <a16:creationId xmlns:a16="http://schemas.microsoft.com/office/drawing/2014/main" id="{38110C74-DFA4-4568-17CE-CC12ACB9E52A}"/>
              </a:ext>
            </a:extLst>
          </p:cNvPr>
          <p:cNvSpPr txBox="1"/>
          <p:nvPr/>
        </p:nvSpPr>
        <p:spPr>
          <a:xfrm>
            <a:off x="5187149" y="2072314"/>
            <a:ext cx="16561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Principal</a:t>
            </a:r>
            <a:endParaRPr lang="zh-TW" altLang="en-US" sz="2000" b="1"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4121A0FD-A181-BFFD-B29C-2EF78D73C1A5}"/>
                  </a:ext>
                </a:extLst>
              </p:cNvPr>
              <p:cNvSpPr txBox="1"/>
              <p:nvPr/>
            </p:nvSpPr>
            <p:spPr>
              <a:xfrm>
                <a:off x="4542901" y="262358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4121A0FD-A181-BFFD-B29C-2EF78D73C1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2901" y="2623582"/>
                <a:ext cx="295688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15">
            <a:extLst>
              <a:ext uri="{FF2B5EF4-FFF2-40B4-BE49-F238E27FC236}">
                <a16:creationId xmlns:a16="http://schemas.microsoft.com/office/drawing/2014/main" id="{67E18590-8649-31F0-53FB-01E1F6A59AFE}"/>
              </a:ext>
            </a:extLst>
          </p:cNvPr>
          <p:cNvSpPr txBox="1"/>
          <p:nvPr/>
        </p:nvSpPr>
        <p:spPr>
          <a:xfrm>
            <a:off x="4799856" y="2645712"/>
            <a:ext cx="10801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10000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75DA2078-4475-66AB-5DAD-122AFAA71798}"/>
                  </a:ext>
                </a:extLst>
              </p:cNvPr>
              <p:cNvSpPr txBox="1"/>
              <p:nvPr/>
            </p:nvSpPr>
            <p:spPr>
              <a:xfrm>
                <a:off x="1948425" y="310089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75DA2078-4475-66AB-5DAD-122AFAA717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8425" y="3100898"/>
                <a:ext cx="295688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文字方塊 33">
            <a:extLst>
              <a:ext uri="{FF2B5EF4-FFF2-40B4-BE49-F238E27FC236}">
                <a16:creationId xmlns:a16="http://schemas.microsoft.com/office/drawing/2014/main" id="{2D926AFB-3043-BD53-5B2E-8ED084286704}"/>
              </a:ext>
            </a:extLst>
          </p:cNvPr>
          <p:cNvSpPr txBox="1"/>
          <p:nvPr/>
        </p:nvSpPr>
        <p:spPr>
          <a:xfrm>
            <a:off x="2235916" y="3116142"/>
            <a:ext cx="9007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$609</a:t>
            </a:r>
          </a:p>
        </p:txBody>
      </p:sp>
      <p:sp>
        <p:nvSpPr>
          <p:cNvPr id="35" name="TextBox 15">
            <a:extLst>
              <a:ext uri="{FF2B5EF4-FFF2-40B4-BE49-F238E27FC236}">
                <a16:creationId xmlns:a16="http://schemas.microsoft.com/office/drawing/2014/main" id="{838C926F-A838-FABC-4CA9-F32AB2BC0E3D}"/>
              </a:ext>
            </a:extLst>
          </p:cNvPr>
          <p:cNvSpPr txBox="1"/>
          <p:nvPr/>
        </p:nvSpPr>
        <p:spPr>
          <a:xfrm>
            <a:off x="551384" y="3649278"/>
            <a:ext cx="15121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FF66FF"/>
                </a:solidFill>
                <a:latin typeface="Lucida Calligraphy" panose="03010101010101010101" pitchFamily="66" charset="0"/>
              </a:rPr>
              <a:t>Amount</a:t>
            </a:r>
            <a:endParaRPr lang="zh-TW" altLang="en-US" sz="2000" b="1">
              <a:solidFill>
                <a:srgbClr val="FF66FF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8C7D4A64-0905-E904-6955-0F2C6763CF5D}"/>
                  </a:ext>
                </a:extLst>
              </p:cNvPr>
              <p:cNvSpPr txBox="1"/>
              <p:nvPr/>
            </p:nvSpPr>
            <p:spPr>
              <a:xfrm>
                <a:off x="1948425" y="364927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8C7D4A64-0905-E904-6955-0F2C6763CF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8425" y="3649278"/>
                <a:ext cx="295688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Box 15">
            <a:extLst>
              <a:ext uri="{FF2B5EF4-FFF2-40B4-BE49-F238E27FC236}">
                <a16:creationId xmlns:a16="http://schemas.microsoft.com/office/drawing/2014/main" id="{2343726F-5BCA-693F-36AA-529BCB65D944}"/>
              </a:ext>
            </a:extLst>
          </p:cNvPr>
          <p:cNvSpPr txBox="1"/>
          <p:nvPr/>
        </p:nvSpPr>
        <p:spPr>
          <a:xfrm>
            <a:off x="2159522" y="3649278"/>
            <a:ext cx="16561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Principal</a:t>
            </a:r>
            <a:endParaRPr lang="zh-TW" altLang="en-US" sz="2000" b="1"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8" name="文字方塊 37">
                <a:extLst>
                  <a:ext uri="{FF2B5EF4-FFF2-40B4-BE49-F238E27FC236}">
                    <a16:creationId xmlns:a16="http://schemas.microsoft.com/office/drawing/2014/main" id="{A989E908-8778-489E-0EFC-6A57C3BCBAEC}"/>
                  </a:ext>
                </a:extLst>
              </p:cNvPr>
              <p:cNvSpPr txBox="1"/>
              <p:nvPr/>
            </p:nvSpPr>
            <p:spPr>
              <a:xfrm>
                <a:off x="3667862" y="363523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8" name="文字方塊 37">
                <a:extLst>
                  <a:ext uri="{FF2B5EF4-FFF2-40B4-BE49-F238E27FC236}">
                    <a16:creationId xmlns:a16="http://schemas.microsoft.com/office/drawing/2014/main" id="{A989E908-8778-489E-0EFC-6A57C3BCBA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7862" y="3635239"/>
                <a:ext cx="295688" cy="4001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9" name="群組 38">
            <a:extLst>
              <a:ext uri="{FF2B5EF4-FFF2-40B4-BE49-F238E27FC236}">
                <a16:creationId xmlns:a16="http://schemas.microsoft.com/office/drawing/2014/main" id="{9313396E-D138-2AFB-3C31-5899A2358C9F}"/>
              </a:ext>
            </a:extLst>
          </p:cNvPr>
          <p:cNvGrpSpPr/>
          <p:nvPr/>
        </p:nvGrpSpPr>
        <p:grpSpPr>
          <a:xfrm>
            <a:off x="3892641" y="3640377"/>
            <a:ext cx="1257405" cy="409011"/>
            <a:chOff x="1498603" y="1408278"/>
            <a:chExt cx="1257405" cy="409011"/>
          </a:xfrm>
        </p:grpSpPr>
        <p:sp>
          <p:nvSpPr>
            <p:cNvPr id="40" name="文字方塊 39">
              <a:extLst>
                <a:ext uri="{FF2B5EF4-FFF2-40B4-BE49-F238E27FC236}">
                  <a16:creationId xmlns:a16="http://schemas.microsoft.com/office/drawing/2014/main" id="{033F8331-8AE9-EEB0-D5D7-3C4B17823FE1}"/>
                </a:ext>
              </a:extLst>
            </p:cNvPr>
            <p:cNvSpPr txBox="1"/>
            <p:nvPr/>
          </p:nvSpPr>
          <p:spPr>
            <a:xfrm>
              <a:off x="1498603" y="1417179"/>
              <a:ext cx="45717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000" b="1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41" name="文字方塊 40">
              <a:extLst>
                <a:ext uri="{FF2B5EF4-FFF2-40B4-BE49-F238E27FC236}">
                  <a16:creationId xmlns:a16="http://schemas.microsoft.com/office/drawing/2014/main" id="{AAA50739-7D27-4B76-CEE4-03C89E699779}"/>
                </a:ext>
              </a:extLst>
            </p:cNvPr>
            <p:cNvSpPr txBox="1"/>
            <p:nvPr/>
          </p:nvSpPr>
          <p:spPr>
            <a:xfrm>
              <a:off x="2008474" y="1417179"/>
              <a:ext cx="74753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Calligraphy" panose="03010101010101010101" pitchFamily="66" charset="0"/>
                </a:rPr>
                <a:t>r%</a:t>
              </a:r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2" name="文字方塊 41">
                  <a:extLst>
                    <a:ext uri="{FF2B5EF4-FFF2-40B4-BE49-F238E27FC236}">
                      <a16:creationId xmlns:a16="http://schemas.microsoft.com/office/drawing/2014/main" id="{2D5B9CCD-FE7E-008F-1CE8-A76C8752D88D}"/>
                    </a:ext>
                  </a:extLst>
                </p:cNvPr>
                <p:cNvSpPr txBox="1"/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42" name="文字方塊 41">
                  <a:extLst>
                    <a:ext uri="{FF2B5EF4-FFF2-40B4-BE49-F238E27FC236}">
                      <a16:creationId xmlns:a16="http://schemas.microsoft.com/office/drawing/2014/main" id="{2D5B9CCD-FE7E-008F-1CE8-A76C8752D8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7CD7248A-FDED-0369-4DD5-CBB9A15AC134}"/>
              </a:ext>
            </a:extLst>
          </p:cNvPr>
          <p:cNvSpPr txBox="1"/>
          <p:nvPr/>
        </p:nvSpPr>
        <p:spPr>
          <a:xfrm>
            <a:off x="4828745" y="3495389"/>
            <a:ext cx="4135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1400" b="1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4" name="文字方塊 43">
                <a:extLst>
                  <a:ext uri="{FF2B5EF4-FFF2-40B4-BE49-F238E27FC236}">
                    <a16:creationId xmlns:a16="http://schemas.microsoft.com/office/drawing/2014/main" id="{06C95E85-E42E-FC60-5AED-F597B8130FA9}"/>
                  </a:ext>
                </a:extLst>
              </p:cNvPr>
              <p:cNvSpPr txBox="1"/>
              <p:nvPr/>
            </p:nvSpPr>
            <p:spPr>
              <a:xfrm>
                <a:off x="1948425" y="414264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4" name="文字方塊 43">
                <a:extLst>
                  <a:ext uri="{FF2B5EF4-FFF2-40B4-BE49-F238E27FC236}">
                    <a16:creationId xmlns:a16="http://schemas.microsoft.com/office/drawing/2014/main" id="{06C95E85-E42E-FC60-5AED-F597B8130F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8425" y="4142648"/>
                <a:ext cx="295688" cy="4001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文字方塊 44">
            <a:extLst>
              <a:ext uri="{FF2B5EF4-FFF2-40B4-BE49-F238E27FC236}">
                <a16:creationId xmlns:a16="http://schemas.microsoft.com/office/drawing/2014/main" id="{7284F9A3-790B-876F-2FD9-86018C2412E9}"/>
              </a:ext>
            </a:extLst>
          </p:cNvPr>
          <p:cNvSpPr txBox="1"/>
          <p:nvPr/>
        </p:nvSpPr>
        <p:spPr>
          <a:xfrm>
            <a:off x="2235916" y="4137510"/>
            <a:ext cx="11106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10000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6" name="文字方塊 45">
                <a:extLst>
                  <a:ext uri="{FF2B5EF4-FFF2-40B4-BE49-F238E27FC236}">
                    <a16:creationId xmlns:a16="http://schemas.microsoft.com/office/drawing/2014/main" id="{9F60AFDE-B02C-5D19-2CC8-79EC79149919}"/>
                  </a:ext>
                </a:extLst>
              </p:cNvPr>
              <p:cNvSpPr txBox="1"/>
              <p:nvPr/>
            </p:nvSpPr>
            <p:spPr>
              <a:xfrm>
                <a:off x="3170200" y="411428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6" name="文字方塊 45">
                <a:extLst>
                  <a:ext uri="{FF2B5EF4-FFF2-40B4-BE49-F238E27FC236}">
                    <a16:creationId xmlns:a16="http://schemas.microsoft.com/office/drawing/2014/main" id="{9F60AFDE-B02C-5D19-2CC8-79EC791499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0200" y="4114285"/>
                <a:ext cx="295688" cy="40011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7" name="群組 46">
            <a:extLst>
              <a:ext uri="{FF2B5EF4-FFF2-40B4-BE49-F238E27FC236}">
                <a16:creationId xmlns:a16="http://schemas.microsoft.com/office/drawing/2014/main" id="{C8F49C7E-6373-3BCB-C8B0-09F4035D7441}"/>
              </a:ext>
            </a:extLst>
          </p:cNvPr>
          <p:cNvGrpSpPr/>
          <p:nvPr/>
        </p:nvGrpSpPr>
        <p:grpSpPr>
          <a:xfrm>
            <a:off x="3389578" y="4119423"/>
            <a:ext cx="1257405" cy="409011"/>
            <a:chOff x="1498603" y="1408278"/>
            <a:chExt cx="1257405" cy="409011"/>
          </a:xfrm>
        </p:grpSpPr>
        <p:sp>
          <p:nvSpPr>
            <p:cNvPr id="48" name="文字方塊 47">
              <a:extLst>
                <a:ext uri="{FF2B5EF4-FFF2-40B4-BE49-F238E27FC236}">
                  <a16:creationId xmlns:a16="http://schemas.microsoft.com/office/drawing/2014/main" id="{061701F2-D180-8C3E-6E16-5D3BAFCF8DDE}"/>
                </a:ext>
              </a:extLst>
            </p:cNvPr>
            <p:cNvSpPr txBox="1"/>
            <p:nvPr/>
          </p:nvSpPr>
          <p:spPr>
            <a:xfrm>
              <a:off x="1498603" y="1417179"/>
              <a:ext cx="45717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000" b="1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49" name="文字方塊 48">
              <a:extLst>
                <a:ext uri="{FF2B5EF4-FFF2-40B4-BE49-F238E27FC236}">
                  <a16:creationId xmlns:a16="http://schemas.microsoft.com/office/drawing/2014/main" id="{B9EFAC4D-A8E9-6CFE-CB89-30800E52CAD5}"/>
                </a:ext>
              </a:extLst>
            </p:cNvPr>
            <p:cNvSpPr txBox="1"/>
            <p:nvPr/>
          </p:nvSpPr>
          <p:spPr>
            <a:xfrm>
              <a:off x="2008474" y="1417179"/>
              <a:ext cx="74753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Handwriting" panose="03010101010101010101" pitchFamily="66" charset="0"/>
                </a:rPr>
                <a:t>3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Calligraphy" panose="03010101010101010101" pitchFamily="66" charset="0"/>
                </a:rPr>
                <a:t>%</a:t>
              </a:r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0" name="文字方塊 49">
                  <a:extLst>
                    <a:ext uri="{FF2B5EF4-FFF2-40B4-BE49-F238E27FC236}">
                      <a16:creationId xmlns:a16="http://schemas.microsoft.com/office/drawing/2014/main" id="{B2482D84-BA23-BA92-6846-36164C31F296}"/>
                    </a:ext>
                  </a:extLst>
                </p:cNvPr>
                <p:cNvSpPr txBox="1"/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50" name="文字方塊 49">
                  <a:extLst>
                    <a:ext uri="{FF2B5EF4-FFF2-40B4-BE49-F238E27FC236}">
                      <a16:creationId xmlns:a16="http://schemas.microsoft.com/office/drawing/2014/main" id="{B2482D84-BA23-BA92-6846-36164C31F2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A8D69606-06FF-5648-3DF7-AC23C77A4F33}"/>
              </a:ext>
            </a:extLst>
          </p:cNvPr>
          <p:cNvSpPr txBox="1"/>
          <p:nvPr/>
        </p:nvSpPr>
        <p:spPr>
          <a:xfrm>
            <a:off x="4346982" y="4014677"/>
            <a:ext cx="3122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1400" b="1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rPr>
              <a:t>2</a:t>
            </a:r>
            <a:endParaRPr lang="en-HK" altLang="zh-HK" sz="1400" b="1">
              <a:ln>
                <a:solidFill>
                  <a:schemeClr val="tx1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latin typeface="Lucida Calligraphy" panose="03010101010101010101" pitchFamily="66" charset="0"/>
            </a:endParaRPr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05ECC39F-CF97-EEA0-8D81-D32514108E05}"/>
              </a:ext>
            </a:extLst>
          </p:cNvPr>
          <p:cNvSpPr txBox="1"/>
          <p:nvPr/>
        </p:nvSpPr>
        <p:spPr>
          <a:xfrm>
            <a:off x="2213260" y="4593331"/>
            <a:ext cx="13067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FF66FF"/>
                </a:solidFill>
                <a:latin typeface="Lucida Handwriting" panose="03010101010101010101" pitchFamily="66" charset="0"/>
              </a:rPr>
              <a:t>$10609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3" name="文字方塊 52">
                <a:extLst>
                  <a:ext uri="{FF2B5EF4-FFF2-40B4-BE49-F238E27FC236}">
                    <a16:creationId xmlns:a16="http://schemas.microsoft.com/office/drawing/2014/main" id="{3C81FB8A-61D3-F1CD-19A3-5B83D87886AA}"/>
                  </a:ext>
                </a:extLst>
              </p:cNvPr>
              <p:cNvSpPr txBox="1"/>
              <p:nvPr/>
            </p:nvSpPr>
            <p:spPr>
              <a:xfrm>
                <a:off x="1940228" y="458057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3" name="文字方塊 52">
                <a:extLst>
                  <a:ext uri="{FF2B5EF4-FFF2-40B4-BE49-F238E27FC236}">
                    <a16:creationId xmlns:a16="http://schemas.microsoft.com/office/drawing/2014/main" id="{3C81FB8A-61D3-F1CD-19A3-5B83D87886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0228" y="4580577"/>
                <a:ext cx="295688" cy="40011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TextBox 15">
            <a:extLst>
              <a:ext uri="{FF2B5EF4-FFF2-40B4-BE49-F238E27FC236}">
                <a16:creationId xmlns:a16="http://schemas.microsoft.com/office/drawing/2014/main" id="{0945FCD5-9A0B-4930-69B1-50BD68CDAEFC}"/>
              </a:ext>
            </a:extLst>
          </p:cNvPr>
          <p:cNvSpPr txBox="1"/>
          <p:nvPr/>
        </p:nvSpPr>
        <p:spPr>
          <a:xfrm>
            <a:off x="647354" y="5131120"/>
            <a:ext cx="15121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Interest</a:t>
            </a:r>
            <a:endParaRPr lang="zh-TW" altLang="en-US" sz="2000" b="1">
              <a:solidFill>
                <a:srgbClr val="00FF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8" name="文字方塊 57">
                <a:extLst>
                  <a:ext uri="{FF2B5EF4-FFF2-40B4-BE49-F238E27FC236}">
                    <a16:creationId xmlns:a16="http://schemas.microsoft.com/office/drawing/2014/main" id="{4B4705D5-54E9-4C3E-3290-FD2F5BE9B50D}"/>
                  </a:ext>
                </a:extLst>
              </p:cNvPr>
              <p:cNvSpPr txBox="1"/>
              <p:nvPr/>
            </p:nvSpPr>
            <p:spPr>
              <a:xfrm>
                <a:off x="1940285" y="513112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8" name="文字方塊 57">
                <a:extLst>
                  <a:ext uri="{FF2B5EF4-FFF2-40B4-BE49-F238E27FC236}">
                    <a16:creationId xmlns:a16="http://schemas.microsoft.com/office/drawing/2014/main" id="{4B4705D5-54E9-4C3E-3290-FD2F5BE9B5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0285" y="5131120"/>
                <a:ext cx="295688" cy="40011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TextBox 15">
            <a:extLst>
              <a:ext uri="{FF2B5EF4-FFF2-40B4-BE49-F238E27FC236}">
                <a16:creationId xmlns:a16="http://schemas.microsoft.com/office/drawing/2014/main" id="{12DF24A7-7E50-FA89-30C7-BC6265DC7D4D}"/>
              </a:ext>
            </a:extLst>
          </p:cNvPr>
          <p:cNvSpPr txBox="1"/>
          <p:nvPr/>
        </p:nvSpPr>
        <p:spPr>
          <a:xfrm>
            <a:off x="2154620" y="5118366"/>
            <a:ext cx="15121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FF66FF"/>
                </a:solidFill>
                <a:latin typeface="Lucida Calligraphy" panose="03010101010101010101" pitchFamily="66" charset="0"/>
              </a:rPr>
              <a:t>Amount</a:t>
            </a:r>
            <a:endParaRPr lang="zh-TW" altLang="en-US" sz="2000" b="1">
              <a:solidFill>
                <a:srgbClr val="FF66FF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0" name="文字方塊 59">
                <a:extLst>
                  <a:ext uri="{FF2B5EF4-FFF2-40B4-BE49-F238E27FC236}">
                    <a16:creationId xmlns:a16="http://schemas.microsoft.com/office/drawing/2014/main" id="{F7A244DD-C492-94C4-9F5F-5551CE7DED48}"/>
                  </a:ext>
                </a:extLst>
              </p:cNvPr>
              <p:cNvSpPr txBox="1"/>
              <p:nvPr/>
            </p:nvSpPr>
            <p:spPr>
              <a:xfrm>
                <a:off x="3529862" y="510828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60" name="文字方塊 59">
                <a:extLst>
                  <a:ext uri="{FF2B5EF4-FFF2-40B4-BE49-F238E27FC236}">
                    <a16:creationId xmlns:a16="http://schemas.microsoft.com/office/drawing/2014/main" id="{F7A244DD-C492-94C4-9F5F-5551CE7DED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9862" y="5108280"/>
                <a:ext cx="295688" cy="40011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TextBox 15">
            <a:extLst>
              <a:ext uri="{FF2B5EF4-FFF2-40B4-BE49-F238E27FC236}">
                <a16:creationId xmlns:a16="http://schemas.microsoft.com/office/drawing/2014/main" id="{1A9B212D-AAEE-1C7E-D19F-DD12177E9ACC}"/>
              </a:ext>
            </a:extLst>
          </p:cNvPr>
          <p:cNvSpPr txBox="1"/>
          <p:nvPr/>
        </p:nvSpPr>
        <p:spPr>
          <a:xfrm>
            <a:off x="3714809" y="5130410"/>
            <a:ext cx="16561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Principal</a:t>
            </a:r>
            <a:endParaRPr lang="zh-TW" altLang="en-US" sz="2000" b="1"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p:pic>
        <p:nvPicPr>
          <p:cNvPr id="64" name="圖片 63">
            <a:extLst>
              <a:ext uri="{FF2B5EF4-FFF2-40B4-BE49-F238E27FC236}">
                <a16:creationId xmlns:a16="http://schemas.microsoft.com/office/drawing/2014/main" id="{DF647546-1E21-789B-5DA5-62D8404469D5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331633" y="4947564"/>
            <a:ext cx="3142857" cy="9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392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20" grpId="0"/>
      <p:bldP spid="21" grpId="0"/>
      <p:bldP spid="22" grpId="0"/>
      <p:bldP spid="23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43" grpId="0"/>
      <p:bldP spid="44" grpId="0"/>
      <p:bldP spid="45" grpId="0"/>
      <p:bldP spid="46" grpId="0"/>
      <p:bldP spid="51" grpId="0"/>
      <p:bldP spid="52" grpId="0"/>
      <p:bldP spid="53" grpId="0"/>
      <p:bldP spid="57" grpId="0"/>
      <p:bldP spid="58" grpId="0"/>
      <p:bldP spid="59" grpId="0"/>
      <p:bldP spid="60" grpId="0"/>
      <p:bldP spid="61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43">
            <a:extLst>
              <a:ext uri="{FF2B5EF4-FFF2-40B4-BE49-F238E27FC236}">
                <a16:creationId xmlns:a16="http://schemas.microsoft.com/office/drawing/2014/main" id="{9C2479F7-DE4C-3FC5-9FD2-310B172D104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84165"/>
          <a:stretch>
            <a:fillRect/>
          </a:stretch>
        </p:blipFill>
        <p:spPr>
          <a:xfrm>
            <a:off x="160458" y="409615"/>
            <a:ext cx="11871084" cy="39545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筆跡 59">
                <a:extLst>
                  <a:ext uri="{FF2B5EF4-FFF2-40B4-BE49-F238E27FC236}">
                    <a16:creationId xmlns:a16="http://schemas.microsoft.com/office/drawing/2014/main" id="{188B753C-95CF-0DC3-C08F-1911B3133F23}"/>
                  </a:ext>
                </a:extLst>
              </p14:cNvPr>
              <p14:cNvContentPartPr/>
              <p14:nvPr/>
            </p14:nvContentPartPr>
            <p14:xfrm>
              <a:off x="2464420" y="584480"/>
              <a:ext cx="669073" cy="45719"/>
            </p14:xfrm>
          </p:contentPart>
        </mc:Choice>
        <mc:Fallback>
          <p:pic>
            <p:nvPicPr>
              <p:cNvPr id="5" name="筆跡 59">
                <a:extLst>
                  <a:ext uri="{FF2B5EF4-FFF2-40B4-BE49-F238E27FC236}">
                    <a16:creationId xmlns:a16="http://schemas.microsoft.com/office/drawing/2014/main" id="{188B753C-95CF-0DC3-C08F-1911B3133F2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10404" y="-13131220"/>
                <a:ext cx="776744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筆跡 59">
                <a:extLst>
                  <a:ext uri="{FF2B5EF4-FFF2-40B4-BE49-F238E27FC236}">
                    <a16:creationId xmlns:a16="http://schemas.microsoft.com/office/drawing/2014/main" id="{4A7C7AFB-2B86-C4F8-FF8C-F4F651E839CC}"/>
                  </a:ext>
                </a:extLst>
              </p14:cNvPr>
              <p14:cNvContentPartPr/>
              <p14:nvPr/>
            </p14:nvContentPartPr>
            <p14:xfrm>
              <a:off x="4694274" y="630199"/>
              <a:ext cx="669073" cy="45719"/>
            </p14:xfrm>
          </p:contentPart>
        </mc:Choice>
        <mc:Fallback>
          <p:pic>
            <p:nvPicPr>
              <p:cNvPr id="6" name="筆跡 59">
                <a:extLst>
                  <a:ext uri="{FF2B5EF4-FFF2-40B4-BE49-F238E27FC236}">
                    <a16:creationId xmlns:a16="http://schemas.microsoft.com/office/drawing/2014/main" id="{4A7C7AFB-2B86-C4F8-FF8C-F4F651E839C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640258" y="-13085501"/>
                <a:ext cx="776744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7" name="筆跡 59">
                <a:extLst>
                  <a:ext uri="{FF2B5EF4-FFF2-40B4-BE49-F238E27FC236}">
                    <a16:creationId xmlns:a16="http://schemas.microsoft.com/office/drawing/2014/main" id="{9A649FAE-A91C-B388-CBD9-32C0A9033A4F}"/>
                  </a:ext>
                </a:extLst>
              </p14:cNvPr>
              <p14:cNvContentPartPr/>
              <p14:nvPr/>
            </p14:nvContentPartPr>
            <p14:xfrm>
              <a:off x="11164186" y="653058"/>
              <a:ext cx="733648" cy="45719"/>
            </p14:xfrm>
          </p:contentPart>
        </mc:Choice>
        <mc:Fallback>
          <p:pic>
            <p:nvPicPr>
              <p:cNvPr id="7" name="筆跡 59">
                <a:extLst>
                  <a:ext uri="{FF2B5EF4-FFF2-40B4-BE49-F238E27FC236}">
                    <a16:creationId xmlns:a16="http://schemas.microsoft.com/office/drawing/2014/main" id="{9A649FAE-A91C-B388-CBD9-32C0A9033A4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1110162" y="-13062642"/>
                <a:ext cx="841336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8" name="筆跡 59">
                <a:extLst>
                  <a:ext uri="{FF2B5EF4-FFF2-40B4-BE49-F238E27FC236}">
                    <a16:creationId xmlns:a16="http://schemas.microsoft.com/office/drawing/2014/main" id="{CF1B4045-F572-CD0E-6FD9-0C990B042118}"/>
                  </a:ext>
                </a:extLst>
              </p14:cNvPr>
              <p14:cNvContentPartPr/>
              <p14:nvPr/>
            </p14:nvContentPartPr>
            <p14:xfrm>
              <a:off x="8664622" y="633077"/>
              <a:ext cx="1808448" cy="45719"/>
            </p14:xfrm>
          </p:contentPart>
        </mc:Choice>
        <mc:Fallback>
          <p:pic>
            <p:nvPicPr>
              <p:cNvPr id="8" name="筆跡 59">
                <a:extLst>
                  <a:ext uri="{FF2B5EF4-FFF2-40B4-BE49-F238E27FC236}">
                    <a16:creationId xmlns:a16="http://schemas.microsoft.com/office/drawing/2014/main" id="{CF1B4045-F572-CD0E-6FD9-0C990B042118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610585" y="-13082623"/>
                <a:ext cx="1916162" cy="27431400"/>
              </a:xfrm>
              <a:prstGeom prst="rect">
                <a:avLst/>
              </a:prstGeom>
            </p:spPr>
          </p:pic>
        </mc:Fallback>
      </mc:AlternateContent>
      <p:sp>
        <p:nvSpPr>
          <p:cNvPr id="9" name="文字方塊 5">
            <a:extLst>
              <a:ext uri="{FF2B5EF4-FFF2-40B4-BE49-F238E27FC236}">
                <a16:creationId xmlns:a16="http://schemas.microsoft.com/office/drawing/2014/main" id="{F83E6F19-7D2F-9904-DAA3-F8BF210E16DA}"/>
              </a:ext>
            </a:extLst>
          </p:cNvPr>
          <p:cNvSpPr txBox="1"/>
          <p:nvPr/>
        </p:nvSpPr>
        <p:spPr>
          <a:xfrm>
            <a:off x="698487" y="1161854"/>
            <a:ext cx="30098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rPr>
              <a:t>Compound interest</a:t>
            </a:r>
            <a:endParaRPr lang="en-HK" sz="2000" b="1">
              <a:ln>
                <a:solidFill>
                  <a:schemeClr val="tx1"/>
                </a:solidFill>
              </a:ln>
              <a:solidFill>
                <a:srgbClr val="92D05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字方塊 52">
                <a:extLst>
                  <a:ext uri="{FF2B5EF4-FFF2-40B4-BE49-F238E27FC236}">
                    <a16:creationId xmlns:a16="http://schemas.microsoft.com/office/drawing/2014/main" id="{9B9765DA-12BB-F667-43B4-8560778B4EE1}"/>
                  </a:ext>
                </a:extLst>
              </p:cNvPr>
              <p:cNvSpPr txBox="1"/>
              <p:nvPr/>
            </p:nvSpPr>
            <p:spPr>
              <a:xfrm>
                <a:off x="562883" y="196956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0" name="文字方塊 52">
                <a:extLst>
                  <a:ext uri="{FF2B5EF4-FFF2-40B4-BE49-F238E27FC236}">
                    <a16:creationId xmlns:a16="http://schemas.microsoft.com/office/drawing/2014/main" id="{9B9765DA-12BB-F667-43B4-8560778B4E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883" y="1969561"/>
                <a:ext cx="295688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字方塊 37">
            <a:extLst>
              <a:ext uri="{FF2B5EF4-FFF2-40B4-BE49-F238E27FC236}">
                <a16:creationId xmlns:a16="http://schemas.microsoft.com/office/drawing/2014/main" id="{8D653CFB-CDC1-877F-A298-D7A448E3135F}"/>
              </a:ext>
            </a:extLst>
          </p:cNvPr>
          <p:cNvSpPr txBox="1"/>
          <p:nvPr/>
        </p:nvSpPr>
        <p:spPr>
          <a:xfrm>
            <a:off x="899646" y="1969561"/>
            <a:ext cx="14174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$</a:t>
            </a:r>
            <a:r>
              <a: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 [</a:t>
            </a:r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30000</a:t>
            </a:r>
            <a:endParaRPr lang="en-HK" altLang="zh-HK" sz="2000" b="1">
              <a:ln>
                <a:solidFill>
                  <a:schemeClr val="tx1"/>
                </a:solidFill>
              </a:ln>
              <a:solidFill>
                <a:srgbClr val="FF00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文字方塊 45">
                <a:extLst>
                  <a:ext uri="{FF2B5EF4-FFF2-40B4-BE49-F238E27FC236}">
                    <a16:creationId xmlns:a16="http://schemas.microsoft.com/office/drawing/2014/main" id="{7F950453-A59C-9516-B184-70DC5137E698}"/>
                  </a:ext>
                </a:extLst>
              </p:cNvPr>
              <p:cNvSpPr txBox="1"/>
              <p:nvPr/>
            </p:nvSpPr>
            <p:spPr>
              <a:xfrm>
                <a:off x="2231546" y="195552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8" name="文字方塊 45">
                <a:extLst>
                  <a:ext uri="{FF2B5EF4-FFF2-40B4-BE49-F238E27FC236}">
                    <a16:creationId xmlns:a16="http://schemas.microsoft.com/office/drawing/2014/main" id="{7F950453-A59C-9516-B184-70DC5137E6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1546" y="1955522"/>
                <a:ext cx="295688" cy="4001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群組 46">
            <a:extLst>
              <a:ext uri="{FF2B5EF4-FFF2-40B4-BE49-F238E27FC236}">
                <a16:creationId xmlns:a16="http://schemas.microsoft.com/office/drawing/2014/main" id="{83E1D92B-E496-7002-8370-90C90D039178}"/>
              </a:ext>
            </a:extLst>
          </p:cNvPr>
          <p:cNvGrpSpPr/>
          <p:nvPr/>
        </p:nvGrpSpPr>
        <p:grpSpPr>
          <a:xfrm>
            <a:off x="2450924" y="1960660"/>
            <a:ext cx="1257405" cy="409011"/>
            <a:chOff x="1498603" y="1408278"/>
            <a:chExt cx="1257405" cy="409011"/>
          </a:xfrm>
        </p:grpSpPr>
        <p:sp>
          <p:nvSpPr>
            <p:cNvPr id="20" name="文字方塊 47">
              <a:extLst>
                <a:ext uri="{FF2B5EF4-FFF2-40B4-BE49-F238E27FC236}">
                  <a16:creationId xmlns:a16="http://schemas.microsoft.com/office/drawing/2014/main" id="{035A193C-BAB1-B413-DE2B-1F58A3ADD6F9}"/>
                </a:ext>
              </a:extLst>
            </p:cNvPr>
            <p:cNvSpPr txBox="1"/>
            <p:nvPr/>
          </p:nvSpPr>
          <p:spPr>
            <a:xfrm>
              <a:off x="1498603" y="1417179"/>
              <a:ext cx="45717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000" b="1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21" name="文字方塊 48">
              <a:extLst>
                <a:ext uri="{FF2B5EF4-FFF2-40B4-BE49-F238E27FC236}">
                  <a16:creationId xmlns:a16="http://schemas.microsoft.com/office/drawing/2014/main" id="{9BA0332D-935F-9EDD-9B00-8AE03AD57742}"/>
                </a:ext>
              </a:extLst>
            </p:cNvPr>
            <p:cNvSpPr txBox="1"/>
            <p:nvPr/>
          </p:nvSpPr>
          <p:spPr>
            <a:xfrm>
              <a:off x="2008474" y="1417179"/>
              <a:ext cx="74753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Handwriting" panose="03010101010101010101" pitchFamily="66" charset="0"/>
                </a:rPr>
                <a:t>3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Calligraphy" panose="03010101010101010101" pitchFamily="66" charset="0"/>
                </a:rPr>
                <a:t>%</a:t>
              </a:r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" name="文字方塊 49">
                  <a:extLst>
                    <a:ext uri="{FF2B5EF4-FFF2-40B4-BE49-F238E27FC236}">
                      <a16:creationId xmlns:a16="http://schemas.microsoft.com/office/drawing/2014/main" id="{44229718-E44D-9AB6-FA8B-5FC464E16078}"/>
                    </a:ext>
                  </a:extLst>
                </p:cNvPr>
                <p:cNvSpPr txBox="1"/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22" name="文字方塊 49">
                  <a:extLst>
                    <a:ext uri="{FF2B5EF4-FFF2-40B4-BE49-F238E27FC236}">
                      <a16:creationId xmlns:a16="http://schemas.microsoft.com/office/drawing/2014/main" id="{44229718-E44D-9AB6-FA8B-5FC464E160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3" name="文字方塊 50">
            <a:extLst>
              <a:ext uri="{FF2B5EF4-FFF2-40B4-BE49-F238E27FC236}">
                <a16:creationId xmlns:a16="http://schemas.microsoft.com/office/drawing/2014/main" id="{D8E431CF-E85F-988C-1F21-4482F2C64C4C}"/>
              </a:ext>
            </a:extLst>
          </p:cNvPr>
          <p:cNvSpPr txBox="1"/>
          <p:nvPr/>
        </p:nvSpPr>
        <p:spPr>
          <a:xfrm>
            <a:off x="3408328" y="1855914"/>
            <a:ext cx="3122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14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Handwriting" panose="03010101010101010101" pitchFamily="66" charset="0"/>
              </a:rPr>
              <a:t>4</a:t>
            </a:r>
            <a:endParaRPr lang="en-HK" altLang="zh-HK" sz="1400" b="1">
              <a:ln>
                <a:solidFill>
                  <a:schemeClr val="tx1"/>
                </a:solidFill>
              </a:ln>
              <a:solidFill>
                <a:srgbClr val="FF000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文字方塊 17">
                <a:extLst>
                  <a:ext uri="{FF2B5EF4-FFF2-40B4-BE49-F238E27FC236}">
                    <a16:creationId xmlns:a16="http://schemas.microsoft.com/office/drawing/2014/main" id="{7072623E-6093-84E0-E5FE-D7F57357ACF5}"/>
                  </a:ext>
                </a:extLst>
              </p:cNvPr>
              <p:cNvSpPr txBox="1"/>
              <p:nvPr/>
            </p:nvSpPr>
            <p:spPr>
              <a:xfrm>
                <a:off x="3648972" y="193299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4" name="文字方塊 17">
                <a:extLst>
                  <a:ext uri="{FF2B5EF4-FFF2-40B4-BE49-F238E27FC236}">
                    <a16:creationId xmlns:a16="http://schemas.microsoft.com/office/drawing/2014/main" id="{7072623E-6093-84E0-E5FE-D7F57357AC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8972" y="1932997"/>
                <a:ext cx="295688" cy="4001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文字方塊 37">
            <a:extLst>
              <a:ext uri="{FF2B5EF4-FFF2-40B4-BE49-F238E27FC236}">
                <a16:creationId xmlns:a16="http://schemas.microsoft.com/office/drawing/2014/main" id="{1F9A2EC1-54AA-9F2E-CE6A-5905F2DBAE43}"/>
              </a:ext>
            </a:extLst>
          </p:cNvPr>
          <p:cNvSpPr txBox="1"/>
          <p:nvPr/>
        </p:nvSpPr>
        <p:spPr>
          <a:xfrm>
            <a:off x="3944660" y="1955522"/>
            <a:ext cx="14186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 </a:t>
            </a:r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30000</a:t>
            </a:r>
            <a:r>
              <a: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]</a:t>
            </a:r>
            <a:endParaRPr lang="en-HK" altLang="zh-HK" sz="2000" b="1">
              <a:ln>
                <a:solidFill>
                  <a:schemeClr val="tx1"/>
                </a:solidFill>
              </a:ln>
              <a:solidFill>
                <a:srgbClr val="FF00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文字方塊 52">
                <a:extLst>
                  <a:ext uri="{FF2B5EF4-FFF2-40B4-BE49-F238E27FC236}">
                    <a16:creationId xmlns:a16="http://schemas.microsoft.com/office/drawing/2014/main" id="{A119C400-6C21-FE36-1F67-45616642F3E3}"/>
                  </a:ext>
                </a:extLst>
              </p:cNvPr>
              <p:cNvSpPr txBox="1"/>
              <p:nvPr/>
            </p:nvSpPr>
            <p:spPr>
              <a:xfrm>
                <a:off x="562883" y="305975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6" name="文字方塊 52">
                <a:extLst>
                  <a:ext uri="{FF2B5EF4-FFF2-40B4-BE49-F238E27FC236}">
                    <a16:creationId xmlns:a16="http://schemas.microsoft.com/office/drawing/2014/main" id="{A119C400-6C21-FE36-1F67-45616642F3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883" y="3059755"/>
                <a:ext cx="295688" cy="40011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文字方塊 51">
            <a:extLst>
              <a:ext uri="{FF2B5EF4-FFF2-40B4-BE49-F238E27FC236}">
                <a16:creationId xmlns:a16="http://schemas.microsoft.com/office/drawing/2014/main" id="{4BAF5E29-5E55-6DE0-D249-855191C9EE9D}"/>
              </a:ext>
            </a:extLst>
          </p:cNvPr>
          <p:cNvSpPr txBox="1"/>
          <p:nvPr/>
        </p:nvSpPr>
        <p:spPr>
          <a:xfrm>
            <a:off x="873459" y="3059755"/>
            <a:ext cx="13067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latin typeface="Lucida Handwriting" panose="03010101010101010101" pitchFamily="66" charset="0"/>
              </a:rPr>
              <a:t>$3770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D1BB2F3-8BBD-A3C5-35C2-0E8C64351294}"/>
              </a:ext>
            </a:extLst>
          </p:cNvPr>
          <p:cNvSpPr txBox="1"/>
          <p:nvPr/>
        </p:nvSpPr>
        <p:spPr>
          <a:xfrm>
            <a:off x="1836991" y="3059755"/>
            <a:ext cx="26403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(cor. to </a:t>
            </a:r>
            <a:r>
              <a:rPr lang="en-HK" altLang="zh-HK" sz="20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3</a:t>
            </a:r>
            <a:r>
              <a: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 sig. fig.)</a:t>
            </a:r>
            <a:endParaRPr lang="en-US" sz="2000"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29" name="筆跡 59">
                <a:extLst>
                  <a:ext uri="{FF2B5EF4-FFF2-40B4-BE49-F238E27FC236}">
                    <a16:creationId xmlns:a16="http://schemas.microsoft.com/office/drawing/2014/main" id="{77FAF475-C006-395B-DC37-58873DDA7BAD}"/>
                  </a:ext>
                </a:extLst>
              </p14:cNvPr>
              <p14:cNvContentPartPr/>
              <p14:nvPr/>
            </p14:nvContentPartPr>
            <p14:xfrm>
              <a:off x="6924128" y="637822"/>
              <a:ext cx="548846" cy="45719"/>
            </p14:xfrm>
          </p:contentPart>
        </mc:Choice>
        <mc:Fallback>
          <p:pic>
            <p:nvPicPr>
              <p:cNvPr id="29" name="筆跡 59">
                <a:extLst>
                  <a:ext uri="{FF2B5EF4-FFF2-40B4-BE49-F238E27FC236}">
                    <a16:creationId xmlns:a16="http://schemas.microsoft.com/office/drawing/2014/main" id="{77FAF475-C006-395B-DC37-58873DDA7BAD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870108" y="-13077878"/>
                <a:ext cx="656526" cy="27431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19107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8" grpId="0"/>
      <p:bldP spid="23" grpId="0"/>
      <p:bldP spid="24" grpId="0"/>
      <p:bldP spid="25" grpId="0"/>
      <p:bldP spid="26" grpId="0"/>
      <p:bldP spid="27" grpId="0"/>
      <p:bldP spid="28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6FE7CFD-27CD-8727-E637-2C69809137A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406" y="361147"/>
            <a:ext cx="11858731" cy="166804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7" name="筆跡 59">
                <a:extLst>
                  <a:ext uri="{FF2B5EF4-FFF2-40B4-BE49-F238E27FC236}">
                    <a16:creationId xmlns:a16="http://schemas.microsoft.com/office/drawing/2014/main" id="{4E0B925E-4BE9-6024-9E08-5A0529F4B4F8}"/>
                  </a:ext>
                </a:extLst>
              </p14:cNvPr>
              <p14:cNvContentPartPr/>
              <p14:nvPr/>
            </p14:nvContentPartPr>
            <p14:xfrm>
              <a:off x="2464420" y="584480"/>
              <a:ext cx="669073" cy="45719"/>
            </p14:xfrm>
          </p:contentPart>
        </mc:Choice>
        <mc:Fallback>
          <p:pic>
            <p:nvPicPr>
              <p:cNvPr id="7" name="筆跡 59">
                <a:extLst>
                  <a:ext uri="{FF2B5EF4-FFF2-40B4-BE49-F238E27FC236}">
                    <a16:creationId xmlns:a16="http://schemas.microsoft.com/office/drawing/2014/main" id="{4E0B925E-4BE9-6024-9E08-5A0529F4B4F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10404" y="-13131220"/>
                <a:ext cx="776744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8" name="筆跡 59">
                <a:extLst>
                  <a:ext uri="{FF2B5EF4-FFF2-40B4-BE49-F238E27FC236}">
                    <a16:creationId xmlns:a16="http://schemas.microsoft.com/office/drawing/2014/main" id="{D98076D4-A12B-B82B-7901-50DA2B3C6C45}"/>
                  </a:ext>
                </a:extLst>
              </p14:cNvPr>
              <p14:cNvContentPartPr/>
              <p14:nvPr/>
            </p14:nvContentPartPr>
            <p14:xfrm>
              <a:off x="3642511" y="607339"/>
              <a:ext cx="669073" cy="45719"/>
            </p14:xfrm>
          </p:contentPart>
        </mc:Choice>
        <mc:Fallback>
          <p:pic>
            <p:nvPicPr>
              <p:cNvPr id="8" name="筆跡 59">
                <a:extLst>
                  <a:ext uri="{FF2B5EF4-FFF2-40B4-BE49-F238E27FC236}">
                    <a16:creationId xmlns:a16="http://schemas.microsoft.com/office/drawing/2014/main" id="{D98076D4-A12B-B82B-7901-50DA2B3C6C4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588495" y="-13108361"/>
                <a:ext cx="776744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9" name="筆跡 59">
                <a:extLst>
                  <a:ext uri="{FF2B5EF4-FFF2-40B4-BE49-F238E27FC236}">
                    <a16:creationId xmlns:a16="http://schemas.microsoft.com/office/drawing/2014/main" id="{8573F24B-E060-3881-005C-9A6719548D86}"/>
                  </a:ext>
                </a:extLst>
              </p14:cNvPr>
              <p14:cNvContentPartPr/>
              <p14:nvPr/>
            </p14:nvContentPartPr>
            <p14:xfrm>
              <a:off x="4721984" y="630198"/>
              <a:ext cx="782890" cy="45719"/>
            </p14:xfrm>
          </p:contentPart>
        </mc:Choice>
        <mc:Fallback>
          <p:pic>
            <p:nvPicPr>
              <p:cNvPr id="9" name="筆跡 59">
                <a:extLst>
                  <a:ext uri="{FF2B5EF4-FFF2-40B4-BE49-F238E27FC236}">
                    <a16:creationId xmlns:a16="http://schemas.microsoft.com/office/drawing/2014/main" id="{8573F24B-E060-3881-005C-9A6719548D8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667967" y="-13085502"/>
                <a:ext cx="890564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0" name="筆跡 59">
                <a:extLst>
                  <a:ext uri="{FF2B5EF4-FFF2-40B4-BE49-F238E27FC236}">
                    <a16:creationId xmlns:a16="http://schemas.microsoft.com/office/drawing/2014/main" id="{A3901954-A1A2-19D7-6719-A5E98C256786}"/>
                  </a:ext>
                </a:extLst>
              </p14:cNvPr>
              <p14:cNvContentPartPr/>
              <p14:nvPr/>
            </p14:nvContentPartPr>
            <p14:xfrm>
              <a:off x="1308418" y="1016513"/>
              <a:ext cx="1074563" cy="45719"/>
            </p14:xfrm>
          </p:contentPart>
        </mc:Choice>
        <mc:Fallback>
          <p:pic>
            <p:nvPicPr>
              <p:cNvPr id="10" name="筆跡 59">
                <a:extLst>
                  <a:ext uri="{FF2B5EF4-FFF2-40B4-BE49-F238E27FC236}">
                    <a16:creationId xmlns:a16="http://schemas.microsoft.com/office/drawing/2014/main" id="{A3901954-A1A2-19D7-6719-A5E98C256786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254384" y="-12699187"/>
                <a:ext cx="1182271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1" name="筆跡 59">
                <a:extLst>
                  <a:ext uri="{FF2B5EF4-FFF2-40B4-BE49-F238E27FC236}">
                    <a16:creationId xmlns:a16="http://schemas.microsoft.com/office/drawing/2014/main" id="{807356FD-C789-CB6F-2A41-4B9EDBA0BBD5}"/>
                  </a:ext>
                </a:extLst>
              </p14:cNvPr>
              <p14:cNvContentPartPr/>
              <p14:nvPr/>
            </p14:nvContentPartPr>
            <p14:xfrm>
              <a:off x="1308417" y="1399822"/>
              <a:ext cx="880601" cy="45719"/>
            </p14:xfrm>
          </p:contentPart>
        </mc:Choice>
        <mc:Fallback>
          <p:pic>
            <p:nvPicPr>
              <p:cNvPr id="11" name="筆跡 59">
                <a:extLst>
                  <a:ext uri="{FF2B5EF4-FFF2-40B4-BE49-F238E27FC236}">
                    <a16:creationId xmlns:a16="http://schemas.microsoft.com/office/drawing/2014/main" id="{807356FD-C789-CB6F-2A41-4B9EDBA0BBD5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254392" y="-12315878"/>
                <a:ext cx="988290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2" name="筆跡 59">
                <a:extLst>
                  <a:ext uri="{FF2B5EF4-FFF2-40B4-BE49-F238E27FC236}">
                    <a16:creationId xmlns:a16="http://schemas.microsoft.com/office/drawing/2014/main" id="{E2B655F1-9B18-3166-303F-102EDE205BD8}"/>
                  </a:ext>
                </a:extLst>
              </p14:cNvPr>
              <p14:cNvContentPartPr/>
              <p14:nvPr/>
            </p14:nvContentPartPr>
            <p14:xfrm>
              <a:off x="1308416" y="1783131"/>
              <a:ext cx="880601" cy="45719"/>
            </p14:xfrm>
          </p:contentPart>
        </mc:Choice>
        <mc:Fallback>
          <p:pic>
            <p:nvPicPr>
              <p:cNvPr id="12" name="筆跡 59">
                <a:extLst>
                  <a:ext uri="{FF2B5EF4-FFF2-40B4-BE49-F238E27FC236}">
                    <a16:creationId xmlns:a16="http://schemas.microsoft.com/office/drawing/2014/main" id="{E2B655F1-9B18-3166-303F-102EDE205BD8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254391" y="-11932569"/>
                <a:ext cx="988290" cy="27431400"/>
              </a:xfrm>
              <a:prstGeom prst="rect">
                <a:avLst/>
              </a:prstGeom>
            </p:spPr>
          </p:pic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D78C3E67-28DB-B62C-CB04-F1942030B075}"/>
              </a:ext>
            </a:extLst>
          </p:cNvPr>
          <p:cNvSpPr txBox="1"/>
          <p:nvPr/>
        </p:nvSpPr>
        <p:spPr>
          <a:xfrm>
            <a:off x="624685" y="2075042"/>
            <a:ext cx="5780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(a) </a:t>
            </a:r>
            <a:endParaRPr lang="en-US" sz="2000"/>
          </a:p>
        </p:txBody>
      </p:sp>
      <p:sp>
        <p:nvSpPr>
          <p:cNvPr id="14" name="TextBox 15">
            <a:extLst>
              <a:ext uri="{FF2B5EF4-FFF2-40B4-BE49-F238E27FC236}">
                <a16:creationId xmlns:a16="http://schemas.microsoft.com/office/drawing/2014/main" id="{71C244B6-3C56-DA9A-C38B-6E488A843266}"/>
              </a:ext>
            </a:extLst>
          </p:cNvPr>
          <p:cNvSpPr txBox="1"/>
          <p:nvPr/>
        </p:nvSpPr>
        <p:spPr>
          <a:xfrm>
            <a:off x="1155848" y="2093023"/>
            <a:ext cx="46113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The amount </a:t>
            </a:r>
            <a:r>
              <a:rPr lang="en-US" altLang="zh-HK" sz="2000" b="1" err="1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Mr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 Tam will obtain</a:t>
            </a:r>
            <a:endParaRPr lang="zh-TW" altLang="en-US" sz="2000" b="1">
              <a:solidFill>
                <a:srgbClr val="00FF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字方塊 15">
                <a:extLst>
                  <a:ext uri="{FF2B5EF4-FFF2-40B4-BE49-F238E27FC236}">
                    <a16:creationId xmlns:a16="http://schemas.microsoft.com/office/drawing/2014/main" id="{07C6AD4A-1694-B87E-3E25-410E366A12C9}"/>
                  </a:ext>
                </a:extLst>
              </p:cNvPr>
              <p:cNvSpPr txBox="1"/>
              <p:nvPr/>
            </p:nvSpPr>
            <p:spPr>
              <a:xfrm>
                <a:off x="900538" y="271000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5" name="文字方塊 15">
                <a:extLst>
                  <a:ext uri="{FF2B5EF4-FFF2-40B4-BE49-F238E27FC236}">
                    <a16:creationId xmlns:a16="http://schemas.microsoft.com/office/drawing/2014/main" id="{07C6AD4A-1694-B87E-3E25-410E366A12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38" y="2710002"/>
                <a:ext cx="295688" cy="40011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文字方塊 32">
            <a:extLst>
              <a:ext uri="{FF2B5EF4-FFF2-40B4-BE49-F238E27FC236}">
                <a16:creationId xmlns:a16="http://schemas.microsoft.com/office/drawing/2014/main" id="{21AA4F20-DBF8-9E6F-E274-3BA83EF072E3}"/>
              </a:ext>
            </a:extLst>
          </p:cNvPr>
          <p:cNvSpPr txBox="1"/>
          <p:nvPr/>
        </p:nvSpPr>
        <p:spPr>
          <a:xfrm>
            <a:off x="1187462" y="2708177"/>
            <a:ext cx="11357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$ 8000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文字方塊 33">
                <a:extLst>
                  <a:ext uri="{FF2B5EF4-FFF2-40B4-BE49-F238E27FC236}">
                    <a16:creationId xmlns:a16="http://schemas.microsoft.com/office/drawing/2014/main" id="{FAA6F5F3-D011-C1B3-61CE-9A6EB4695092}"/>
                  </a:ext>
                </a:extLst>
              </p:cNvPr>
              <p:cNvSpPr txBox="1"/>
              <p:nvPr/>
            </p:nvSpPr>
            <p:spPr>
              <a:xfrm>
                <a:off x="2249626" y="268709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7" name="文字方塊 33">
                <a:extLst>
                  <a:ext uri="{FF2B5EF4-FFF2-40B4-BE49-F238E27FC236}">
                    <a16:creationId xmlns:a16="http://schemas.microsoft.com/office/drawing/2014/main" id="{FAA6F5F3-D011-C1B3-61CE-9A6EB46950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9626" y="2687092"/>
                <a:ext cx="295688" cy="4001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文字方塊 34">
            <a:extLst>
              <a:ext uri="{FF2B5EF4-FFF2-40B4-BE49-F238E27FC236}">
                <a16:creationId xmlns:a16="http://schemas.microsoft.com/office/drawing/2014/main" id="{F1A7C799-AA1B-8117-AB5E-7A428E8DE84E}"/>
              </a:ext>
            </a:extLst>
          </p:cNvPr>
          <p:cNvSpPr txBox="1"/>
          <p:nvPr/>
        </p:nvSpPr>
        <p:spPr>
          <a:xfrm>
            <a:off x="2515556" y="2702878"/>
            <a:ext cx="4571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</a:t>
            </a:r>
            <a:r>
              <a:rPr lang="en-HK" altLang="zh-HK" sz="20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1</a:t>
            </a:r>
            <a:endParaRPr lang="en-HK" sz="2000" b="1">
              <a:ln>
                <a:solidFill>
                  <a:schemeClr val="tx1"/>
                </a:solidFill>
              </a:ln>
              <a:solidFill>
                <a:srgbClr val="92D05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文字方塊 35">
                <a:extLst>
                  <a:ext uri="{FF2B5EF4-FFF2-40B4-BE49-F238E27FC236}">
                    <a16:creationId xmlns:a16="http://schemas.microsoft.com/office/drawing/2014/main" id="{001F01D1-ED7E-BBFF-446B-C1A20D78B5A7}"/>
                  </a:ext>
                </a:extLst>
              </p:cNvPr>
              <p:cNvSpPr txBox="1"/>
              <p:nvPr/>
            </p:nvSpPr>
            <p:spPr>
              <a:xfrm>
                <a:off x="2818876" y="268709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9" name="文字方塊 35">
                <a:extLst>
                  <a:ext uri="{FF2B5EF4-FFF2-40B4-BE49-F238E27FC236}">
                    <a16:creationId xmlns:a16="http://schemas.microsoft.com/office/drawing/2014/main" id="{001F01D1-ED7E-BBFF-446B-C1A20D78B5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8876" y="2687092"/>
                <a:ext cx="295688" cy="40011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直線接點 36">
            <a:extLst>
              <a:ext uri="{FF2B5EF4-FFF2-40B4-BE49-F238E27FC236}">
                <a16:creationId xmlns:a16="http://schemas.microsoft.com/office/drawing/2014/main" id="{D24AC8A5-1F46-F493-A373-32FD06AC1C40}"/>
              </a:ext>
            </a:extLst>
          </p:cNvPr>
          <p:cNvCxnSpPr>
            <a:cxnSpLocks/>
          </p:cNvCxnSpPr>
          <p:nvPr/>
        </p:nvCxnSpPr>
        <p:spPr>
          <a:xfrm>
            <a:off x="3167135" y="2887147"/>
            <a:ext cx="745486" cy="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15">
            <a:extLst>
              <a:ext uri="{FF2B5EF4-FFF2-40B4-BE49-F238E27FC236}">
                <a16:creationId xmlns:a16="http://schemas.microsoft.com/office/drawing/2014/main" id="{15795584-878D-9D2F-8BA8-0585B1E4DAB5}"/>
              </a:ext>
            </a:extLst>
          </p:cNvPr>
          <p:cNvSpPr txBox="1"/>
          <p:nvPr/>
        </p:nvSpPr>
        <p:spPr>
          <a:xfrm>
            <a:off x="3165452" y="2543037"/>
            <a:ext cx="7471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Handwriting" panose="03010101010101010101" pitchFamily="66" charset="0"/>
              </a:rPr>
              <a:t>12%</a:t>
            </a:r>
          </a:p>
        </p:txBody>
      </p:sp>
      <p:sp>
        <p:nvSpPr>
          <p:cNvPr id="22" name="TextBox 15">
            <a:extLst>
              <a:ext uri="{FF2B5EF4-FFF2-40B4-BE49-F238E27FC236}">
                <a16:creationId xmlns:a16="http://schemas.microsoft.com/office/drawing/2014/main" id="{9806B317-B0CB-8392-0EB7-8FEFBC98000E}"/>
              </a:ext>
            </a:extLst>
          </p:cNvPr>
          <p:cNvSpPr txBox="1"/>
          <p:nvPr/>
        </p:nvSpPr>
        <p:spPr>
          <a:xfrm>
            <a:off x="3338851" y="2887147"/>
            <a:ext cx="3600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Lucida Handwriting" panose="03010101010101010101" pitchFamily="66" charset="0"/>
              </a:rPr>
              <a:t>2</a:t>
            </a:r>
          </a:p>
        </p:txBody>
      </p:sp>
      <p:sp>
        <p:nvSpPr>
          <p:cNvPr id="23" name="文字方塊 40">
            <a:extLst>
              <a:ext uri="{FF2B5EF4-FFF2-40B4-BE49-F238E27FC236}">
                <a16:creationId xmlns:a16="http://schemas.microsoft.com/office/drawing/2014/main" id="{E6FF7666-AC09-CDE6-3CCD-3BBC7920356F}"/>
              </a:ext>
            </a:extLst>
          </p:cNvPr>
          <p:cNvSpPr txBox="1"/>
          <p:nvPr/>
        </p:nvSpPr>
        <p:spPr>
          <a:xfrm>
            <a:off x="3812663" y="2708177"/>
            <a:ext cx="2744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)</a:t>
            </a:r>
            <a:endParaRPr lang="en-HK" sz="2000" b="1">
              <a:ln>
                <a:solidFill>
                  <a:schemeClr val="tx1"/>
                </a:solidFill>
              </a:ln>
              <a:solidFill>
                <a:srgbClr val="92D050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24" name="文字方塊 41">
            <a:extLst>
              <a:ext uri="{FF2B5EF4-FFF2-40B4-BE49-F238E27FC236}">
                <a16:creationId xmlns:a16="http://schemas.microsoft.com/office/drawing/2014/main" id="{11143E41-7F90-E0FC-3551-CC86E559233A}"/>
              </a:ext>
            </a:extLst>
          </p:cNvPr>
          <p:cNvSpPr txBox="1"/>
          <p:nvPr/>
        </p:nvSpPr>
        <p:spPr>
          <a:xfrm>
            <a:off x="3902593" y="2533203"/>
            <a:ext cx="3122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14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Handwriting" panose="03010101010101010101" pitchFamily="66" charset="0"/>
              </a:rPr>
              <a:t>3</a:t>
            </a:r>
            <a:endParaRPr lang="en-HK" altLang="zh-HK" sz="1400" b="1">
              <a:ln>
                <a:solidFill>
                  <a:schemeClr val="tx1"/>
                </a:solidFill>
              </a:ln>
              <a:solidFill>
                <a:srgbClr val="FF000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文字方塊 42">
                <a:extLst>
                  <a:ext uri="{FF2B5EF4-FFF2-40B4-BE49-F238E27FC236}">
                    <a16:creationId xmlns:a16="http://schemas.microsoft.com/office/drawing/2014/main" id="{92DACC4F-0B95-0A38-22BE-6EF266A4384B}"/>
                  </a:ext>
                </a:extLst>
              </p:cNvPr>
              <p:cNvSpPr txBox="1"/>
              <p:nvPr/>
            </p:nvSpPr>
            <p:spPr>
              <a:xfrm>
                <a:off x="4051434" y="2511114"/>
                <a:ext cx="29568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14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5" name="文字方塊 42">
                <a:extLst>
                  <a:ext uri="{FF2B5EF4-FFF2-40B4-BE49-F238E27FC236}">
                    <a16:creationId xmlns:a16="http://schemas.microsoft.com/office/drawing/2014/main" id="{92DACC4F-0B95-0A38-22BE-6EF266A438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1434" y="2511114"/>
                <a:ext cx="295688" cy="307777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文字方塊 43">
            <a:extLst>
              <a:ext uri="{FF2B5EF4-FFF2-40B4-BE49-F238E27FC236}">
                <a16:creationId xmlns:a16="http://schemas.microsoft.com/office/drawing/2014/main" id="{21CCE9B4-C497-CB55-742D-42535E9543B7}"/>
              </a:ext>
            </a:extLst>
          </p:cNvPr>
          <p:cNvSpPr txBox="1"/>
          <p:nvPr/>
        </p:nvSpPr>
        <p:spPr>
          <a:xfrm>
            <a:off x="4188966" y="2527874"/>
            <a:ext cx="3122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1400" b="1">
                <a:ln>
                  <a:solidFill>
                    <a:schemeClr val="tx1"/>
                  </a:solidFill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Lucida Handwriting" panose="03010101010101010101" pitchFamily="66" charset="0"/>
              </a:rPr>
              <a:t>2</a:t>
            </a:r>
            <a:endParaRPr lang="en-HK" altLang="zh-HK" sz="1400" b="1">
              <a:ln>
                <a:solidFill>
                  <a:schemeClr val="tx1"/>
                </a:solidFill>
              </a:ln>
              <a:solidFill>
                <a:schemeClr val="accent2">
                  <a:lumMod val="40000"/>
                  <a:lumOff val="60000"/>
                </a:schemeClr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文字方塊 44">
                <a:extLst>
                  <a:ext uri="{FF2B5EF4-FFF2-40B4-BE49-F238E27FC236}">
                    <a16:creationId xmlns:a16="http://schemas.microsoft.com/office/drawing/2014/main" id="{7E0F818B-0E85-0CB2-1F5E-17D3DFB52A09}"/>
                  </a:ext>
                </a:extLst>
              </p:cNvPr>
              <p:cNvSpPr txBox="1"/>
              <p:nvPr/>
            </p:nvSpPr>
            <p:spPr>
              <a:xfrm>
                <a:off x="891773" y="340556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7" name="文字方塊 44">
                <a:extLst>
                  <a:ext uri="{FF2B5EF4-FFF2-40B4-BE49-F238E27FC236}">
                    <a16:creationId xmlns:a16="http://schemas.microsoft.com/office/drawing/2014/main" id="{7E0F818B-0E85-0CB2-1F5E-17D3DFB52A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773" y="3405567"/>
                <a:ext cx="295688" cy="40011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群組 45">
            <a:extLst>
              <a:ext uri="{FF2B5EF4-FFF2-40B4-BE49-F238E27FC236}">
                <a16:creationId xmlns:a16="http://schemas.microsoft.com/office/drawing/2014/main" id="{F43A9333-00F6-C758-A8E6-09807D1D045B}"/>
              </a:ext>
            </a:extLst>
          </p:cNvPr>
          <p:cNvGrpSpPr/>
          <p:nvPr/>
        </p:nvGrpSpPr>
        <p:grpSpPr>
          <a:xfrm>
            <a:off x="1155848" y="3403213"/>
            <a:ext cx="3806808" cy="406264"/>
            <a:chOff x="7248626" y="6480754"/>
            <a:chExt cx="4055487" cy="406264"/>
          </a:xfrm>
        </p:grpSpPr>
        <p:sp>
          <p:nvSpPr>
            <p:cNvPr id="29" name="文字方塊 46">
              <a:extLst>
                <a:ext uri="{FF2B5EF4-FFF2-40B4-BE49-F238E27FC236}">
                  <a16:creationId xmlns:a16="http://schemas.microsoft.com/office/drawing/2014/main" id="{3AF4CCD1-E9A3-9EC6-FDAB-B9EFB906FE09}"/>
                </a:ext>
              </a:extLst>
            </p:cNvPr>
            <p:cNvSpPr txBox="1"/>
            <p:nvPr/>
          </p:nvSpPr>
          <p:spPr>
            <a:xfrm>
              <a:off x="8600038" y="6486908"/>
              <a:ext cx="270407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(cor. to </a:t>
              </a:r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3 </a:t>
              </a:r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sig. fig.)</a:t>
              </a:r>
            </a:p>
          </p:txBody>
        </p:sp>
        <p:sp>
          <p:nvSpPr>
            <p:cNvPr id="30" name="文字方塊 48">
              <a:extLst>
                <a:ext uri="{FF2B5EF4-FFF2-40B4-BE49-F238E27FC236}">
                  <a16:creationId xmlns:a16="http://schemas.microsoft.com/office/drawing/2014/main" id="{1B5CF225-5F74-B288-DB79-F2E796031E4F}"/>
                </a:ext>
              </a:extLst>
            </p:cNvPr>
            <p:cNvSpPr txBox="1"/>
            <p:nvPr/>
          </p:nvSpPr>
          <p:spPr>
            <a:xfrm>
              <a:off x="7248626" y="6480754"/>
              <a:ext cx="139554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00FF00"/>
                  </a:solidFill>
                  <a:latin typeface="Lucida Handwriting" panose="03010101010101010101" pitchFamily="66" charset="0"/>
                </a:rPr>
                <a:t>$ 11300</a:t>
              </a:r>
              <a:endParaRPr lang="en-HK" sz="2000" b="1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31" name="筆跡 59">
                <a:extLst>
                  <a:ext uri="{FF2B5EF4-FFF2-40B4-BE49-F238E27FC236}">
                    <a16:creationId xmlns:a16="http://schemas.microsoft.com/office/drawing/2014/main" id="{E67E7BE6-20F0-C55F-9DFF-90CE654F78F9}"/>
                  </a:ext>
                </a:extLst>
              </p14:cNvPr>
              <p14:cNvContentPartPr/>
              <p14:nvPr/>
            </p14:nvContentPartPr>
            <p14:xfrm>
              <a:off x="6591457" y="618237"/>
              <a:ext cx="782890" cy="45719"/>
            </p14:xfrm>
          </p:contentPart>
        </mc:Choice>
        <mc:Fallback>
          <p:pic>
            <p:nvPicPr>
              <p:cNvPr id="31" name="筆跡 59">
                <a:extLst>
                  <a:ext uri="{FF2B5EF4-FFF2-40B4-BE49-F238E27FC236}">
                    <a16:creationId xmlns:a16="http://schemas.microsoft.com/office/drawing/2014/main" id="{E67E7BE6-20F0-C55F-9DFF-90CE654F78F9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537440" y="-13097463"/>
                <a:ext cx="890564" cy="27431400"/>
              </a:xfrm>
              <a:prstGeom prst="rect">
                <a:avLst/>
              </a:prstGeom>
            </p:spPr>
          </p:pic>
        </mc:Fallback>
      </mc:AlternateContent>
      <p:sp>
        <p:nvSpPr>
          <p:cNvPr id="33" name="TextBox 32">
            <a:extLst>
              <a:ext uri="{FF2B5EF4-FFF2-40B4-BE49-F238E27FC236}">
                <a16:creationId xmlns:a16="http://schemas.microsoft.com/office/drawing/2014/main" id="{C1084980-597A-0D97-BB23-024346EA9918}"/>
              </a:ext>
            </a:extLst>
          </p:cNvPr>
          <p:cNvSpPr txBox="1"/>
          <p:nvPr/>
        </p:nvSpPr>
        <p:spPr>
          <a:xfrm>
            <a:off x="624685" y="4077471"/>
            <a:ext cx="5780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(b) </a:t>
            </a:r>
            <a:endParaRPr lang="en-US" sz="2000"/>
          </a:p>
        </p:txBody>
      </p:sp>
      <p:sp>
        <p:nvSpPr>
          <p:cNvPr id="34" name="TextBox 15">
            <a:extLst>
              <a:ext uri="{FF2B5EF4-FFF2-40B4-BE49-F238E27FC236}">
                <a16:creationId xmlns:a16="http://schemas.microsoft.com/office/drawing/2014/main" id="{B1F778CD-1813-4962-4834-60DED29D01EB}"/>
              </a:ext>
            </a:extLst>
          </p:cNvPr>
          <p:cNvSpPr txBox="1"/>
          <p:nvPr/>
        </p:nvSpPr>
        <p:spPr>
          <a:xfrm>
            <a:off x="1155848" y="4095452"/>
            <a:ext cx="46113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The amount </a:t>
            </a:r>
            <a:r>
              <a:rPr lang="en-US" altLang="zh-HK" sz="2000" b="1" err="1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Mr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 Tam will obtain</a:t>
            </a:r>
            <a:endParaRPr lang="zh-TW" altLang="en-US" sz="2000" b="1">
              <a:solidFill>
                <a:srgbClr val="00FF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文字方塊 15">
                <a:extLst>
                  <a:ext uri="{FF2B5EF4-FFF2-40B4-BE49-F238E27FC236}">
                    <a16:creationId xmlns:a16="http://schemas.microsoft.com/office/drawing/2014/main" id="{51EAE5B3-8916-963C-DAFE-6FE5A3D8E13C}"/>
                  </a:ext>
                </a:extLst>
              </p:cNvPr>
              <p:cNvSpPr txBox="1"/>
              <p:nvPr/>
            </p:nvSpPr>
            <p:spPr>
              <a:xfrm>
                <a:off x="900538" y="471243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5" name="文字方塊 15">
                <a:extLst>
                  <a:ext uri="{FF2B5EF4-FFF2-40B4-BE49-F238E27FC236}">
                    <a16:creationId xmlns:a16="http://schemas.microsoft.com/office/drawing/2014/main" id="{51EAE5B3-8916-963C-DAFE-6FE5A3D8E1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38" y="4712431"/>
                <a:ext cx="295688" cy="40011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文字方塊 32">
            <a:extLst>
              <a:ext uri="{FF2B5EF4-FFF2-40B4-BE49-F238E27FC236}">
                <a16:creationId xmlns:a16="http://schemas.microsoft.com/office/drawing/2014/main" id="{E944BA94-8E6E-2FBE-39CE-CAE6389DDECE}"/>
              </a:ext>
            </a:extLst>
          </p:cNvPr>
          <p:cNvSpPr txBox="1"/>
          <p:nvPr/>
        </p:nvSpPr>
        <p:spPr>
          <a:xfrm>
            <a:off x="1187462" y="4710606"/>
            <a:ext cx="11357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$ 8000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文字方塊 33">
                <a:extLst>
                  <a:ext uri="{FF2B5EF4-FFF2-40B4-BE49-F238E27FC236}">
                    <a16:creationId xmlns:a16="http://schemas.microsoft.com/office/drawing/2014/main" id="{6861B62A-FB0D-26FE-EA50-13BDB8176AC8}"/>
                  </a:ext>
                </a:extLst>
              </p:cNvPr>
              <p:cNvSpPr txBox="1"/>
              <p:nvPr/>
            </p:nvSpPr>
            <p:spPr>
              <a:xfrm>
                <a:off x="2249626" y="468952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7" name="文字方塊 33">
                <a:extLst>
                  <a:ext uri="{FF2B5EF4-FFF2-40B4-BE49-F238E27FC236}">
                    <a16:creationId xmlns:a16="http://schemas.microsoft.com/office/drawing/2014/main" id="{6861B62A-FB0D-26FE-EA50-13BDB8176A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9626" y="4689521"/>
                <a:ext cx="295688" cy="40011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文字方塊 34">
            <a:extLst>
              <a:ext uri="{FF2B5EF4-FFF2-40B4-BE49-F238E27FC236}">
                <a16:creationId xmlns:a16="http://schemas.microsoft.com/office/drawing/2014/main" id="{9DD1678E-EC0E-2BA7-633F-EE0F9BDAF937}"/>
              </a:ext>
            </a:extLst>
          </p:cNvPr>
          <p:cNvSpPr txBox="1"/>
          <p:nvPr/>
        </p:nvSpPr>
        <p:spPr>
          <a:xfrm>
            <a:off x="2515556" y="4705307"/>
            <a:ext cx="4571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</a:t>
            </a:r>
            <a:r>
              <a:rPr lang="en-HK" altLang="zh-HK" sz="20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1</a:t>
            </a:r>
            <a:endParaRPr lang="en-HK" sz="2000" b="1">
              <a:ln>
                <a:solidFill>
                  <a:schemeClr val="tx1"/>
                </a:solidFill>
              </a:ln>
              <a:solidFill>
                <a:srgbClr val="92D05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9" name="文字方塊 35">
                <a:extLst>
                  <a:ext uri="{FF2B5EF4-FFF2-40B4-BE49-F238E27FC236}">
                    <a16:creationId xmlns:a16="http://schemas.microsoft.com/office/drawing/2014/main" id="{0324DC2A-E6A4-66E6-AA9C-5695B5C2A89E}"/>
                  </a:ext>
                </a:extLst>
              </p:cNvPr>
              <p:cNvSpPr txBox="1"/>
              <p:nvPr/>
            </p:nvSpPr>
            <p:spPr>
              <a:xfrm>
                <a:off x="2818876" y="468952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9" name="文字方塊 35">
                <a:extLst>
                  <a:ext uri="{FF2B5EF4-FFF2-40B4-BE49-F238E27FC236}">
                    <a16:creationId xmlns:a16="http://schemas.microsoft.com/office/drawing/2014/main" id="{0324DC2A-E6A4-66E6-AA9C-5695B5C2A8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8876" y="4689521"/>
                <a:ext cx="295688" cy="400110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直線接點 36">
            <a:extLst>
              <a:ext uri="{FF2B5EF4-FFF2-40B4-BE49-F238E27FC236}">
                <a16:creationId xmlns:a16="http://schemas.microsoft.com/office/drawing/2014/main" id="{21118EB8-60AE-6956-7F42-D7D2A88D7B10}"/>
              </a:ext>
            </a:extLst>
          </p:cNvPr>
          <p:cNvCxnSpPr>
            <a:cxnSpLocks/>
          </p:cNvCxnSpPr>
          <p:nvPr/>
        </p:nvCxnSpPr>
        <p:spPr>
          <a:xfrm>
            <a:off x="3167135" y="4889576"/>
            <a:ext cx="745486" cy="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TextBox 15">
            <a:extLst>
              <a:ext uri="{FF2B5EF4-FFF2-40B4-BE49-F238E27FC236}">
                <a16:creationId xmlns:a16="http://schemas.microsoft.com/office/drawing/2014/main" id="{59BA8835-FE5F-916C-F8B5-A95E94D971C5}"/>
              </a:ext>
            </a:extLst>
          </p:cNvPr>
          <p:cNvSpPr txBox="1"/>
          <p:nvPr/>
        </p:nvSpPr>
        <p:spPr>
          <a:xfrm>
            <a:off x="3165452" y="4545466"/>
            <a:ext cx="7471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Handwriting" panose="03010101010101010101" pitchFamily="66" charset="0"/>
              </a:rPr>
              <a:t>12%</a:t>
            </a:r>
          </a:p>
        </p:txBody>
      </p:sp>
      <p:sp>
        <p:nvSpPr>
          <p:cNvPr id="42" name="TextBox 15">
            <a:extLst>
              <a:ext uri="{FF2B5EF4-FFF2-40B4-BE49-F238E27FC236}">
                <a16:creationId xmlns:a16="http://schemas.microsoft.com/office/drawing/2014/main" id="{DA3B4B9C-BD6B-4798-67A1-AFC12D184E8E}"/>
              </a:ext>
            </a:extLst>
          </p:cNvPr>
          <p:cNvSpPr txBox="1"/>
          <p:nvPr/>
        </p:nvSpPr>
        <p:spPr>
          <a:xfrm>
            <a:off x="3338851" y="4889576"/>
            <a:ext cx="3600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Handwriting" panose="03010101010101010101" pitchFamily="66" charset="0"/>
              </a:rPr>
              <a:t>4</a:t>
            </a:r>
          </a:p>
        </p:txBody>
      </p:sp>
      <p:sp>
        <p:nvSpPr>
          <p:cNvPr id="43" name="文字方塊 40">
            <a:extLst>
              <a:ext uri="{FF2B5EF4-FFF2-40B4-BE49-F238E27FC236}">
                <a16:creationId xmlns:a16="http://schemas.microsoft.com/office/drawing/2014/main" id="{49837043-86A3-6E48-A0FA-961EEFE270DE}"/>
              </a:ext>
            </a:extLst>
          </p:cNvPr>
          <p:cNvSpPr txBox="1"/>
          <p:nvPr/>
        </p:nvSpPr>
        <p:spPr>
          <a:xfrm>
            <a:off x="3812663" y="4710606"/>
            <a:ext cx="2744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)</a:t>
            </a:r>
            <a:endParaRPr lang="en-HK" sz="2000" b="1">
              <a:ln>
                <a:solidFill>
                  <a:schemeClr val="tx1"/>
                </a:solidFill>
              </a:ln>
              <a:solidFill>
                <a:srgbClr val="92D050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44" name="文字方塊 41">
            <a:extLst>
              <a:ext uri="{FF2B5EF4-FFF2-40B4-BE49-F238E27FC236}">
                <a16:creationId xmlns:a16="http://schemas.microsoft.com/office/drawing/2014/main" id="{06DF3237-6DAA-98B6-CC40-B05C99492674}"/>
              </a:ext>
            </a:extLst>
          </p:cNvPr>
          <p:cNvSpPr txBox="1"/>
          <p:nvPr/>
        </p:nvSpPr>
        <p:spPr>
          <a:xfrm>
            <a:off x="3902593" y="4535632"/>
            <a:ext cx="3122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14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Handwriting" panose="03010101010101010101" pitchFamily="66" charset="0"/>
              </a:rPr>
              <a:t>3</a:t>
            </a:r>
            <a:endParaRPr lang="en-HK" altLang="zh-HK" sz="1400" b="1">
              <a:ln>
                <a:solidFill>
                  <a:schemeClr val="tx1"/>
                </a:solidFill>
              </a:ln>
              <a:solidFill>
                <a:srgbClr val="FF000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文字方塊 42">
                <a:extLst>
                  <a:ext uri="{FF2B5EF4-FFF2-40B4-BE49-F238E27FC236}">
                    <a16:creationId xmlns:a16="http://schemas.microsoft.com/office/drawing/2014/main" id="{70AA1096-A354-0156-B8EC-BE351744FA99}"/>
                  </a:ext>
                </a:extLst>
              </p:cNvPr>
              <p:cNvSpPr txBox="1"/>
              <p:nvPr/>
            </p:nvSpPr>
            <p:spPr>
              <a:xfrm>
                <a:off x="4051434" y="4513543"/>
                <a:ext cx="29568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14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5" name="文字方塊 42">
                <a:extLst>
                  <a:ext uri="{FF2B5EF4-FFF2-40B4-BE49-F238E27FC236}">
                    <a16:creationId xmlns:a16="http://schemas.microsoft.com/office/drawing/2014/main" id="{70AA1096-A354-0156-B8EC-BE351744FA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1434" y="4513543"/>
                <a:ext cx="295688" cy="307777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文字方塊 43">
            <a:extLst>
              <a:ext uri="{FF2B5EF4-FFF2-40B4-BE49-F238E27FC236}">
                <a16:creationId xmlns:a16="http://schemas.microsoft.com/office/drawing/2014/main" id="{C45271D0-19ED-9B86-1CE3-2A77DA1238E8}"/>
              </a:ext>
            </a:extLst>
          </p:cNvPr>
          <p:cNvSpPr txBox="1"/>
          <p:nvPr/>
        </p:nvSpPr>
        <p:spPr>
          <a:xfrm>
            <a:off x="4188966" y="4530303"/>
            <a:ext cx="3122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1400" b="1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Handwriting" panose="03010101010101010101" pitchFamily="66" charset="0"/>
              </a:rPr>
              <a:t>4</a:t>
            </a:r>
            <a:endParaRPr lang="en-HK" altLang="zh-HK" sz="1400" b="1">
              <a:ln>
                <a:solidFill>
                  <a:schemeClr val="tx1"/>
                </a:solidFill>
              </a:ln>
              <a:solidFill>
                <a:srgbClr val="FFC00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7" name="文字方塊 44">
                <a:extLst>
                  <a:ext uri="{FF2B5EF4-FFF2-40B4-BE49-F238E27FC236}">
                    <a16:creationId xmlns:a16="http://schemas.microsoft.com/office/drawing/2014/main" id="{11E432A4-202C-D014-ACD4-FDEE6FBE095A}"/>
                  </a:ext>
                </a:extLst>
              </p:cNvPr>
              <p:cNvSpPr txBox="1"/>
              <p:nvPr/>
            </p:nvSpPr>
            <p:spPr>
              <a:xfrm>
                <a:off x="891773" y="540799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7" name="文字方塊 44">
                <a:extLst>
                  <a:ext uri="{FF2B5EF4-FFF2-40B4-BE49-F238E27FC236}">
                    <a16:creationId xmlns:a16="http://schemas.microsoft.com/office/drawing/2014/main" id="{11E432A4-202C-D014-ACD4-FDEE6FBE09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773" y="5407996"/>
                <a:ext cx="295688" cy="400110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8" name="群組 45">
            <a:extLst>
              <a:ext uri="{FF2B5EF4-FFF2-40B4-BE49-F238E27FC236}">
                <a16:creationId xmlns:a16="http://schemas.microsoft.com/office/drawing/2014/main" id="{CC004877-5D55-D20C-ACD9-14540B55B62B}"/>
              </a:ext>
            </a:extLst>
          </p:cNvPr>
          <p:cNvGrpSpPr/>
          <p:nvPr/>
        </p:nvGrpSpPr>
        <p:grpSpPr>
          <a:xfrm>
            <a:off x="1155848" y="5405642"/>
            <a:ext cx="3806808" cy="406264"/>
            <a:chOff x="7248626" y="6480754"/>
            <a:chExt cx="4055487" cy="406264"/>
          </a:xfrm>
        </p:grpSpPr>
        <p:sp>
          <p:nvSpPr>
            <p:cNvPr id="49" name="文字方塊 46">
              <a:extLst>
                <a:ext uri="{FF2B5EF4-FFF2-40B4-BE49-F238E27FC236}">
                  <a16:creationId xmlns:a16="http://schemas.microsoft.com/office/drawing/2014/main" id="{764208E2-6823-4077-CE49-489AF8957742}"/>
                </a:ext>
              </a:extLst>
            </p:cNvPr>
            <p:cNvSpPr txBox="1"/>
            <p:nvPr/>
          </p:nvSpPr>
          <p:spPr>
            <a:xfrm>
              <a:off x="8600038" y="6486908"/>
              <a:ext cx="270407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(cor. to </a:t>
              </a:r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3 </a:t>
              </a:r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sig. fig.)</a:t>
              </a:r>
            </a:p>
          </p:txBody>
        </p:sp>
        <p:sp>
          <p:nvSpPr>
            <p:cNvPr id="50" name="文字方塊 48">
              <a:extLst>
                <a:ext uri="{FF2B5EF4-FFF2-40B4-BE49-F238E27FC236}">
                  <a16:creationId xmlns:a16="http://schemas.microsoft.com/office/drawing/2014/main" id="{84F62ABE-1C78-AD40-8621-D49811E60B4B}"/>
                </a:ext>
              </a:extLst>
            </p:cNvPr>
            <p:cNvSpPr txBox="1"/>
            <p:nvPr/>
          </p:nvSpPr>
          <p:spPr>
            <a:xfrm>
              <a:off x="7248626" y="6480754"/>
              <a:ext cx="139554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00FF00"/>
                  </a:solidFill>
                  <a:latin typeface="Lucida Handwriting" panose="03010101010101010101" pitchFamily="66" charset="0"/>
                </a:rPr>
                <a:t>$ 11400</a:t>
              </a:r>
              <a:endParaRPr lang="en-HK" sz="2000" b="1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endParaRPr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8671473A-5BA1-AA89-2A86-7ED10102536A}"/>
              </a:ext>
            </a:extLst>
          </p:cNvPr>
          <p:cNvSpPr txBox="1"/>
          <p:nvPr/>
        </p:nvSpPr>
        <p:spPr>
          <a:xfrm>
            <a:off x="6096000" y="4095943"/>
            <a:ext cx="5780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(c) </a:t>
            </a:r>
            <a:endParaRPr lang="en-US" sz="2000"/>
          </a:p>
        </p:txBody>
      </p:sp>
      <p:sp>
        <p:nvSpPr>
          <p:cNvPr id="52" name="TextBox 15">
            <a:extLst>
              <a:ext uri="{FF2B5EF4-FFF2-40B4-BE49-F238E27FC236}">
                <a16:creationId xmlns:a16="http://schemas.microsoft.com/office/drawing/2014/main" id="{35C66035-9B5E-6388-FE87-603750B640B3}"/>
              </a:ext>
            </a:extLst>
          </p:cNvPr>
          <p:cNvSpPr txBox="1"/>
          <p:nvPr/>
        </p:nvSpPr>
        <p:spPr>
          <a:xfrm>
            <a:off x="6627163" y="4113924"/>
            <a:ext cx="46113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The amount </a:t>
            </a:r>
            <a:r>
              <a:rPr lang="en-US" altLang="zh-HK" sz="2000" b="1" err="1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Mr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 Tam will obtain</a:t>
            </a:r>
            <a:endParaRPr lang="zh-TW" altLang="en-US" sz="2000" b="1">
              <a:solidFill>
                <a:srgbClr val="00FF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3" name="文字方塊 15">
                <a:extLst>
                  <a:ext uri="{FF2B5EF4-FFF2-40B4-BE49-F238E27FC236}">
                    <a16:creationId xmlns:a16="http://schemas.microsoft.com/office/drawing/2014/main" id="{C2CA2ACD-B000-8695-FE3C-5F5D2D8A2D19}"/>
                  </a:ext>
                </a:extLst>
              </p:cNvPr>
              <p:cNvSpPr txBox="1"/>
              <p:nvPr/>
            </p:nvSpPr>
            <p:spPr>
              <a:xfrm>
                <a:off x="6371853" y="473090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3" name="文字方塊 15">
                <a:extLst>
                  <a:ext uri="{FF2B5EF4-FFF2-40B4-BE49-F238E27FC236}">
                    <a16:creationId xmlns:a16="http://schemas.microsoft.com/office/drawing/2014/main" id="{C2CA2ACD-B000-8695-FE3C-5F5D2D8A2D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1853" y="4730903"/>
                <a:ext cx="295688" cy="400110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文字方塊 32">
            <a:extLst>
              <a:ext uri="{FF2B5EF4-FFF2-40B4-BE49-F238E27FC236}">
                <a16:creationId xmlns:a16="http://schemas.microsoft.com/office/drawing/2014/main" id="{0B1E72EA-F7D7-87F3-B56E-C81AC030BB44}"/>
              </a:ext>
            </a:extLst>
          </p:cNvPr>
          <p:cNvSpPr txBox="1"/>
          <p:nvPr/>
        </p:nvSpPr>
        <p:spPr>
          <a:xfrm>
            <a:off x="6658777" y="4729078"/>
            <a:ext cx="11357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$ 8000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5" name="文字方塊 33">
                <a:extLst>
                  <a:ext uri="{FF2B5EF4-FFF2-40B4-BE49-F238E27FC236}">
                    <a16:creationId xmlns:a16="http://schemas.microsoft.com/office/drawing/2014/main" id="{ABD7BC06-E13B-9031-F5E1-F9E213203A32}"/>
                  </a:ext>
                </a:extLst>
              </p:cNvPr>
              <p:cNvSpPr txBox="1"/>
              <p:nvPr/>
            </p:nvSpPr>
            <p:spPr>
              <a:xfrm>
                <a:off x="7720941" y="470799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5" name="文字方塊 33">
                <a:extLst>
                  <a:ext uri="{FF2B5EF4-FFF2-40B4-BE49-F238E27FC236}">
                    <a16:creationId xmlns:a16="http://schemas.microsoft.com/office/drawing/2014/main" id="{ABD7BC06-E13B-9031-F5E1-F9E213203A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0941" y="4707993"/>
                <a:ext cx="295688" cy="400110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文字方塊 34">
            <a:extLst>
              <a:ext uri="{FF2B5EF4-FFF2-40B4-BE49-F238E27FC236}">
                <a16:creationId xmlns:a16="http://schemas.microsoft.com/office/drawing/2014/main" id="{7D4C3611-CA5C-5391-BC75-51E0998B3CC4}"/>
              </a:ext>
            </a:extLst>
          </p:cNvPr>
          <p:cNvSpPr txBox="1"/>
          <p:nvPr/>
        </p:nvSpPr>
        <p:spPr>
          <a:xfrm>
            <a:off x="7986871" y="4723779"/>
            <a:ext cx="4571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</a:t>
            </a:r>
            <a:r>
              <a:rPr lang="en-HK" altLang="zh-HK" sz="20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1</a:t>
            </a:r>
            <a:endParaRPr lang="en-HK" sz="2000" b="1">
              <a:ln>
                <a:solidFill>
                  <a:schemeClr val="tx1"/>
                </a:solidFill>
              </a:ln>
              <a:solidFill>
                <a:srgbClr val="92D05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7" name="文字方塊 35">
                <a:extLst>
                  <a:ext uri="{FF2B5EF4-FFF2-40B4-BE49-F238E27FC236}">
                    <a16:creationId xmlns:a16="http://schemas.microsoft.com/office/drawing/2014/main" id="{3F3FD8A7-7F6D-7F1B-A42D-B0EF967096DA}"/>
                  </a:ext>
                </a:extLst>
              </p:cNvPr>
              <p:cNvSpPr txBox="1"/>
              <p:nvPr/>
            </p:nvSpPr>
            <p:spPr>
              <a:xfrm>
                <a:off x="8290191" y="470799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7" name="文字方塊 35">
                <a:extLst>
                  <a:ext uri="{FF2B5EF4-FFF2-40B4-BE49-F238E27FC236}">
                    <a16:creationId xmlns:a16="http://schemas.microsoft.com/office/drawing/2014/main" id="{3F3FD8A7-7F6D-7F1B-A42D-B0EF967096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0191" y="4707993"/>
                <a:ext cx="295688" cy="400110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8" name="直線接點 36">
            <a:extLst>
              <a:ext uri="{FF2B5EF4-FFF2-40B4-BE49-F238E27FC236}">
                <a16:creationId xmlns:a16="http://schemas.microsoft.com/office/drawing/2014/main" id="{F19B1E4B-6054-1290-F559-7BD2A10D4992}"/>
              </a:ext>
            </a:extLst>
          </p:cNvPr>
          <p:cNvCxnSpPr>
            <a:cxnSpLocks/>
          </p:cNvCxnSpPr>
          <p:nvPr/>
        </p:nvCxnSpPr>
        <p:spPr>
          <a:xfrm>
            <a:off x="8638450" y="4908048"/>
            <a:ext cx="745486" cy="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9" name="TextBox 15">
            <a:extLst>
              <a:ext uri="{FF2B5EF4-FFF2-40B4-BE49-F238E27FC236}">
                <a16:creationId xmlns:a16="http://schemas.microsoft.com/office/drawing/2014/main" id="{8CCC99E5-182C-0461-DC04-B6789FA27278}"/>
              </a:ext>
            </a:extLst>
          </p:cNvPr>
          <p:cNvSpPr txBox="1"/>
          <p:nvPr/>
        </p:nvSpPr>
        <p:spPr>
          <a:xfrm>
            <a:off x="8636767" y="4563938"/>
            <a:ext cx="7471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Handwriting" panose="03010101010101010101" pitchFamily="66" charset="0"/>
              </a:rPr>
              <a:t>12%</a:t>
            </a:r>
          </a:p>
        </p:txBody>
      </p:sp>
      <p:sp>
        <p:nvSpPr>
          <p:cNvPr id="60" name="TextBox 15">
            <a:extLst>
              <a:ext uri="{FF2B5EF4-FFF2-40B4-BE49-F238E27FC236}">
                <a16:creationId xmlns:a16="http://schemas.microsoft.com/office/drawing/2014/main" id="{4C05B7A4-1E54-1DD4-32FC-1E3E52E513EE}"/>
              </a:ext>
            </a:extLst>
          </p:cNvPr>
          <p:cNvSpPr txBox="1"/>
          <p:nvPr/>
        </p:nvSpPr>
        <p:spPr>
          <a:xfrm>
            <a:off x="8739142" y="4908048"/>
            <a:ext cx="5629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rPr>
              <a:t>12</a:t>
            </a:r>
          </a:p>
        </p:txBody>
      </p:sp>
      <p:sp>
        <p:nvSpPr>
          <p:cNvPr id="61" name="文字方塊 40">
            <a:extLst>
              <a:ext uri="{FF2B5EF4-FFF2-40B4-BE49-F238E27FC236}">
                <a16:creationId xmlns:a16="http://schemas.microsoft.com/office/drawing/2014/main" id="{A4C70E41-82B3-22BC-BBD8-FD47DA85EFB2}"/>
              </a:ext>
            </a:extLst>
          </p:cNvPr>
          <p:cNvSpPr txBox="1"/>
          <p:nvPr/>
        </p:nvSpPr>
        <p:spPr>
          <a:xfrm>
            <a:off x="9283978" y="4729078"/>
            <a:ext cx="2744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)</a:t>
            </a:r>
            <a:endParaRPr lang="en-HK" sz="2000" b="1">
              <a:ln>
                <a:solidFill>
                  <a:schemeClr val="tx1"/>
                </a:solidFill>
              </a:ln>
              <a:solidFill>
                <a:srgbClr val="92D050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62" name="文字方塊 41">
            <a:extLst>
              <a:ext uri="{FF2B5EF4-FFF2-40B4-BE49-F238E27FC236}">
                <a16:creationId xmlns:a16="http://schemas.microsoft.com/office/drawing/2014/main" id="{EFC48A84-19B1-0EA7-E15A-48D1C6E5B0A2}"/>
              </a:ext>
            </a:extLst>
          </p:cNvPr>
          <p:cNvSpPr txBox="1"/>
          <p:nvPr/>
        </p:nvSpPr>
        <p:spPr>
          <a:xfrm>
            <a:off x="9373908" y="4554104"/>
            <a:ext cx="3122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14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Handwriting" panose="03010101010101010101" pitchFamily="66" charset="0"/>
              </a:rPr>
              <a:t>3</a:t>
            </a:r>
            <a:endParaRPr lang="en-HK" altLang="zh-HK" sz="1400" b="1">
              <a:ln>
                <a:solidFill>
                  <a:schemeClr val="tx1"/>
                </a:solidFill>
              </a:ln>
              <a:solidFill>
                <a:srgbClr val="FF000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3" name="文字方塊 42">
                <a:extLst>
                  <a:ext uri="{FF2B5EF4-FFF2-40B4-BE49-F238E27FC236}">
                    <a16:creationId xmlns:a16="http://schemas.microsoft.com/office/drawing/2014/main" id="{652A72B5-0CA4-CE36-D019-4705B52FDD36}"/>
                  </a:ext>
                </a:extLst>
              </p:cNvPr>
              <p:cNvSpPr txBox="1"/>
              <p:nvPr/>
            </p:nvSpPr>
            <p:spPr>
              <a:xfrm>
                <a:off x="9522749" y="4532015"/>
                <a:ext cx="29568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14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63" name="文字方塊 42">
                <a:extLst>
                  <a:ext uri="{FF2B5EF4-FFF2-40B4-BE49-F238E27FC236}">
                    <a16:creationId xmlns:a16="http://schemas.microsoft.com/office/drawing/2014/main" id="{652A72B5-0CA4-CE36-D019-4705B52FDD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2749" y="4532015"/>
                <a:ext cx="295688" cy="307777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文字方塊 43">
            <a:extLst>
              <a:ext uri="{FF2B5EF4-FFF2-40B4-BE49-F238E27FC236}">
                <a16:creationId xmlns:a16="http://schemas.microsoft.com/office/drawing/2014/main" id="{779A9B2D-A36B-624A-AAB3-027B15E6CBCE}"/>
              </a:ext>
            </a:extLst>
          </p:cNvPr>
          <p:cNvSpPr txBox="1"/>
          <p:nvPr/>
        </p:nvSpPr>
        <p:spPr>
          <a:xfrm>
            <a:off x="9660281" y="4548775"/>
            <a:ext cx="4279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1400" b="1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rPr>
              <a:t>12</a:t>
            </a:r>
            <a:endParaRPr lang="en-HK" altLang="zh-HK" sz="1400" b="1">
              <a:ln>
                <a:solidFill>
                  <a:schemeClr val="tx1"/>
                </a:solidFill>
              </a:ln>
              <a:solidFill>
                <a:schemeClr val="accent5">
                  <a:lumMod val="60000"/>
                  <a:lumOff val="40000"/>
                </a:schemeClr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5" name="文字方塊 44">
                <a:extLst>
                  <a:ext uri="{FF2B5EF4-FFF2-40B4-BE49-F238E27FC236}">
                    <a16:creationId xmlns:a16="http://schemas.microsoft.com/office/drawing/2014/main" id="{10AEE734-A165-3D24-5B76-17D4EBF5F7E7}"/>
                  </a:ext>
                </a:extLst>
              </p:cNvPr>
              <p:cNvSpPr txBox="1"/>
              <p:nvPr/>
            </p:nvSpPr>
            <p:spPr>
              <a:xfrm>
                <a:off x="6363088" y="542646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65" name="文字方塊 44">
                <a:extLst>
                  <a:ext uri="{FF2B5EF4-FFF2-40B4-BE49-F238E27FC236}">
                    <a16:creationId xmlns:a16="http://schemas.microsoft.com/office/drawing/2014/main" id="{10AEE734-A165-3D24-5B76-17D4EBF5F7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3088" y="5426468"/>
                <a:ext cx="295688" cy="400110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6" name="群組 45">
            <a:extLst>
              <a:ext uri="{FF2B5EF4-FFF2-40B4-BE49-F238E27FC236}">
                <a16:creationId xmlns:a16="http://schemas.microsoft.com/office/drawing/2014/main" id="{31FC5955-7925-9EB5-05F8-9EDAE6663273}"/>
              </a:ext>
            </a:extLst>
          </p:cNvPr>
          <p:cNvGrpSpPr/>
          <p:nvPr/>
        </p:nvGrpSpPr>
        <p:grpSpPr>
          <a:xfrm>
            <a:off x="6627163" y="5424114"/>
            <a:ext cx="3806808" cy="406264"/>
            <a:chOff x="7248626" y="6480754"/>
            <a:chExt cx="4055487" cy="406264"/>
          </a:xfrm>
        </p:grpSpPr>
        <p:sp>
          <p:nvSpPr>
            <p:cNvPr id="67" name="文字方塊 46">
              <a:extLst>
                <a:ext uri="{FF2B5EF4-FFF2-40B4-BE49-F238E27FC236}">
                  <a16:creationId xmlns:a16="http://schemas.microsoft.com/office/drawing/2014/main" id="{4F254405-8F3F-B374-1B92-6823D74EFDE7}"/>
                </a:ext>
              </a:extLst>
            </p:cNvPr>
            <p:cNvSpPr txBox="1"/>
            <p:nvPr/>
          </p:nvSpPr>
          <p:spPr>
            <a:xfrm>
              <a:off x="8600038" y="6486908"/>
              <a:ext cx="270407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(cor. to </a:t>
              </a:r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3 </a:t>
              </a:r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sig. fig.)</a:t>
              </a:r>
            </a:p>
          </p:txBody>
        </p:sp>
        <p:sp>
          <p:nvSpPr>
            <p:cNvPr id="68" name="文字方塊 48">
              <a:extLst>
                <a:ext uri="{FF2B5EF4-FFF2-40B4-BE49-F238E27FC236}">
                  <a16:creationId xmlns:a16="http://schemas.microsoft.com/office/drawing/2014/main" id="{7E1D21C7-173F-18EE-EB9B-B398D0B76E95}"/>
                </a:ext>
              </a:extLst>
            </p:cNvPr>
            <p:cNvSpPr txBox="1"/>
            <p:nvPr/>
          </p:nvSpPr>
          <p:spPr>
            <a:xfrm>
              <a:off x="7248626" y="6480754"/>
              <a:ext cx="139554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00FF00"/>
                  </a:solidFill>
                  <a:latin typeface="Lucida Handwriting" panose="03010101010101010101" pitchFamily="66" charset="0"/>
                </a:rPr>
                <a:t>$ 11400</a:t>
              </a:r>
              <a:endParaRPr lang="en-HK" sz="2000" b="1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51026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>
                      <p:stCondLst>
                        <p:cond delay="indefinite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id="2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16" grpId="0"/>
      <p:bldP spid="17" grpId="0"/>
      <p:bldP spid="18" grpId="0"/>
      <p:bldP spid="19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51" grpId="0"/>
      <p:bldP spid="52" grpId="0"/>
      <p:bldP spid="53" grpId="0"/>
      <p:bldP spid="54" grpId="0"/>
      <p:bldP spid="55" grpId="0"/>
      <p:bldP spid="56" grpId="0"/>
      <p:bldP spid="57" grpId="0"/>
      <p:bldP spid="59" grpId="0"/>
      <p:bldP spid="60" grpId="0"/>
      <p:bldP spid="61" grpId="0"/>
      <p:bldP spid="62" grpId="0"/>
      <p:bldP spid="63" grpId="0"/>
      <p:bldP spid="64" grpId="0"/>
      <p:bldP spid="6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C9CBB38C-840E-C356-7118-C8A4B31D350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0975"/>
          <a:stretch>
            <a:fillRect/>
          </a:stretch>
        </p:blipFill>
        <p:spPr>
          <a:xfrm>
            <a:off x="274506" y="235067"/>
            <a:ext cx="11804080" cy="241335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筆跡 59">
                <a:extLst>
                  <a:ext uri="{FF2B5EF4-FFF2-40B4-BE49-F238E27FC236}">
                    <a16:creationId xmlns:a16="http://schemas.microsoft.com/office/drawing/2014/main" id="{DDBEB79D-E9EB-D84F-7349-1A11ABD97F88}"/>
                  </a:ext>
                </a:extLst>
              </p14:cNvPr>
              <p14:cNvContentPartPr/>
              <p14:nvPr/>
            </p14:nvContentPartPr>
            <p14:xfrm>
              <a:off x="2654151" y="438613"/>
              <a:ext cx="669073" cy="45719"/>
            </p14:xfrm>
          </p:contentPart>
        </mc:Choice>
        <mc:Fallback>
          <p:pic>
            <p:nvPicPr>
              <p:cNvPr id="5" name="筆跡 59">
                <a:extLst>
                  <a:ext uri="{FF2B5EF4-FFF2-40B4-BE49-F238E27FC236}">
                    <a16:creationId xmlns:a16="http://schemas.microsoft.com/office/drawing/2014/main" id="{DDBEB79D-E9EB-D84F-7349-1A11ABD97F8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00135" y="-13277087"/>
                <a:ext cx="776744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筆跡 59">
                <a:extLst>
                  <a:ext uri="{FF2B5EF4-FFF2-40B4-BE49-F238E27FC236}">
                    <a16:creationId xmlns:a16="http://schemas.microsoft.com/office/drawing/2014/main" id="{15C17640-B8FB-5AB4-D3A1-B634ACF81FE7}"/>
                  </a:ext>
                </a:extLst>
              </p14:cNvPr>
              <p14:cNvContentPartPr/>
              <p14:nvPr/>
            </p14:nvContentPartPr>
            <p14:xfrm>
              <a:off x="11040153" y="505087"/>
              <a:ext cx="877341" cy="45719"/>
            </p14:xfrm>
          </p:contentPart>
        </mc:Choice>
        <mc:Fallback>
          <p:pic>
            <p:nvPicPr>
              <p:cNvPr id="6" name="筆跡 59">
                <a:extLst>
                  <a:ext uri="{FF2B5EF4-FFF2-40B4-BE49-F238E27FC236}">
                    <a16:creationId xmlns:a16="http://schemas.microsoft.com/office/drawing/2014/main" id="{15C17640-B8FB-5AB4-D3A1-B634ACF81FE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986130" y="-13210613"/>
                <a:ext cx="985028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7" name="筆跡 59">
                <a:extLst>
                  <a:ext uri="{FF2B5EF4-FFF2-40B4-BE49-F238E27FC236}">
                    <a16:creationId xmlns:a16="http://schemas.microsoft.com/office/drawing/2014/main" id="{C0C4B3C1-0ED5-0646-5B69-3CB73CFE4F9C}"/>
                  </a:ext>
                </a:extLst>
              </p14:cNvPr>
              <p14:cNvContentPartPr/>
              <p14:nvPr/>
            </p14:nvContentPartPr>
            <p14:xfrm>
              <a:off x="3083436" y="1261593"/>
              <a:ext cx="669074" cy="45719"/>
            </p14:xfrm>
          </p:contentPart>
        </mc:Choice>
        <mc:Fallback>
          <p:pic>
            <p:nvPicPr>
              <p:cNvPr id="7" name="筆跡 59">
                <a:extLst>
                  <a:ext uri="{FF2B5EF4-FFF2-40B4-BE49-F238E27FC236}">
                    <a16:creationId xmlns:a16="http://schemas.microsoft.com/office/drawing/2014/main" id="{C0C4B3C1-0ED5-0646-5B69-3CB73CFE4F9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029420" y="-12454107"/>
                <a:ext cx="776745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8" name="筆跡 59">
                <a:extLst>
                  <a:ext uri="{FF2B5EF4-FFF2-40B4-BE49-F238E27FC236}">
                    <a16:creationId xmlns:a16="http://schemas.microsoft.com/office/drawing/2014/main" id="{09F3B21E-5452-D9C6-0AA7-BA626EB8A0F0}"/>
                  </a:ext>
                </a:extLst>
              </p14:cNvPr>
              <p14:cNvContentPartPr/>
              <p14:nvPr/>
            </p14:nvContentPartPr>
            <p14:xfrm>
              <a:off x="9707440" y="882412"/>
              <a:ext cx="754565" cy="45719"/>
            </p14:xfrm>
          </p:contentPart>
        </mc:Choice>
        <mc:Fallback>
          <p:pic>
            <p:nvPicPr>
              <p:cNvPr id="8" name="筆跡 59">
                <a:extLst>
                  <a:ext uri="{FF2B5EF4-FFF2-40B4-BE49-F238E27FC236}">
                    <a16:creationId xmlns:a16="http://schemas.microsoft.com/office/drawing/2014/main" id="{09F3B21E-5452-D9C6-0AA7-BA626EB8A0F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653414" y="-12833288"/>
                <a:ext cx="862257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9" name="筆跡 59">
                <a:extLst>
                  <a:ext uri="{FF2B5EF4-FFF2-40B4-BE49-F238E27FC236}">
                    <a16:creationId xmlns:a16="http://schemas.microsoft.com/office/drawing/2014/main" id="{9AD7F135-B757-0C3A-D0B2-0D4178666278}"/>
                  </a:ext>
                </a:extLst>
              </p14:cNvPr>
              <p14:cNvContentPartPr/>
              <p14:nvPr/>
            </p14:nvContentPartPr>
            <p14:xfrm>
              <a:off x="3984234" y="1639455"/>
              <a:ext cx="1295993" cy="45719"/>
            </p14:xfrm>
          </p:contentPart>
        </mc:Choice>
        <mc:Fallback>
          <p:pic>
            <p:nvPicPr>
              <p:cNvPr id="9" name="筆跡 59">
                <a:extLst>
                  <a:ext uri="{FF2B5EF4-FFF2-40B4-BE49-F238E27FC236}">
                    <a16:creationId xmlns:a16="http://schemas.microsoft.com/office/drawing/2014/main" id="{9AD7F135-B757-0C3A-D0B2-0D4178666278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930204" y="-12076245"/>
                <a:ext cx="1403692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0" name="筆跡 59">
                <a:extLst>
                  <a:ext uri="{FF2B5EF4-FFF2-40B4-BE49-F238E27FC236}">
                    <a16:creationId xmlns:a16="http://schemas.microsoft.com/office/drawing/2014/main" id="{4369E2C4-C70B-309A-5CAC-509338F60037}"/>
                  </a:ext>
                </a:extLst>
              </p14:cNvPr>
              <p14:cNvContentPartPr/>
              <p14:nvPr/>
            </p14:nvContentPartPr>
            <p14:xfrm>
              <a:off x="3950144" y="2019250"/>
              <a:ext cx="1295993" cy="45719"/>
            </p14:xfrm>
          </p:contentPart>
        </mc:Choice>
        <mc:Fallback>
          <p:pic>
            <p:nvPicPr>
              <p:cNvPr id="10" name="筆跡 59">
                <a:extLst>
                  <a:ext uri="{FF2B5EF4-FFF2-40B4-BE49-F238E27FC236}">
                    <a16:creationId xmlns:a16="http://schemas.microsoft.com/office/drawing/2014/main" id="{4369E2C4-C70B-309A-5CAC-509338F60037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896114" y="-11696450"/>
                <a:ext cx="1403692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1" name="筆跡 59">
                <a:extLst>
                  <a:ext uri="{FF2B5EF4-FFF2-40B4-BE49-F238E27FC236}">
                    <a16:creationId xmlns:a16="http://schemas.microsoft.com/office/drawing/2014/main" id="{EB3F9B13-0B8A-6EF1-9503-EB1D21D75A02}"/>
                  </a:ext>
                </a:extLst>
              </p14:cNvPr>
              <p14:cNvContentPartPr/>
              <p14:nvPr/>
            </p14:nvContentPartPr>
            <p14:xfrm>
              <a:off x="1358158" y="2441920"/>
              <a:ext cx="1395675" cy="45719"/>
            </p14:xfrm>
          </p:contentPart>
        </mc:Choice>
        <mc:Fallback>
          <p:pic>
            <p:nvPicPr>
              <p:cNvPr id="11" name="筆跡 59">
                <a:extLst>
                  <a:ext uri="{FF2B5EF4-FFF2-40B4-BE49-F238E27FC236}">
                    <a16:creationId xmlns:a16="http://schemas.microsoft.com/office/drawing/2014/main" id="{EB3F9B13-0B8A-6EF1-9503-EB1D21D75A02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304118" y="-11273780"/>
                <a:ext cx="1503395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12" name="筆跡 59">
                <a:extLst>
                  <a:ext uri="{FF2B5EF4-FFF2-40B4-BE49-F238E27FC236}">
                    <a16:creationId xmlns:a16="http://schemas.microsoft.com/office/drawing/2014/main" id="{1B0D3E18-B077-C8FF-1F3F-4E2115592CF1}"/>
                  </a:ext>
                </a:extLst>
              </p14:cNvPr>
              <p14:cNvContentPartPr/>
              <p14:nvPr/>
            </p14:nvContentPartPr>
            <p14:xfrm>
              <a:off x="2264263" y="889765"/>
              <a:ext cx="669073" cy="45719"/>
            </p14:xfrm>
          </p:contentPart>
        </mc:Choice>
        <mc:Fallback>
          <p:pic>
            <p:nvPicPr>
              <p:cNvPr id="12" name="筆跡 59">
                <a:extLst>
                  <a:ext uri="{FF2B5EF4-FFF2-40B4-BE49-F238E27FC236}">
                    <a16:creationId xmlns:a16="http://schemas.microsoft.com/office/drawing/2014/main" id="{1B0D3E18-B077-C8FF-1F3F-4E2115592CF1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2210247" y="-12825935"/>
                <a:ext cx="776744" cy="27431400"/>
              </a:xfrm>
              <a:prstGeom prst="rect">
                <a:avLst/>
              </a:prstGeom>
            </p:spPr>
          </p:pic>
        </mc:Fallback>
      </mc:AlternateContent>
      <p:sp>
        <p:nvSpPr>
          <p:cNvPr id="13" name="TextBox 15">
            <a:extLst>
              <a:ext uri="{FF2B5EF4-FFF2-40B4-BE49-F238E27FC236}">
                <a16:creationId xmlns:a16="http://schemas.microsoft.com/office/drawing/2014/main" id="{81500482-B7B8-5A22-B031-E3AA2FB1F5C5}"/>
              </a:ext>
            </a:extLst>
          </p:cNvPr>
          <p:cNvSpPr txBox="1"/>
          <p:nvPr/>
        </p:nvSpPr>
        <p:spPr>
          <a:xfrm>
            <a:off x="985849" y="2851796"/>
            <a:ext cx="4500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Amount obtained from bank A</a:t>
            </a:r>
            <a:endParaRPr lang="zh-TW" altLang="en-US" sz="2000" b="1">
              <a:solidFill>
                <a:srgbClr val="00FF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文字方塊 43">
                <a:extLst>
                  <a:ext uri="{FF2B5EF4-FFF2-40B4-BE49-F238E27FC236}">
                    <a16:creationId xmlns:a16="http://schemas.microsoft.com/office/drawing/2014/main" id="{C48655AE-36F1-6EFD-718F-E96A15DF2AFF}"/>
                  </a:ext>
                </a:extLst>
              </p:cNvPr>
              <p:cNvSpPr txBox="1"/>
              <p:nvPr/>
            </p:nvSpPr>
            <p:spPr>
              <a:xfrm>
                <a:off x="1159531" y="333148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2" name="文字方塊 43">
                <a:extLst>
                  <a:ext uri="{FF2B5EF4-FFF2-40B4-BE49-F238E27FC236}">
                    <a16:creationId xmlns:a16="http://schemas.microsoft.com/office/drawing/2014/main" id="{C48655AE-36F1-6EFD-718F-E96A15DF2A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9531" y="3331487"/>
                <a:ext cx="295688" cy="40011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文字方塊 44">
            <a:extLst>
              <a:ext uri="{FF2B5EF4-FFF2-40B4-BE49-F238E27FC236}">
                <a16:creationId xmlns:a16="http://schemas.microsoft.com/office/drawing/2014/main" id="{97FCBF58-8A30-ACB2-9F42-8949AC8F13D7}"/>
              </a:ext>
            </a:extLst>
          </p:cNvPr>
          <p:cNvSpPr txBox="1"/>
          <p:nvPr/>
        </p:nvSpPr>
        <p:spPr>
          <a:xfrm>
            <a:off x="1447022" y="3326349"/>
            <a:ext cx="13067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$</a:t>
            </a:r>
            <a:r>
              <a:rPr lang="en-HK" altLang="zh-HK" sz="20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 </a:t>
            </a:r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30000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文字方塊 45">
                <a:extLst>
                  <a:ext uri="{FF2B5EF4-FFF2-40B4-BE49-F238E27FC236}">
                    <a16:creationId xmlns:a16="http://schemas.microsoft.com/office/drawing/2014/main" id="{B16047CC-49F2-0DBE-102A-914FB01CF65C}"/>
                  </a:ext>
                </a:extLst>
              </p:cNvPr>
              <p:cNvSpPr txBox="1"/>
              <p:nvPr/>
            </p:nvSpPr>
            <p:spPr>
              <a:xfrm>
                <a:off x="2651331" y="331599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4" name="文字方塊 45">
                <a:extLst>
                  <a:ext uri="{FF2B5EF4-FFF2-40B4-BE49-F238E27FC236}">
                    <a16:creationId xmlns:a16="http://schemas.microsoft.com/office/drawing/2014/main" id="{B16047CC-49F2-0DBE-102A-914FB01CF6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1331" y="3315995"/>
                <a:ext cx="295688" cy="40011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" name="群組 46">
            <a:extLst>
              <a:ext uri="{FF2B5EF4-FFF2-40B4-BE49-F238E27FC236}">
                <a16:creationId xmlns:a16="http://schemas.microsoft.com/office/drawing/2014/main" id="{CC14BBE7-4738-7BBB-58A7-2BE31124D17D}"/>
              </a:ext>
            </a:extLst>
          </p:cNvPr>
          <p:cNvGrpSpPr/>
          <p:nvPr/>
        </p:nvGrpSpPr>
        <p:grpSpPr>
          <a:xfrm>
            <a:off x="2870709" y="3321133"/>
            <a:ext cx="1257405" cy="409011"/>
            <a:chOff x="1498603" y="1408278"/>
            <a:chExt cx="1257405" cy="409011"/>
          </a:xfrm>
        </p:grpSpPr>
        <p:sp>
          <p:nvSpPr>
            <p:cNvPr id="26" name="文字方塊 47">
              <a:extLst>
                <a:ext uri="{FF2B5EF4-FFF2-40B4-BE49-F238E27FC236}">
                  <a16:creationId xmlns:a16="http://schemas.microsoft.com/office/drawing/2014/main" id="{C8B1C5DF-E1B1-090D-6609-DF8ABA6B616C}"/>
                </a:ext>
              </a:extLst>
            </p:cNvPr>
            <p:cNvSpPr txBox="1"/>
            <p:nvPr/>
          </p:nvSpPr>
          <p:spPr>
            <a:xfrm>
              <a:off x="1498603" y="1417179"/>
              <a:ext cx="45717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000" b="1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27" name="文字方塊 48">
              <a:extLst>
                <a:ext uri="{FF2B5EF4-FFF2-40B4-BE49-F238E27FC236}">
                  <a16:creationId xmlns:a16="http://schemas.microsoft.com/office/drawing/2014/main" id="{AC92E1D0-BBFC-3968-6ED7-2CC9E3CF5726}"/>
                </a:ext>
              </a:extLst>
            </p:cNvPr>
            <p:cNvSpPr txBox="1"/>
            <p:nvPr/>
          </p:nvSpPr>
          <p:spPr>
            <a:xfrm>
              <a:off x="2008474" y="1417179"/>
              <a:ext cx="74753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Handwriting" panose="03010101010101010101" pitchFamily="66" charset="0"/>
                </a:rPr>
                <a:t>6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Calligraphy" panose="03010101010101010101" pitchFamily="66" charset="0"/>
                </a:rPr>
                <a:t>%</a:t>
              </a:r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" name="文字方塊 49">
                  <a:extLst>
                    <a:ext uri="{FF2B5EF4-FFF2-40B4-BE49-F238E27FC236}">
                      <a16:creationId xmlns:a16="http://schemas.microsoft.com/office/drawing/2014/main" id="{CEEFA229-5AB9-64FD-0398-9CF9EE31F9F2}"/>
                    </a:ext>
                  </a:extLst>
                </p:cNvPr>
                <p:cNvSpPr txBox="1"/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28" name="文字方塊 49">
                  <a:extLst>
                    <a:ext uri="{FF2B5EF4-FFF2-40B4-BE49-F238E27FC236}">
                      <a16:creationId xmlns:a16="http://schemas.microsoft.com/office/drawing/2014/main" id="{CEEFA229-5AB9-64FD-0398-9CF9EE31F9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9" name="文字方塊 50">
            <a:extLst>
              <a:ext uri="{FF2B5EF4-FFF2-40B4-BE49-F238E27FC236}">
                <a16:creationId xmlns:a16="http://schemas.microsoft.com/office/drawing/2014/main" id="{469F6D56-C81D-7786-63AE-63931F436975}"/>
              </a:ext>
            </a:extLst>
          </p:cNvPr>
          <p:cNvSpPr txBox="1"/>
          <p:nvPr/>
        </p:nvSpPr>
        <p:spPr>
          <a:xfrm>
            <a:off x="3857033" y="3230996"/>
            <a:ext cx="3122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14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Handwriting" panose="03010101010101010101" pitchFamily="66" charset="0"/>
              </a:rPr>
              <a:t>3</a:t>
            </a:r>
            <a:endParaRPr lang="en-HK" altLang="zh-HK" sz="1400" b="1">
              <a:ln>
                <a:solidFill>
                  <a:schemeClr val="tx1"/>
                </a:solidFill>
              </a:ln>
              <a:solidFill>
                <a:srgbClr val="FF0000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31" name="文字方塊 51">
            <a:extLst>
              <a:ext uri="{FF2B5EF4-FFF2-40B4-BE49-F238E27FC236}">
                <a16:creationId xmlns:a16="http://schemas.microsoft.com/office/drawing/2014/main" id="{0843B178-225B-48AA-2965-0EF613B35788}"/>
              </a:ext>
            </a:extLst>
          </p:cNvPr>
          <p:cNvSpPr txBox="1"/>
          <p:nvPr/>
        </p:nvSpPr>
        <p:spPr>
          <a:xfrm>
            <a:off x="1455219" y="3883740"/>
            <a:ext cx="17248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$ 35730.48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文字方塊 52">
                <a:extLst>
                  <a:ext uri="{FF2B5EF4-FFF2-40B4-BE49-F238E27FC236}">
                    <a16:creationId xmlns:a16="http://schemas.microsoft.com/office/drawing/2014/main" id="{88E1E444-6FDF-A462-FD55-900CEA9FEE17}"/>
                  </a:ext>
                </a:extLst>
              </p:cNvPr>
              <p:cNvSpPr txBox="1"/>
              <p:nvPr/>
            </p:nvSpPr>
            <p:spPr>
              <a:xfrm>
                <a:off x="1151334" y="384926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2" name="文字方塊 52">
                <a:extLst>
                  <a:ext uri="{FF2B5EF4-FFF2-40B4-BE49-F238E27FC236}">
                    <a16:creationId xmlns:a16="http://schemas.microsoft.com/office/drawing/2014/main" id="{88E1E444-6FDF-A462-FD55-900CEA9FEE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1334" y="3849261"/>
                <a:ext cx="295688" cy="40011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>
            <a:extLst>
              <a:ext uri="{FF2B5EF4-FFF2-40B4-BE49-F238E27FC236}">
                <a16:creationId xmlns:a16="http://schemas.microsoft.com/office/drawing/2014/main" id="{6C0B5D3A-632F-91F4-FEC0-CF83CFEF3518}"/>
              </a:ext>
            </a:extLst>
          </p:cNvPr>
          <p:cNvSpPr txBox="1"/>
          <p:nvPr/>
        </p:nvSpPr>
        <p:spPr>
          <a:xfrm>
            <a:off x="542150" y="2837757"/>
            <a:ext cx="5780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(a) </a:t>
            </a:r>
            <a:endParaRPr lang="en-US" sz="200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CD9B8A9-77C4-2557-C29D-556DB55EB847}"/>
              </a:ext>
            </a:extLst>
          </p:cNvPr>
          <p:cNvSpPr txBox="1"/>
          <p:nvPr/>
        </p:nvSpPr>
        <p:spPr>
          <a:xfrm>
            <a:off x="542150" y="4384373"/>
            <a:ext cx="5780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(b) </a:t>
            </a:r>
            <a:endParaRPr lang="en-US" sz="2000"/>
          </a:p>
        </p:txBody>
      </p:sp>
      <p:sp>
        <p:nvSpPr>
          <p:cNvPr id="47" name="TextBox 15">
            <a:extLst>
              <a:ext uri="{FF2B5EF4-FFF2-40B4-BE49-F238E27FC236}">
                <a16:creationId xmlns:a16="http://schemas.microsoft.com/office/drawing/2014/main" id="{7B0B5684-275B-B8C8-4347-5836445DD608}"/>
              </a:ext>
            </a:extLst>
          </p:cNvPr>
          <p:cNvSpPr txBox="1"/>
          <p:nvPr/>
        </p:nvSpPr>
        <p:spPr>
          <a:xfrm>
            <a:off x="921788" y="4384610"/>
            <a:ext cx="4500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latin typeface="Lucida Calligraphy" panose="03010101010101010101" pitchFamily="66" charset="0"/>
              </a:rPr>
              <a:t>Amount obtained from bank B</a:t>
            </a:r>
            <a:endParaRPr lang="zh-TW" altLang="en-US" sz="2000" b="1">
              <a:solidFill>
                <a:srgbClr val="00B05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8" name="文字方塊 15">
                <a:extLst>
                  <a:ext uri="{FF2B5EF4-FFF2-40B4-BE49-F238E27FC236}">
                    <a16:creationId xmlns:a16="http://schemas.microsoft.com/office/drawing/2014/main" id="{944360E3-2E8B-6383-FC55-6E144F5651A5}"/>
                  </a:ext>
                </a:extLst>
              </p:cNvPr>
              <p:cNvSpPr txBox="1"/>
              <p:nvPr/>
            </p:nvSpPr>
            <p:spPr>
              <a:xfrm>
                <a:off x="1091160" y="493714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8" name="文字方塊 15">
                <a:extLst>
                  <a:ext uri="{FF2B5EF4-FFF2-40B4-BE49-F238E27FC236}">
                    <a16:creationId xmlns:a16="http://schemas.microsoft.com/office/drawing/2014/main" id="{944360E3-2E8B-6383-FC55-6E144F5651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1160" y="4937149"/>
                <a:ext cx="295688" cy="40011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文字方塊 32">
            <a:extLst>
              <a:ext uri="{FF2B5EF4-FFF2-40B4-BE49-F238E27FC236}">
                <a16:creationId xmlns:a16="http://schemas.microsoft.com/office/drawing/2014/main" id="{F0F6A896-7B38-49F2-4C52-5B406A21E0C8}"/>
              </a:ext>
            </a:extLst>
          </p:cNvPr>
          <p:cNvSpPr txBox="1"/>
          <p:nvPr/>
        </p:nvSpPr>
        <p:spPr>
          <a:xfrm>
            <a:off x="1378083" y="4935324"/>
            <a:ext cx="13233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$ 30000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0" name="文字方塊 33">
                <a:extLst>
                  <a:ext uri="{FF2B5EF4-FFF2-40B4-BE49-F238E27FC236}">
                    <a16:creationId xmlns:a16="http://schemas.microsoft.com/office/drawing/2014/main" id="{8638DFC8-1703-F4A3-AD3C-78A0C3B28C57}"/>
                  </a:ext>
                </a:extLst>
              </p:cNvPr>
              <p:cNvSpPr txBox="1"/>
              <p:nvPr/>
            </p:nvSpPr>
            <p:spPr>
              <a:xfrm>
                <a:off x="2578788" y="491423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0" name="文字方塊 33">
                <a:extLst>
                  <a:ext uri="{FF2B5EF4-FFF2-40B4-BE49-F238E27FC236}">
                    <a16:creationId xmlns:a16="http://schemas.microsoft.com/office/drawing/2014/main" id="{8638DFC8-1703-F4A3-AD3C-78A0C3B28C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8788" y="4914239"/>
                <a:ext cx="295688" cy="400110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文字方塊 34">
            <a:extLst>
              <a:ext uri="{FF2B5EF4-FFF2-40B4-BE49-F238E27FC236}">
                <a16:creationId xmlns:a16="http://schemas.microsoft.com/office/drawing/2014/main" id="{C9E46B38-1ABC-24AC-FEA2-A932B4423DE4}"/>
              </a:ext>
            </a:extLst>
          </p:cNvPr>
          <p:cNvSpPr txBox="1"/>
          <p:nvPr/>
        </p:nvSpPr>
        <p:spPr>
          <a:xfrm>
            <a:off x="2826246" y="4930025"/>
            <a:ext cx="4571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</a:t>
            </a:r>
            <a:r>
              <a:rPr lang="en-HK" altLang="zh-HK" sz="20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1</a:t>
            </a:r>
            <a:endParaRPr lang="en-HK" sz="2000" b="1">
              <a:ln>
                <a:solidFill>
                  <a:schemeClr val="tx1"/>
                </a:solidFill>
              </a:ln>
              <a:solidFill>
                <a:srgbClr val="92D05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2" name="文字方塊 35">
                <a:extLst>
                  <a:ext uri="{FF2B5EF4-FFF2-40B4-BE49-F238E27FC236}">
                    <a16:creationId xmlns:a16="http://schemas.microsoft.com/office/drawing/2014/main" id="{5CADE2F1-2C9F-064F-E30C-E4FC0A4FC727}"/>
                  </a:ext>
                </a:extLst>
              </p:cNvPr>
              <p:cNvSpPr txBox="1"/>
              <p:nvPr/>
            </p:nvSpPr>
            <p:spPr>
              <a:xfrm>
                <a:off x="3129566" y="491423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2" name="文字方塊 35">
                <a:extLst>
                  <a:ext uri="{FF2B5EF4-FFF2-40B4-BE49-F238E27FC236}">
                    <a16:creationId xmlns:a16="http://schemas.microsoft.com/office/drawing/2014/main" id="{5CADE2F1-2C9F-064F-E30C-E4FC0A4FC7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9566" y="4914239"/>
                <a:ext cx="295688" cy="40011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直線接點 36">
            <a:extLst>
              <a:ext uri="{FF2B5EF4-FFF2-40B4-BE49-F238E27FC236}">
                <a16:creationId xmlns:a16="http://schemas.microsoft.com/office/drawing/2014/main" id="{A5EC620E-C81F-7129-A802-5955F5AE3B23}"/>
              </a:ext>
            </a:extLst>
          </p:cNvPr>
          <p:cNvCxnSpPr>
            <a:cxnSpLocks/>
          </p:cNvCxnSpPr>
          <p:nvPr/>
        </p:nvCxnSpPr>
        <p:spPr>
          <a:xfrm flipV="1">
            <a:off x="3477825" y="5108840"/>
            <a:ext cx="530058" cy="5454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TextBox 15">
            <a:extLst>
              <a:ext uri="{FF2B5EF4-FFF2-40B4-BE49-F238E27FC236}">
                <a16:creationId xmlns:a16="http://schemas.microsoft.com/office/drawing/2014/main" id="{55B1683D-D346-2152-1AE4-581BCB3B1B5A}"/>
              </a:ext>
            </a:extLst>
          </p:cNvPr>
          <p:cNvSpPr txBox="1"/>
          <p:nvPr/>
        </p:nvSpPr>
        <p:spPr>
          <a:xfrm>
            <a:off x="3476142" y="4770184"/>
            <a:ext cx="7920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Handwriting" panose="03010101010101010101" pitchFamily="66" charset="0"/>
              </a:rPr>
              <a:t>6%</a:t>
            </a:r>
          </a:p>
        </p:txBody>
      </p:sp>
      <p:sp>
        <p:nvSpPr>
          <p:cNvPr id="55" name="TextBox 15">
            <a:extLst>
              <a:ext uri="{FF2B5EF4-FFF2-40B4-BE49-F238E27FC236}">
                <a16:creationId xmlns:a16="http://schemas.microsoft.com/office/drawing/2014/main" id="{D676974F-15DC-4B8E-9F82-FF4D6483198D}"/>
              </a:ext>
            </a:extLst>
          </p:cNvPr>
          <p:cNvSpPr txBox="1"/>
          <p:nvPr/>
        </p:nvSpPr>
        <p:spPr>
          <a:xfrm>
            <a:off x="3538706" y="5114294"/>
            <a:ext cx="3600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rPr>
              <a:t>4</a:t>
            </a:r>
          </a:p>
        </p:txBody>
      </p:sp>
      <p:sp>
        <p:nvSpPr>
          <p:cNvPr id="56" name="文字方塊 40">
            <a:extLst>
              <a:ext uri="{FF2B5EF4-FFF2-40B4-BE49-F238E27FC236}">
                <a16:creationId xmlns:a16="http://schemas.microsoft.com/office/drawing/2014/main" id="{A2577ADC-8D78-DDF9-A4D4-6E87C243A05E}"/>
              </a:ext>
            </a:extLst>
          </p:cNvPr>
          <p:cNvSpPr txBox="1"/>
          <p:nvPr/>
        </p:nvSpPr>
        <p:spPr>
          <a:xfrm>
            <a:off x="3947864" y="4935324"/>
            <a:ext cx="2744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)</a:t>
            </a:r>
            <a:endParaRPr lang="en-HK" sz="2000" b="1">
              <a:ln>
                <a:solidFill>
                  <a:schemeClr val="tx1"/>
                </a:solidFill>
              </a:ln>
              <a:solidFill>
                <a:srgbClr val="92D050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57" name="文字方塊 41">
            <a:extLst>
              <a:ext uri="{FF2B5EF4-FFF2-40B4-BE49-F238E27FC236}">
                <a16:creationId xmlns:a16="http://schemas.microsoft.com/office/drawing/2014/main" id="{F773EF45-00C7-1EA6-77EE-721B5796BBDD}"/>
              </a:ext>
            </a:extLst>
          </p:cNvPr>
          <p:cNvSpPr txBox="1"/>
          <p:nvPr/>
        </p:nvSpPr>
        <p:spPr>
          <a:xfrm>
            <a:off x="4056271" y="4760350"/>
            <a:ext cx="3122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14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Handwriting" panose="03010101010101010101" pitchFamily="66" charset="0"/>
              </a:rPr>
              <a:t>3</a:t>
            </a:r>
            <a:endParaRPr lang="en-HK" altLang="zh-HK" sz="1400" b="1">
              <a:ln>
                <a:solidFill>
                  <a:schemeClr val="tx1"/>
                </a:solidFill>
              </a:ln>
              <a:solidFill>
                <a:srgbClr val="FF000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8" name="文字方塊 42">
                <a:extLst>
                  <a:ext uri="{FF2B5EF4-FFF2-40B4-BE49-F238E27FC236}">
                    <a16:creationId xmlns:a16="http://schemas.microsoft.com/office/drawing/2014/main" id="{79C0C9E0-443C-5390-0D99-DAAC681B7E50}"/>
                  </a:ext>
                </a:extLst>
              </p:cNvPr>
              <p:cNvSpPr txBox="1"/>
              <p:nvPr/>
            </p:nvSpPr>
            <p:spPr>
              <a:xfrm>
                <a:off x="4205112" y="4738261"/>
                <a:ext cx="29568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14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8" name="文字方塊 42">
                <a:extLst>
                  <a:ext uri="{FF2B5EF4-FFF2-40B4-BE49-F238E27FC236}">
                    <a16:creationId xmlns:a16="http://schemas.microsoft.com/office/drawing/2014/main" id="{79C0C9E0-443C-5390-0D99-DAAC681B7E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5112" y="4738261"/>
                <a:ext cx="295688" cy="307777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文字方塊 43">
            <a:extLst>
              <a:ext uri="{FF2B5EF4-FFF2-40B4-BE49-F238E27FC236}">
                <a16:creationId xmlns:a16="http://schemas.microsoft.com/office/drawing/2014/main" id="{2A42342C-D9A9-B063-EBEC-3574DC566513}"/>
              </a:ext>
            </a:extLst>
          </p:cNvPr>
          <p:cNvSpPr txBox="1"/>
          <p:nvPr/>
        </p:nvSpPr>
        <p:spPr>
          <a:xfrm>
            <a:off x="4342644" y="4755021"/>
            <a:ext cx="3122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1400" b="1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rPr>
              <a:t>4</a:t>
            </a:r>
            <a:endParaRPr lang="en-HK" altLang="zh-HK" sz="1400" b="1">
              <a:ln>
                <a:solidFill>
                  <a:schemeClr val="tx1"/>
                </a:solidFill>
              </a:ln>
              <a:solidFill>
                <a:schemeClr val="accent5">
                  <a:lumMod val="60000"/>
                  <a:lumOff val="40000"/>
                </a:schemeClr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0" name="文字方塊 44">
                <a:extLst>
                  <a:ext uri="{FF2B5EF4-FFF2-40B4-BE49-F238E27FC236}">
                    <a16:creationId xmlns:a16="http://schemas.microsoft.com/office/drawing/2014/main" id="{25E73F8B-6499-7646-A0F3-4981CFE78621}"/>
                  </a:ext>
                </a:extLst>
              </p:cNvPr>
              <p:cNvSpPr txBox="1"/>
              <p:nvPr/>
            </p:nvSpPr>
            <p:spPr>
              <a:xfrm>
                <a:off x="1091160" y="548153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60" name="文字方塊 44">
                <a:extLst>
                  <a:ext uri="{FF2B5EF4-FFF2-40B4-BE49-F238E27FC236}">
                    <a16:creationId xmlns:a16="http://schemas.microsoft.com/office/drawing/2014/main" id="{25E73F8B-6499-7646-A0F3-4981CFE786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1160" y="5481532"/>
                <a:ext cx="295688" cy="400110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文字方塊 48">
            <a:extLst>
              <a:ext uri="{FF2B5EF4-FFF2-40B4-BE49-F238E27FC236}">
                <a16:creationId xmlns:a16="http://schemas.microsoft.com/office/drawing/2014/main" id="{7029F237-D507-DD8F-F10F-D58BE3218B9E}"/>
              </a:ext>
            </a:extLst>
          </p:cNvPr>
          <p:cNvSpPr txBox="1"/>
          <p:nvPr/>
        </p:nvSpPr>
        <p:spPr>
          <a:xfrm>
            <a:off x="1355236" y="5479178"/>
            <a:ext cx="17411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FF66FF"/>
                </a:solidFill>
                <a:latin typeface="Lucida Handwriting" panose="03010101010101010101" pitchFamily="66" charset="0"/>
              </a:rPr>
              <a:t>$ 35868.55</a:t>
            </a:r>
            <a:endParaRPr lang="en-HK" sz="2000" b="1">
              <a:ln>
                <a:solidFill>
                  <a:schemeClr val="tx1"/>
                </a:solidFill>
              </a:ln>
              <a:solidFill>
                <a:srgbClr val="FF66FF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4" name="文字方塊 44">
                <a:extLst>
                  <a:ext uri="{FF2B5EF4-FFF2-40B4-BE49-F238E27FC236}">
                    <a16:creationId xmlns:a16="http://schemas.microsoft.com/office/drawing/2014/main" id="{7E791D63-A0F0-BF30-FE96-EE169E486112}"/>
                  </a:ext>
                </a:extLst>
              </p:cNvPr>
              <p:cNvSpPr txBox="1"/>
              <p:nvPr/>
            </p:nvSpPr>
            <p:spPr>
              <a:xfrm>
                <a:off x="1085906" y="614910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64" name="文字方塊 44">
                <a:extLst>
                  <a:ext uri="{FF2B5EF4-FFF2-40B4-BE49-F238E27FC236}">
                    <a16:creationId xmlns:a16="http://schemas.microsoft.com/office/drawing/2014/main" id="{7E791D63-A0F0-BF30-FE96-EE169E4861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5906" y="6149101"/>
                <a:ext cx="295688" cy="400110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5" name="群組 45">
            <a:extLst>
              <a:ext uri="{FF2B5EF4-FFF2-40B4-BE49-F238E27FC236}">
                <a16:creationId xmlns:a16="http://schemas.microsoft.com/office/drawing/2014/main" id="{CDE12326-2318-FDAC-189A-E18D3EE10662}"/>
              </a:ext>
            </a:extLst>
          </p:cNvPr>
          <p:cNvGrpSpPr/>
          <p:nvPr/>
        </p:nvGrpSpPr>
        <p:grpSpPr>
          <a:xfrm>
            <a:off x="1349981" y="6146747"/>
            <a:ext cx="3806808" cy="406264"/>
            <a:chOff x="7248626" y="6480754"/>
            <a:chExt cx="4055487" cy="406264"/>
          </a:xfrm>
        </p:grpSpPr>
        <p:sp>
          <p:nvSpPr>
            <p:cNvPr id="66" name="文字方塊 46">
              <a:extLst>
                <a:ext uri="{FF2B5EF4-FFF2-40B4-BE49-F238E27FC236}">
                  <a16:creationId xmlns:a16="http://schemas.microsoft.com/office/drawing/2014/main" id="{FA576081-75DE-D5B1-378D-AD13C992626B}"/>
                </a:ext>
              </a:extLst>
            </p:cNvPr>
            <p:cNvSpPr txBox="1"/>
            <p:nvPr/>
          </p:nvSpPr>
          <p:spPr>
            <a:xfrm>
              <a:off x="8600038" y="6486908"/>
              <a:ext cx="270407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(cor. to </a:t>
              </a:r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3 </a:t>
              </a:r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sig. fig.)</a:t>
              </a:r>
            </a:p>
          </p:txBody>
        </p:sp>
        <p:sp>
          <p:nvSpPr>
            <p:cNvPr id="67" name="文字方塊 48">
              <a:extLst>
                <a:ext uri="{FF2B5EF4-FFF2-40B4-BE49-F238E27FC236}">
                  <a16:creationId xmlns:a16="http://schemas.microsoft.com/office/drawing/2014/main" id="{EDBDFE7B-8365-3118-B781-7DBA6D2035AA}"/>
                </a:ext>
              </a:extLst>
            </p:cNvPr>
            <p:cNvSpPr txBox="1"/>
            <p:nvPr/>
          </p:nvSpPr>
          <p:spPr>
            <a:xfrm>
              <a:off x="7248626" y="6480754"/>
              <a:ext cx="130997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FF66FF"/>
                  </a:solidFill>
                  <a:latin typeface="Lucida Handwriting" panose="03010101010101010101" pitchFamily="66" charset="0"/>
                </a:rPr>
                <a:t>$ 35900</a:t>
              </a:r>
              <a:endParaRPr lang="en-HK" sz="2000" b="1">
                <a:ln>
                  <a:solidFill>
                    <a:schemeClr val="tx1"/>
                  </a:solidFill>
                </a:ln>
                <a:solidFill>
                  <a:srgbClr val="FF66FF"/>
                </a:solidFill>
                <a:latin typeface="Lucida Calligraphy" panose="03010101010101010101" pitchFamily="66" charset="0"/>
              </a:endParaRPr>
            </a:p>
          </p:txBody>
        </p:sp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EC18FE4D-2C30-8B79-5A71-C10AA6050812}"/>
              </a:ext>
            </a:extLst>
          </p:cNvPr>
          <p:cNvSpPr txBox="1"/>
          <p:nvPr/>
        </p:nvSpPr>
        <p:spPr>
          <a:xfrm>
            <a:off x="6318906" y="2851796"/>
            <a:ext cx="5780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(c) </a:t>
            </a:r>
            <a:endParaRPr lang="en-US" sz="2000"/>
          </a:p>
        </p:txBody>
      </p:sp>
      <p:sp>
        <p:nvSpPr>
          <p:cNvPr id="69" name="TextBox 15">
            <a:extLst>
              <a:ext uri="{FF2B5EF4-FFF2-40B4-BE49-F238E27FC236}">
                <a16:creationId xmlns:a16="http://schemas.microsoft.com/office/drawing/2014/main" id="{5B872C2D-92E2-54A7-5CAE-A490F4E6E5BE}"/>
              </a:ext>
            </a:extLst>
          </p:cNvPr>
          <p:cNvSpPr txBox="1"/>
          <p:nvPr/>
        </p:nvSpPr>
        <p:spPr>
          <a:xfrm>
            <a:off x="6698544" y="2852033"/>
            <a:ext cx="37634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Calligraphy" panose="03010101010101010101" pitchFamily="66" charset="0"/>
              </a:rPr>
              <a:t>Difference in the amount</a:t>
            </a:r>
            <a:endParaRPr lang="zh-TW" altLang="en-US" sz="2000" b="1">
              <a:solidFill>
                <a:srgbClr val="FFC0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8" name="文字方塊 52">
                <a:extLst>
                  <a:ext uri="{FF2B5EF4-FFF2-40B4-BE49-F238E27FC236}">
                    <a16:creationId xmlns:a16="http://schemas.microsoft.com/office/drawing/2014/main" id="{3B82B01A-E1D4-99B7-1D4D-2C7C2C6FA058}"/>
                  </a:ext>
                </a:extLst>
              </p:cNvPr>
              <p:cNvSpPr txBox="1"/>
              <p:nvPr/>
            </p:nvSpPr>
            <p:spPr>
              <a:xfrm>
                <a:off x="6845233" y="338232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88" name="文字方塊 52">
                <a:extLst>
                  <a:ext uri="{FF2B5EF4-FFF2-40B4-BE49-F238E27FC236}">
                    <a16:creationId xmlns:a16="http://schemas.microsoft.com/office/drawing/2014/main" id="{3B82B01A-E1D4-99B7-1D4D-2C7C2C6FA0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5233" y="3382324"/>
                <a:ext cx="295688" cy="400110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9" name="文字方塊 37">
            <a:extLst>
              <a:ext uri="{FF2B5EF4-FFF2-40B4-BE49-F238E27FC236}">
                <a16:creationId xmlns:a16="http://schemas.microsoft.com/office/drawing/2014/main" id="{C588F6F3-E998-A3D9-8222-A18C6B33BA38}"/>
              </a:ext>
            </a:extLst>
          </p:cNvPr>
          <p:cNvSpPr txBox="1"/>
          <p:nvPr/>
        </p:nvSpPr>
        <p:spPr>
          <a:xfrm>
            <a:off x="7181996" y="3382324"/>
            <a:ext cx="18606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$</a:t>
            </a:r>
            <a:r>
              <a: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 (</a:t>
            </a:r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FF66FF"/>
                </a:solidFill>
                <a:latin typeface="Lucida Handwriting" panose="03010101010101010101" pitchFamily="66" charset="0"/>
              </a:rPr>
              <a:t>35868.55</a:t>
            </a:r>
            <a:endParaRPr lang="en-HK" altLang="zh-HK" sz="2000" b="1">
              <a:ln>
                <a:solidFill>
                  <a:schemeClr val="tx1"/>
                </a:solidFill>
              </a:ln>
              <a:solidFill>
                <a:srgbClr val="FF00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6" name="文字方塊 17">
                <a:extLst>
                  <a:ext uri="{FF2B5EF4-FFF2-40B4-BE49-F238E27FC236}">
                    <a16:creationId xmlns:a16="http://schemas.microsoft.com/office/drawing/2014/main" id="{B50DBCEC-607E-3C66-F78C-EF019BA6A00F}"/>
                  </a:ext>
                </a:extLst>
              </p:cNvPr>
              <p:cNvSpPr txBox="1"/>
              <p:nvPr/>
            </p:nvSpPr>
            <p:spPr>
              <a:xfrm>
                <a:off x="9004755" y="338232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96" name="文字方塊 17">
                <a:extLst>
                  <a:ext uri="{FF2B5EF4-FFF2-40B4-BE49-F238E27FC236}">
                    <a16:creationId xmlns:a16="http://schemas.microsoft.com/office/drawing/2014/main" id="{B50DBCEC-607E-3C66-F78C-EF019BA6A0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4755" y="3382324"/>
                <a:ext cx="295688" cy="400110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7" name="文字方塊 37">
            <a:extLst>
              <a:ext uri="{FF2B5EF4-FFF2-40B4-BE49-F238E27FC236}">
                <a16:creationId xmlns:a16="http://schemas.microsoft.com/office/drawing/2014/main" id="{4C63F65E-34EE-A2AA-99B3-151DFAE1299D}"/>
              </a:ext>
            </a:extLst>
          </p:cNvPr>
          <p:cNvSpPr txBox="1"/>
          <p:nvPr/>
        </p:nvSpPr>
        <p:spPr>
          <a:xfrm>
            <a:off x="9239582" y="3382324"/>
            <a:ext cx="16614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 </a:t>
            </a:r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35730.48</a:t>
            </a:r>
            <a:r>
              <a: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)</a:t>
            </a:r>
            <a:endParaRPr lang="en-HK" altLang="zh-HK" sz="2000" b="1">
              <a:ln>
                <a:solidFill>
                  <a:schemeClr val="tx1"/>
                </a:solidFill>
              </a:ln>
              <a:solidFill>
                <a:srgbClr val="FF00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8" name="文字方塊 44">
                <a:extLst>
                  <a:ext uri="{FF2B5EF4-FFF2-40B4-BE49-F238E27FC236}">
                    <a16:creationId xmlns:a16="http://schemas.microsoft.com/office/drawing/2014/main" id="{00C55552-573B-09ED-BDB9-3DE7794B53C6}"/>
                  </a:ext>
                </a:extLst>
              </p:cNvPr>
              <p:cNvSpPr txBox="1"/>
              <p:nvPr/>
            </p:nvSpPr>
            <p:spPr>
              <a:xfrm>
                <a:off x="6845233" y="400716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98" name="文字方塊 44">
                <a:extLst>
                  <a:ext uri="{FF2B5EF4-FFF2-40B4-BE49-F238E27FC236}">
                    <a16:creationId xmlns:a16="http://schemas.microsoft.com/office/drawing/2014/main" id="{00C55552-573B-09ED-BDB9-3DE7794B53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5233" y="4007166"/>
                <a:ext cx="295688" cy="400110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9" name="群組 45">
            <a:extLst>
              <a:ext uri="{FF2B5EF4-FFF2-40B4-BE49-F238E27FC236}">
                <a16:creationId xmlns:a16="http://schemas.microsoft.com/office/drawing/2014/main" id="{CF6EFD8E-B511-6575-9F21-06DE8AEB645E}"/>
              </a:ext>
            </a:extLst>
          </p:cNvPr>
          <p:cNvGrpSpPr/>
          <p:nvPr/>
        </p:nvGrpSpPr>
        <p:grpSpPr>
          <a:xfrm>
            <a:off x="7163056" y="4007166"/>
            <a:ext cx="3806808" cy="406264"/>
            <a:chOff x="7248626" y="6480754"/>
            <a:chExt cx="4055487" cy="406264"/>
          </a:xfrm>
        </p:grpSpPr>
        <p:sp>
          <p:nvSpPr>
            <p:cNvPr id="100" name="文字方塊 46">
              <a:extLst>
                <a:ext uri="{FF2B5EF4-FFF2-40B4-BE49-F238E27FC236}">
                  <a16:creationId xmlns:a16="http://schemas.microsoft.com/office/drawing/2014/main" id="{1909980A-9171-576E-9D79-023D1B4CE8F8}"/>
                </a:ext>
              </a:extLst>
            </p:cNvPr>
            <p:cNvSpPr txBox="1"/>
            <p:nvPr/>
          </p:nvSpPr>
          <p:spPr>
            <a:xfrm>
              <a:off x="8600038" y="6486908"/>
              <a:ext cx="270407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(cor. to </a:t>
              </a:r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3 </a:t>
              </a:r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sig. fig.)</a:t>
              </a:r>
            </a:p>
          </p:txBody>
        </p:sp>
        <p:sp>
          <p:nvSpPr>
            <p:cNvPr id="101" name="文字方塊 48">
              <a:extLst>
                <a:ext uri="{FF2B5EF4-FFF2-40B4-BE49-F238E27FC236}">
                  <a16:creationId xmlns:a16="http://schemas.microsoft.com/office/drawing/2014/main" id="{D3F54463-07C7-4736-59D1-2794B80D86A9}"/>
                </a:ext>
              </a:extLst>
            </p:cNvPr>
            <p:cNvSpPr txBox="1"/>
            <p:nvPr/>
          </p:nvSpPr>
          <p:spPr>
            <a:xfrm>
              <a:off x="7248626" y="6480754"/>
              <a:ext cx="102668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FFC000"/>
                  </a:solidFill>
                  <a:latin typeface="Lucida Handwriting" panose="03010101010101010101" pitchFamily="66" charset="0"/>
                </a:rPr>
                <a:t>$ 138</a:t>
              </a:r>
              <a:endParaRPr lang="en-HK" sz="2000" b="1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Calligraphy" panose="03010101010101010101" pitchFamily="66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57799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3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6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1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4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9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2" grpId="0"/>
      <p:bldP spid="23" grpId="0"/>
      <p:bldP spid="24" grpId="0"/>
      <p:bldP spid="29" grpId="0"/>
      <p:bldP spid="31" grpId="0"/>
      <p:bldP spid="32" grpId="0"/>
      <p:bldP spid="33" grpId="0"/>
      <p:bldP spid="45" grpId="0"/>
      <p:bldP spid="47" grpId="0"/>
      <p:bldP spid="48" grpId="0"/>
      <p:bldP spid="49" grpId="0"/>
      <p:bldP spid="50" grpId="0"/>
      <p:bldP spid="51" grpId="0"/>
      <p:bldP spid="52" grpId="0"/>
      <p:bldP spid="54" grpId="0"/>
      <p:bldP spid="55" grpId="0"/>
      <p:bldP spid="56" grpId="0"/>
      <p:bldP spid="57" grpId="0"/>
      <p:bldP spid="58" grpId="0"/>
      <p:bldP spid="59" grpId="0"/>
      <p:bldP spid="60" grpId="0"/>
      <p:bldP spid="63" grpId="0"/>
      <p:bldP spid="64" grpId="0"/>
      <p:bldP spid="68" grpId="0"/>
      <p:bldP spid="69" grpId="0"/>
      <p:bldP spid="88" grpId="0"/>
      <p:bldP spid="89" grpId="0"/>
      <p:bldP spid="96" grpId="0"/>
      <p:bldP spid="97" grpId="0"/>
      <p:bldP spid="98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A053D4-D584-1BA2-FC18-4A125E69AD1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9953"/>
          <a:stretch>
            <a:fillRect/>
          </a:stretch>
        </p:blipFill>
        <p:spPr>
          <a:xfrm>
            <a:off x="173670" y="301201"/>
            <a:ext cx="11331967" cy="186784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筆跡 59">
                <a:extLst>
                  <a:ext uri="{FF2B5EF4-FFF2-40B4-BE49-F238E27FC236}">
                    <a16:creationId xmlns:a16="http://schemas.microsoft.com/office/drawing/2014/main" id="{3B66C934-C343-3936-E668-5D8AE1B150E9}"/>
                  </a:ext>
                </a:extLst>
              </p14:cNvPr>
              <p14:cNvContentPartPr/>
              <p14:nvPr/>
            </p14:nvContentPartPr>
            <p14:xfrm>
              <a:off x="2303276" y="481144"/>
              <a:ext cx="610045" cy="45719"/>
            </p14:xfrm>
          </p:contentPart>
        </mc:Choice>
        <mc:Fallback>
          <p:pic>
            <p:nvPicPr>
              <p:cNvPr id="6" name="筆跡 59">
                <a:extLst>
                  <a:ext uri="{FF2B5EF4-FFF2-40B4-BE49-F238E27FC236}">
                    <a16:creationId xmlns:a16="http://schemas.microsoft.com/office/drawing/2014/main" id="{3B66C934-C343-3936-E668-5D8AE1B150E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49258" y="-13234556"/>
                <a:ext cx="717721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7" name="筆跡 59">
                <a:extLst>
                  <a:ext uri="{FF2B5EF4-FFF2-40B4-BE49-F238E27FC236}">
                    <a16:creationId xmlns:a16="http://schemas.microsoft.com/office/drawing/2014/main" id="{021566B0-7DFF-3BC6-EE6B-98C0762132EF}"/>
                  </a:ext>
                </a:extLst>
              </p14:cNvPr>
              <p14:cNvContentPartPr/>
              <p14:nvPr/>
            </p14:nvContentPartPr>
            <p14:xfrm>
              <a:off x="4277846" y="522098"/>
              <a:ext cx="765081" cy="45719"/>
            </p14:xfrm>
          </p:contentPart>
        </mc:Choice>
        <mc:Fallback>
          <p:pic>
            <p:nvPicPr>
              <p:cNvPr id="7" name="筆跡 59">
                <a:extLst>
                  <a:ext uri="{FF2B5EF4-FFF2-40B4-BE49-F238E27FC236}">
                    <a16:creationId xmlns:a16="http://schemas.microsoft.com/office/drawing/2014/main" id="{021566B0-7DFF-3BC6-EE6B-98C0762132E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223815" y="-13193602"/>
                <a:ext cx="872783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8" name="筆跡 59">
                <a:extLst>
                  <a:ext uri="{FF2B5EF4-FFF2-40B4-BE49-F238E27FC236}">
                    <a16:creationId xmlns:a16="http://schemas.microsoft.com/office/drawing/2014/main" id="{12AF8F82-955A-1D0B-5849-1E540823E766}"/>
                  </a:ext>
                </a:extLst>
              </p14:cNvPr>
              <p14:cNvContentPartPr/>
              <p14:nvPr/>
            </p14:nvContentPartPr>
            <p14:xfrm>
              <a:off x="6480002" y="522097"/>
              <a:ext cx="1005319" cy="45719"/>
            </p14:xfrm>
          </p:contentPart>
        </mc:Choice>
        <mc:Fallback>
          <p:pic>
            <p:nvPicPr>
              <p:cNvPr id="8" name="筆跡 59">
                <a:extLst>
                  <a:ext uri="{FF2B5EF4-FFF2-40B4-BE49-F238E27FC236}">
                    <a16:creationId xmlns:a16="http://schemas.microsoft.com/office/drawing/2014/main" id="{12AF8F82-955A-1D0B-5849-1E540823E76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425972" y="-13193603"/>
                <a:ext cx="1113019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9" name="筆跡 59">
                <a:extLst>
                  <a:ext uri="{FF2B5EF4-FFF2-40B4-BE49-F238E27FC236}">
                    <a16:creationId xmlns:a16="http://schemas.microsoft.com/office/drawing/2014/main" id="{271612CB-38A7-07DB-A97E-6CC553EC17C5}"/>
                  </a:ext>
                </a:extLst>
              </p14:cNvPr>
              <p14:cNvContentPartPr/>
              <p14:nvPr/>
            </p14:nvContentPartPr>
            <p14:xfrm>
              <a:off x="7999563" y="504003"/>
              <a:ext cx="610045" cy="45719"/>
            </p14:xfrm>
          </p:contentPart>
        </mc:Choice>
        <mc:Fallback>
          <p:pic>
            <p:nvPicPr>
              <p:cNvPr id="9" name="筆跡 59">
                <a:extLst>
                  <a:ext uri="{FF2B5EF4-FFF2-40B4-BE49-F238E27FC236}">
                    <a16:creationId xmlns:a16="http://schemas.microsoft.com/office/drawing/2014/main" id="{271612CB-38A7-07DB-A97E-6CC553EC17C5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945545" y="-13211697"/>
                <a:ext cx="717721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0" name="筆跡 59">
                <a:extLst>
                  <a:ext uri="{FF2B5EF4-FFF2-40B4-BE49-F238E27FC236}">
                    <a16:creationId xmlns:a16="http://schemas.microsoft.com/office/drawing/2014/main" id="{632D3D71-0585-8DEF-6D22-F5B1D8B35A1B}"/>
                  </a:ext>
                </a:extLst>
              </p14:cNvPr>
              <p14:cNvContentPartPr/>
              <p14:nvPr/>
            </p14:nvContentPartPr>
            <p14:xfrm>
              <a:off x="4486854" y="1063165"/>
              <a:ext cx="556073" cy="45719"/>
            </p14:xfrm>
          </p:contentPart>
        </mc:Choice>
        <mc:Fallback>
          <p:pic>
            <p:nvPicPr>
              <p:cNvPr id="10" name="筆跡 59">
                <a:extLst>
                  <a:ext uri="{FF2B5EF4-FFF2-40B4-BE49-F238E27FC236}">
                    <a16:creationId xmlns:a16="http://schemas.microsoft.com/office/drawing/2014/main" id="{632D3D71-0585-8DEF-6D22-F5B1D8B35A1B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432831" y="-12652535"/>
                <a:ext cx="663758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1" name="筆跡 59">
                <a:extLst>
                  <a:ext uri="{FF2B5EF4-FFF2-40B4-BE49-F238E27FC236}">
                    <a16:creationId xmlns:a16="http://schemas.microsoft.com/office/drawing/2014/main" id="{573FB6FA-5537-84E3-87C5-9B52A4A0FC59}"/>
                  </a:ext>
                </a:extLst>
              </p14:cNvPr>
              <p14:cNvContentPartPr/>
              <p14:nvPr/>
            </p14:nvContentPartPr>
            <p14:xfrm>
              <a:off x="5621414" y="1086024"/>
              <a:ext cx="779386" cy="45719"/>
            </p14:xfrm>
          </p:contentPart>
        </mc:Choice>
        <mc:Fallback>
          <p:pic>
            <p:nvPicPr>
              <p:cNvPr id="11" name="筆跡 59">
                <a:extLst>
                  <a:ext uri="{FF2B5EF4-FFF2-40B4-BE49-F238E27FC236}">
                    <a16:creationId xmlns:a16="http://schemas.microsoft.com/office/drawing/2014/main" id="{573FB6FA-5537-84E3-87C5-9B52A4A0FC59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567390" y="-12629676"/>
                <a:ext cx="887074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2" name="筆跡 59">
                <a:extLst>
                  <a:ext uri="{FF2B5EF4-FFF2-40B4-BE49-F238E27FC236}">
                    <a16:creationId xmlns:a16="http://schemas.microsoft.com/office/drawing/2014/main" id="{2BA3D8D0-991F-2B04-2503-2F8E709FCD29}"/>
                  </a:ext>
                </a:extLst>
              </p14:cNvPr>
              <p14:cNvContentPartPr/>
              <p14:nvPr/>
            </p14:nvContentPartPr>
            <p14:xfrm>
              <a:off x="3746934" y="1593243"/>
              <a:ext cx="1295993" cy="45719"/>
            </p14:xfrm>
          </p:contentPart>
        </mc:Choice>
        <mc:Fallback>
          <p:pic>
            <p:nvPicPr>
              <p:cNvPr id="12" name="筆跡 59">
                <a:extLst>
                  <a:ext uri="{FF2B5EF4-FFF2-40B4-BE49-F238E27FC236}">
                    <a16:creationId xmlns:a16="http://schemas.microsoft.com/office/drawing/2014/main" id="{2BA3D8D0-991F-2B04-2503-2F8E709FCD29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692904" y="-12122457"/>
                <a:ext cx="1403692" cy="27431400"/>
              </a:xfrm>
              <a:prstGeom prst="rect">
                <a:avLst/>
              </a:prstGeom>
            </p:spPr>
          </p:pic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4F4BFD53-14ED-7CF1-5588-7E285709F7D7}"/>
              </a:ext>
            </a:extLst>
          </p:cNvPr>
          <p:cNvSpPr txBox="1"/>
          <p:nvPr/>
        </p:nvSpPr>
        <p:spPr>
          <a:xfrm>
            <a:off x="659108" y="2524121"/>
            <a:ext cx="5780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(a) </a:t>
            </a:r>
            <a:endParaRPr lang="en-US" sz="2000"/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4FFCD78B-000D-EEFE-8D70-34574291D6FB}"/>
              </a:ext>
            </a:extLst>
          </p:cNvPr>
          <p:cNvSpPr txBox="1"/>
          <p:nvPr/>
        </p:nvSpPr>
        <p:spPr>
          <a:xfrm>
            <a:off x="1140693" y="2511877"/>
            <a:ext cx="450055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Amount Chris obtained from bank A</a:t>
            </a:r>
            <a:endParaRPr lang="zh-TW" altLang="en-US" sz="2000" b="1">
              <a:solidFill>
                <a:srgbClr val="00FF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644A7AED-4CE4-33FE-B7C7-56142BC58243}"/>
                  </a:ext>
                </a:extLst>
              </p:cNvPr>
              <p:cNvSpPr txBox="1"/>
              <p:nvPr/>
            </p:nvSpPr>
            <p:spPr>
              <a:xfrm>
                <a:off x="1238963" y="348461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644A7AED-4CE4-33FE-B7C7-56142BC582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8963" y="3484613"/>
                <a:ext cx="295688" cy="40011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文字方塊 32">
            <a:extLst>
              <a:ext uri="{FF2B5EF4-FFF2-40B4-BE49-F238E27FC236}">
                <a16:creationId xmlns:a16="http://schemas.microsoft.com/office/drawing/2014/main" id="{69489C88-EE28-CCE1-C012-FC966A23C161}"/>
              </a:ext>
            </a:extLst>
          </p:cNvPr>
          <p:cNvSpPr txBox="1"/>
          <p:nvPr/>
        </p:nvSpPr>
        <p:spPr>
          <a:xfrm>
            <a:off x="1525886" y="3482788"/>
            <a:ext cx="13233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$ 5000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文字方塊 33">
                <a:extLst>
                  <a:ext uri="{FF2B5EF4-FFF2-40B4-BE49-F238E27FC236}">
                    <a16:creationId xmlns:a16="http://schemas.microsoft.com/office/drawing/2014/main" id="{D250B699-4971-64E1-F287-64AF66FB5F7C}"/>
                  </a:ext>
                </a:extLst>
              </p:cNvPr>
              <p:cNvSpPr txBox="1"/>
              <p:nvPr/>
            </p:nvSpPr>
            <p:spPr>
              <a:xfrm>
                <a:off x="2612727" y="348278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8" name="文字方塊 33">
                <a:extLst>
                  <a:ext uri="{FF2B5EF4-FFF2-40B4-BE49-F238E27FC236}">
                    <a16:creationId xmlns:a16="http://schemas.microsoft.com/office/drawing/2014/main" id="{D250B699-4971-64E1-F287-64AF66FB5F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2727" y="3482788"/>
                <a:ext cx="295688" cy="40011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文字方塊 34">
            <a:extLst>
              <a:ext uri="{FF2B5EF4-FFF2-40B4-BE49-F238E27FC236}">
                <a16:creationId xmlns:a16="http://schemas.microsoft.com/office/drawing/2014/main" id="{3DEF5C92-8AB1-425A-8EB8-D03F195C5BFC}"/>
              </a:ext>
            </a:extLst>
          </p:cNvPr>
          <p:cNvSpPr txBox="1"/>
          <p:nvPr/>
        </p:nvSpPr>
        <p:spPr>
          <a:xfrm>
            <a:off x="2860185" y="3498574"/>
            <a:ext cx="4571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</a:t>
            </a:r>
            <a:r>
              <a:rPr lang="en-HK" altLang="zh-HK" sz="20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1</a:t>
            </a:r>
            <a:endParaRPr lang="en-HK" sz="2000" b="1">
              <a:ln>
                <a:solidFill>
                  <a:schemeClr val="tx1"/>
                </a:solidFill>
              </a:ln>
              <a:solidFill>
                <a:srgbClr val="92D05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文字方塊 35">
                <a:extLst>
                  <a:ext uri="{FF2B5EF4-FFF2-40B4-BE49-F238E27FC236}">
                    <a16:creationId xmlns:a16="http://schemas.microsoft.com/office/drawing/2014/main" id="{1F3CD0A5-726A-AE77-F40F-F0E28B240C9B}"/>
                  </a:ext>
                </a:extLst>
              </p:cNvPr>
              <p:cNvSpPr txBox="1"/>
              <p:nvPr/>
            </p:nvSpPr>
            <p:spPr>
              <a:xfrm>
                <a:off x="3163505" y="348278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0" name="文字方塊 35">
                <a:extLst>
                  <a:ext uri="{FF2B5EF4-FFF2-40B4-BE49-F238E27FC236}">
                    <a16:creationId xmlns:a16="http://schemas.microsoft.com/office/drawing/2014/main" id="{1F3CD0A5-726A-AE77-F40F-F0E28B240C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3505" y="3482788"/>
                <a:ext cx="295688" cy="40011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直線接點 36">
            <a:extLst>
              <a:ext uri="{FF2B5EF4-FFF2-40B4-BE49-F238E27FC236}">
                <a16:creationId xmlns:a16="http://schemas.microsoft.com/office/drawing/2014/main" id="{0E97B36C-7FF1-70EF-9454-230A38344D7C}"/>
              </a:ext>
            </a:extLst>
          </p:cNvPr>
          <p:cNvCxnSpPr>
            <a:cxnSpLocks/>
          </p:cNvCxnSpPr>
          <p:nvPr/>
        </p:nvCxnSpPr>
        <p:spPr>
          <a:xfrm flipV="1">
            <a:off x="3493740" y="3700821"/>
            <a:ext cx="530058" cy="5454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15">
            <a:extLst>
              <a:ext uri="{FF2B5EF4-FFF2-40B4-BE49-F238E27FC236}">
                <a16:creationId xmlns:a16="http://schemas.microsoft.com/office/drawing/2014/main" id="{FDBD3E13-B68D-D0CA-9E7E-93CFEC7C6374}"/>
              </a:ext>
            </a:extLst>
          </p:cNvPr>
          <p:cNvSpPr txBox="1"/>
          <p:nvPr/>
        </p:nvSpPr>
        <p:spPr>
          <a:xfrm>
            <a:off x="3492057" y="3362165"/>
            <a:ext cx="7920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chemeClr val="accent4">
                    <a:lumMod val="40000"/>
                    <a:lumOff val="60000"/>
                  </a:schemeClr>
                </a:solidFill>
                <a:latin typeface="Lucida Handwriting" panose="03010101010101010101" pitchFamily="66" charset="0"/>
              </a:rPr>
              <a:t>10%</a:t>
            </a:r>
          </a:p>
        </p:txBody>
      </p:sp>
      <p:sp>
        <p:nvSpPr>
          <p:cNvPr id="23" name="TextBox 15">
            <a:extLst>
              <a:ext uri="{FF2B5EF4-FFF2-40B4-BE49-F238E27FC236}">
                <a16:creationId xmlns:a16="http://schemas.microsoft.com/office/drawing/2014/main" id="{01A4AFB7-E970-22C4-817B-4CBB7503665C}"/>
              </a:ext>
            </a:extLst>
          </p:cNvPr>
          <p:cNvSpPr txBox="1"/>
          <p:nvPr/>
        </p:nvSpPr>
        <p:spPr>
          <a:xfrm>
            <a:off x="3554621" y="3706275"/>
            <a:ext cx="3600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Handwriting" panose="03010101010101010101" pitchFamily="66" charset="0"/>
              </a:rPr>
              <a:t>2</a:t>
            </a:r>
          </a:p>
        </p:txBody>
      </p:sp>
      <p:sp>
        <p:nvSpPr>
          <p:cNvPr id="24" name="文字方塊 40">
            <a:extLst>
              <a:ext uri="{FF2B5EF4-FFF2-40B4-BE49-F238E27FC236}">
                <a16:creationId xmlns:a16="http://schemas.microsoft.com/office/drawing/2014/main" id="{F6706EFF-2A68-D269-3177-19B5DF2FDE05}"/>
              </a:ext>
            </a:extLst>
          </p:cNvPr>
          <p:cNvSpPr txBox="1"/>
          <p:nvPr/>
        </p:nvSpPr>
        <p:spPr>
          <a:xfrm>
            <a:off x="4079999" y="3514848"/>
            <a:ext cx="2744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)</a:t>
            </a:r>
            <a:endParaRPr lang="en-HK" sz="2000" b="1">
              <a:ln>
                <a:solidFill>
                  <a:schemeClr val="tx1"/>
                </a:solidFill>
              </a:ln>
              <a:solidFill>
                <a:srgbClr val="92D050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25" name="文字方塊 41">
            <a:extLst>
              <a:ext uri="{FF2B5EF4-FFF2-40B4-BE49-F238E27FC236}">
                <a16:creationId xmlns:a16="http://schemas.microsoft.com/office/drawing/2014/main" id="{84C6EA45-CCCF-95BA-FAF0-D58B9B485F0B}"/>
              </a:ext>
            </a:extLst>
          </p:cNvPr>
          <p:cNvSpPr txBox="1"/>
          <p:nvPr/>
        </p:nvSpPr>
        <p:spPr>
          <a:xfrm>
            <a:off x="4204074" y="3307814"/>
            <a:ext cx="3122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14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Handwriting" panose="03010101010101010101" pitchFamily="66" charset="0"/>
              </a:rPr>
              <a:t>2</a:t>
            </a:r>
            <a:endParaRPr lang="en-HK" altLang="zh-HK" sz="1400" b="1">
              <a:ln>
                <a:solidFill>
                  <a:schemeClr val="tx1"/>
                </a:solidFill>
              </a:ln>
              <a:solidFill>
                <a:srgbClr val="FF000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文字方塊 42">
                <a:extLst>
                  <a:ext uri="{FF2B5EF4-FFF2-40B4-BE49-F238E27FC236}">
                    <a16:creationId xmlns:a16="http://schemas.microsoft.com/office/drawing/2014/main" id="{C3319952-C8EF-0BF4-4F72-3EF58DBDBD9F}"/>
                  </a:ext>
                </a:extLst>
              </p:cNvPr>
              <p:cNvSpPr txBox="1"/>
              <p:nvPr/>
            </p:nvSpPr>
            <p:spPr>
              <a:xfrm>
                <a:off x="4352915" y="3285725"/>
                <a:ext cx="29568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14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6" name="文字方塊 42">
                <a:extLst>
                  <a:ext uri="{FF2B5EF4-FFF2-40B4-BE49-F238E27FC236}">
                    <a16:creationId xmlns:a16="http://schemas.microsoft.com/office/drawing/2014/main" id="{C3319952-C8EF-0BF4-4F72-3EF58DBDBD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2915" y="3285725"/>
                <a:ext cx="295688" cy="307777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文字方塊 43">
            <a:extLst>
              <a:ext uri="{FF2B5EF4-FFF2-40B4-BE49-F238E27FC236}">
                <a16:creationId xmlns:a16="http://schemas.microsoft.com/office/drawing/2014/main" id="{0427C379-807C-F535-35A2-E4B3FAAB75CF}"/>
              </a:ext>
            </a:extLst>
          </p:cNvPr>
          <p:cNvSpPr txBox="1"/>
          <p:nvPr/>
        </p:nvSpPr>
        <p:spPr>
          <a:xfrm>
            <a:off x="4490447" y="3302485"/>
            <a:ext cx="3122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1400" b="1">
                <a:ln>
                  <a:solidFill>
                    <a:schemeClr val="tx1"/>
                  </a:solidFill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Lucida Handwriting" panose="03010101010101010101" pitchFamily="66" charset="0"/>
              </a:rPr>
              <a:t>2</a:t>
            </a:r>
            <a:endParaRPr lang="en-HK" altLang="zh-HK" sz="1400" b="1">
              <a:ln>
                <a:solidFill>
                  <a:schemeClr val="tx1"/>
                </a:solidFill>
              </a:ln>
              <a:solidFill>
                <a:schemeClr val="accent2">
                  <a:lumMod val="40000"/>
                  <a:lumOff val="60000"/>
                </a:schemeClr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文字方塊 44">
                <a:extLst>
                  <a:ext uri="{FF2B5EF4-FFF2-40B4-BE49-F238E27FC236}">
                    <a16:creationId xmlns:a16="http://schemas.microsoft.com/office/drawing/2014/main" id="{C0965133-BD8D-7213-6860-7F3400235526}"/>
                  </a:ext>
                </a:extLst>
              </p:cNvPr>
              <p:cNvSpPr txBox="1"/>
              <p:nvPr/>
            </p:nvSpPr>
            <p:spPr>
              <a:xfrm>
                <a:off x="1238963" y="402899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8" name="文字方塊 44">
                <a:extLst>
                  <a:ext uri="{FF2B5EF4-FFF2-40B4-BE49-F238E27FC236}">
                    <a16:creationId xmlns:a16="http://schemas.microsoft.com/office/drawing/2014/main" id="{C0965133-BD8D-7213-6860-7F34002355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8963" y="4028996"/>
                <a:ext cx="295688" cy="40011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文字方塊 48">
            <a:extLst>
              <a:ext uri="{FF2B5EF4-FFF2-40B4-BE49-F238E27FC236}">
                <a16:creationId xmlns:a16="http://schemas.microsoft.com/office/drawing/2014/main" id="{9D6B8A1D-F791-7EEB-CB4C-69D72F5869D4}"/>
              </a:ext>
            </a:extLst>
          </p:cNvPr>
          <p:cNvSpPr txBox="1"/>
          <p:nvPr/>
        </p:nvSpPr>
        <p:spPr>
          <a:xfrm>
            <a:off x="1503039" y="4026642"/>
            <a:ext cx="15680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$ 6077.53</a:t>
            </a:r>
            <a:endParaRPr lang="en-HK" sz="2000" b="1">
              <a:ln>
                <a:solidFill>
                  <a:schemeClr val="tx1"/>
                </a:solidFill>
              </a:ln>
              <a:solidFill>
                <a:srgbClr val="00FF0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文字方塊 44">
                <a:extLst>
                  <a:ext uri="{FF2B5EF4-FFF2-40B4-BE49-F238E27FC236}">
                    <a16:creationId xmlns:a16="http://schemas.microsoft.com/office/drawing/2014/main" id="{E474A368-1518-24CC-5D04-E6F87DEB6CFC}"/>
                  </a:ext>
                </a:extLst>
              </p:cNvPr>
              <p:cNvSpPr txBox="1"/>
              <p:nvPr/>
            </p:nvSpPr>
            <p:spPr>
              <a:xfrm>
                <a:off x="1233709" y="469656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0" name="文字方塊 44">
                <a:extLst>
                  <a:ext uri="{FF2B5EF4-FFF2-40B4-BE49-F238E27FC236}">
                    <a16:creationId xmlns:a16="http://schemas.microsoft.com/office/drawing/2014/main" id="{E474A368-1518-24CC-5D04-E6F87DEB6C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3709" y="4696565"/>
                <a:ext cx="295688" cy="40011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1" name="群組 45">
            <a:extLst>
              <a:ext uri="{FF2B5EF4-FFF2-40B4-BE49-F238E27FC236}">
                <a16:creationId xmlns:a16="http://schemas.microsoft.com/office/drawing/2014/main" id="{D24CC092-E23D-76CE-EC4D-4BEB0781EB1B}"/>
              </a:ext>
            </a:extLst>
          </p:cNvPr>
          <p:cNvGrpSpPr/>
          <p:nvPr/>
        </p:nvGrpSpPr>
        <p:grpSpPr>
          <a:xfrm>
            <a:off x="1497784" y="4694211"/>
            <a:ext cx="3806808" cy="406264"/>
            <a:chOff x="7248626" y="6480754"/>
            <a:chExt cx="4055487" cy="406264"/>
          </a:xfrm>
        </p:grpSpPr>
        <p:sp>
          <p:nvSpPr>
            <p:cNvPr id="32" name="文字方塊 46">
              <a:extLst>
                <a:ext uri="{FF2B5EF4-FFF2-40B4-BE49-F238E27FC236}">
                  <a16:creationId xmlns:a16="http://schemas.microsoft.com/office/drawing/2014/main" id="{E5F712C4-9D5B-7D7B-8F0E-FA280BD19EA6}"/>
                </a:ext>
              </a:extLst>
            </p:cNvPr>
            <p:cNvSpPr txBox="1"/>
            <p:nvPr/>
          </p:nvSpPr>
          <p:spPr>
            <a:xfrm>
              <a:off x="8600038" y="6486908"/>
              <a:ext cx="270407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(cor. to </a:t>
              </a:r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3 </a:t>
              </a:r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sig. fig.)</a:t>
              </a:r>
            </a:p>
          </p:txBody>
        </p:sp>
        <p:sp>
          <p:nvSpPr>
            <p:cNvPr id="33" name="文字方塊 48">
              <a:extLst>
                <a:ext uri="{FF2B5EF4-FFF2-40B4-BE49-F238E27FC236}">
                  <a16:creationId xmlns:a16="http://schemas.microsoft.com/office/drawing/2014/main" id="{7C0C78AC-7651-F0BA-93EC-7031DCD56D7C}"/>
                </a:ext>
              </a:extLst>
            </p:cNvPr>
            <p:cNvSpPr txBox="1"/>
            <p:nvPr/>
          </p:nvSpPr>
          <p:spPr>
            <a:xfrm>
              <a:off x="7248626" y="6480754"/>
              <a:ext cx="121111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00FF00"/>
                  </a:solidFill>
                  <a:latin typeface="Lucida Handwriting" panose="03010101010101010101" pitchFamily="66" charset="0"/>
                </a:rPr>
                <a:t>$ 6080</a:t>
              </a:r>
              <a:endParaRPr lang="en-HK" sz="2000" b="1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34" name="筆跡 59">
                <a:extLst>
                  <a:ext uri="{FF2B5EF4-FFF2-40B4-BE49-F238E27FC236}">
                    <a16:creationId xmlns:a16="http://schemas.microsoft.com/office/drawing/2014/main" id="{0FA7DA44-D14C-B3C4-F4B5-3E417EEB6BE4}"/>
                  </a:ext>
                </a:extLst>
              </p14:cNvPr>
              <p14:cNvContentPartPr/>
              <p14:nvPr/>
            </p14:nvContentPartPr>
            <p14:xfrm>
              <a:off x="1662254" y="2009594"/>
              <a:ext cx="1251068" cy="45719"/>
            </p14:xfrm>
          </p:contentPart>
        </mc:Choice>
        <mc:Fallback>
          <p:pic>
            <p:nvPicPr>
              <p:cNvPr id="34" name="筆跡 59">
                <a:extLst>
                  <a:ext uri="{FF2B5EF4-FFF2-40B4-BE49-F238E27FC236}">
                    <a16:creationId xmlns:a16="http://schemas.microsoft.com/office/drawing/2014/main" id="{0FA7DA44-D14C-B3C4-F4B5-3E417EEB6BE4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608220" y="-11706106"/>
                <a:ext cx="1358776" cy="27431400"/>
              </a:xfrm>
              <a:prstGeom prst="rect">
                <a:avLst/>
              </a:prstGeom>
            </p:spPr>
          </p:pic>
        </mc:Fallback>
      </mc:AlternateContent>
      <p:sp>
        <p:nvSpPr>
          <p:cNvPr id="35" name="TextBox 34">
            <a:extLst>
              <a:ext uri="{FF2B5EF4-FFF2-40B4-BE49-F238E27FC236}">
                <a16:creationId xmlns:a16="http://schemas.microsoft.com/office/drawing/2014/main" id="{950DDD1C-4949-7DBD-C283-125AEE1E8595}"/>
              </a:ext>
            </a:extLst>
          </p:cNvPr>
          <p:cNvSpPr txBox="1"/>
          <p:nvPr/>
        </p:nvSpPr>
        <p:spPr>
          <a:xfrm>
            <a:off x="5634725" y="2482005"/>
            <a:ext cx="5780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(b) </a:t>
            </a:r>
            <a:endParaRPr lang="en-US" sz="2000"/>
          </a:p>
        </p:txBody>
      </p:sp>
      <p:sp>
        <p:nvSpPr>
          <p:cNvPr id="36" name="文字方塊 98">
            <a:extLst>
              <a:ext uri="{FF2B5EF4-FFF2-40B4-BE49-F238E27FC236}">
                <a16:creationId xmlns:a16="http://schemas.microsoft.com/office/drawing/2014/main" id="{0EB54F14-5DFC-1BD4-65F2-F925254112A4}"/>
              </a:ext>
            </a:extLst>
          </p:cNvPr>
          <p:cNvSpPr txBox="1"/>
          <p:nvPr/>
        </p:nvSpPr>
        <p:spPr>
          <a:xfrm>
            <a:off x="6212794" y="2482005"/>
            <a:ext cx="58657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latin typeface="Lucida Calligraphy" panose="03010101010101010101" pitchFamily="66" charset="0"/>
              </a:rPr>
              <a:t>Simple interest earned from Bank B</a:t>
            </a:r>
            <a:endParaRPr lang="zh-TW" altLang="en-US" sz="2000" b="1">
              <a:solidFill>
                <a:srgbClr val="00B05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文字方塊 36">
                <a:extLst>
                  <a:ext uri="{FF2B5EF4-FFF2-40B4-BE49-F238E27FC236}">
                    <a16:creationId xmlns:a16="http://schemas.microsoft.com/office/drawing/2014/main" id="{AE421A4F-6EA6-E89E-DC1B-9752280B225D}"/>
                  </a:ext>
                </a:extLst>
              </p:cNvPr>
              <p:cNvSpPr txBox="1"/>
              <p:nvPr/>
            </p:nvSpPr>
            <p:spPr>
              <a:xfrm>
                <a:off x="6262316" y="310693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7" name="文字方塊 36">
                <a:extLst>
                  <a:ext uri="{FF2B5EF4-FFF2-40B4-BE49-F238E27FC236}">
                    <a16:creationId xmlns:a16="http://schemas.microsoft.com/office/drawing/2014/main" id="{AE421A4F-6EA6-E89E-DC1B-9752280B22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2316" y="3106939"/>
                <a:ext cx="295688" cy="40011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文字方塊 37">
            <a:extLst>
              <a:ext uri="{FF2B5EF4-FFF2-40B4-BE49-F238E27FC236}">
                <a16:creationId xmlns:a16="http://schemas.microsoft.com/office/drawing/2014/main" id="{6A1D47B6-B444-2E0F-28BC-A10A278CA9B9}"/>
              </a:ext>
            </a:extLst>
          </p:cNvPr>
          <p:cNvSpPr txBox="1"/>
          <p:nvPr/>
        </p:nvSpPr>
        <p:spPr>
          <a:xfrm>
            <a:off x="6574579" y="3106939"/>
            <a:ext cx="17373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$ 6077.53</a:t>
            </a:r>
            <a:endParaRPr lang="en-HK" sz="2000" b="1">
              <a:ln>
                <a:solidFill>
                  <a:schemeClr val="tx1"/>
                </a:solidFill>
              </a:ln>
              <a:solidFill>
                <a:srgbClr val="00FF0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9" name="文字方塊 38">
                <a:extLst>
                  <a:ext uri="{FF2B5EF4-FFF2-40B4-BE49-F238E27FC236}">
                    <a16:creationId xmlns:a16="http://schemas.microsoft.com/office/drawing/2014/main" id="{22E940A6-2AE4-CA8B-E3F9-00DD57440B05}"/>
                  </a:ext>
                </a:extLst>
              </p:cNvPr>
              <p:cNvSpPr txBox="1"/>
              <p:nvPr/>
            </p:nvSpPr>
            <p:spPr>
              <a:xfrm>
                <a:off x="8209376" y="308274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9" name="文字方塊 38">
                <a:extLst>
                  <a:ext uri="{FF2B5EF4-FFF2-40B4-BE49-F238E27FC236}">
                    <a16:creationId xmlns:a16="http://schemas.microsoft.com/office/drawing/2014/main" id="{22E940A6-2AE4-CA8B-E3F9-00DD57440B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9376" y="3082742"/>
                <a:ext cx="295688" cy="400110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文字方塊 39">
            <a:extLst>
              <a:ext uri="{FF2B5EF4-FFF2-40B4-BE49-F238E27FC236}">
                <a16:creationId xmlns:a16="http://schemas.microsoft.com/office/drawing/2014/main" id="{4B98FADC-D6E2-39E8-4E4F-2A97F1AABEC0}"/>
              </a:ext>
            </a:extLst>
          </p:cNvPr>
          <p:cNvSpPr txBox="1"/>
          <p:nvPr/>
        </p:nvSpPr>
        <p:spPr>
          <a:xfrm>
            <a:off x="8449814" y="3105844"/>
            <a:ext cx="6373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0070C0"/>
                </a:solidFill>
                <a:latin typeface="Lucida Handwriting" panose="03010101010101010101" pitchFamily="66" charset="0"/>
              </a:rPr>
              <a:t>5%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1" name="文字方塊 40">
                <a:extLst>
                  <a:ext uri="{FF2B5EF4-FFF2-40B4-BE49-F238E27FC236}">
                    <a16:creationId xmlns:a16="http://schemas.microsoft.com/office/drawing/2014/main" id="{4A5DFA9F-0077-26C3-4F47-8A5F56285302}"/>
                  </a:ext>
                </a:extLst>
              </p:cNvPr>
              <p:cNvSpPr txBox="1"/>
              <p:nvPr/>
            </p:nvSpPr>
            <p:spPr>
              <a:xfrm>
                <a:off x="8931065" y="309679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1" name="文字方塊 40">
                <a:extLst>
                  <a:ext uri="{FF2B5EF4-FFF2-40B4-BE49-F238E27FC236}">
                    <a16:creationId xmlns:a16="http://schemas.microsoft.com/office/drawing/2014/main" id="{4A5DFA9F-0077-26C3-4F47-8A5F562853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1065" y="3096792"/>
                <a:ext cx="295688" cy="400110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文字方塊 41">
            <a:extLst>
              <a:ext uri="{FF2B5EF4-FFF2-40B4-BE49-F238E27FC236}">
                <a16:creationId xmlns:a16="http://schemas.microsoft.com/office/drawing/2014/main" id="{936B2635-F3C4-02FA-6012-301D6D6E7174}"/>
              </a:ext>
            </a:extLst>
          </p:cNvPr>
          <p:cNvSpPr txBox="1"/>
          <p:nvPr/>
        </p:nvSpPr>
        <p:spPr>
          <a:xfrm>
            <a:off x="9225035" y="3135472"/>
            <a:ext cx="4646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rPr>
              <a:t>1</a:t>
            </a:r>
            <a:endParaRPr lang="en-HK" altLang="zh-HK" sz="2000" b="1">
              <a:ln>
                <a:solidFill>
                  <a:schemeClr val="tx1"/>
                </a:solidFill>
              </a:ln>
              <a:solidFill>
                <a:schemeClr val="accent5">
                  <a:lumMod val="60000"/>
                  <a:lumOff val="40000"/>
                </a:schemeClr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3" name="文字方塊 42">
                <a:extLst>
                  <a:ext uri="{FF2B5EF4-FFF2-40B4-BE49-F238E27FC236}">
                    <a16:creationId xmlns:a16="http://schemas.microsoft.com/office/drawing/2014/main" id="{264BB7EF-5D6F-3778-C11F-3D228BFC31B6}"/>
                  </a:ext>
                </a:extLst>
              </p:cNvPr>
              <p:cNvSpPr txBox="1"/>
              <p:nvPr/>
            </p:nvSpPr>
            <p:spPr>
              <a:xfrm>
                <a:off x="6262315" y="370944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3" name="文字方塊 42">
                <a:extLst>
                  <a:ext uri="{FF2B5EF4-FFF2-40B4-BE49-F238E27FC236}">
                    <a16:creationId xmlns:a16="http://schemas.microsoft.com/office/drawing/2014/main" id="{264BB7EF-5D6F-3778-C11F-3D228BFC31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2315" y="3709447"/>
                <a:ext cx="295688" cy="400110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文字方塊 43">
            <a:extLst>
              <a:ext uri="{FF2B5EF4-FFF2-40B4-BE49-F238E27FC236}">
                <a16:creationId xmlns:a16="http://schemas.microsoft.com/office/drawing/2014/main" id="{CD236D3F-EF2E-5949-8FD7-0E0B009294A9}"/>
              </a:ext>
            </a:extLst>
          </p:cNvPr>
          <p:cNvSpPr txBox="1"/>
          <p:nvPr/>
        </p:nvSpPr>
        <p:spPr>
          <a:xfrm>
            <a:off x="6574579" y="3709447"/>
            <a:ext cx="14249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latin typeface="Lucida Handwriting" panose="03010101010101010101" pitchFamily="66" charset="0"/>
              </a:rPr>
              <a:t>$455.81</a:t>
            </a:r>
          </a:p>
        </p:txBody>
      </p:sp>
      <p:grpSp>
        <p:nvGrpSpPr>
          <p:cNvPr id="45" name="群組 74">
            <a:extLst>
              <a:ext uri="{FF2B5EF4-FFF2-40B4-BE49-F238E27FC236}">
                <a16:creationId xmlns:a16="http://schemas.microsoft.com/office/drawing/2014/main" id="{12924749-565C-BBD6-D67E-377637A6A4A8}"/>
              </a:ext>
            </a:extLst>
          </p:cNvPr>
          <p:cNvGrpSpPr/>
          <p:nvPr/>
        </p:nvGrpSpPr>
        <p:grpSpPr>
          <a:xfrm>
            <a:off x="9582339" y="2954449"/>
            <a:ext cx="364383" cy="777549"/>
            <a:chOff x="2896107" y="4671588"/>
            <a:chExt cx="364383" cy="777549"/>
          </a:xfrm>
        </p:grpSpPr>
        <p:sp>
          <p:nvSpPr>
            <p:cNvPr id="46" name="文字方塊 75">
              <a:extLst>
                <a:ext uri="{FF2B5EF4-FFF2-40B4-BE49-F238E27FC236}">
                  <a16:creationId xmlns:a16="http://schemas.microsoft.com/office/drawing/2014/main" id="{E366A28F-0063-F4B9-FEED-539474A51D44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chemeClr val="accent5">
                      <a:lumMod val="60000"/>
                      <a:lumOff val="40000"/>
                    </a:schemeClr>
                  </a:solidFill>
                  <a:latin typeface="Lucida Handwriting" panose="03010101010101010101" pitchFamily="66" charset="0"/>
                </a:rPr>
                <a:t>1</a:t>
              </a:r>
              <a:endParaRPr lang="en-HK" sz="2000" b="1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endParaRPr>
            </a:p>
          </p:txBody>
        </p:sp>
        <p:grpSp>
          <p:nvGrpSpPr>
            <p:cNvPr id="47" name="群組 76">
              <a:extLst>
                <a:ext uri="{FF2B5EF4-FFF2-40B4-BE49-F238E27FC236}">
                  <a16:creationId xmlns:a16="http://schemas.microsoft.com/office/drawing/2014/main" id="{1C50D4FA-090F-C252-3750-7CB7248FAB2F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48" name="直線接點 77">
                <a:extLst>
                  <a:ext uri="{FF2B5EF4-FFF2-40B4-BE49-F238E27FC236}">
                    <a16:creationId xmlns:a16="http://schemas.microsoft.com/office/drawing/2014/main" id="{5789C95B-D942-2EDA-5FE3-412BD4FCF3FC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49" name="文字方塊 78">
                <a:extLst>
                  <a:ext uri="{FF2B5EF4-FFF2-40B4-BE49-F238E27FC236}">
                    <a16:creationId xmlns:a16="http://schemas.microsoft.com/office/drawing/2014/main" id="{A1B68178-5937-3744-C615-7D5A2390A7F7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accent5">
                        <a:lumMod val="60000"/>
                        <a:lumOff val="40000"/>
                      </a:schemeClr>
                    </a:solidFill>
                    <a:latin typeface="Lucida Handwriting" panose="03010101010101010101" pitchFamily="66" charset="0"/>
                  </a:rPr>
                  <a:t>2</a:t>
                </a:r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accent5">
                      <a:lumMod val="60000"/>
                      <a:lumOff val="40000"/>
                    </a:schemeClr>
                  </a:solidFill>
                  <a:latin typeface="Lucida Calligraphy" panose="03010101010101010101" pitchFamily="66" charset="0"/>
                </a:endParaRPr>
              </a:p>
            </p:txBody>
          </p:sp>
        </p:grpSp>
      </p:grpSp>
      <p:sp>
        <p:nvSpPr>
          <p:cNvPr id="51" name="TextBox 15">
            <a:extLst>
              <a:ext uri="{FF2B5EF4-FFF2-40B4-BE49-F238E27FC236}">
                <a16:creationId xmlns:a16="http://schemas.microsoft.com/office/drawing/2014/main" id="{451AE92B-69DB-5467-6AD7-08FDBEB8F613}"/>
              </a:ext>
            </a:extLst>
          </p:cNvPr>
          <p:cNvSpPr txBox="1"/>
          <p:nvPr/>
        </p:nvSpPr>
        <p:spPr>
          <a:xfrm>
            <a:off x="6132202" y="4310421"/>
            <a:ext cx="48569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Calligraphy" panose="03010101010101010101" pitchFamily="66" charset="0"/>
              </a:rPr>
              <a:t>Total interest earned in two banks</a:t>
            </a:r>
            <a:endParaRPr lang="zh-TW" altLang="en-US" sz="2000" b="1">
              <a:solidFill>
                <a:srgbClr val="FFC0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2" name="文字方塊 52">
                <a:extLst>
                  <a:ext uri="{FF2B5EF4-FFF2-40B4-BE49-F238E27FC236}">
                    <a16:creationId xmlns:a16="http://schemas.microsoft.com/office/drawing/2014/main" id="{0853AB2C-48DD-D3FC-7B00-F64DABCFCED9}"/>
                  </a:ext>
                </a:extLst>
              </p:cNvPr>
              <p:cNvSpPr txBox="1"/>
              <p:nvPr/>
            </p:nvSpPr>
            <p:spPr>
              <a:xfrm>
                <a:off x="6278891" y="484071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2" name="文字方塊 52">
                <a:extLst>
                  <a:ext uri="{FF2B5EF4-FFF2-40B4-BE49-F238E27FC236}">
                    <a16:creationId xmlns:a16="http://schemas.microsoft.com/office/drawing/2014/main" id="{0853AB2C-48DD-D3FC-7B00-F64DABCFCE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8891" y="4840712"/>
                <a:ext cx="295688" cy="400110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3" name="文字方塊 37">
                <a:extLst>
                  <a:ext uri="{FF2B5EF4-FFF2-40B4-BE49-F238E27FC236}">
                    <a16:creationId xmlns:a16="http://schemas.microsoft.com/office/drawing/2014/main" id="{D6BCDA32-6A56-1D77-6E0F-D9389909BAF1}"/>
                  </a:ext>
                </a:extLst>
              </p:cNvPr>
              <p:cNvSpPr txBox="1"/>
              <p:nvPr/>
            </p:nvSpPr>
            <p:spPr>
              <a:xfrm>
                <a:off x="6615654" y="4840712"/>
                <a:ext cx="307402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$</a:t>
                </a:r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 [(</a:t>
                </a:r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00FF00"/>
                    </a:solidFill>
                    <a:latin typeface="Lucida Handwriting" panose="03010101010101010101" pitchFamily="66" charset="0"/>
                  </a:rPr>
                  <a:t>6077.53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HK" altLang="zh-HK" sz="2000" b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Lucida Handwriting" panose="03010101010101010101" pitchFamily="66" charset="0"/>
                      </a:rPr>
                      <m:t>5000</m:t>
                    </m:r>
                  </m:oMath>
                </a14:m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)</a:t>
                </a:r>
                <a:endPara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FF0000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3" name="文字方塊 37">
                <a:extLst>
                  <a:ext uri="{FF2B5EF4-FFF2-40B4-BE49-F238E27FC236}">
                    <a16:creationId xmlns:a16="http://schemas.microsoft.com/office/drawing/2014/main" id="{D6BCDA32-6A56-1D77-6E0F-D9389909BA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5654" y="4840712"/>
                <a:ext cx="3074022" cy="400110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" name="文字方塊 17">
                <a:extLst>
                  <a:ext uri="{FF2B5EF4-FFF2-40B4-BE49-F238E27FC236}">
                    <a16:creationId xmlns:a16="http://schemas.microsoft.com/office/drawing/2014/main" id="{67E17D07-A78F-D0B5-BED7-CAD080ECFCAA}"/>
                  </a:ext>
                </a:extLst>
              </p:cNvPr>
              <p:cNvSpPr txBox="1"/>
              <p:nvPr/>
            </p:nvSpPr>
            <p:spPr>
              <a:xfrm>
                <a:off x="9335039" y="481169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4" name="文字方塊 17">
                <a:extLst>
                  <a:ext uri="{FF2B5EF4-FFF2-40B4-BE49-F238E27FC236}">
                    <a16:creationId xmlns:a16="http://schemas.microsoft.com/office/drawing/2014/main" id="{67E17D07-A78F-D0B5-BED7-CAD080ECFC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5039" y="4811694"/>
                <a:ext cx="295688" cy="400110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文字方塊 37">
            <a:extLst>
              <a:ext uri="{FF2B5EF4-FFF2-40B4-BE49-F238E27FC236}">
                <a16:creationId xmlns:a16="http://schemas.microsoft.com/office/drawing/2014/main" id="{A5DAF62F-C697-34D3-80B1-CFBCD86F2938}"/>
              </a:ext>
            </a:extLst>
          </p:cNvPr>
          <p:cNvSpPr txBox="1"/>
          <p:nvPr/>
        </p:nvSpPr>
        <p:spPr>
          <a:xfrm>
            <a:off x="9523958" y="4840712"/>
            <a:ext cx="17591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 </a:t>
            </a:r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latin typeface="Lucida Handwriting" panose="03010101010101010101" pitchFamily="66" charset="0"/>
              </a:rPr>
              <a:t>455.81</a:t>
            </a:r>
            <a:r>
              <a: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]</a:t>
            </a:r>
            <a:endParaRPr lang="en-HK" altLang="zh-HK" sz="2000" b="1">
              <a:ln>
                <a:solidFill>
                  <a:schemeClr val="tx1"/>
                </a:solidFill>
              </a:ln>
              <a:solidFill>
                <a:srgbClr val="FF00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6" name="文字方塊 44">
                <a:extLst>
                  <a:ext uri="{FF2B5EF4-FFF2-40B4-BE49-F238E27FC236}">
                    <a16:creationId xmlns:a16="http://schemas.microsoft.com/office/drawing/2014/main" id="{922E299C-0C61-BB69-5D5C-CC4F8F92FA11}"/>
                  </a:ext>
                </a:extLst>
              </p:cNvPr>
              <p:cNvSpPr txBox="1"/>
              <p:nvPr/>
            </p:nvSpPr>
            <p:spPr>
              <a:xfrm>
                <a:off x="6278891" y="546555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6" name="文字方塊 44">
                <a:extLst>
                  <a:ext uri="{FF2B5EF4-FFF2-40B4-BE49-F238E27FC236}">
                    <a16:creationId xmlns:a16="http://schemas.microsoft.com/office/drawing/2014/main" id="{922E299C-0C61-BB69-5D5C-CC4F8F92FA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8891" y="5465554"/>
                <a:ext cx="295688" cy="400110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7" name="群組 45">
            <a:extLst>
              <a:ext uri="{FF2B5EF4-FFF2-40B4-BE49-F238E27FC236}">
                <a16:creationId xmlns:a16="http://schemas.microsoft.com/office/drawing/2014/main" id="{1EAD5723-7378-0201-A8E6-D37AD7FAE715}"/>
              </a:ext>
            </a:extLst>
          </p:cNvPr>
          <p:cNvGrpSpPr/>
          <p:nvPr/>
        </p:nvGrpSpPr>
        <p:grpSpPr>
          <a:xfrm>
            <a:off x="6596714" y="5465554"/>
            <a:ext cx="3806808" cy="406264"/>
            <a:chOff x="7248626" y="6480754"/>
            <a:chExt cx="4055487" cy="406264"/>
          </a:xfrm>
        </p:grpSpPr>
        <p:sp>
          <p:nvSpPr>
            <p:cNvPr id="58" name="文字方塊 46">
              <a:extLst>
                <a:ext uri="{FF2B5EF4-FFF2-40B4-BE49-F238E27FC236}">
                  <a16:creationId xmlns:a16="http://schemas.microsoft.com/office/drawing/2014/main" id="{2C9EA916-47D9-7BC6-4C56-7988DD6B1668}"/>
                </a:ext>
              </a:extLst>
            </p:cNvPr>
            <p:cNvSpPr txBox="1"/>
            <p:nvPr/>
          </p:nvSpPr>
          <p:spPr>
            <a:xfrm>
              <a:off x="8600038" y="6486908"/>
              <a:ext cx="270407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(cor. to </a:t>
              </a:r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3 </a:t>
              </a:r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sig. fig.)</a:t>
              </a:r>
            </a:p>
          </p:txBody>
        </p:sp>
        <p:sp>
          <p:nvSpPr>
            <p:cNvPr id="59" name="文字方塊 48">
              <a:extLst>
                <a:ext uri="{FF2B5EF4-FFF2-40B4-BE49-F238E27FC236}">
                  <a16:creationId xmlns:a16="http://schemas.microsoft.com/office/drawing/2014/main" id="{C7B0770C-4B40-2F34-D167-DD633357E6EB}"/>
                </a:ext>
              </a:extLst>
            </p:cNvPr>
            <p:cNvSpPr txBox="1"/>
            <p:nvPr/>
          </p:nvSpPr>
          <p:spPr>
            <a:xfrm>
              <a:off x="7248626" y="6480754"/>
              <a:ext cx="121111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FFC000"/>
                  </a:solidFill>
                  <a:latin typeface="Lucida Handwriting" panose="03010101010101010101" pitchFamily="66" charset="0"/>
                </a:rPr>
                <a:t>$ 1530</a:t>
              </a:r>
              <a:endParaRPr lang="en-HK" sz="2000" b="1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Calligraphy" panose="03010101010101010101" pitchFamily="66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85133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17" grpId="0"/>
      <p:bldP spid="18" grpId="0"/>
      <p:bldP spid="19" grpId="0"/>
      <p:bldP spid="20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51" grpId="0"/>
      <p:bldP spid="52" grpId="0"/>
      <p:bldP spid="53" grpId="0"/>
      <p:bldP spid="54" grpId="0"/>
      <p:bldP spid="55" grpId="0"/>
      <p:bldP spid="56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Picture 59">
            <a:extLst>
              <a:ext uri="{FF2B5EF4-FFF2-40B4-BE49-F238E27FC236}">
                <a16:creationId xmlns:a16="http://schemas.microsoft.com/office/drawing/2014/main" id="{43BC8835-A26F-FFB0-FFAF-537C816C181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712" b="58809"/>
          <a:stretch>
            <a:fillRect/>
          </a:stretch>
        </p:blipFill>
        <p:spPr>
          <a:xfrm>
            <a:off x="245922" y="334226"/>
            <a:ext cx="11530036" cy="147057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筆跡 59">
                <a:extLst>
                  <a:ext uri="{FF2B5EF4-FFF2-40B4-BE49-F238E27FC236}">
                    <a16:creationId xmlns:a16="http://schemas.microsoft.com/office/drawing/2014/main" id="{7B5341A1-5F16-12C1-986D-A85ED309E401}"/>
                  </a:ext>
                </a:extLst>
              </p14:cNvPr>
              <p14:cNvContentPartPr/>
              <p14:nvPr/>
            </p14:nvContentPartPr>
            <p14:xfrm>
              <a:off x="2371061" y="481144"/>
              <a:ext cx="723014" cy="45719"/>
            </p14:xfrm>
          </p:contentPart>
        </mc:Choice>
        <mc:Fallback>
          <p:pic>
            <p:nvPicPr>
              <p:cNvPr id="5" name="筆跡 59">
                <a:extLst>
                  <a:ext uri="{FF2B5EF4-FFF2-40B4-BE49-F238E27FC236}">
                    <a16:creationId xmlns:a16="http://schemas.microsoft.com/office/drawing/2014/main" id="{7B5341A1-5F16-12C1-986D-A85ED309E40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17051" y="-13234556"/>
                <a:ext cx="830674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筆跡 59">
                <a:extLst>
                  <a:ext uri="{FF2B5EF4-FFF2-40B4-BE49-F238E27FC236}">
                    <a16:creationId xmlns:a16="http://schemas.microsoft.com/office/drawing/2014/main" id="{0AB2D99A-A1E5-8A6B-F0E1-E53D87264ED9}"/>
                  </a:ext>
                </a:extLst>
              </p14:cNvPr>
              <p14:cNvContentPartPr/>
              <p14:nvPr/>
            </p14:nvContentPartPr>
            <p14:xfrm>
              <a:off x="6574478" y="526863"/>
              <a:ext cx="765081" cy="45719"/>
            </p14:xfrm>
          </p:contentPart>
        </mc:Choice>
        <mc:Fallback>
          <p:pic>
            <p:nvPicPr>
              <p:cNvPr id="6" name="筆跡 59">
                <a:extLst>
                  <a:ext uri="{FF2B5EF4-FFF2-40B4-BE49-F238E27FC236}">
                    <a16:creationId xmlns:a16="http://schemas.microsoft.com/office/drawing/2014/main" id="{0AB2D99A-A1E5-8A6B-F0E1-E53D87264ED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520447" y="-13188837"/>
                <a:ext cx="872783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7" name="筆跡 59">
                <a:extLst>
                  <a:ext uri="{FF2B5EF4-FFF2-40B4-BE49-F238E27FC236}">
                    <a16:creationId xmlns:a16="http://schemas.microsoft.com/office/drawing/2014/main" id="{8739D3DE-066E-DA32-5A94-0F5EBD8E6652}"/>
                  </a:ext>
                </a:extLst>
              </p14:cNvPr>
              <p14:cNvContentPartPr/>
              <p14:nvPr/>
            </p14:nvContentPartPr>
            <p14:xfrm>
              <a:off x="8877572" y="504003"/>
              <a:ext cx="723014" cy="45719"/>
            </p14:xfrm>
          </p:contentPart>
        </mc:Choice>
        <mc:Fallback>
          <p:pic>
            <p:nvPicPr>
              <p:cNvPr id="7" name="筆跡 59">
                <a:extLst>
                  <a:ext uri="{FF2B5EF4-FFF2-40B4-BE49-F238E27FC236}">
                    <a16:creationId xmlns:a16="http://schemas.microsoft.com/office/drawing/2014/main" id="{8739D3DE-066E-DA32-5A94-0F5EBD8E665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823562" y="-13211697"/>
                <a:ext cx="830674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8" name="筆跡 59">
                <a:extLst>
                  <a:ext uri="{FF2B5EF4-FFF2-40B4-BE49-F238E27FC236}">
                    <a16:creationId xmlns:a16="http://schemas.microsoft.com/office/drawing/2014/main" id="{D8962439-59A3-C7DD-8307-18B9213E090F}"/>
                  </a:ext>
                </a:extLst>
              </p14:cNvPr>
              <p14:cNvContentPartPr/>
              <p14:nvPr/>
            </p14:nvContentPartPr>
            <p14:xfrm>
              <a:off x="716093" y="873373"/>
              <a:ext cx="779386" cy="45719"/>
            </p14:xfrm>
          </p:contentPart>
        </mc:Choice>
        <mc:Fallback>
          <p:pic>
            <p:nvPicPr>
              <p:cNvPr id="8" name="筆跡 59">
                <a:extLst>
                  <a:ext uri="{FF2B5EF4-FFF2-40B4-BE49-F238E27FC236}">
                    <a16:creationId xmlns:a16="http://schemas.microsoft.com/office/drawing/2014/main" id="{D8962439-59A3-C7DD-8307-18B9213E090F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62069" y="-12842327"/>
                <a:ext cx="887074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9" name="筆跡 59">
                <a:extLst>
                  <a:ext uri="{FF2B5EF4-FFF2-40B4-BE49-F238E27FC236}">
                    <a16:creationId xmlns:a16="http://schemas.microsoft.com/office/drawing/2014/main" id="{CBAF6EAE-01A4-D645-D23E-218A02191B85}"/>
                  </a:ext>
                </a:extLst>
              </p14:cNvPr>
              <p14:cNvContentPartPr/>
              <p14:nvPr/>
            </p14:nvContentPartPr>
            <p14:xfrm>
              <a:off x="7538484" y="1284898"/>
              <a:ext cx="3358096" cy="45719"/>
            </p14:xfrm>
          </p:contentPart>
        </mc:Choice>
        <mc:Fallback>
          <p:pic>
            <p:nvPicPr>
              <p:cNvPr id="9" name="筆跡 59">
                <a:extLst>
                  <a:ext uri="{FF2B5EF4-FFF2-40B4-BE49-F238E27FC236}">
                    <a16:creationId xmlns:a16="http://schemas.microsoft.com/office/drawing/2014/main" id="{CBAF6EAE-01A4-D645-D23E-218A02191B85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484437" y="-12430802"/>
                <a:ext cx="3465829" cy="27431400"/>
              </a:xfrm>
              <a:prstGeom prst="rect">
                <a:avLst/>
              </a:prstGeom>
            </p:spPr>
          </p:pic>
        </mc:Fallback>
      </mc:AlternateContent>
      <p:sp>
        <p:nvSpPr>
          <p:cNvPr id="10" name="文字方塊 5">
            <a:extLst>
              <a:ext uri="{FF2B5EF4-FFF2-40B4-BE49-F238E27FC236}">
                <a16:creationId xmlns:a16="http://schemas.microsoft.com/office/drawing/2014/main" id="{9E80BA35-D6AF-CE94-AA14-B65AE28E7783}"/>
              </a:ext>
            </a:extLst>
          </p:cNvPr>
          <p:cNvSpPr txBox="1"/>
          <p:nvPr/>
        </p:nvSpPr>
        <p:spPr>
          <a:xfrm>
            <a:off x="851697" y="2072405"/>
            <a:ext cx="66867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At beginning of </a:t>
            </a:r>
            <a:r>
              <a:rPr lang="en-HK" sz="20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</a:t>
            </a:r>
            <a:r>
              <a:rPr lang="en-HK" sz="2000" b="1" baseline="3000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nd</a:t>
            </a:r>
            <a:r>
              <a: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 month, amount he owed </a:t>
            </a:r>
            <a:endParaRPr lang="en-HK" sz="2000" b="1">
              <a:ln>
                <a:solidFill>
                  <a:schemeClr val="tx1"/>
                </a:solidFill>
              </a:ln>
              <a:latin typeface="Lucida Handwriting" panose="03010101010101010101" pitchFamily="66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AC02785-9DBF-4271-F9B8-66A3A64F85D7}"/>
              </a:ext>
            </a:extLst>
          </p:cNvPr>
          <p:cNvSpPr txBox="1"/>
          <p:nvPr/>
        </p:nvSpPr>
        <p:spPr>
          <a:xfrm>
            <a:off x="424172" y="2047593"/>
            <a:ext cx="5780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(a) </a:t>
            </a:r>
            <a:endParaRPr lang="en-US" sz="20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文字方塊 15">
                <a:extLst>
                  <a:ext uri="{FF2B5EF4-FFF2-40B4-BE49-F238E27FC236}">
                    <a16:creationId xmlns:a16="http://schemas.microsoft.com/office/drawing/2014/main" id="{8BDC2E4C-615B-5023-B78C-8677627A39DF}"/>
                  </a:ext>
                </a:extLst>
              </p:cNvPr>
              <p:cNvSpPr txBox="1"/>
              <p:nvPr/>
            </p:nvSpPr>
            <p:spPr>
              <a:xfrm>
                <a:off x="1287176" y="254283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5" name="文字方塊 15">
                <a:extLst>
                  <a:ext uri="{FF2B5EF4-FFF2-40B4-BE49-F238E27FC236}">
                    <a16:creationId xmlns:a16="http://schemas.microsoft.com/office/drawing/2014/main" id="{8BDC2E4C-615B-5023-B78C-8677627A39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7176" y="2542831"/>
                <a:ext cx="295688" cy="4001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文字方塊 32">
            <a:extLst>
              <a:ext uri="{FF2B5EF4-FFF2-40B4-BE49-F238E27FC236}">
                <a16:creationId xmlns:a16="http://schemas.microsoft.com/office/drawing/2014/main" id="{D84997D3-F1A6-1D94-2E95-562C14F595C0}"/>
              </a:ext>
            </a:extLst>
          </p:cNvPr>
          <p:cNvSpPr txBox="1"/>
          <p:nvPr/>
        </p:nvSpPr>
        <p:spPr>
          <a:xfrm>
            <a:off x="1574099" y="2541006"/>
            <a:ext cx="13233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$ 35000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文字方塊 33">
                <a:extLst>
                  <a:ext uri="{FF2B5EF4-FFF2-40B4-BE49-F238E27FC236}">
                    <a16:creationId xmlns:a16="http://schemas.microsoft.com/office/drawing/2014/main" id="{6B52D7CD-B726-9618-5E74-5BAB6046C856}"/>
                  </a:ext>
                </a:extLst>
              </p:cNvPr>
              <p:cNvSpPr txBox="1"/>
              <p:nvPr/>
            </p:nvSpPr>
            <p:spPr>
              <a:xfrm>
                <a:off x="2774804" y="251992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7" name="文字方塊 33">
                <a:extLst>
                  <a:ext uri="{FF2B5EF4-FFF2-40B4-BE49-F238E27FC236}">
                    <a16:creationId xmlns:a16="http://schemas.microsoft.com/office/drawing/2014/main" id="{6B52D7CD-B726-9618-5E74-5BAB6046C8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4804" y="2519921"/>
                <a:ext cx="295688" cy="4001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文字方塊 34">
            <a:extLst>
              <a:ext uri="{FF2B5EF4-FFF2-40B4-BE49-F238E27FC236}">
                <a16:creationId xmlns:a16="http://schemas.microsoft.com/office/drawing/2014/main" id="{DBFC08B4-06B3-FB98-5E56-79124C80D5DE}"/>
              </a:ext>
            </a:extLst>
          </p:cNvPr>
          <p:cNvSpPr txBox="1"/>
          <p:nvPr/>
        </p:nvSpPr>
        <p:spPr>
          <a:xfrm>
            <a:off x="3022262" y="2535707"/>
            <a:ext cx="4571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</a:t>
            </a:r>
            <a:r>
              <a:rPr lang="en-HK" altLang="zh-HK" sz="20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1</a:t>
            </a:r>
            <a:endParaRPr lang="en-HK" sz="2000" b="1">
              <a:ln>
                <a:solidFill>
                  <a:schemeClr val="tx1"/>
                </a:solidFill>
              </a:ln>
              <a:solidFill>
                <a:srgbClr val="92D05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文字方塊 35">
                <a:extLst>
                  <a:ext uri="{FF2B5EF4-FFF2-40B4-BE49-F238E27FC236}">
                    <a16:creationId xmlns:a16="http://schemas.microsoft.com/office/drawing/2014/main" id="{3A0564AC-7CBC-2FB1-E3CC-29DCE8D094F9}"/>
                  </a:ext>
                </a:extLst>
              </p:cNvPr>
              <p:cNvSpPr txBox="1"/>
              <p:nvPr/>
            </p:nvSpPr>
            <p:spPr>
              <a:xfrm>
                <a:off x="3325582" y="251992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9" name="文字方塊 35">
                <a:extLst>
                  <a:ext uri="{FF2B5EF4-FFF2-40B4-BE49-F238E27FC236}">
                    <a16:creationId xmlns:a16="http://schemas.microsoft.com/office/drawing/2014/main" id="{3A0564AC-7CBC-2FB1-E3CC-29DCE8D094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5582" y="2519921"/>
                <a:ext cx="295688" cy="40011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直線接點 36">
            <a:extLst>
              <a:ext uri="{FF2B5EF4-FFF2-40B4-BE49-F238E27FC236}">
                <a16:creationId xmlns:a16="http://schemas.microsoft.com/office/drawing/2014/main" id="{1863B460-378C-B3B8-E6E1-D43C9291259F}"/>
              </a:ext>
            </a:extLst>
          </p:cNvPr>
          <p:cNvCxnSpPr>
            <a:cxnSpLocks/>
          </p:cNvCxnSpPr>
          <p:nvPr/>
        </p:nvCxnSpPr>
        <p:spPr>
          <a:xfrm flipV="1">
            <a:off x="3673841" y="2714522"/>
            <a:ext cx="530058" cy="5454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TextBox 15">
            <a:extLst>
              <a:ext uri="{FF2B5EF4-FFF2-40B4-BE49-F238E27FC236}">
                <a16:creationId xmlns:a16="http://schemas.microsoft.com/office/drawing/2014/main" id="{E2372D5D-E29B-CC58-1876-6C33B3CF79D3}"/>
              </a:ext>
            </a:extLst>
          </p:cNvPr>
          <p:cNvSpPr txBox="1"/>
          <p:nvPr/>
        </p:nvSpPr>
        <p:spPr>
          <a:xfrm>
            <a:off x="3672158" y="2375866"/>
            <a:ext cx="7920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chemeClr val="accent4">
                    <a:lumMod val="40000"/>
                    <a:lumOff val="60000"/>
                  </a:schemeClr>
                </a:solidFill>
                <a:latin typeface="Lucida Handwriting" panose="03010101010101010101" pitchFamily="66" charset="0"/>
              </a:rPr>
              <a:t>18%</a:t>
            </a:r>
          </a:p>
        </p:txBody>
      </p:sp>
      <p:sp>
        <p:nvSpPr>
          <p:cNvPr id="32" name="TextBox 15">
            <a:extLst>
              <a:ext uri="{FF2B5EF4-FFF2-40B4-BE49-F238E27FC236}">
                <a16:creationId xmlns:a16="http://schemas.microsoft.com/office/drawing/2014/main" id="{4B6D301F-5577-5C24-C1C5-D6628AEE3567}"/>
              </a:ext>
            </a:extLst>
          </p:cNvPr>
          <p:cNvSpPr txBox="1"/>
          <p:nvPr/>
        </p:nvSpPr>
        <p:spPr>
          <a:xfrm>
            <a:off x="3734721" y="2719976"/>
            <a:ext cx="5364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Handwriting" panose="03010101010101010101" pitchFamily="66" charset="0"/>
              </a:rPr>
              <a:t>12</a:t>
            </a:r>
          </a:p>
        </p:txBody>
      </p:sp>
      <p:sp>
        <p:nvSpPr>
          <p:cNvPr id="33" name="文字方塊 40">
            <a:extLst>
              <a:ext uri="{FF2B5EF4-FFF2-40B4-BE49-F238E27FC236}">
                <a16:creationId xmlns:a16="http://schemas.microsoft.com/office/drawing/2014/main" id="{830FB8DF-7E62-6EEC-4DBC-D2B688A3535B}"/>
              </a:ext>
            </a:extLst>
          </p:cNvPr>
          <p:cNvSpPr txBox="1"/>
          <p:nvPr/>
        </p:nvSpPr>
        <p:spPr>
          <a:xfrm>
            <a:off x="4262432" y="2575921"/>
            <a:ext cx="2744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)</a:t>
            </a:r>
            <a:endParaRPr lang="en-HK" sz="2000" b="1">
              <a:ln>
                <a:solidFill>
                  <a:schemeClr val="tx1"/>
                </a:solidFill>
              </a:ln>
              <a:solidFill>
                <a:srgbClr val="92D05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文字方塊 44">
                <a:extLst>
                  <a:ext uri="{FF2B5EF4-FFF2-40B4-BE49-F238E27FC236}">
                    <a16:creationId xmlns:a16="http://schemas.microsoft.com/office/drawing/2014/main" id="{85E8EC66-49E3-8F01-B076-AAC81DD7B4F8}"/>
                  </a:ext>
                </a:extLst>
              </p:cNvPr>
              <p:cNvSpPr txBox="1"/>
              <p:nvPr/>
            </p:nvSpPr>
            <p:spPr>
              <a:xfrm>
                <a:off x="1287176" y="308721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7" name="文字方塊 44">
                <a:extLst>
                  <a:ext uri="{FF2B5EF4-FFF2-40B4-BE49-F238E27FC236}">
                    <a16:creationId xmlns:a16="http://schemas.microsoft.com/office/drawing/2014/main" id="{85E8EC66-49E3-8F01-B076-AAC81DD7B4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7176" y="3087214"/>
                <a:ext cx="295688" cy="4001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文字方塊 48">
            <a:extLst>
              <a:ext uri="{FF2B5EF4-FFF2-40B4-BE49-F238E27FC236}">
                <a16:creationId xmlns:a16="http://schemas.microsoft.com/office/drawing/2014/main" id="{A4D46DE1-A070-BB3A-90B9-514929C8E6AF}"/>
              </a:ext>
            </a:extLst>
          </p:cNvPr>
          <p:cNvSpPr txBox="1"/>
          <p:nvPr/>
        </p:nvSpPr>
        <p:spPr>
          <a:xfrm>
            <a:off x="1551252" y="3084860"/>
            <a:ext cx="13099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Handwriting" panose="03010101010101010101" pitchFamily="66" charset="0"/>
              </a:rPr>
              <a:t>$ 25525</a:t>
            </a:r>
            <a:endParaRPr lang="en-HK" sz="2000" b="1">
              <a:ln>
                <a:solidFill>
                  <a:schemeClr val="tx1"/>
                </a:solidFill>
              </a:ln>
              <a:solidFill>
                <a:srgbClr val="FFC00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3" name="文字方塊 17">
                <a:extLst>
                  <a:ext uri="{FF2B5EF4-FFF2-40B4-BE49-F238E27FC236}">
                    <a16:creationId xmlns:a16="http://schemas.microsoft.com/office/drawing/2014/main" id="{9D113186-E6A6-8B1C-E2D3-75F85483B297}"/>
                  </a:ext>
                </a:extLst>
              </p:cNvPr>
              <p:cNvSpPr txBox="1"/>
              <p:nvPr/>
            </p:nvSpPr>
            <p:spPr>
              <a:xfrm>
                <a:off x="4545965" y="251992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3" name="文字方塊 17">
                <a:extLst>
                  <a:ext uri="{FF2B5EF4-FFF2-40B4-BE49-F238E27FC236}">
                    <a16:creationId xmlns:a16="http://schemas.microsoft.com/office/drawing/2014/main" id="{9D113186-E6A6-8B1C-E2D3-75F85483B2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5965" y="2519921"/>
                <a:ext cx="295688" cy="40011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文字方塊 32">
            <a:extLst>
              <a:ext uri="{FF2B5EF4-FFF2-40B4-BE49-F238E27FC236}">
                <a16:creationId xmlns:a16="http://schemas.microsoft.com/office/drawing/2014/main" id="{822056A9-13F9-EF0B-4DFC-1E2C7BE2EF06}"/>
              </a:ext>
            </a:extLst>
          </p:cNvPr>
          <p:cNvSpPr txBox="1"/>
          <p:nvPr/>
        </p:nvSpPr>
        <p:spPr>
          <a:xfrm>
            <a:off x="4826044" y="2526493"/>
            <a:ext cx="13233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rPr>
              <a:t>$ 10000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文字方塊 260">
                <a:extLst>
                  <a:ext uri="{FF2B5EF4-FFF2-40B4-BE49-F238E27FC236}">
                    <a16:creationId xmlns:a16="http://schemas.microsoft.com/office/drawing/2014/main" id="{9625825A-F426-CD3A-7761-21AC16E0FA4B}"/>
                  </a:ext>
                </a:extLst>
              </p:cNvPr>
              <p:cNvSpPr txBox="1"/>
              <p:nvPr/>
            </p:nvSpPr>
            <p:spPr>
              <a:xfrm>
                <a:off x="474787" y="3484970"/>
                <a:ext cx="23841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HK" sz="2400" b="1" i="1" dirty="0" smtClean="0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</m:oMath>
                  </m:oMathPara>
                </a14:m>
                <a:endParaRPr lang="en-HK" sz="24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45" name="文字方塊 260">
                <a:extLst>
                  <a:ext uri="{FF2B5EF4-FFF2-40B4-BE49-F238E27FC236}">
                    <a16:creationId xmlns:a16="http://schemas.microsoft.com/office/drawing/2014/main" id="{9625825A-F426-CD3A-7761-21AC16E0FA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787" y="3484970"/>
                <a:ext cx="238419" cy="461665"/>
              </a:xfrm>
              <a:prstGeom prst="rect">
                <a:avLst/>
              </a:prstGeom>
              <a:blipFill>
                <a:blip r:embed="rId18"/>
                <a:stretch>
                  <a:fillRect r="-5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文字方塊 5">
            <a:extLst>
              <a:ext uri="{FF2B5EF4-FFF2-40B4-BE49-F238E27FC236}">
                <a16:creationId xmlns:a16="http://schemas.microsoft.com/office/drawing/2014/main" id="{BE33345A-04EC-432F-7899-D4E16FCED50C}"/>
              </a:ext>
            </a:extLst>
          </p:cNvPr>
          <p:cNvSpPr txBox="1"/>
          <p:nvPr/>
        </p:nvSpPr>
        <p:spPr>
          <a:xfrm>
            <a:off x="764312" y="3550162"/>
            <a:ext cx="66867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At beginning of </a:t>
            </a:r>
            <a:r>
              <a:rPr lang="en-HK" sz="20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3</a:t>
            </a:r>
            <a:r>
              <a:rPr lang="en-HK" sz="2000" b="1" baseline="3000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rd</a:t>
            </a:r>
            <a:r>
              <a: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 month, amount he owed </a:t>
            </a:r>
            <a:endParaRPr lang="en-HK" sz="2000" b="1">
              <a:ln>
                <a:solidFill>
                  <a:schemeClr val="tx1"/>
                </a:solidFill>
              </a:ln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7" name="文字方塊 15">
                <a:extLst>
                  <a:ext uri="{FF2B5EF4-FFF2-40B4-BE49-F238E27FC236}">
                    <a16:creationId xmlns:a16="http://schemas.microsoft.com/office/drawing/2014/main" id="{35E3AEAC-F82C-6D54-E37D-3094D0E89C06}"/>
                  </a:ext>
                </a:extLst>
              </p:cNvPr>
              <p:cNvSpPr txBox="1"/>
              <p:nvPr/>
            </p:nvSpPr>
            <p:spPr>
              <a:xfrm>
                <a:off x="1199791" y="402058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7" name="文字方塊 15">
                <a:extLst>
                  <a:ext uri="{FF2B5EF4-FFF2-40B4-BE49-F238E27FC236}">
                    <a16:creationId xmlns:a16="http://schemas.microsoft.com/office/drawing/2014/main" id="{35E3AEAC-F82C-6D54-E37D-3094D0E89C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9791" y="4020588"/>
                <a:ext cx="295688" cy="40011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文字方塊 32">
            <a:extLst>
              <a:ext uri="{FF2B5EF4-FFF2-40B4-BE49-F238E27FC236}">
                <a16:creationId xmlns:a16="http://schemas.microsoft.com/office/drawing/2014/main" id="{8637B7B5-34D0-E317-4446-E5E6A5C1A88F}"/>
              </a:ext>
            </a:extLst>
          </p:cNvPr>
          <p:cNvSpPr txBox="1"/>
          <p:nvPr/>
        </p:nvSpPr>
        <p:spPr>
          <a:xfrm>
            <a:off x="1486714" y="4018763"/>
            <a:ext cx="13233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Handwriting" panose="03010101010101010101" pitchFamily="66" charset="0"/>
              </a:rPr>
              <a:t>$ 25525</a:t>
            </a:r>
            <a:endParaRPr lang="en-HK" sz="2000" b="1">
              <a:ln>
                <a:solidFill>
                  <a:schemeClr val="tx1"/>
                </a:solidFill>
              </a:ln>
              <a:solidFill>
                <a:srgbClr val="FFC00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9" name="文字方塊 33">
                <a:extLst>
                  <a:ext uri="{FF2B5EF4-FFF2-40B4-BE49-F238E27FC236}">
                    <a16:creationId xmlns:a16="http://schemas.microsoft.com/office/drawing/2014/main" id="{338F031E-A30E-65BF-A344-F6AEF72BCF3C}"/>
                  </a:ext>
                </a:extLst>
              </p:cNvPr>
              <p:cNvSpPr txBox="1"/>
              <p:nvPr/>
            </p:nvSpPr>
            <p:spPr>
              <a:xfrm>
                <a:off x="2687419" y="399767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9" name="文字方塊 33">
                <a:extLst>
                  <a:ext uri="{FF2B5EF4-FFF2-40B4-BE49-F238E27FC236}">
                    <a16:creationId xmlns:a16="http://schemas.microsoft.com/office/drawing/2014/main" id="{338F031E-A30E-65BF-A344-F6AEF72BCF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7419" y="3997678"/>
                <a:ext cx="295688" cy="40011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文字方塊 34">
            <a:extLst>
              <a:ext uri="{FF2B5EF4-FFF2-40B4-BE49-F238E27FC236}">
                <a16:creationId xmlns:a16="http://schemas.microsoft.com/office/drawing/2014/main" id="{71E8DC21-F343-C293-CA70-469C9B8BB9E4}"/>
              </a:ext>
            </a:extLst>
          </p:cNvPr>
          <p:cNvSpPr txBox="1"/>
          <p:nvPr/>
        </p:nvSpPr>
        <p:spPr>
          <a:xfrm>
            <a:off x="2934877" y="4013464"/>
            <a:ext cx="4571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</a:t>
            </a:r>
            <a:r>
              <a:rPr lang="en-HK" altLang="zh-HK" sz="20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1</a:t>
            </a:r>
            <a:endParaRPr lang="en-HK" sz="2000" b="1">
              <a:ln>
                <a:solidFill>
                  <a:schemeClr val="tx1"/>
                </a:solidFill>
              </a:ln>
              <a:solidFill>
                <a:srgbClr val="92D05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1" name="文字方塊 35">
                <a:extLst>
                  <a:ext uri="{FF2B5EF4-FFF2-40B4-BE49-F238E27FC236}">
                    <a16:creationId xmlns:a16="http://schemas.microsoft.com/office/drawing/2014/main" id="{036B469E-53E3-D899-D9F0-79840087360D}"/>
                  </a:ext>
                </a:extLst>
              </p:cNvPr>
              <p:cNvSpPr txBox="1"/>
              <p:nvPr/>
            </p:nvSpPr>
            <p:spPr>
              <a:xfrm>
                <a:off x="3238197" y="399767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1" name="文字方塊 35">
                <a:extLst>
                  <a:ext uri="{FF2B5EF4-FFF2-40B4-BE49-F238E27FC236}">
                    <a16:creationId xmlns:a16="http://schemas.microsoft.com/office/drawing/2014/main" id="{036B469E-53E3-D899-D9F0-7984008736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8197" y="3997678"/>
                <a:ext cx="295688" cy="40011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2" name="直線接點 36">
            <a:extLst>
              <a:ext uri="{FF2B5EF4-FFF2-40B4-BE49-F238E27FC236}">
                <a16:creationId xmlns:a16="http://schemas.microsoft.com/office/drawing/2014/main" id="{4CF0CE9C-0FF5-2247-7E85-348F60D6D392}"/>
              </a:ext>
            </a:extLst>
          </p:cNvPr>
          <p:cNvCxnSpPr>
            <a:cxnSpLocks/>
          </p:cNvCxnSpPr>
          <p:nvPr/>
        </p:nvCxnSpPr>
        <p:spPr>
          <a:xfrm flipV="1">
            <a:off x="3586456" y="4192279"/>
            <a:ext cx="530058" cy="5454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TextBox 15">
            <a:extLst>
              <a:ext uri="{FF2B5EF4-FFF2-40B4-BE49-F238E27FC236}">
                <a16:creationId xmlns:a16="http://schemas.microsoft.com/office/drawing/2014/main" id="{91BFFAAD-C9B8-3A68-DF37-AF76F7A5C268}"/>
              </a:ext>
            </a:extLst>
          </p:cNvPr>
          <p:cNvSpPr txBox="1"/>
          <p:nvPr/>
        </p:nvSpPr>
        <p:spPr>
          <a:xfrm>
            <a:off x="3584773" y="3853623"/>
            <a:ext cx="7920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chemeClr val="accent4">
                    <a:lumMod val="40000"/>
                    <a:lumOff val="60000"/>
                  </a:schemeClr>
                </a:solidFill>
                <a:latin typeface="Lucida Handwriting" panose="03010101010101010101" pitchFamily="66" charset="0"/>
              </a:rPr>
              <a:t>18%</a:t>
            </a:r>
          </a:p>
        </p:txBody>
      </p:sp>
      <p:sp>
        <p:nvSpPr>
          <p:cNvPr id="54" name="TextBox 15">
            <a:extLst>
              <a:ext uri="{FF2B5EF4-FFF2-40B4-BE49-F238E27FC236}">
                <a16:creationId xmlns:a16="http://schemas.microsoft.com/office/drawing/2014/main" id="{067F0918-3834-E455-6978-3311E1F2EA4C}"/>
              </a:ext>
            </a:extLst>
          </p:cNvPr>
          <p:cNvSpPr txBox="1"/>
          <p:nvPr/>
        </p:nvSpPr>
        <p:spPr>
          <a:xfrm>
            <a:off x="3647336" y="4197733"/>
            <a:ext cx="5364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Handwriting" panose="03010101010101010101" pitchFamily="66" charset="0"/>
              </a:rPr>
              <a:t>12</a:t>
            </a:r>
          </a:p>
        </p:txBody>
      </p:sp>
      <p:sp>
        <p:nvSpPr>
          <p:cNvPr id="55" name="文字方塊 40">
            <a:extLst>
              <a:ext uri="{FF2B5EF4-FFF2-40B4-BE49-F238E27FC236}">
                <a16:creationId xmlns:a16="http://schemas.microsoft.com/office/drawing/2014/main" id="{0110FAC0-F6B7-49BC-EC46-BA7BFD5ADF62}"/>
              </a:ext>
            </a:extLst>
          </p:cNvPr>
          <p:cNvSpPr txBox="1"/>
          <p:nvPr/>
        </p:nvSpPr>
        <p:spPr>
          <a:xfrm>
            <a:off x="4175047" y="4053678"/>
            <a:ext cx="2744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)</a:t>
            </a:r>
            <a:endParaRPr lang="en-HK" sz="2000" b="1">
              <a:ln>
                <a:solidFill>
                  <a:schemeClr val="tx1"/>
                </a:solidFill>
              </a:ln>
              <a:solidFill>
                <a:srgbClr val="92D05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6" name="文字方塊 44">
                <a:extLst>
                  <a:ext uri="{FF2B5EF4-FFF2-40B4-BE49-F238E27FC236}">
                    <a16:creationId xmlns:a16="http://schemas.microsoft.com/office/drawing/2014/main" id="{97D6C418-65AB-D9F4-9A6A-519EFD09B789}"/>
                  </a:ext>
                </a:extLst>
              </p:cNvPr>
              <p:cNvSpPr txBox="1"/>
              <p:nvPr/>
            </p:nvSpPr>
            <p:spPr>
              <a:xfrm>
                <a:off x="1199791" y="456497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6" name="文字方塊 44">
                <a:extLst>
                  <a:ext uri="{FF2B5EF4-FFF2-40B4-BE49-F238E27FC236}">
                    <a16:creationId xmlns:a16="http://schemas.microsoft.com/office/drawing/2014/main" id="{97D6C418-65AB-D9F4-9A6A-519EFD09B7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9791" y="4564971"/>
                <a:ext cx="295688" cy="40011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文字方塊 48">
            <a:extLst>
              <a:ext uri="{FF2B5EF4-FFF2-40B4-BE49-F238E27FC236}">
                <a16:creationId xmlns:a16="http://schemas.microsoft.com/office/drawing/2014/main" id="{51BFF26B-D098-6406-E9E6-4B5AF846C732}"/>
              </a:ext>
            </a:extLst>
          </p:cNvPr>
          <p:cNvSpPr txBox="1"/>
          <p:nvPr/>
        </p:nvSpPr>
        <p:spPr>
          <a:xfrm>
            <a:off x="1463867" y="4562617"/>
            <a:ext cx="13099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$</a:t>
            </a:r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Handwriting" panose="03010101010101010101" pitchFamily="66" charset="0"/>
              </a:rPr>
              <a:t> </a:t>
            </a:r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15908</a:t>
            </a:r>
            <a:endParaRPr lang="en-HK" sz="2000" b="1">
              <a:ln>
                <a:solidFill>
                  <a:schemeClr val="tx1"/>
                </a:solidFill>
              </a:ln>
              <a:solidFill>
                <a:srgbClr val="00FF0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8" name="文字方塊 17">
                <a:extLst>
                  <a:ext uri="{FF2B5EF4-FFF2-40B4-BE49-F238E27FC236}">
                    <a16:creationId xmlns:a16="http://schemas.microsoft.com/office/drawing/2014/main" id="{6CC394B6-EE1A-E7FE-50AE-E44D000DD34E}"/>
                  </a:ext>
                </a:extLst>
              </p:cNvPr>
              <p:cNvSpPr txBox="1"/>
              <p:nvPr/>
            </p:nvSpPr>
            <p:spPr>
              <a:xfrm>
                <a:off x="4458580" y="399767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8" name="文字方塊 17">
                <a:extLst>
                  <a:ext uri="{FF2B5EF4-FFF2-40B4-BE49-F238E27FC236}">
                    <a16:creationId xmlns:a16="http://schemas.microsoft.com/office/drawing/2014/main" id="{6CC394B6-EE1A-E7FE-50AE-E44D000DD3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8580" y="3997678"/>
                <a:ext cx="295688" cy="40011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文字方塊 32">
            <a:extLst>
              <a:ext uri="{FF2B5EF4-FFF2-40B4-BE49-F238E27FC236}">
                <a16:creationId xmlns:a16="http://schemas.microsoft.com/office/drawing/2014/main" id="{310D8F59-E369-4059-355D-FC266E215ED0}"/>
              </a:ext>
            </a:extLst>
          </p:cNvPr>
          <p:cNvSpPr txBox="1"/>
          <p:nvPr/>
        </p:nvSpPr>
        <p:spPr>
          <a:xfrm>
            <a:off x="4738659" y="4004250"/>
            <a:ext cx="13233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rPr>
              <a:t>$ 10000</a:t>
            </a:r>
          </a:p>
        </p:txBody>
      </p:sp>
      <p:sp>
        <p:nvSpPr>
          <p:cNvPr id="61" name="文字方塊 5">
            <a:extLst>
              <a:ext uri="{FF2B5EF4-FFF2-40B4-BE49-F238E27FC236}">
                <a16:creationId xmlns:a16="http://schemas.microsoft.com/office/drawing/2014/main" id="{4918F659-A06E-2093-2D85-0B980D63C714}"/>
              </a:ext>
            </a:extLst>
          </p:cNvPr>
          <p:cNvSpPr txBox="1"/>
          <p:nvPr/>
        </p:nvSpPr>
        <p:spPr>
          <a:xfrm>
            <a:off x="875488" y="5188113"/>
            <a:ext cx="66867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At beginning of </a:t>
            </a:r>
            <a:r>
              <a:rPr lang="en-HK" sz="20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4</a:t>
            </a:r>
            <a:r>
              <a:rPr lang="en-HK" sz="2000" b="1" baseline="3000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th</a:t>
            </a:r>
            <a:r>
              <a: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 month, amount he owed </a:t>
            </a:r>
            <a:endParaRPr lang="en-HK" sz="2000" b="1">
              <a:ln>
                <a:solidFill>
                  <a:schemeClr val="tx1"/>
                </a:solidFill>
              </a:ln>
              <a:latin typeface="Lucida Handwriting" panose="03010101010101010101" pitchFamily="66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0BDA5C1-146B-1723-1E14-B1669AAED406}"/>
              </a:ext>
            </a:extLst>
          </p:cNvPr>
          <p:cNvSpPr txBox="1"/>
          <p:nvPr/>
        </p:nvSpPr>
        <p:spPr>
          <a:xfrm>
            <a:off x="447963" y="5163301"/>
            <a:ext cx="5780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(b) </a:t>
            </a:r>
            <a:endParaRPr lang="en-US" sz="20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3" name="文字方塊 15">
                <a:extLst>
                  <a:ext uri="{FF2B5EF4-FFF2-40B4-BE49-F238E27FC236}">
                    <a16:creationId xmlns:a16="http://schemas.microsoft.com/office/drawing/2014/main" id="{A29BA609-1569-DE10-A12D-6E6936144530}"/>
                  </a:ext>
                </a:extLst>
              </p:cNvPr>
              <p:cNvSpPr txBox="1"/>
              <p:nvPr/>
            </p:nvSpPr>
            <p:spPr>
              <a:xfrm>
                <a:off x="1310967" y="565853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63" name="文字方塊 15">
                <a:extLst>
                  <a:ext uri="{FF2B5EF4-FFF2-40B4-BE49-F238E27FC236}">
                    <a16:creationId xmlns:a16="http://schemas.microsoft.com/office/drawing/2014/main" id="{A29BA609-1569-DE10-A12D-6E69361445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0967" y="5658539"/>
                <a:ext cx="295688" cy="400110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文字方塊 32">
            <a:extLst>
              <a:ext uri="{FF2B5EF4-FFF2-40B4-BE49-F238E27FC236}">
                <a16:creationId xmlns:a16="http://schemas.microsoft.com/office/drawing/2014/main" id="{0F622F33-5D33-6474-239A-235D9C834F6F}"/>
              </a:ext>
            </a:extLst>
          </p:cNvPr>
          <p:cNvSpPr txBox="1"/>
          <p:nvPr/>
        </p:nvSpPr>
        <p:spPr>
          <a:xfrm>
            <a:off x="1597890" y="5656714"/>
            <a:ext cx="13233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$</a:t>
            </a:r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Handwriting" panose="03010101010101010101" pitchFamily="66" charset="0"/>
              </a:rPr>
              <a:t> </a:t>
            </a:r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15908</a:t>
            </a:r>
            <a:endParaRPr lang="en-HK" sz="2000" b="1">
              <a:ln>
                <a:solidFill>
                  <a:schemeClr val="tx1"/>
                </a:solidFill>
              </a:ln>
              <a:solidFill>
                <a:srgbClr val="00FF0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5" name="文字方塊 33">
                <a:extLst>
                  <a:ext uri="{FF2B5EF4-FFF2-40B4-BE49-F238E27FC236}">
                    <a16:creationId xmlns:a16="http://schemas.microsoft.com/office/drawing/2014/main" id="{7AE6247F-8408-1259-7AE1-2B4EA15F32B0}"/>
                  </a:ext>
                </a:extLst>
              </p:cNvPr>
              <p:cNvSpPr txBox="1"/>
              <p:nvPr/>
            </p:nvSpPr>
            <p:spPr>
              <a:xfrm>
                <a:off x="2798595" y="563562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65" name="文字方塊 33">
                <a:extLst>
                  <a:ext uri="{FF2B5EF4-FFF2-40B4-BE49-F238E27FC236}">
                    <a16:creationId xmlns:a16="http://schemas.microsoft.com/office/drawing/2014/main" id="{7AE6247F-8408-1259-7AE1-2B4EA15F32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8595" y="5635629"/>
                <a:ext cx="295688" cy="40011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文字方塊 34">
            <a:extLst>
              <a:ext uri="{FF2B5EF4-FFF2-40B4-BE49-F238E27FC236}">
                <a16:creationId xmlns:a16="http://schemas.microsoft.com/office/drawing/2014/main" id="{54029711-0593-F8F4-DD59-361B2B5B1D65}"/>
              </a:ext>
            </a:extLst>
          </p:cNvPr>
          <p:cNvSpPr txBox="1"/>
          <p:nvPr/>
        </p:nvSpPr>
        <p:spPr>
          <a:xfrm>
            <a:off x="3046053" y="5651415"/>
            <a:ext cx="4571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</a:t>
            </a:r>
            <a:r>
              <a:rPr lang="en-HK" altLang="zh-HK" sz="20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1</a:t>
            </a:r>
            <a:endParaRPr lang="en-HK" sz="2000" b="1">
              <a:ln>
                <a:solidFill>
                  <a:schemeClr val="tx1"/>
                </a:solidFill>
              </a:ln>
              <a:solidFill>
                <a:srgbClr val="92D05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7" name="文字方塊 35">
                <a:extLst>
                  <a:ext uri="{FF2B5EF4-FFF2-40B4-BE49-F238E27FC236}">
                    <a16:creationId xmlns:a16="http://schemas.microsoft.com/office/drawing/2014/main" id="{593AAF3E-A898-0A40-2555-2C1C4275285D}"/>
                  </a:ext>
                </a:extLst>
              </p:cNvPr>
              <p:cNvSpPr txBox="1"/>
              <p:nvPr/>
            </p:nvSpPr>
            <p:spPr>
              <a:xfrm>
                <a:off x="3349373" y="563562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67" name="文字方塊 35">
                <a:extLst>
                  <a:ext uri="{FF2B5EF4-FFF2-40B4-BE49-F238E27FC236}">
                    <a16:creationId xmlns:a16="http://schemas.microsoft.com/office/drawing/2014/main" id="{593AAF3E-A898-0A40-2555-2C1C427528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9373" y="5635629"/>
                <a:ext cx="295688" cy="400110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8" name="直線接點 36">
            <a:extLst>
              <a:ext uri="{FF2B5EF4-FFF2-40B4-BE49-F238E27FC236}">
                <a16:creationId xmlns:a16="http://schemas.microsoft.com/office/drawing/2014/main" id="{3057D842-AFD4-C17C-D5E4-606A243ADE0E}"/>
              </a:ext>
            </a:extLst>
          </p:cNvPr>
          <p:cNvCxnSpPr>
            <a:cxnSpLocks/>
          </p:cNvCxnSpPr>
          <p:nvPr/>
        </p:nvCxnSpPr>
        <p:spPr>
          <a:xfrm flipV="1">
            <a:off x="3697632" y="5830230"/>
            <a:ext cx="530058" cy="5454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TextBox 15">
            <a:extLst>
              <a:ext uri="{FF2B5EF4-FFF2-40B4-BE49-F238E27FC236}">
                <a16:creationId xmlns:a16="http://schemas.microsoft.com/office/drawing/2014/main" id="{5C9D355F-60BA-B1FA-C229-24D9F3A78455}"/>
              </a:ext>
            </a:extLst>
          </p:cNvPr>
          <p:cNvSpPr txBox="1"/>
          <p:nvPr/>
        </p:nvSpPr>
        <p:spPr>
          <a:xfrm>
            <a:off x="3695949" y="5491574"/>
            <a:ext cx="7920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chemeClr val="accent4">
                    <a:lumMod val="40000"/>
                    <a:lumOff val="60000"/>
                  </a:schemeClr>
                </a:solidFill>
                <a:latin typeface="Lucida Handwriting" panose="03010101010101010101" pitchFamily="66" charset="0"/>
              </a:rPr>
              <a:t>18%</a:t>
            </a:r>
          </a:p>
        </p:txBody>
      </p:sp>
      <p:sp>
        <p:nvSpPr>
          <p:cNvPr id="70" name="TextBox 15">
            <a:extLst>
              <a:ext uri="{FF2B5EF4-FFF2-40B4-BE49-F238E27FC236}">
                <a16:creationId xmlns:a16="http://schemas.microsoft.com/office/drawing/2014/main" id="{901E9ECF-2445-5644-5371-CD90686F4491}"/>
              </a:ext>
            </a:extLst>
          </p:cNvPr>
          <p:cNvSpPr txBox="1"/>
          <p:nvPr/>
        </p:nvSpPr>
        <p:spPr>
          <a:xfrm>
            <a:off x="3758512" y="5835684"/>
            <a:ext cx="5364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Handwriting" panose="03010101010101010101" pitchFamily="66" charset="0"/>
              </a:rPr>
              <a:t>12</a:t>
            </a:r>
          </a:p>
        </p:txBody>
      </p:sp>
      <p:sp>
        <p:nvSpPr>
          <p:cNvPr id="71" name="文字方塊 40">
            <a:extLst>
              <a:ext uri="{FF2B5EF4-FFF2-40B4-BE49-F238E27FC236}">
                <a16:creationId xmlns:a16="http://schemas.microsoft.com/office/drawing/2014/main" id="{97BFA696-69CD-03A7-773F-E2BCCA6FFB04}"/>
              </a:ext>
            </a:extLst>
          </p:cNvPr>
          <p:cNvSpPr txBox="1"/>
          <p:nvPr/>
        </p:nvSpPr>
        <p:spPr>
          <a:xfrm>
            <a:off x="4286223" y="5691629"/>
            <a:ext cx="2744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)</a:t>
            </a:r>
            <a:endParaRPr lang="en-HK" sz="2000" b="1">
              <a:ln>
                <a:solidFill>
                  <a:schemeClr val="tx1"/>
                </a:solidFill>
              </a:ln>
              <a:solidFill>
                <a:srgbClr val="92D05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2" name="文字方塊 44">
                <a:extLst>
                  <a:ext uri="{FF2B5EF4-FFF2-40B4-BE49-F238E27FC236}">
                    <a16:creationId xmlns:a16="http://schemas.microsoft.com/office/drawing/2014/main" id="{345E1F7E-BEB7-C031-23F6-C990C8E4DD11}"/>
                  </a:ext>
                </a:extLst>
              </p:cNvPr>
              <p:cNvSpPr txBox="1"/>
              <p:nvPr/>
            </p:nvSpPr>
            <p:spPr>
              <a:xfrm>
                <a:off x="1310967" y="620292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72" name="文字方塊 44">
                <a:extLst>
                  <a:ext uri="{FF2B5EF4-FFF2-40B4-BE49-F238E27FC236}">
                    <a16:creationId xmlns:a16="http://schemas.microsoft.com/office/drawing/2014/main" id="{345E1F7E-BEB7-C031-23F6-C990C8E4DD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0967" y="6202922"/>
                <a:ext cx="295688" cy="400110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" name="文字方塊 48">
            <a:extLst>
              <a:ext uri="{FF2B5EF4-FFF2-40B4-BE49-F238E27FC236}">
                <a16:creationId xmlns:a16="http://schemas.microsoft.com/office/drawing/2014/main" id="{8DC0843B-58A7-6EAC-F539-F5CFE299E24C}"/>
              </a:ext>
            </a:extLst>
          </p:cNvPr>
          <p:cNvSpPr txBox="1"/>
          <p:nvPr/>
        </p:nvSpPr>
        <p:spPr>
          <a:xfrm>
            <a:off x="1575043" y="6200568"/>
            <a:ext cx="11368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chemeClr val="accent2">
                    <a:lumMod val="75000"/>
                  </a:schemeClr>
                </a:solidFill>
                <a:latin typeface="Lucida Handwriting" panose="03010101010101010101" pitchFamily="66" charset="0"/>
              </a:rPr>
              <a:t>$ 6146</a:t>
            </a:r>
            <a:endParaRPr lang="en-HK" sz="2000" b="1">
              <a:ln>
                <a:solidFill>
                  <a:schemeClr val="tx1"/>
                </a:solidFill>
              </a:ln>
              <a:solidFill>
                <a:schemeClr val="accent2">
                  <a:lumMod val="75000"/>
                </a:schemeClr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4" name="文字方塊 17">
                <a:extLst>
                  <a:ext uri="{FF2B5EF4-FFF2-40B4-BE49-F238E27FC236}">
                    <a16:creationId xmlns:a16="http://schemas.microsoft.com/office/drawing/2014/main" id="{9CE4707F-8234-25E1-2252-B5130BACEB4C}"/>
                  </a:ext>
                </a:extLst>
              </p:cNvPr>
              <p:cNvSpPr txBox="1"/>
              <p:nvPr/>
            </p:nvSpPr>
            <p:spPr>
              <a:xfrm>
                <a:off x="4569756" y="563562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74" name="文字方塊 17">
                <a:extLst>
                  <a:ext uri="{FF2B5EF4-FFF2-40B4-BE49-F238E27FC236}">
                    <a16:creationId xmlns:a16="http://schemas.microsoft.com/office/drawing/2014/main" id="{9CE4707F-8234-25E1-2252-B5130BACEB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9756" y="5635629"/>
                <a:ext cx="295688" cy="400110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5" name="文字方塊 32">
            <a:extLst>
              <a:ext uri="{FF2B5EF4-FFF2-40B4-BE49-F238E27FC236}">
                <a16:creationId xmlns:a16="http://schemas.microsoft.com/office/drawing/2014/main" id="{E6D74196-395D-7DFC-F19F-2C6A8A9A2508}"/>
              </a:ext>
            </a:extLst>
          </p:cNvPr>
          <p:cNvSpPr txBox="1"/>
          <p:nvPr/>
        </p:nvSpPr>
        <p:spPr>
          <a:xfrm>
            <a:off x="4849835" y="5642201"/>
            <a:ext cx="13233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rPr>
              <a:t>$ 10000</a:t>
            </a:r>
          </a:p>
        </p:txBody>
      </p:sp>
      <p:sp>
        <p:nvSpPr>
          <p:cNvPr id="76" name="文字方塊 5">
            <a:extLst>
              <a:ext uri="{FF2B5EF4-FFF2-40B4-BE49-F238E27FC236}">
                <a16:creationId xmlns:a16="http://schemas.microsoft.com/office/drawing/2014/main" id="{D3A0307C-61A1-3BC5-8ED5-49EC7F59BC94}"/>
              </a:ext>
            </a:extLst>
          </p:cNvPr>
          <p:cNvSpPr txBox="1"/>
          <p:nvPr/>
        </p:nvSpPr>
        <p:spPr>
          <a:xfrm>
            <a:off x="7474515" y="2554882"/>
            <a:ext cx="35487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At end of </a:t>
            </a:r>
            <a:r>
              <a:rPr lang="en-HK" sz="20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4</a:t>
            </a:r>
            <a:r>
              <a:rPr lang="en-HK" sz="2000" b="1" baseline="3000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th</a:t>
            </a:r>
            <a:r>
              <a: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 month, amount he owed </a:t>
            </a:r>
            <a:endParaRPr lang="en-HK" sz="2000" b="1">
              <a:ln>
                <a:solidFill>
                  <a:schemeClr val="tx1"/>
                </a:solidFill>
              </a:ln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7" name="文字方塊 15">
                <a:extLst>
                  <a:ext uri="{FF2B5EF4-FFF2-40B4-BE49-F238E27FC236}">
                    <a16:creationId xmlns:a16="http://schemas.microsoft.com/office/drawing/2014/main" id="{ECF4FB60-DB55-E024-87A6-DB6549B4AA8C}"/>
                  </a:ext>
                </a:extLst>
              </p:cNvPr>
              <p:cNvSpPr txBox="1"/>
              <p:nvPr/>
            </p:nvSpPr>
            <p:spPr>
              <a:xfrm>
                <a:off x="7958578" y="344027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77" name="文字方塊 15">
                <a:extLst>
                  <a:ext uri="{FF2B5EF4-FFF2-40B4-BE49-F238E27FC236}">
                    <a16:creationId xmlns:a16="http://schemas.microsoft.com/office/drawing/2014/main" id="{ECF4FB60-DB55-E024-87A6-DB6549B4AA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8578" y="3440275"/>
                <a:ext cx="295688" cy="400110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" name="文字方塊 32">
            <a:extLst>
              <a:ext uri="{FF2B5EF4-FFF2-40B4-BE49-F238E27FC236}">
                <a16:creationId xmlns:a16="http://schemas.microsoft.com/office/drawing/2014/main" id="{1543E69F-8963-6EDA-85BE-8F75FBD446DA}"/>
              </a:ext>
            </a:extLst>
          </p:cNvPr>
          <p:cNvSpPr txBox="1"/>
          <p:nvPr/>
        </p:nvSpPr>
        <p:spPr>
          <a:xfrm>
            <a:off x="8245501" y="3438450"/>
            <a:ext cx="13233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chemeClr val="accent2">
                    <a:lumMod val="75000"/>
                  </a:schemeClr>
                </a:solidFill>
                <a:latin typeface="Lucida Handwriting" panose="03010101010101010101" pitchFamily="66" charset="0"/>
              </a:rPr>
              <a:t>$ 6146</a:t>
            </a:r>
            <a:endParaRPr lang="en-HK" sz="2000" b="1">
              <a:ln>
                <a:solidFill>
                  <a:schemeClr val="tx1"/>
                </a:solidFill>
              </a:ln>
              <a:solidFill>
                <a:schemeClr val="accent2">
                  <a:lumMod val="75000"/>
                </a:schemeClr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9" name="文字方塊 33">
                <a:extLst>
                  <a:ext uri="{FF2B5EF4-FFF2-40B4-BE49-F238E27FC236}">
                    <a16:creationId xmlns:a16="http://schemas.microsoft.com/office/drawing/2014/main" id="{1BF36570-CDC5-DB08-6EA9-1A8B5EC8111E}"/>
                  </a:ext>
                </a:extLst>
              </p:cNvPr>
              <p:cNvSpPr txBox="1"/>
              <p:nvPr/>
            </p:nvSpPr>
            <p:spPr>
              <a:xfrm>
                <a:off x="9401947" y="341736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79" name="文字方塊 33">
                <a:extLst>
                  <a:ext uri="{FF2B5EF4-FFF2-40B4-BE49-F238E27FC236}">
                    <a16:creationId xmlns:a16="http://schemas.microsoft.com/office/drawing/2014/main" id="{1BF36570-CDC5-DB08-6EA9-1A8B5EC811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01947" y="3417365"/>
                <a:ext cx="295688" cy="400110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0" name="文字方塊 34">
            <a:extLst>
              <a:ext uri="{FF2B5EF4-FFF2-40B4-BE49-F238E27FC236}">
                <a16:creationId xmlns:a16="http://schemas.microsoft.com/office/drawing/2014/main" id="{076624A5-7AC0-1C5C-FA6E-296F4F0E9669}"/>
              </a:ext>
            </a:extLst>
          </p:cNvPr>
          <p:cNvSpPr txBox="1"/>
          <p:nvPr/>
        </p:nvSpPr>
        <p:spPr>
          <a:xfrm>
            <a:off x="9693664" y="3433151"/>
            <a:ext cx="4571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</a:t>
            </a:r>
            <a:r>
              <a:rPr lang="en-HK" altLang="zh-HK" sz="20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1</a:t>
            </a:r>
            <a:endParaRPr lang="en-HK" sz="2000" b="1">
              <a:ln>
                <a:solidFill>
                  <a:schemeClr val="tx1"/>
                </a:solidFill>
              </a:ln>
              <a:solidFill>
                <a:srgbClr val="92D05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1" name="文字方塊 35">
                <a:extLst>
                  <a:ext uri="{FF2B5EF4-FFF2-40B4-BE49-F238E27FC236}">
                    <a16:creationId xmlns:a16="http://schemas.microsoft.com/office/drawing/2014/main" id="{F5455923-E30F-A230-637A-CFA9B07BCBB1}"/>
                  </a:ext>
                </a:extLst>
              </p:cNvPr>
              <p:cNvSpPr txBox="1"/>
              <p:nvPr/>
            </p:nvSpPr>
            <p:spPr>
              <a:xfrm>
                <a:off x="9996984" y="341736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81" name="文字方塊 35">
                <a:extLst>
                  <a:ext uri="{FF2B5EF4-FFF2-40B4-BE49-F238E27FC236}">
                    <a16:creationId xmlns:a16="http://schemas.microsoft.com/office/drawing/2014/main" id="{F5455923-E30F-A230-637A-CFA9B07BCB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96984" y="3417365"/>
                <a:ext cx="295688" cy="400110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2" name="直線接點 36">
            <a:extLst>
              <a:ext uri="{FF2B5EF4-FFF2-40B4-BE49-F238E27FC236}">
                <a16:creationId xmlns:a16="http://schemas.microsoft.com/office/drawing/2014/main" id="{12DA8DD1-FB11-5D06-53DF-81DE2BFE19F8}"/>
              </a:ext>
            </a:extLst>
          </p:cNvPr>
          <p:cNvCxnSpPr>
            <a:cxnSpLocks/>
          </p:cNvCxnSpPr>
          <p:nvPr/>
        </p:nvCxnSpPr>
        <p:spPr>
          <a:xfrm flipV="1">
            <a:off x="10345243" y="3611966"/>
            <a:ext cx="530058" cy="5454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3" name="TextBox 15">
            <a:extLst>
              <a:ext uri="{FF2B5EF4-FFF2-40B4-BE49-F238E27FC236}">
                <a16:creationId xmlns:a16="http://schemas.microsoft.com/office/drawing/2014/main" id="{423B84F1-A286-E350-7915-297EDE5DF77A}"/>
              </a:ext>
            </a:extLst>
          </p:cNvPr>
          <p:cNvSpPr txBox="1"/>
          <p:nvPr/>
        </p:nvSpPr>
        <p:spPr>
          <a:xfrm>
            <a:off x="10343560" y="3273310"/>
            <a:ext cx="7920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chemeClr val="accent4">
                    <a:lumMod val="40000"/>
                    <a:lumOff val="60000"/>
                  </a:schemeClr>
                </a:solidFill>
                <a:latin typeface="Lucida Handwriting" panose="03010101010101010101" pitchFamily="66" charset="0"/>
              </a:rPr>
              <a:t>18%</a:t>
            </a:r>
          </a:p>
        </p:txBody>
      </p:sp>
      <p:sp>
        <p:nvSpPr>
          <p:cNvPr id="84" name="TextBox 15">
            <a:extLst>
              <a:ext uri="{FF2B5EF4-FFF2-40B4-BE49-F238E27FC236}">
                <a16:creationId xmlns:a16="http://schemas.microsoft.com/office/drawing/2014/main" id="{9D29BBEC-A130-F65F-506B-F5433EDA9D03}"/>
              </a:ext>
            </a:extLst>
          </p:cNvPr>
          <p:cNvSpPr txBox="1"/>
          <p:nvPr/>
        </p:nvSpPr>
        <p:spPr>
          <a:xfrm>
            <a:off x="10406123" y="3617420"/>
            <a:ext cx="5364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Handwriting" panose="03010101010101010101" pitchFamily="66" charset="0"/>
              </a:rPr>
              <a:t>12</a:t>
            </a:r>
          </a:p>
        </p:txBody>
      </p:sp>
      <p:sp>
        <p:nvSpPr>
          <p:cNvPr id="85" name="文字方塊 40">
            <a:extLst>
              <a:ext uri="{FF2B5EF4-FFF2-40B4-BE49-F238E27FC236}">
                <a16:creationId xmlns:a16="http://schemas.microsoft.com/office/drawing/2014/main" id="{CFF895EB-932E-29ED-BC36-A5DFD56638D6}"/>
              </a:ext>
            </a:extLst>
          </p:cNvPr>
          <p:cNvSpPr txBox="1"/>
          <p:nvPr/>
        </p:nvSpPr>
        <p:spPr>
          <a:xfrm>
            <a:off x="10933834" y="3473365"/>
            <a:ext cx="2744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)</a:t>
            </a:r>
            <a:endParaRPr lang="en-HK" sz="2000" b="1">
              <a:ln>
                <a:solidFill>
                  <a:schemeClr val="tx1"/>
                </a:solidFill>
              </a:ln>
              <a:solidFill>
                <a:srgbClr val="92D05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6" name="文字方塊 44">
                <a:extLst>
                  <a:ext uri="{FF2B5EF4-FFF2-40B4-BE49-F238E27FC236}">
                    <a16:creationId xmlns:a16="http://schemas.microsoft.com/office/drawing/2014/main" id="{8B248410-CCB0-F9AD-100A-89DC9BB82148}"/>
                  </a:ext>
                </a:extLst>
              </p:cNvPr>
              <p:cNvSpPr txBox="1"/>
              <p:nvPr/>
            </p:nvSpPr>
            <p:spPr>
              <a:xfrm>
                <a:off x="7958578" y="398465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86" name="文字方塊 44">
                <a:extLst>
                  <a:ext uri="{FF2B5EF4-FFF2-40B4-BE49-F238E27FC236}">
                    <a16:creationId xmlns:a16="http://schemas.microsoft.com/office/drawing/2014/main" id="{8B248410-CCB0-F9AD-100A-89DC9BB821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8578" y="3984658"/>
                <a:ext cx="295688" cy="400110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7" name="文字方塊 48">
            <a:extLst>
              <a:ext uri="{FF2B5EF4-FFF2-40B4-BE49-F238E27FC236}">
                <a16:creationId xmlns:a16="http://schemas.microsoft.com/office/drawing/2014/main" id="{BE801AB7-7CEA-64C4-63D1-CE08CF9AF8F3}"/>
              </a:ext>
            </a:extLst>
          </p:cNvPr>
          <p:cNvSpPr txBox="1"/>
          <p:nvPr/>
        </p:nvSpPr>
        <p:spPr>
          <a:xfrm>
            <a:off x="8222654" y="3982304"/>
            <a:ext cx="11368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latin typeface="Lucida Handwriting" panose="03010101010101010101" pitchFamily="66" charset="0"/>
              </a:rPr>
              <a:t>$ 6239</a:t>
            </a:r>
            <a:endParaRPr lang="en-HK" sz="2000" b="1">
              <a:ln>
                <a:solidFill>
                  <a:schemeClr val="tx1"/>
                </a:solidFill>
              </a:ln>
              <a:solidFill>
                <a:srgbClr val="00B05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90" name="筆跡 59">
                <a:extLst>
                  <a:ext uri="{FF2B5EF4-FFF2-40B4-BE49-F238E27FC236}">
                    <a16:creationId xmlns:a16="http://schemas.microsoft.com/office/drawing/2014/main" id="{9E7B8ED2-68CC-4994-EE9F-32B47F834B77}"/>
                  </a:ext>
                </a:extLst>
              </p14:cNvPr>
              <p14:cNvContentPartPr/>
              <p14:nvPr/>
            </p14:nvContentPartPr>
            <p14:xfrm>
              <a:off x="1310967" y="1669527"/>
              <a:ext cx="2361191" cy="45719"/>
            </p14:xfrm>
          </p:contentPart>
        </mc:Choice>
        <mc:Fallback>
          <p:pic>
            <p:nvPicPr>
              <p:cNvPr id="90" name="筆跡 59">
                <a:extLst>
                  <a:ext uri="{FF2B5EF4-FFF2-40B4-BE49-F238E27FC236}">
                    <a16:creationId xmlns:a16="http://schemas.microsoft.com/office/drawing/2014/main" id="{9E7B8ED2-68CC-4994-EE9F-32B47F834B77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1256927" y="-12046173"/>
                <a:ext cx="2468911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字方塊 33">
                <a:extLst>
                  <a:ext uri="{FF2B5EF4-FFF2-40B4-BE49-F238E27FC236}">
                    <a16:creationId xmlns:a16="http://schemas.microsoft.com/office/drawing/2014/main" id="{1093FCE1-3F6D-221C-2689-4A0DADBF8569}"/>
                  </a:ext>
                </a:extLst>
              </p:cNvPr>
              <p:cNvSpPr txBox="1"/>
              <p:nvPr/>
            </p:nvSpPr>
            <p:spPr>
              <a:xfrm>
                <a:off x="9248871" y="397808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1" name="文字方塊 33">
                <a:extLst>
                  <a:ext uri="{FF2B5EF4-FFF2-40B4-BE49-F238E27FC236}">
                    <a16:creationId xmlns:a16="http://schemas.microsoft.com/office/drawing/2014/main" id="{1093FCE1-3F6D-221C-2689-4A0DADBF85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8871" y="3978086"/>
                <a:ext cx="295688" cy="400110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文字方塊 48">
            <a:extLst>
              <a:ext uri="{FF2B5EF4-FFF2-40B4-BE49-F238E27FC236}">
                <a16:creationId xmlns:a16="http://schemas.microsoft.com/office/drawing/2014/main" id="{19F07D1B-A0F1-56FC-5EDD-8D5FD6F93F6C}"/>
              </a:ext>
            </a:extLst>
          </p:cNvPr>
          <p:cNvSpPr txBox="1"/>
          <p:nvPr/>
        </p:nvSpPr>
        <p:spPr>
          <a:xfrm>
            <a:off x="9544559" y="3987397"/>
            <a:ext cx="13099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rPr>
              <a:t>$ 10000</a:t>
            </a:r>
            <a:endParaRPr lang="en-HK" sz="2000" b="1">
              <a:ln>
                <a:solidFill>
                  <a:schemeClr val="tx1"/>
                </a:solidFill>
              </a:ln>
              <a:solidFill>
                <a:schemeClr val="accent5">
                  <a:lumMod val="60000"/>
                  <a:lumOff val="40000"/>
                </a:schemeClr>
              </a:solidFill>
              <a:latin typeface="Lucida Calligraphy" panose="03010101010101010101" pitchFamily="66" charset="0"/>
            </a:endParaRPr>
          </a:p>
        </p:txBody>
      </p:sp>
      <p:sp>
        <p:nvSpPr>
          <p:cNvPr id="13" name="文字方塊 5">
            <a:extLst>
              <a:ext uri="{FF2B5EF4-FFF2-40B4-BE49-F238E27FC236}">
                <a16:creationId xmlns:a16="http://schemas.microsoft.com/office/drawing/2014/main" id="{872681C6-802E-EDEB-5A42-333D327A5E49}"/>
              </a:ext>
            </a:extLst>
          </p:cNvPr>
          <p:cNvSpPr txBox="1"/>
          <p:nvPr/>
        </p:nvSpPr>
        <p:spPr>
          <a:xfrm>
            <a:off x="7897297" y="4666007"/>
            <a:ext cx="38728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0070C0"/>
                </a:solidFill>
                <a:latin typeface="Lucida Handwriting" panose="03010101010101010101" pitchFamily="66" charset="0"/>
              </a:rPr>
              <a:t>4</a:t>
            </a:r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0070C0"/>
                </a:solidFill>
                <a:latin typeface="Lucida Calligraphy" panose="03010101010101010101" pitchFamily="66" charset="0"/>
              </a:rPr>
              <a:t> payments were needed</a:t>
            </a:r>
            <a:endParaRPr lang="en-HK" sz="2000" b="1">
              <a:ln>
                <a:solidFill>
                  <a:schemeClr val="tx1"/>
                </a:solidFill>
              </a:ln>
              <a:solidFill>
                <a:srgbClr val="0070C0"/>
              </a:solidFill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8037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6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indefinite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indefinite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indefinite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5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>
                      <p:stCondLst>
                        <p:cond delay="indefinite"/>
                      </p:stCondLst>
                      <p:childTnLst>
                        <p:par>
                          <p:cTn id="237" fill="hold">
                            <p:stCondLst>
                              <p:cond delay="0"/>
                            </p:stCondLst>
                            <p:childTnLst>
                              <p:par>
                                <p:cTn id="2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0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3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4" fill="hold">
                      <p:stCondLst>
                        <p:cond delay="indefinite"/>
                      </p:stCondLst>
                      <p:childTnLst>
                        <p:par>
                          <p:cTn id="245" fill="hold">
                            <p:stCondLst>
                              <p:cond delay="0"/>
                            </p:stCondLst>
                            <p:childTnLst>
                              <p:par>
                                <p:cTn id="2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8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>
                      <p:stCondLst>
                        <p:cond delay="indefinite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3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4" fill="hold">
                      <p:stCondLst>
                        <p:cond delay="indefinite"/>
                      </p:stCondLst>
                      <p:childTnLst>
                        <p:par>
                          <p:cTn id="255" fill="hold">
                            <p:stCondLst>
                              <p:cond delay="0"/>
                            </p:stCondLst>
                            <p:childTnLst>
                              <p:par>
                                <p:cTn id="2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8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4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5" fill="hold">
                      <p:stCondLst>
                        <p:cond delay="indefinite"/>
                      </p:stCondLst>
                      <p:childTnLst>
                        <p:par>
                          <p:cTn id="266" fill="hold">
                            <p:stCondLst>
                              <p:cond delay="0"/>
                            </p:stCondLst>
                            <p:childTnLst>
                              <p:par>
                                <p:cTn id="2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9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3" fill="hold">
                      <p:stCondLst>
                        <p:cond delay="indefinite"/>
                      </p:stCondLst>
                      <p:childTnLst>
                        <p:par>
                          <p:cTn id="274" fill="hold">
                            <p:stCondLst>
                              <p:cond delay="0"/>
                            </p:stCondLst>
                            <p:childTnLst>
                              <p:par>
                                <p:cTn id="2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8" fill="hold">
                      <p:stCondLst>
                        <p:cond delay="indefinite"/>
                      </p:stCondLst>
                      <p:childTnLst>
                        <p:par>
                          <p:cTn id="279" fill="hold">
                            <p:stCondLst>
                              <p:cond delay="0"/>
                            </p:stCondLst>
                            <p:childTnLst>
                              <p:par>
                                <p:cTn id="2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4" grpId="0"/>
      <p:bldP spid="25" grpId="0"/>
      <p:bldP spid="26" grpId="0"/>
      <p:bldP spid="27" grpId="0"/>
      <p:bldP spid="28" grpId="0"/>
      <p:bldP spid="29" grpId="0"/>
      <p:bldP spid="31" grpId="0"/>
      <p:bldP spid="32" grpId="0"/>
      <p:bldP spid="33" grpId="0"/>
      <p:bldP spid="37" grpId="0"/>
      <p:bldP spid="38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0" grpId="0"/>
      <p:bldP spid="51" grpId="0"/>
      <p:bldP spid="53" grpId="0"/>
      <p:bldP spid="54" grpId="0"/>
      <p:bldP spid="55" grpId="0"/>
      <p:bldP spid="56" grpId="0"/>
      <p:bldP spid="57" grpId="0"/>
      <p:bldP spid="58" grpId="0"/>
      <p:bldP spid="59" grpId="0"/>
      <p:bldP spid="61" grpId="0"/>
      <p:bldP spid="62" grpId="0"/>
      <p:bldP spid="63" grpId="0"/>
      <p:bldP spid="64" grpId="0"/>
      <p:bldP spid="65" grpId="0"/>
      <p:bldP spid="66" grpId="0"/>
      <p:bldP spid="67" grpId="0"/>
      <p:bldP spid="69" grpId="0"/>
      <p:bldP spid="70" grpId="0"/>
      <p:bldP spid="71" grpId="0"/>
      <p:bldP spid="72" grpId="0"/>
      <p:bldP spid="73" grpId="0"/>
      <p:bldP spid="74" grpId="0"/>
      <p:bldP spid="75" grpId="0"/>
      <p:bldP spid="76" grpId="0"/>
      <p:bldP spid="77" grpId="0"/>
      <p:bldP spid="78" grpId="0"/>
      <p:bldP spid="79" grpId="0"/>
      <p:bldP spid="80" grpId="0"/>
      <p:bldP spid="81" grpId="0"/>
      <p:bldP spid="83" grpId="0"/>
      <p:bldP spid="84" grpId="0"/>
      <p:bldP spid="85" grpId="0"/>
      <p:bldP spid="86" grpId="0"/>
      <p:bldP spid="87" grpId="0"/>
      <p:bldP spid="11" grpId="0"/>
      <p:bldP spid="12" grpId="0"/>
      <p:bldP spid="13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97E022-D03E-E189-5F18-E7005C2A9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字方塊 2">
                <a:extLst>
                  <a:ext uri="{FF2B5EF4-FFF2-40B4-BE49-F238E27FC236}">
                    <a16:creationId xmlns:a16="http://schemas.microsoft.com/office/drawing/2014/main" id="{FFBF23E0-15FA-8357-7EDC-14F7C6EDFF9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321" y="2317282"/>
                <a:ext cx="10018499" cy="4484061"/>
              </a:xfrm>
              <a:custGeom>
                <a:avLst/>
                <a:gdLst>
                  <a:gd name="connsiteX0" fmla="*/ 0 w 10018499"/>
                  <a:gd name="connsiteY0" fmla="*/ 0 h 4484061"/>
                  <a:gd name="connsiteX1" fmla="*/ 589323 w 10018499"/>
                  <a:gd name="connsiteY1" fmla="*/ 0 h 4484061"/>
                  <a:gd name="connsiteX2" fmla="*/ 1078462 w 10018499"/>
                  <a:gd name="connsiteY2" fmla="*/ 0 h 4484061"/>
                  <a:gd name="connsiteX3" fmla="*/ 1767970 w 10018499"/>
                  <a:gd name="connsiteY3" fmla="*/ 0 h 4484061"/>
                  <a:gd name="connsiteX4" fmla="*/ 2156924 w 10018499"/>
                  <a:gd name="connsiteY4" fmla="*/ 0 h 4484061"/>
                  <a:gd name="connsiteX5" fmla="*/ 2946617 w 10018499"/>
                  <a:gd name="connsiteY5" fmla="*/ 0 h 4484061"/>
                  <a:gd name="connsiteX6" fmla="*/ 3235386 w 10018499"/>
                  <a:gd name="connsiteY6" fmla="*/ 0 h 4484061"/>
                  <a:gd name="connsiteX7" fmla="*/ 3624339 w 10018499"/>
                  <a:gd name="connsiteY7" fmla="*/ 0 h 4484061"/>
                  <a:gd name="connsiteX8" fmla="*/ 3913108 w 10018499"/>
                  <a:gd name="connsiteY8" fmla="*/ 0 h 4484061"/>
                  <a:gd name="connsiteX9" fmla="*/ 4402246 w 10018499"/>
                  <a:gd name="connsiteY9" fmla="*/ 0 h 4484061"/>
                  <a:gd name="connsiteX10" fmla="*/ 5091755 w 10018499"/>
                  <a:gd name="connsiteY10" fmla="*/ 0 h 4484061"/>
                  <a:gd name="connsiteX11" fmla="*/ 5881448 w 10018499"/>
                  <a:gd name="connsiteY11" fmla="*/ 0 h 4484061"/>
                  <a:gd name="connsiteX12" fmla="*/ 6671142 w 10018499"/>
                  <a:gd name="connsiteY12" fmla="*/ 0 h 4484061"/>
                  <a:gd name="connsiteX13" fmla="*/ 7260465 w 10018499"/>
                  <a:gd name="connsiteY13" fmla="*/ 0 h 4484061"/>
                  <a:gd name="connsiteX14" fmla="*/ 8050159 w 10018499"/>
                  <a:gd name="connsiteY14" fmla="*/ 0 h 4484061"/>
                  <a:gd name="connsiteX15" fmla="*/ 8639482 w 10018499"/>
                  <a:gd name="connsiteY15" fmla="*/ 0 h 4484061"/>
                  <a:gd name="connsiteX16" fmla="*/ 9228806 w 10018499"/>
                  <a:gd name="connsiteY16" fmla="*/ 0 h 4484061"/>
                  <a:gd name="connsiteX17" fmla="*/ 10018499 w 10018499"/>
                  <a:gd name="connsiteY17" fmla="*/ 0 h 4484061"/>
                  <a:gd name="connsiteX18" fmla="*/ 10018499 w 10018499"/>
                  <a:gd name="connsiteY18" fmla="*/ 560508 h 4484061"/>
                  <a:gd name="connsiteX19" fmla="*/ 10018499 w 10018499"/>
                  <a:gd name="connsiteY19" fmla="*/ 1121015 h 4484061"/>
                  <a:gd name="connsiteX20" fmla="*/ 10018499 w 10018499"/>
                  <a:gd name="connsiteY20" fmla="*/ 1726363 h 4484061"/>
                  <a:gd name="connsiteX21" fmla="*/ 10018499 w 10018499"/>
                  <a:gd name="connsiteY21" fmla="*/ 2376552 h 4484061"/>
                  <a:gd name="connsiteX22" fmla="*/ 10018499 w 10018499"/>
                  <a:gd name="connsiteY22" fmla="*/ 2937060 h 4484061"/>
                  <a:gd name="connsiteX23" fmla="*/ 10018499 w 10018499"/>
                  <a:gd name="connsiteY23" fmla="*/ 3363046 h 4484061"/>
                  <a:gd name="connsiteX24" fmla="*/ 10018499 w 10018499"/>
                  <a:gd name="connsiteY24" fmla="*/ 3968394 h 4484061"/>
                  <a:gd name="connsiteX25" fmla="*/ 10018499 w 10018499"/>
                  <a:gd name="connsiteY25" fmla="*/ 4484061 h 4484061"/>
                  <a:gd name="connsiteX26" fmla="*/ 9629546 w 10018499"/>
                  <a:gd name="connsiteY26" fmla="*/ 4484061 h 4484061"/>
                  <a:gd name="connsiteX27" fmla="*/ 9040222 w 10018499"/>
                  <a:gd name="connsiteY27" fmla="*/ 4484061 h 4484061"/>
                  <a:gd name="connsiteX28" fmla="*/ 8350714 w 10018499"/>
                  <a:gd name="connsiteY28" fmla="*/ 4484061 h 4484061"/>
                  <a:gd name="connsiteX29" fmla="*/ 8061945 w 10018499"/>
                  <a:gd name="connsiteY29" fmla="*/ 4484061 h 4484061"/>
                  <a:gd name="connsiteX30" fmla="*/ 7372437 w 10018499"/>
                  <a:gd name="connsiteY30" fmla="*/ 4484061 h 4484061"/>
                  <a:gd name="connsiteX31" fmla="*/ 7083668 w 10018499"/>
                  <a:gd name="connsiteY31" fmla="*/ 4484061 h 4484061"/>
                  <a:gd name="connsiteX32" fmla="*/ 6394160 w 10018499"/>
                  <a:gd name="connsiteY32" fmla="*/ 4484061 h 4484061"/>
                  <a:gd name="connsiteX33" fmla="*/ 5604466 w 10018499"/>
                  <a:gd name="connsiteY33" fmla="*/ 4484061 h 4484061"/>
                  <a:gd name="connsiteX34" fmla="*/ 4914958 w 10018499"/>
                  <a:gd name="connsiteY34" fmla="*/ 4484061 h 4484061"/>
                  <a:gd name="connsiteX35" fmla="*/ 4626189 w 10018499"/>
                  <a:gd name="connsiteY35" fmla="*/ 4484061 h 4484061"/>
                  <a:gd name="connsiteX36" fmla="*/ 3836496 w 10018499"/>
                  <a:gd name="connsiteY36" fmla="*/ 4484061 h 4484061"/>
                  <a:gd name="connsiteX37" fmla="*/ 3146987 w 10018499"/>
                  <a:gd name="connsiteY37" fmla="*/ 4484061 h 4484061"/>
                  <a:gd name="connsiteX38" fmla="*/ 2657849 w 10018499"/>
                  <a:gd name="connsiteY38" fmla="*/ 4484061 h 4484061"/>
                  <a:gd name="connsiteX39" fmla="*/ 2068525 w 10018499"/>
                  <a:gd name="connsiteY39" fmla="*/ 4484061 h 4484061"/>
                  <a:gd name="connsiteX40" fmla="*/ 1579387 w 10018499"/>
                  <a:gd name="connsiteY40" fmla="*/ 4484061 h 4484061"/>
                  <a:gd name="connsiteX41" fmla="*/ 1290618 w 10018499"/>
                  <a:gd name="connsiteY41" fmla="*/ 4484061 h 4484061"/>
                  <a:gd name="connsiteX42" fmla="*/ 601110 w 10018499"/>
                  <a:gd name="connsiteY42" fmla="*/ 4484061 h 4484061"/>
                  <a:gd name="connsiteX43" fmla="*/ 0 w 10018499"/>
                  <a:gd name="connsiteY43" fmla="*/ 4484061 h 4484061"/>
                  <a:gd name="connsiteX44" fmla="*/ 0 w 10018499"/>
                  <a:gd name="connsiteY44" fmla="*/ 3878713 h 4484061"/>
                  <a:gd name="connsiteX45" fmla="*/ 0 w 10018499"/>
                  <a:gd name="connsiteY45" fmla="*/ 3452727 h 4484061"/>
                  <a:gd name="connsiteX46" fmla="*/ 0 w 10018499"/>
                  <a:gd name="connsiteY46" fmla="*/ 2892219 h 4484061"/>
                  <a:gd name="connsiteX47" fmla="*/ 0 w 10018499"/>
                  <a:gd name="connsiteY47" fmla="*/ 2466234 h 4484061"/>
                  <a:gd name="connsiteX48" fmla="*/ 0 w 10018499"/>
                  <a:gd name="connsiteY48" fmla="*/ 1995407 h 4484061"/>
                  <a:gd name="connsiteX49" fmla="*/ 0 w 10018499"/>
                  <a:gd name="connsiteY49" fmla="*/ 1434900 h 4484061"/>
                  <a:gd name="connsiteX50" fmla="*/ 0 w 10018499"/>
                  <a:gd name="connsiteY50" fmla="*/ 1008914 h 4484061"/>
                  <a:gd name="connsiteX51" fmla="*/ 0 w 10018499"/>
                  <a:gd name="connsiteY51" fmla="*/ 0 h 44840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10018499" h="4484061" fill="none" extrusionOk="0">
                    <a:moveTo>
                      <a:pt x="0" y="0"/>
                    </a:moveTo>
                    <a:cubicBezTo>
                      <a:pt x="236208" y="-62364"/>
                      <a:pt x="460115" y="28640"/>
                      <a:pt x="589323" y="0"/>
                    </a:cubicBezTo>
                    <a:cubicBezTo>
                      <a:pt x="718531" y="-28640"/>
                      <a:pt x="899216" y="15005"/>
                      <a:pt x="1078462" y="0"/>
                    </a:cubicBezTo>
                    <a:cubicBezTo>
                      <a:pt x="1257708" y="-15005"/>
                      <a:pt x="1576199" y="7109"/>
                      <a:pt x="1767970" y="0"/>
                    </a:cubicBezTo>
                    <a:cubicBezTo>
                      <a:pt x="1959741" y="-7109"/>
                      <a:pt x="1992106" y="5742"/>
                      <a:pt x="2156924" y="0"/>
                    </a:cubicBezTo>
                    <a:cubicBezTo>
                      <a:pt x="2321742" y="-5742"/>
                      <a:pt x="2766538" y="75369"/>
                      <a:pt x="2946617" y="0"/>
                    </a:cubicBezTo>
                    <a:cubicBezTo>
                      <a:pt x="3126696" y="-75369"/>
                      <a:pt x="3105166" y="1557"/>
                      <a:pt x="3235386" y="0"/>
                    </a:cubicBezTo>
                    <a:cubicBezTo>
                      <a:pt x="3365606" y="-1557"/>
                      <a:pt x="3478978" y="41213"/>
                      <a:pt x="3624339" y="0"/>
                    </a:cubicBezTo>
                    <a:cubicBezTo>
                      <a:pt x="3769700" y="-41213"/>
                      <a:pt x="3807002" y="20379"/>
                      <a:pt x="3913108" y="0"/>
                    </a:cubicBezTo>
                    <a:cubicBezTo>
                      <a:pt x="4019214" y="-20379"/>
                      <a:pt x="4290141" y="57427"/>
                      <a:pt x="4402246" y="0"/>
                    </a:cubicBezTo>
                    <a:cubicBezTo>
                      <a:pt x="4514351" y="-57427"/>
                      <a:pt x="4846916" y="10272"/>
                      <a:pt x="5091755" y="0"/>
                    </a:cubicBezTo>
                    <a:cubicBezTo>
                      <a:pt x="5336594" y="-10272"/>
                      <a:pt x="5638577" y="77362"/>
                      <a:pt x="5881448" y="0"/>
                    </a:cubicBezTo>
                    <a:cubicBezTo>
                      <a:pt x="6124319" y="-77362"/>
                      <a:pt x="6461179" y="65959"/>
                      <a:pt x="6671142" y="0"/>
                    </a:cubicBezTo>
                    <a:cubicBezTo>
                      <a:pt x="6881105" y="-65959"/>
                      <a:pt x="7015538" y="68009"/>
                      <a:pt x="7260465" y="0"/>
                    </a:cubicBezTo>
                    <a:cubicBezTo>
                      <a:pt x="7505392" y="-68009"/>
                      <a:pt x="7751516" y="3349"/>
                      <a:pt x="8050159" y="0"/>
                    </a:cubicBezTo>
                    <a:cubicBezTo>
                      <a:pt x="8348802" y="-3349"/>
                      <a:pt x="8499975" y="53105"/>
                      <a:pt x="8639482" y="0"/>
                    </a:cubicBezTo>
                    <a:cubicBezTo>
                      <a:pt x="8778989" y="-53105"/>
                      <a:pt x="9029288" y="3669"/>
                      <a:pt x="9228806" y="0"/>
                    </a:cubicBezTo>
                    <a:cubicBezTo>
                      <a:pt x="9428324" y="-3669"/>
                      <a:pt x="9859677" y="57400"/>
                      <a:pt x="10018499" y="0"/>
                    </a:cubicBezTo>
                    <a:cubicBezTo>
                      <a:pt x="10055436" y="234348"/>
                      <a:pt x="9989098" y="317002"/>
                      <a:pt x="10018499" y="560508"/>
                    </a:cubicBezTo>
                    <a:cubicBezTo>
                      <a:pt x="10047900" y="804014"/>
                      <a:pt x="9973460" y="883353"/>
                      <a:pt x="10018499" y="1121015"/>
                    </a:cubicBezTo>
                    <a:cubicBezTo>
                      <a:pt x="10063538" y="1358677"/>
                      <a:pt x="10014800" y="1510729"/>
                      <a:pt x="10018499" y="1726363"/>
                    </a:cubicBezTo>
                    <a:cubicBezTo>
                      <a:pt x="10022198" y="1941997"/>
                      <a:pt x="9989268" y="2159944"/>
                      <a:pt x="10018499" y="2376552"/>
                    </a:cubicBezTo>
                    <a:cubicBezTo>
                      <a:pt x="10047730" y="2593160"/>
                      <a:pt x="9963264" y="2754882"/>
                      <a:pt x="10018499" y="2937060"/>
                    </a:cubicBezTo>
                    <a:cubicBezTo>
                      <a:pt x="10073734" y="3119238"/>
                      <a:pt x="9972257" y="3252096"/>
                      <a:pt x="10018499" y="3363046"/>
                    </a:cubicBezTo>
                    <a:cubicBezTo>
                      <a:pt x="10064741" y="3473996"/>
                      <a:pt x="9997784" y="3749009"/>
                      <a:pt x="10018499" y="3968394"/>
                    </a:cubicBezTo>
                    <a:cubicBezTo>
                      <a:pt x="10039214" y="4187779"/>
                      <a:pt x="9968498" y="4268292"/>
                      <a:pt x="10018499" y="4484061"/>
                    </a:cubicBezTo>
                    <a:cubicBezTo>
                      <a:pt x="9940354" y="4505486"/>
                      <a:pt x="9783960" y="4477842"/>
                      <a:pt x="9629546" y="4484061"/>
                    </a:cubicBezTo>
                    <a:cubicBezTo>
                      <a:pt x="9475132" y="4490280"/>
                      <a:pt x="9239206" y="4437403"/>
                      <a:pt x="9040222" y="4484061"/>
                    </a:cubicBezTo>
                    <a:cubicBezTo>
                      <a:pt x="8841238" y="4530719"/>
                      <a:pt x="8566703" y="4445803"/>
                      <a:pt x="8350714" y="4484061"/>
                    </a:cubicBezTo>
                    <a:cubicBezTo>
                      <a:pt x="8134725" y="4522319"/>
                      <a:pt x="8146226" y="4465845"/>
                      <a:pt x="8061945" y="4484061"/>
                    </a:cubicBezTo>
                    <a:cubicBezTo>
                      <a:pt x="7977664" y="4502277"/>
                      <a:pt x="7525774" y="4466087"/>
                      <a:pt x="7372437" y="4484061"/>
                    </a:cubicBezTo>
                    <a:cubicBezTo>
                      <a:pt x="7219100" y="4502035"/>
                      <a:pt x="7195680" y="4471163"/>
                      <a:pt x="7083668" y="4484061"/>
                    </a:cubicBezTo>
                    <a:cubicBezTo>
                      <a:pt x="6971656" y="4496959"/>
                      <a:pt x="6588886" y="4449680"/>
                      <a:pt x="6394160" y="4484061"/>
                    </a:cubicBezTo>
                    <a:cubicBezTo>
                      <a:pt x="6199434" y="4518442"/>
                      <a:pt x="5848589" y="4469854"/>
                      <a:pt x="5604466" y="4484061"/>
                    </a:cubicBezTo>
                    <a:cubicBezTo>
                      <a:pt x="5360343" y="4498268"/>
                      <a:pt x="5120200" y="4424071"/>
                      <a:pt x="4914958" y="4484061"/>
                    </a:cubicBezTo>
                    <a:cubicBezTo>
                      <a:pt x="4709716" y="4544051"/>
                      <a:pt x="4695326" y="4452444"/>
                      <a:pt x="4626189" y="4484061"/>
                    </a:cubicBezTo>
                    <a:cubicBezTo>
                      <a:pt x="4557052" y="4515678"/>
                      <a:pt x="4075417" y="4456215"/>
                      <a:pt x="3836496" y="4484061"/>
                    </a:cubicBezTo>
                    <a:cubicBezTo>
                      <a:pt x="3597575" y="4511907"/>
                      <a:pt x="3301976" y="4476879"/>
                      <a:pt x="3146987" y="4484061"/>
                    </a:cubicBezTo>
                    <a:cubicBezTo>
                      <a:pt x="2991998" y="4491243"/>
                      <a:pt x="2759836" y="4474513"/>
                      <a:pt x="2657849" y="4484061"/>
                    </a:cubicBezTo>
                    <a:cubicBezTo>
                      <a:pt x="2555862" y="4493609"/>
                      <a:pt x="2251194" y="4422851"/>
                      <a:pt x="2068525" y="4484061"/>
                    </a:cubicBezTo>
                    <a:cubicBezTo>
                      <a:pt x="1885856" y="4545271"/>
                      <a:pt x="1698710" y="4426609"/>
                      <a:pt x="1579387" y="4484061"/>
                    </a:cubicBezTo>
                    <a:cubicBezTo>
                      <a:pt x="1460064" y="4541513"/>
                      <a:pt x="1401715" y="4471503"/>
                      <a:pt x="1290618" y="4484061"/>
                    </a:cubicBezTo>
                    <a:cubicBezTo>
                      <a:pt x="1179521" y="4496619"/>
                      <a:pt x="900277" y="4418271"/>
                      <a:pt x="601110" y="4484061"/>
                    </a:cubicBezTo>
                    <a:cubicBezTo>
                      <a:pt x="301943" y="4549851"/>
                      <a:pt x="143307" y="4468247"/>
                      <a:pt x="0" y="4484061"/>
                    </a:cubicBezTo>
                    <a:cubicBezTo>
                      <a:pt x="-65547" y="4193689"/>
                      <a:pt x="51058" y="4178607"/>
                      <a:pt x="0" y="3878713"/>
                    </a:cubicBezTo>
                    <a:cubicBezTo>
                      <a:pt x="-51058" y="3578819"/>
                      <a:pt x="37202" y="3572208"/>
                      <a:pt x="0" y="3452727"/>
                    </a:cubicBezTo>
                    <a:cubicBezTo>
                      <a:pt x="-37202" y="3333246"/>
                      <a:pt x="21365" y="3100360"/>
                      <a:pt x="0" y="2892219"/>
                    </a:cubicBezTo>
                    <a:cubicBezTo>
                      <a:pt x="-21365" y="2684078"/>
                      <a:pt x="3348" y="2608340"/>
                      <a:pt x="0" y="2466234"/>
                    </a:cubicBezTo>
                    <a:cubicBezTo>
                      <a:pt x="-3348" y="2324128"/>
                      <a:pt x="46549" y="2132229"/>
                      <a:pt x="0" y="1995407"/>
                    </a:cubicBezTo>
                    <a:cubicBezTo>
                      <a:pt x="-46549" y="1858585"/>
                      <a:pt x="14239" y="1637730"/>
                      <a:pt x="0" y="1434900"/>
                    </a:cubicBezTo>
                    <a:cubicBezTo>
                      <a:pt x="-14239" y="1232070"/>
                      <a:pt x="22531" y="1118262"/>
                      <a:pt x="0" y="1008914"/>
                    </a:cubicBezTo>
                    <a:cubicBezTo>
                      <a:pt x="-22531" y="899566"/>
                      <a:pt x="64007" y="336381"/>
                      <a:pt x="0" y="0"/>
                    </a:cubicBezTo>
                    <a:close/>
                  </a:path>
                  <a:path w="10018499" h="4484061" stroke="0" extrusionOk="0">
                    <a:moveTo>
                      <a:pt x="0" y="0"/>
                    </a:moveTo>
                    <a:cubicBezTo>
                      <a:pt x="384592" y="-56316"/>
                      <a:pt x="404473" y="62230"/>
                      <a:pt x="789693" y="0"/>
                    </a:cubicBezTo>
                    <a:cubicBezTo>
                      <a:pt x="1174913" y="-62230"/>
                      <a:pt x="1120737" y="45578"/>
                      <a:pt x="1278832" y="0"/>
                    </a:cubicBezTo>
                    <a:cubicBezTo>
                      <a:pt x="1436927" y="-45578"/>
                      <a:pt x="1434404" y="25004"/>
                      <a:pt x="1567600" y="0"/>
                    </a:cubicBezTo>
                    <a:cubicBezTo>
                      <a:pt x="1700796" y="-25004"/>
                      <a:pt x="1726934" y="4516"/>
                      <a:pt x="1856369" y="0"/>
                    </a:cubicBezTo>
                    <a:cubicBezTo>
                      <a:pt x="1985804" y="-4516"/>
                      <a:pt x="2474926" y="56166"/>
                      <a:pt x="2646062" y="0"/>
                    </a:cubicBezTo>
                    <a:cubicBezTo>
                      <a:pt x="2817198" y="-56166"/>
                      <a:pt x="3257634" y="58850"/>
                      <a:pt x="3435756" y="0"/>
                    </a:cubicBezTo>
                    <a:cubicBezTo>
                      <a:pt x="3613878" y="-58850"/>
                      <a:pt x="3925396" y="35244"/>
                      <a:pt x="4125264" y="0"/>
                    </a:cubicBezTo>
                    <a:cubicBezTo>
                      <a:pt x="4325132" y="-35244"/>
                      <a:pt x="4497093" y="48853"/>
                      <a:pt x="4714588" y="0"/>
                    </a:cubicBezTo>
                    <a:cubicBezTo>
                      <a:pt x="4932083" y="-48853"/>
                      <a:pt x="5060873" y="46331"/>
                      <a:pt x="5303911" y="0"/>
                    </a:cubicBezTo>
                    <a:cubicBezTo>
                      <a:pt x="5546949" y="-46331"/>
                      <a:pt x="5768205" y="30718"/>
                      <a:pt x="6093605" y="0"/>
                    </a:cubicBezTo>
                    <a:cubicBezTo>
                      <a:pt x="6419005" y="-30718"/>
                      <a:pt x="6456643" y="56743"/>
                      <a:pt x="6783113" y="0"/>
                    </a:cubicBezTo>
                    <a:cubicBezTo>
                      <a:pt x="7109583" y="-56743"/>
                      <a:pt x="7099540" y="9053"/>
                      <a:pt x="7372437" y="0"/>
                    </a:cubicBezTo>
                    <a:cubicBezTo>
                      <a:pt x="7645334" y="-9053"/>
                      <a:pt x="7983210" y="146"/>
                      <a:pt x="8162130" y="0"/>
                    </a:cubicBezTo>
                    <a:cubicBezTo>
                      <a:pt x="8341050" y="-146"/>
                      <a:pt x="8461237" y="5099"/>
                      <a:pt x="8651269" y="0"/>
                    </a:cubicBezTo>
                    <a:cubicBezTo>
                      <a:pt x="8841301" y="-5099"/>
                      <a:pt x="9032389" y="3087"/>
                      <a:pt x="9340777" y="0"/>
                    </a:cubicBezTo>
                    <a:cubicBezTo>
                      <a:pt x="9649165" y="-3087"/>
                      <a:pt x="9810385" y="50298"/>
                      <a:pt x="10018499" y="0"/>
                    </a:cubicBezTo>
                    <a:cubicBezTo>
                      <a:pt x="10074514" y="141229"/>
                      <a:pt x="9965584" y="435289"/>
                      <a:pt x="10018499" y="605348"/>
                    </a:cubicBezTo>
                    <a:cubicBezTo>
                      <a:pt x="10071414" y="775407"/>
                      <a:pt x="9988993" y="876720"/>
                      <a:pt x="10018499" y="1031334"/>
                    </a:cubicBezTo>
                    <a:cubicBezTo>
                      <a:pt x="10048005" y="1185948"/>
                      <a:pt x="10008176" y="1429248"/>
                      <a:pt x="10018499" y="1547001"/>
                    </a:cubicBezTo>
                    <a:cubicBezTo>
                      <a:pt x="10028822" y="1664754"/>
                      <a:pt x="9999016" y="1864067"/>
                      <a:pt x="10018499" y="1972987"/>
                    </a:cubicBezTo>
                    <a:cubicBezTo>
                      <a:pt x="10037982" y="2081907"/>
                      <a:pt x="9980701" y="2240839"/>
                      <a:pt x="10018499" y="2398973"/>
                    </a:cubicBezTo>
                    <a:cubicBezTo>
                      <a:pt x="10056297" y="2557107"/>
                      <a:pt x="10005636" y="2741797"/>
                      <a:pt x="10018499" y="3049161"/>
                    </a:cubicBezTo>
                    <a:cubicBezTo>
                      <a:pt x="10031362" y="3356525"/>
                      <a:pt x="9979868" y="3423080"/>
                      <a:pt x="10018499" y="3564828"/>
                    </a:cubicBezTo>
                    <a:cubicBezTo>
                      <a:pt x="10057130" y="3706576"/>
                      <a:pt x="9980670" y="4199662"/>
                      <a:pt x="10018499" y="4484061"/>
                    </a:cubicBezTo>
                    <a:cubicBezTo>
                      <a:pt x="9705479" y="4521452"/>
                      <a:pt x="9523937" y="4463121"/>
                      <a:pt x="9228806" y="4484061"/>
                    </a:cubicBezTo>
                    <a:cubicBezTo>
                      <a:pt x="8933675" y="4505001"/>
                      <a:pt x="8778173" y="4405903"/>
                      <a:pt x="8539297" y="4484061"/>
                    </a:cubicBezTo>
                    <a:cubicBezTo>
                      <a:pt x="8300421" y="4562219"/>
                      <a:pt x="8095142" y="4465269"/>
                      <a:pt x="7849789" y="4484061"/>
                    </a:cubicBezTo>
                    <a:cubicBezTo>
                      <a:pt x="7604436" y="4502853"/>
                      <a:pt x="7536038" y="4464556"/>
                      <a:pt x="7360650" y="4484061"/>
                    </a:cubicBezTo>
                    <a:cubicBezTo>
                      <a:pt x="7185262" y="4503566"/>
                      <a:pt x="7166881" y="4452542"/>
                      <a:pt x="7071882" y="4484061"/>
                    </a:cubicBezTo>
                    <a:cubicBezTo>
                      <a:pt x="6976883" y="4515580"/>
                      <a:pt x="6741821" y="4456944"/>
                      <a:pt x="6482558" y="4484061"/>
                    </a:cubicBezTo>
                    <a:cubicBezTo>
                      <a:pt x="6223295" y="4511178"/>
                      <a:pt x="6307199" y="4462715"/>
                      <a:pt x="6193790" y="4484061"/>
                    </a:cubicBezTo>
                    <a:cubicBezTo>
                      <a:pt x="6080381" y="4505407"/>
                      <a:pt x="6040703" y="4458934"/>
                      <a:pt x="5905021" y="4484061"/>
                    </a:cubicBezTo>
                    <a:cubicBezTo>
                      <a:pt x="5769339" y="4509188"/>
                      <a:pt x="5482758" y="4440763"/>
                      <a:pt x="5115328" y="4484061"/>
                    </a:cubicBezTo>
                    <a:cubicBezTo>
                      <a:pt x="4747898" y="4527359"/>
                      <a:pt x="4837544" y="4438431"/>
                      <a:pt x="4726374" y="4484061"/>
                    </a:cubicBezTo>
                    <a:cubicBezTo>
                      <a:pt x="4615204" y="4529691"/>
                      <a:pt x="4450564" y="4467051"/>
                      <a:pt x="4337421" y="4484061"/>
                    </a:cubicBezTo>
                    <a:cubicBezTo>
                      <a:pt x="4224278" y="4501071"/>
                      <a:pt x="3894189" y="4444282"/>
                      <a:pt x="3547727" y="4484061"/>
                    </a:cubicBezTo>
                    <a:cubicBezTo>
                      <a:pt x="3201265" y="4523840"/>
                      <a:pt x="3153129" y="4434792"/>
                      <a:pt x="2858219" y="4484061"/>
                    </a:cubicBezTo>
                    <a:cubicBezTo>
                      <a:pt x="2563309" y="4533330"/>
                      <a:pt x="2456295" y="4429009"/>
                      <a:pt x="2268895" y="4484061"/>
                    </a:cubicBezTo>
                    <a:cubicBezTo>
                      <a:pt x="2081495" y="4539113"/>
                      <a:pt x="1978274" y="4474867"/>
                      <a:pt x="1879942" y="4484061"/>
                    </a:cubicBezTo>
                    <a:cubicBezTo>
                      <a:pt x="1781610" y="4493255"/>
                      <a:pt x="1649767" y="4467036"/>
                      <a:pt x="1490988" y="4484061"/>
                    </a:cubicBezTo>
                    <a:cubicBezTo>
                      <a:pt x="1332209" y="4501086"/>
                      <a:pt x="1195032" y="4476146"/>
                      <a:pt x="1001850" y="4484061"/>
                    </a:cubicBezTo>
                    <a:cubicBezTo>
                      <a:pt x="808668" y="4491976"/>
                      <a:pt x="851592" y="4461024"/>
                      <a:pt x="713081" y="4484061"/>
                    </a:cubicBezTo>
                    <a:cubicBezTo>
                      <a:pt x="574570" y="4507098"/>
                      <a:pt x="145057" y="4420782"/>
                      <a:pt x="0" y="4484061"/>
                    </a:cubicBezTo>
                    <a:cubicBezTo>
                      <a:pt x="-8824" y="4309959"/>
                      <a:pt x="48781" y="4246967"/>
                      <a:pt x="0" y="4013235"/>
                    </a:cubicBezTo>
                    <a:cubicBezTo>
                      <a:pt x="-48781" y="3779503"/>
                      <a:pt x="6009" y="3540874"/>
                      <a:pt x="0" y="3407886"/>
                    </a:cubicBezTo>
                    <a:cubicBezTo>
                      <a:pt x="-6009" y="3274898"/>
                      <a:pt x="25004" y="2988327"/>
                      <a:pt x="0" y="2757698"/>
                    </a:cubicBezTo>
                    <a:cubicBezTo>
                      <a:pt x="-25004" y="2527069"/>
                      <a:pt x="7231" y="2424586"/>
                      <a:pt x="0" y="2152349"/>
                    </a:cubicBezTo>
                    <a:cubicBezTo>
                      <a:pt x="-7231" y="1880112"/>
                      <a:pt x="5300" y="1887370"/>
                      <a:pt x="0" y="1726363"/>
                    </a:cubicBezTo>
                    <a:cubicBezTo>
                      <a:pt x="-5300" y="1565356"/>
                      <a:pt x="6580" y="1395842"/>
                      <a:pt x="0" y="1300378"/>
                    </a:cubicBezTo>
                    <a:cubicBezTo>
                      <a:pt x="-6580" y="1204914"/>
                      <a:pt x="45590" y="873109"/>
                      <a:pt x="0" y="650189"/>
                    </a:cubicBezTo>
                    <a:cubicBezTo>
                      <a:pt x="-45590" y="427269"/>
                      <a:pt x="58100" y="210695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>
                <a:solidFill>
                  <a:srgbClr val="00B050"/>
                </a:solidFill>
                <a:miter lim="800000"/>
                <a:headEnd/>
                <a:tailEnd/>
                <a:extLst>
                  <a:ext uri="{C807C97D-BFC1-408E-A445-0C87EB9F89A2}">
                    <ask:lineSketchStyleProps xmlns:ask="http://schemas.microsoft.com/office/drawing/2018/sketchyshapes" sd="4209181907">
                      <a:prstGeom prst="rect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 rot="0" vert="horz" wrap="square" lIns="91440" tIns="45720" rIns="91440" bIns="45720" anchor="t" anchorCtr="0">
                <a:noAutofit/>
              </a:bodyPr>
              <a:lstStyle/>
              <a:p>
                <a:r>
                  <a:rPr lang="en-US" sz="2400" kern="100"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  <a:cs typeface="Times New Roman" panose="02020603050405020304" pitchFamily="18" charset="0"/>
                  </a:rPr>
                  <a:t>Miss Kwan’s total annual income for the year </a:t>
                </a:r>
                <a14:m>
                  <m:oMath xmlns:m="http://schemas.openxmlformats.org/officeDocument/2006/math">
                    <m:r>
                      <a:rPr lang="en-US" sz="24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2019/20</m:t>
                    </m:r>
                  </m:oMath>
                </a14:m>
                <a:r>
                  <a:rPr lang="en-US" sz="2400" kern="100"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  <a:cs typeface="Times New Roman" panose="02020603050405020304" pitchFamily="18" charset="0"/>
                  </a:rPr>
                  <a:t> is </a:t>
                </a:r>
                <a14:m>
                  <m:oMath xmlns:m="http://schemas.openxmlformats.org/officeDocument/2006/math">
                    <m:r>
                      <a:rPr lang="en-US" sz="24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$ 300 000</m:t>
                    </m:r>
                  </m:oMath>
                </a14:m>
                <a:r>
                  <a:rPr lang="en-US" sz="2400" kern="100"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  <a:cs typeface="Times New Roman" panose="02020603050405020304" pitchFamily="18" charset="0"/>
                  </a:rPr>
                  <a:t>. </a:t>
                </a:r>
              </a:p>
              <a:p>
                <a:r>
                  <a:rPr lang="en-US" sz="2400" kern="100"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  <a:cs typeface="Times New Roman" panose="02020603050405020304" pitchFamily="18" charset="0"/>
                  </a:rPr>
                  <a:t>If her salaries tax allowance is </a:t>
                </a:r>
                <a14:m>
                  <m:oMath xmlns:m="http://schemas.openxmlformats.org/officeDocument/2006/math">
                    <m:r>
                      <a:rPr lang="en-US" sz="24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$ 120 000</m:t>
                    </m:r>
                  </m:oMath>
                </a14:m>
                <a:r>
                  <a:rPr lang="en-US" sz="2400" kern="100"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  <a:cs typeface="Times New Roman" panose="02020603050405020304" pitchFamily="18" charset="0"/>
                  </a:rPr>
                  <a:t>, how much salaries tax should she pay</a:t>
                </a:r>
                <a:endParaRPr lang="zh-TW" sz="2400" kern="10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  <a:p>
                <a:r>
                  <a:rPr lang="en-US" sz="2400" b="1" kern="100">
                    <a:solidFill>
                      <a:srgbClr val="0070C0"/>
                    </a:solidFill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  <a:cs typeface="Times New Roman" panose="02020603050405020304" pitchFamily="18" charset="0"/>
                  </a:rPr>
                  <a:t>					</a:t>
                </a:r>
                <a:endParaRPr lang="zh-TW" sz="2400" kern="10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  <a:p>
                <a:r>
                  <a:rPr lang="en-US" sz="2400" b="1" u="none" strike="noStrike" kern="10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  <a:cs typeface="Times New Roman" panose="02020603050405020304" pitchFamily="18" charset="0"/>
                  </a:rPr>
                  <a:t> </a:t>
                </a:r>
                <a:endParaRPr lang="zh-TW" sz="2400" kern="10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  <a:p>
                <a:r>
                  <a:rPr lang="en-US" sz="2400" kern="100"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  <a:cs typeface="Times New Roman" panose="02020603050405020304" pitchFamily="18" charset="0"/>
                  </a:rPr>
                  <a:t> </a:t>
                </a:r>
                <a:endParaRPr lang="zh-TW" sz="2400" kern="10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" name="文字方塊 2">
                <a:extLst>
                  <a:ext uri="{FF2B5EF4-FFF2-40B4-BE49-F238E27FC236}">
                    <a16:creationId xmlns:a16="http://schemas.microsoft.com/office/drawing/2014/main" id="{FFBF23E0-15FA-8357-7EDC-14F7C6EDFF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2321" y="2317282"/>
                <a:ext cx="10018499" cy="4484061"/>
              </a:xfrm>
              <a:prstGeom prst="rect">
                <a:avLst/>
              </a:prstGeom>
              <a:blipFill>
                <a:blip r:embed="rId2"/>
                <a:stretch>
                  <a:fillRect l="-543" r="-241"/>
                </a:stretch>
              </a:blipFill>
              <a:ln w="28575">
                <a:solidFill>
                  <a:srgbClr val="00B050"/>
                </a:solidFill>
                <a:miter lim="800000"/>
                <a:headEnd/>
                <a:tailEnd/>
                <a:extLst>
                  <a:ext uri="{C807C97D-BFC1-408E-A445-0C87EB9F89A2}">
                    <ask:lineSketchStyleProps xmlns:ask="http://schemas.microsoft.com/office/drawing/2018/sketchyshapes" sd="4209181907">
                      <a:custGeom>
                        <a:avLst/>
                        <a:gdLst>
                          <a:gd name="connsiteX0" fmla="*/ 0 w 10018499"/>
                          <a:gd name="connsiteY0" fmla="*/ 0 h 4484061"/>
                          <a:gd name="connsiteX1" fmla="*/ 589323 w 10018499"/>
                          <a:gd name="connsiteY1" fmla="*/ 0 h 4484061"/>
                          <a:gd name="connsiteX2" fmla="*/ 1078462 w 10018499"/>
                          <a:gd name="connsiteY2" fmla="*/ 0 h 4484061"/>
                          <a:gd name="connsiteX3" fmla="*/ 1767970 w 10018499"/>
                          <a:gd name="connsiteY3" fmla="*/ 0 h 4484061"/>
                          <a:gd name="connsiteX4" fmla="*/ 2156924 w 10018499"/>
                          <a:gd name="connsiteY4" fmla="*/ 0 h 4484061"/>
                          <a:gd name="connsiteX5" fmla="*/ 2946617 w 10018499"/>
                          <a:gd name="connsiteY5" fmla="*/ 0 h 4484061"/>
                          <a:gd name="connsiteX6" fmla="*/ 3235386 w 10018499"/>
                          <a:gd name="connsiteY6" fmla="*/ 0 h 4484061"/>
                          <a:gd name="connsiteX7" fmla="*/ 3624339 w 10018499"/>
                          <a:gd name="connsiteY7" fmla="*/ 0 h 4484061"/>
                          <a:gd name="connsiteX8" fmla="*/ 3913108 w 10018499"/>
                          <a:gd name="connsiteY8" fmla="*/ 0 h 4484061"/>
                          <a:gd name="connsiteX9" fmla="*/ 4402246 w 10018499"/>
                          <a:gd name="connsiteY9" fmla="*/ 0 h 4484061"/>
                          <a:gd name="connsiteX10" fmla="*/ 5091755 w 10018499"/>
                          <a:gd name="connsiteY10" fmla="*/ 0 h 4484061"/>
                          <a:gd name="connsiteX11" fmla="*/ 5881448 w 10018499"/>
                          <a:gd name="connsiteY11" fmla="*/ 0 h 4484061"/>
                          <a:gd name="connsiteX12" fmla="*/ 6671142 w 10018499"/>
                          <a:gd name="connsiteY12" fmla="*/ 0 h 4484061"/>
                          <a:gd name="connsiteX13" fmla="*/ 7260465 w 10018499"/>
                          <a:gd name="connsiteY13" fmla="*/ 0 h 4484061"/>
                          <a:gd name="connsiteX14" fmla="*/ 8050159 w 10018499"/>
                          <a:gd name="connsiteY14" fmla="*/ 0 h 4484061"/>
                          <a:gd name="connsiteX15" fmla="*/ 8639482 w 10018499"/>
                          <a:gd name="connsiteY15" fmla="*/ 0 h 4484061"/>
                          <a:gd name="connsiteX16" fmla="*/ 9228806 w 10018499"/>
                          <a:gd name="connsiteY16" fmla="*/ 0 h 4484061"/>
                          <a:gd name="connsiteX17" fmla="*/ 10018499 w 10018499"/>
                          <a:gd name="connsiteY17" fmla="*/ 0 h 4484061"/>
                          <a:gd name="connsiteX18" fmla="*/ 10018499 w 10018499"/>
                          <a:gd name="connsiteY18" fmla="*/ 560508 h 4484061"/>
                          <a:gd name="connsiteX19" fmla="*/ 10018499 w 10018499"/>
                          <a:gd name="connsiteY19" fmla="*/ 1121015 h 4484061"/>
                          <a:gd name="connsiteX20" fmla="*/ 10018499 w 10018499"/>
                          <a:gd name="connsiteY20" fmla="*/ 1726363 h 4484061"/>
                          <a:gd name="connsiteX21" fmla="*/ 10018499 w 10018499"/>
                          <a:gd name="connsiteY21" fmla="*/ 2376552 h 4484061"/>
                          <a:gd name="connsiteX22" fmla="*/ 10018499 w 10018499"/>
                          <a:gd name="connsiteY22" fmla="*/ 2937060 h 4484061"/>
                          <a:gd name="connsiteX23" fmla="*/ 10018499 w 10018499"/>
                          <a:gd name="connsiteY23" fmla="*/ 3363046 h 4484061"/>
                          <a:gd name="connsiteX24" fmla="*/ 10018499 w 10018499"/>
                          <a:gd name="connsiteY24" fmla="*/ 3968394 h 4484061"/>
                          <a:gd name="connsiteX25" fmla="*/ 10018499 w 10018499"/>
                          <a:gd name="connsiteY25" fmla="*/ 4484061 h 4484061"/>
                          <a:gd name="connsiteX26" fmla="*/ 9629546 w 10018499"/>
                          <a:gd name="connsiteY26" fmla="*/ 4484061 h 4484061"/>
                          <a:gd name="connsiteX27" fmla="*/ 9040222 w 10018499"/>
                          <a:gd name="connsiteY27" fmla="*/ 4484061 h 4484061"/>
                          <a:gd name="connsiteX28" fmla="*/ 8350714 w 10018499"/>
                          <a:gd name="connsiteY28" fmla="*/ 4484061 h 4484061"/>
                          <a:gd name="connsiteX29" fmla="*/ 8061945 w 10018499"/>
                          <a:gd name="connsiteY29" fmla="*/ 4484061 h 4484061"/>
                          <a:gd name="connsiteX30" fmla="*/ 7372437 w 10018499"/>
                          <a:gd name="connsiteY30" fmla="*/ 4484061 h 4484061"/>
                          <a:gd name="connsiteX31" fmla="*/ 7083668 w 10018499"/>
                          <a:gd name="connsiteY31" fmla="*/ 4484061 h 4484061"/>
                          <a:gd name="connsiteX32" fmla="*/ 6394160 w 10018499"/>
                          <a:gd name="connsiteY32" fmla="*/ 4484061 h 4484061"/>
                          <a:gd name="connsiteX33" fmla="*/ 5604466 w 10018499"/>
                          <a:gd name="connsiteY33" fmla="*/ 4484061 h 4484061"/>
                          <a:gd name="connsiteX34" fmla="*/ 4914958 w 10018499"/>
                          <a:gd name="connsiteY34" fmla="*/ 4484061 h 4484061"/>
                          <a:gd name="connsiteX35" fmla="*/ 4626189 w 10018499"/>
                          <a:gd name="connsiteY35" fmla="*/ 4484061 h 4484061"/>
                          <a:gd name="connsiteX36" fmla="*/ 3836496 w 10018499"/>
                          <a:gd name="connsiteY36" fmla="*/ 4484061 h 4484061"/>
                          <a:gd name="connsiteX37" fmla="*/ 3146987 w 10018499"/>
                          <a:gd name="connsiteY37" fmla="*/ 4484061 h 4484061"/>
                          <a:gd name="connsiteX38" fmla="*/ 2657849 w 10018499"/>
                          <a:gd name="connsiteY38" fmla="*/ 4484061 h 4484061"/>
                          <a:gd name="connsiteX39" fmla="*/ 2068525 w 10018499"/>
                          <a:gd name="connsiteY39" fmla="*/ 4484061 h 4484061"/>
                          <a:gd name="connsiteX40" fmla="*/ 1579387 w 10018499"/>
                          <a:gd name="connsiteY40" fmla="*/ 4484061 h 4484061"/>
                          <a:gd name="connsiteX41" fmla="*/ 1290618 w 10018499"/>
                          <a:gd name="connsiteY41" fmla="*/ 4484061 h 4484061"/>
                          <a:gd name="connsiteX42" fmla="*/ 601110 w 10018499"/>
                          <a:gd name="connsiteY42" fmla="*/ 4484061 h 4484061"/>
                          <a:gd name="connsiteX43" fmla="*/ 0 w 10018499"/>
                          <a:gd name="connsiteY43" fmla="*/ 4484061 h 4484061"/>
                          <a:gd name="connsiteX44" fmla="*/ 0 w 10018499"/>
                          <a:gd name="connsiteY44" fmla="*/ 3878713 h 4484061"/>
                          <a:gd name="connsiteX45" fmla="*/ 0 w 10018499"/>
                          <a:gd name="connsiteY45" fmla="*/ 3452727 h 4484061"/>
                          <a:gd name="connsiteX46" fmla="*/ 0 w 10018499"/>
                          <a:gd name="connsiteY46" fmla="*/ 2892219 h 4484061"/>
                          <a:gd name="connsiteX47" fmla="*/ 0 w 10018499"/>
                          <a:gd name="connsiteY47" fmla="*/ 2466234 h 4484061"/>
                          <a:gd name="connsiteX48" fmla="*/ 0 w 10018499"/>
                          <a:gd name="connsiteY48" fmla="*/ 1995407 h 4484061"/>
                          <a:gd name="connsiteX49" fmla="*/ 0 w 10018499"/>
                          <a:gd name="connsiteY49" fmla="*/ 1434900 h 4484061"/>
                          <a:gd name="connsiteX50" fmla="*/ 0 w 10018499"/>
                          <a:gd name="connsiteY50" fmla="*/ 1008914 h 4484061"/>
                          <a:gd name="connsiteX51" fmla="*/ 0 w 10018499"/>
                          <a:gd name="connsiteY51" fmla="*/ 0 h 448406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  <a:cxn ang="0">
                            <a:pos x="connsiteX16" y="connsiteY16"/>
                          </a:cxn>
                          <a:cxn ang="0">
                            <a:pos x="connsiteX17" y="connsiteY17"/>
                          </a:cxn>
                          <a:cxn ang="0">
                            <a:pos x="connsiteX18" y="connsiteY18"/>
                          </a:cxn>
                          <a:cxn ang="0">
                            <a:pos x="connsiteX19" y="connsiteY19"/>
                          </a:cxn>
                          <a:cxn ang="0">
                            <a:pos x="connsiteX20" y="connsiteY20"/>
                          </a:cxn>
                          <a:cxn ang="0">
                            <a:pos x="connsiteX21" y="connsiteY21"/>
                          </a:cxn>
                          <a:cxn ang="0">
                            <a:pos x="connsiteX22" y="connsiteY22"/>
                          </a:cxn>
                          <a:cxn ang="0">
                            <a:pos x="connsiteX23" y="connsiteY23"/>
                          </a:cxn>
                          <a:cxn ang="0">
                            <a:pos x="connsiteX24" y="connsiteY24"/>
                          </a:cxn>
                          <a:cxn ang="0">
                            <a:pos x="connsiteX25" y="connsiteY25"/>
                          </a:cxn>
                          <a:cxn ang="0">
                            <a:pos x="connsiteX26" y="connsiteY26"/>
                          </a:cxn>
                          <a:cxn ang="0">
                            <a:pos x="connsiteX27" y="connsiteY27"/>
                          </a:cxn>
                          <a:cxn ang="0">
                            <a:pos x="connsiteX28" y="connsiteY28"/>
                          </a:cxn>
                          <a:cxn ang="0">
                            <a:pos x="connsiteX29" y="connsiteY29"/>
                          </a:cxn>
                          <a:cxn ang="0">
                            <a:pos x="connsiteX30" y="connsiteY30"/>
                          </a:cxn>
                          <a:cxn ang="0">
                            <a:pos x="connsiteX31" y="connsiteY31"/>
                          </a:cxn>
                          <a:cxn ang="0">
                            <a:pos x="connsiteX32" y="connsiteY32"/>
                          </a:cxn>
                          <a:cxn ang="0">
                            <a:pos x="connsiteX33" y="connsiteY33"/>
                          </a:cxn>
                          <a:cxn ang="0">
                            <a:pos x="connsiteX34" y="connsiteY34"/>
                          </a:cxn>
                          <a:cxn ang="0">
                            <a:pos x="connsiteX35" y="connsiteY35"/>
                          </a:cxn>
                          <a:cxn ang="0">
                            <a:pos x="connsiteX36" y="connsiteY36"/>
                          </a:cxn>
                          <a:cxn ang="0">
                            <a:pos x="connsiteX37" y="connsiteY37"/>
                          </a:cxn>
                          <a:cxn ang="0">
                            <a:pos x="connsiteX38" y="connsiteY38"/>
                          </a:cxn>
                          <a:cxn ang="0">
                            <a:pos x="connsiteX39" y="connsiteY39"/>
                          </a:cxn>
                          <a:cxn ang="0">
                            <a:pos x="connsiteX40" y="connsiteY40"/>
                          </a:cxn>
                          <a:cxn ang="0">
                            <a:pos x="connsiteX41" y="connsiteY41"/>
                          </a:cxn>
                          <a:cxn ang="0">
                            <a:pos x="connsiteX42" y="connsiteY42"/>
                          </a:cxn>
                          <a:cxn ang="0">
                            <a:pos x="connsiteX43" y="connsiteY43"/>
                          </a:cxn>
                          <a:cxn ang="0">
                            <a:pos x="connsiteX44" y="connsiteY44"/>
                          </a:cxn>
                          <a:cxn ang="0">
                            <a:pos x="connsiteX45" y="connsiteY45"/>
                          </a:cxn>
                          <a:cxn ang="0">
                            <a:pos x="connsiteX46" y="connsiteY46"/>
                          </a:cxn>
                          <a:cxn ang="0">
                            <a:pos x="connsiteX47" y="connsiteY47"/>
                          </a:cxn>
                          <a:cxn ang="0">
                            <a:pos x="connsiteX48" y="connsiteY48"/>
                          </a:cxn>
                          <a:cxn ang="0">
                            <a:pos x="connsiteX49" y="connsiteY49"/>
                          </a:cxn>
                          <a:cxn ang="0">
                            <a:pos x="connsiteX50" y="connsiteY50"/>
                          </a:cxn>
                          <a:cxn ang="0">
                            <a:pos x="connsiteX51" y="connsiteY51"/>
                          </a:cxn>
                        </a:cxnLst>
                        <a:rect l="l" t="t" r="r" b="b"/>
                        <a:pathLst>
                          <a:path w="10018499" h="4484061" fill="none" extrusionOk="0">
                            <a:moveTo>
                              <a:pt x="0" y="0"/>
                            </a:moveTo>
                            <a:cubicBezTo>
                              <a:pt x="236208" y="-62364"/>
                              <a:pt x="460115" y="28640"/>
                              <a:pt x="589323" y="0"/>
                            </a:cubicBezTo>
                            <a:cubicBezTo>
                              <a:pt x="718531" y="-28640"/>
                              <a:pt x="899216" y="15005"/>
                              <a:pt x="1078462" y="0"/>
                            </a:cubicBezTo>
                            <a:cubicBezTo>
                              <a:pt x="1257708" y="-15005"/>
                              <a:pt x="1576199" y="7109"/>
                              <a:pt x="1767970" y="0"/>
                            </a:cubicBezTo>
                            <a:cubicBezTo>
                              <a:pt x="1959741" y="-7109"/>
                              <a:pt x="1992106" y="5742"/>
                              <a:pt x="2156924" y="0"/>
                            </a:cubicBezTo>
                            <a:cubicBezTo>
                              <a:pt x="2321742" y="-5742"/>
                              <a:pt x="2766538" y="75369"/>
                              <a:pt x="2946617" y="0"/>
                            </a:cubicBezTo>
                            <a:cubicBezTo>
                              <a:pt x="3126696" y="-75369"/>
                              <a:pt x="3105166" y="1557"/>
                              <a:pt x="3235386" y="0"/>
                            </a:cubicBezTo>
                            <a:cubicBezTo>
                              <a:pt x="3365606" y="-1557"/>
                              <a:pt x="3478978" y="41213"/>
                              <a:pt x="3624339" y="0"/>
                            </a:cubicBezTo>
                            <a:cubicBezTo>
                              <a:pt x="3769700" y="-41213"/>
                              <a:pt x="3807002" y="20379"/>
                              <a:pt x="3913108" y="0"/>
                            </a:cubicBezTo>
                            <a:cubicBezTo>
                              <a:pt x="4019214" y="-20379"/>
                              <a:pt x="4290141" y="57427"/>
                              <a:pt x="4402246" y="0"/>
                            </a:cubicBezTo>
                            <a:cubicBezTo>
                              <a:pt x="4514351" y="-57427"/>
                              <a:pt x="4846916" y="10272"/>
                              <a:pt x="5091755" y="0"/>
                            </a:cubicBezTo>
                            <a:cubicBezTo>
                              <a:pt x="5336594" y="-10272"/>
                              <a:pt x="5638577" y="77362"/>
                              <a:pt x="5881448" y="0"/>
                            </a:cubicBezTo>
                            <a:cubicBezTo>
                              <a:pt x="6124319" y="-77362"/>
                              <a:pt x="6461179" y="65959"/>
                              <a:pt x="6671142" y="0"/>
                            </a:cubicBezTo>
                            <a:cubicBezTo>
                              <a:pt x="6881105" y="-65959"/>
                              <a:pt x="7015538" y="68009"/>
                              <a:pt x="7260465" y="0"/>
                            </a:cubicBezTo>
                            <a:cubicBezTo>
                              <a:pt x="7505392" y="-68009"/>
                              <a:pt x="7751516" y="3349"/>
                              <a:pt x="8050159" y="0"/>
                            </a:cubicBezTo>
                            <a:cubicBezTo>
                              <a:pt x="8348802" y="-3349"/>
                              <a:pt x="8499975" y="53105"/>
                              <a:pt x="8639482" y="0"/>
                            </a:cubicBezTo>
                            <a:cubicBezTo>
                              <a:pt x="8778989" y="-53105"/>
                              <a:pt x="9029288" y="3669"/>
                              <a:pt x="9228806" y="0"/>
                            </a:cubicBezTo>
                            <a:cubicBezTo>
                              <a:pt x="9428324" y="-3669"/>
                              <a:pt x="9859677" y="57400"/>
                              <a:pt x="10018499" y="0"/>
                            </a:cubicBezTo>
                            <a:cubicBezTo>
                              <a:pt x="10055436" y="234348"/>
                              <a:pt x="9989098" y="317002"/>
                              <a:pt x="10018499" y="560508"/>
                            </a:cubicBezTo>
                            <a:cubicBezTo>
                              <a:pt x="10047900" y="804014"/>
                              <a:pt x="9973460" y="883353"/>
                              <a:pt x="10018499" y="1121015"/>
                            </a:cubicBezTo>
                            <a:cubicBezTo>
                              <a:pt x="10063538" y="1358677"/>
                              <a:pt x="10014800" y="1510729"/>
                              <a:pt x="10018499" y="1726363"/>
                            </a:cubicBezTo>
                            <a:cubicBezTo>
                              <a:pt x="10022198" y="1941997"/>
                              <a:pt x="9989268" y="2159944"/>
                              <a:pt x="10018499" y="2376552"/>
                            </a:cubicBezTo>
                            <a:cubicBezTo>
                              <a:pt x="10047730" y="2593160"/>
                              <a:pt x="9963264" y="2754882"/>
                              <a:pt x="10018499" y="2937060"/>
                            </a:cubicBezTo>
                            <a:cubicBezTo>
                              <a:pt x="10073734" y="3119238"/>
                              <a:pt x="9972257" y="3252096"/>
                              <a:pt x="10018499" y="3363046"/>
                            </a:cubicBezTo>
                            <a:cubicBezTo>
                              <a:pt x="10064741" y="3473996"/>
                              <a:pt x="9997784" y="3749009"/>
                              <a:pt x="10018499" y="3968394"/>
                            </a:cubicBezTo>
                            <a:cubicBezTo>
                              <a:pt x="10039214" y="4187779"/>
                              <a:pt x="9968498" y="4268292"/>
                              <a:pt x="10018499" y="4484061"/>
                            </a:cubicBezTo>
                            <a:cubicBezTo>
                              <a:pt x="9940354" y="4505486"/>
                              <a:pt x="9783960" y="4477842"/>
                              <a:pt x="9629546" y="4484061"/>
                            </a:cubicBezTo>
                            <a:cubicBezTo>
                              <a:pt x="9475132" y="4490280"/>
                              <a:pt x="9239206" y="4437403"/>
                              <a:pt x="9040222" y="4484061"/>
                            </a:cubicBezTo>
                            <a:cubicBezTo>
                              <a:pt x="8841238" y="4530719"/>
                              <a:pt x="8566703" y="4445803"/>
                              <a:pt x="8350714" y="4484061"/>
                            </a:cubicBezTo>
                            <a:cubicBezTo>
                              <a:pt x="8134725" y="4522319"/>
                              <a:pt x="8146226" y="4465845"/>
                              <a:pt x="8061945" y="4484061"/>
                            </a:cubicBezTo>
                            <a:cubicBezTo>
                              <a:pt x="7977664" y="4502277"/>
                              <a:pt x="7525774" y="4466087"/>
                              <a:pt x="7372437" y="4484061"/>
                            </a:cubicBezTo>
                            <a:cubicBezTo>
                              <a:pt x="7219100" y="4502035"/>
                              <a:pt x="7195680" y="4471163"/>
                              <a:pt x="7083668" y="4484061"/>
                            </a:cubicBezTo>
                            <a:cubicBezTo>
                              <a:pt x="6971656" y="4496959"/>
                              <a:pt x="6588886" y="4449680"/>
                              <a:pt x="6394160" y="4484061"/>
                            </a:cubicBezTo>
                            <a:cubicBezTo>
                              <a:pt x="6199434" y="4518442"/>
                              <a:pt x="5848589" y="4469854"/>
                              <a:pt x="5604466" y="4484061"/>
                            </a:cubicBezTo>
                            <a:cubicBezTo>
                              <a:pt x="5360343" y="4498268"/>
                              <a:pt x="5120200" y="4424071"/>
                              <a:pt x="4914958" y="4484061"/>
                            </a:cubicBezTo>
                            <a:cubicBezTo>
                              <a:pt x="4709716" y="4544051"/>
                              <a:pt x="4695326" y="4452444"/>
                              <a:pt x="4626189" y="4484061"/>
                            </a:cubicBezTo>
                            <a:cubicBezTo>
                              <a:pt x="4557052" y="4515678"/>
                              <a:pt x="4075417" y="4456215"/>
                              <a:pt x="3836496" y="4484061"/>
                            </a:cubicBezTo>
                            <a:cubicBezTo>
                              <a:pt x="3597575" y="4511907"/>
                              <a:pt x="3301976" y="4476879"/>
                              <a:pt x="3146987" y="4484061"/>
                            </a:cubicBezTo>
                            <a:cubicBezTo>
                              <a:pt x="2991998" y="4491243"/>
                              <a:pt x="2759836" y="4474513"/>
                              <a:pt x="2657849" y="4484061"/>
                            </a:cubicBezTo>
                            <a:cubicBezTo>
                              <a:pt x="2555862" y="4493609"/>
                              <a:pt x="2251194" y="4422851"/>
                              <a:pt x="2068525" y="4484061"/>
                            </a:cubicBezTo>
                            <a:cubicBezTo>
                              <a:pt x="1885856" y="4545271"/>
                              <a:pt x="1698710" y="4426609"/>
                              <a:pt x="1579387" y="4484061"/>
                            </a:cubicBezTo>
                            <a:cubicBezTo>
                              <a:pt x="1460064" y="4541513"/>
                              <a:pt x="1401715" y="4471503"/>
                              <a:pt x="1290618" y="4484061"/>
                            </a:cubicBezTo>
                            <a:cubicBezTo>
                              <a:pt x="1179521" y="4496619"/>
                              <a:pt x="900277" y="4418271"/>
                              <a:pt x="601110" y="4484061"/>
                            </a:cubicBezTo>
                            <a:cubicBezTo>
                              <a:pt x="301943" y="4549851"/>
                              <a:pt x="143307" y="4468247"/>
                              <a:pt x="0" y="4484061"/>
                            </a:cubicBezTo>
                            <a:cubicBezTo>
                              <a:pt x="-65547" y="4193689"/>
                              <a:pt x="51058" y="4178607"/>
                              <a:pt x="0" y="3878713"/>
                            </a:cubicBezTo>
                            <a:cubicBezTo>
                              <a:pt x="-51058" y="3578819"/>
                              <a:pt x="37202" y="3572208"/>
                              <a:pt x="0" y="3452727"/>
                            </a:cubicBezTo>
                            <a:cubicBezTo>
                              <a:pt x="-37202" y="3333246"/>
                              <a:pt x="21365" y="3100360"/>
                              <a:pt x="0" y="2892219"/>
                            </a:cubicBezTo>
                            <a:cubicBezTo>
                              <a:pt x="-21365" y="2684078"/>
                              <a:pt x="3348" y="2608340"/>
                              <a:pt x="0" y="2466234"/>
                            </a:cubicBezTo>
                            <a:cubicBezTo>
                              <a:pt x="-3348" y="2324128"/>
                              <a:pt x="46549" y="2132229"/>
                              <a:pt x="0" y="1995407"/>
                            </a:cubicBezTo>
                            <a:cubicBezTo>
                              <a:pt x="-46549" y="1858585"/>
                              <a:pt x="14239" y="1637730"/>
                              <a:pt x="0" y="1434900"/>
                            </a:cubicBezTo>
                            <a:cubicBezTo>
                              <a:pt x="-14239" y="1232070"/>
                              <a:pt x="22531" y="1118262"/>
                              <a:pt x="0" y="1008914"/>
                            </a:cubicBezTo>
                            <a:cubicBezTo>
                              <a:pt x="-22531" y="899566"/>
                              <a:pt x="64007" y="336381"/>
                              <a:pt x="0" y="0"/>
                            </a:cubicBezTo>
                            <a:close/>
                          </a:path>
                          <a:path w="10018499" h="4484061" stroke="0" extrusionOk="0">
                            <a:moveTo>
                              <a:pt x="0" y="0"/>
                            </a:moveTo>
                            <a:cubicBezTo>
                              <a:pt x="384592" y="-56316"/>
                              <a:pt x="404473" y="62230"/>
                              <a:pt x="789693" y="0"/>
                            </a:cubicBezTo>
                            <a:cubicBezTo>
                              <a:pt x="1174913" y="-62230"/>
                              <a:pt x="1120737" y="45578"/>
                              <a:pt x="1278832" y="0"/>
                            </a:cubicBezTo>
                            <a:cubicBezTo>
                              <a:pt x="1436927" y="-45578"/>
                              <a:pt x="1434404" y="25004"/>
                              <a:pt x="1567600" y="0"/>
                            </a:cubicBezTo>
                            <a:cubicBezTo>
                              <a:pt x="1700796" y="-25004"/>
                              <a:pt x="1726934" y="4516"/>
                              <a:pt x="1856369" y="0"/>
                            </a:cubicBezTo>
                            <a:cubicBezTo>
                              <a:pt x="1985804" y="-4516"/>
                              <a:pt x="2474926" y="56166"/>
                              <a:pt x="2646062" y="0"/>
                            </a:cubicBezTo>
                            <a:cubicBezTo>
                              <a:pt x="2817198" y="-56166"/>
                              <a:pt x="3257634" y="58850"/>
                              <a:pt x="3435756" y="0"/>
                            </a:cubicBezTo>
                            <a:cubicBezTo>
                              <a:pt x="3613878" y="-58850"/>
                              <a:pt x="3925396" y="35244"/>
                              <a:pt x="4125264" y="0"/>
                            </a:cubicBezTo>
                            <a:cubicBezTo>
                              <a:pt x="4325132" y="-35244"/>
                              <a:pt x="4497093" y="48853"/>
                              <a:pt x="4714588" y="0"/>
                            </a:cubicBezTo>
                            <a:cubicBezTo>
                              <a:pt x="4932083" y="-48853"/>
                              <a:pt x="5060873" y="46331"/>
                              <a:pt x="5303911" y="0"/>
                            </a:cubicBezTo>
                            <a:cubicBezTo>
                              <a:pt x="5546949" y="-46331"/>
                              <a:pt x="5768205" y="30718"/>
                              <a:pt x="6093605" y="0"/>
                            </a:cubicBezTo>
                            <a:cubicBezTo>
                              <a:pt x="6419005" y="-30718"/>
                              <a:pt x="6456643" y="56743"/>
                              <a:pt x="6783113" y="0"/>
                            </a:cubicBezTo>
                            <a:cubicBezTo>
                              <a:pt x="7109583" y="-56743"/>
                              <a:pt x="7099540" y="9053"/>
                              <a:pt x="7372437" y="0"/>
                            </a:cubicBezTo>
                            <a:cubicBezTo>
                              <a:pt x="7645334" y="-9053"/>
                              <a:pt x="7983210" y="146"/>
                              <a:pt x="8162130" y="0"/>
                            </a:cubicBezTo>
                            <a:cubicBezTo>
                              <a:pt x="8341050" y="-146"/>
                              <a:pt x="8461237" y="5099"/>
                              <a:pt x="8651269" y="0"/>
                            </a:cubicBezTo>
                            <a:cubicBezTo>
                              <a:pt x="8841301" y="-5099"/>
                              <a:pt x="9032389" y="3087"/>
                              <a:pt x="9340777" y="0"/>
                            </a:cubicBezTo>
                            <a:cubicBezTo>
                              <a:pt x="9649165" y="-3087"/>
                              <a:pt x="9810385" y="50298"/>
                              <a:pt x="10018499" y="0"/>
                            </a:cubicBezTo>
                            <a:cubicBezTo>
                              <a:pt x="10074514" y="141229"/>
                              <a:pt x="9965584" y="435289"/>
                              <a:pt x="10018499" y="605348"/>
                            </a:cubicBezTo>
                            <a:cubicBezTo>
                              <a:pt x="10071414" y="775407"/>
                              <a:pt x="9988993" y="876720"/>
                              <a:pt x="10018499" y="1031334"/>
                            </a:cubicBezTo>
                            <a:cubicBezTo>
                              <a:pt x="10048005" y="1185948"/>
                              <a:pt x="10008176" y="1429248"/>
                              <a:pt x="10018499" y="1547001"/>
                            </a:cubicBezTo>
                            <a:cubicBezTo>
                              <a:pt x="10028822" y="1664754"/>
                              <a:pt x="9999016" y="1864067"/>
                              <a:pt x="10018499" y="1972987"/>
                            </a:cubicBezTo>
                            <a:cubicBezTo>
                              <a:pt x="10037982" y="2081907"/>
                              <a:pt x="9980701" y="2240839"/>
                              <a:pt x="10018499" y="2398973"/>
                            </a:cubicBezTo>
                            <a:cubicBezTo>
                              <a:pt x="10056297" y="2557107"/>
                              <a:pt x="10005636" y="2741797"/>
                              <a:pt x="10018499" y="3049161"/>
                            </a:cubicBezTo>
                            <a:cubicBezTo>
                              <a:pt x="10031362" y="3356525"/>
                              <a:pt x="9979868" y="3423080"/>
                              <a:pt x="10018499" y="3564828"/>
                            </a:cubicBezTo>
                            <a:cubicBezTo>
                              <a:pt x="10057130" y="3706576"/>
                              <a:pt x="9980670" y="4199662"/>
                              <a:pt x="10018499" y="4484061"/>
                            </a:cubicBezTo>
                            <a:cubicBezTo>
                              <a:pt x="9705479" y="4521452"/>
                              <a:pt x="9523937" y="4463121"/>
                              <a:pt x="9228806" y="4484061"/>
                            </a:cubicBezTo>
                            <a:cubicBezTo>
                              <a:pt x="8933675" y="4505001"/>
                              <a:pt x="8778173" y="4405903"/>
                              <a:pt x="8539297" y="4484061"/>
                            </a:cubicBezTo>
                            <a:cubicBezTo>
                              <a:pt x="8300421" y="4562219"/>
                              <a:pt x="8095142" y="4465269"/>
                              <a:pt x="7849789" y="4484061"/>
                            </a:cubicBezTo>
                            <a:cubicBezTo>
                              <a:pt x="7604436" y="4502853"/>
                              <a:pt x="7536038" y="4464556"/>
                              <a:pt x="7360650" y="4484061"/>
                            </a:cubicBezTo>
                            <a:cubicBezTo>
                              <a:pt x="7185262" y="4503566"/>
                              <a:pt x="7166881" y="4452542"/>
                              <a:pt x="7071882" y="4484061"/>
                            </a:cubicBezTo>
                            <a:cubicBezTo>
                              <a:pt x="6976883" y="4515580"/>
                              <a:pt x="6741821" y="4456944"/>
                              <a:pt x="6482558" y="4484061"/>
                            </a:cubicBezTo>
                            <a:cubicBezTo>
                              <a:pt x="6223295" y="4511178"/>
                              <a:pt x="6307199" y="4462715"/>
                              <a:pt x="6193790" y="4484061"/>
                            </a:cubicBezTo>
                            <a:cubicBezTo>
                              <a:pt x="6080381" y="4505407"/>
                              <a:pt x="6040703" y="4458934"/>
                              <a:pt x="5905021" y="4484061"/>
                            </a:cubicBezTo>
                            <a:cubicBezTo>
                              <a:pt x="5769339" y="4509188"/>
                              <a:pt x="5482758" y="4440763"/>
                              <a:pt x="5115328" y="4484061"/>
                            </a:cubicBezTo>
                            <a:cubicBezTo>
                              <a:pt x="4747898" y="4527359"/>
                              <a:pt x="4837544" y="4438431"/>
                              <a:pt x="4726374" y="4484061"/>
                            </a:cubicBezTo>
                            <a:cubicBezTo>
                              <a:pt x="4615204" y="4529691"/>
                              <a:pt x="4450564" y="4467051"/>
                              <a:pt x="4337421" y="4484061"/>
                            </a:cubicBezTo>
                            <a:cubicBezTo>
                              <a:pt x="4224278" y="4501071"/>
                              <a:pt x="3894189" y="4444282"/>
                              <a:pt x="3547727" y="4484061"/>
                            </a:cubicBezTo>
                            <a:cubicBezTo>
                              <a:pt x="3201265" y="4523840"/>
                              <a:pt x="3153129" y="4434792"/>
                              <a:pt x="2858219" y="4484061"/>
                            </a:cubicBezTo>
                            <a:cubicBezTo>
                              <a:pt x="2563309" y="4533330"/>
                              <a:pt x="2456295" y="4429009"/>
                              <a:pt x="2268895" y="4484061"/>
                            </a:cubicBezTo>
                            <a:cubicBezTo>
                              <a:pt x="2081495" y="4539113"/>
                              <a:pt x="1978274" y="4474867"/>
                              <a:pt x="1879942" y="4484061"/>
                            </a:cubicBezTo>
                            <a:cubicBezTo>
                              <a:pt x="1781610" y="4493255"/>
                              <a:pt x="1649767" y="4467036"/>
                              <a:pt x="1490988" y="4484061"/>
                            </a:cubicBezTo>
                            <a:cubicBezTo>
                              <a:pt x="1332209" y="4501086"/>
                              <a:pt x="1195032" y="4476146"/>
                              <a:pt x="1001850" y="4484061"/>
                            </a:cubicBezTo>
                            <a:cubicBezTo>
                              <a:pt x="808668" y="4491976"/>
                              <a:pt x="851592" y="4461024"/>
                              <a:pt x="713081" y="4484061"/>
                            </a:cubicBezTo>
                            <a:cubicBezTo>
                              <a:pt x="574570" y="4507098"/>
                              <a:pt x="145057" y="4420782"/>
                              <a:pt x="0" y="4484061"/>
                            </a:cubicBezTo>
                            <a:cubicBezTo>
                              <a:pt x="-8824" y="4309959"/>
                              <a:pt x="48781" y="4246967"/>
                              <a:pt x="0" y="4013235"/>
                            </a:cubicBezTo>
                            <a:cubicBezTo>
                              <a:pt x="-48781" y="3779503"/>
                              <a:pt x="6009" y="3540874"/>
                              <a:pt x="0" y="3407886"/>
                            </a:cubicBezTo>
                            <a:cubicBezTo>
                              <a:pt x="-6009" y="3274898"/>
                              <a:pt x="25004" y="2988327"/>
                              <a:pt x="0" y="2757698"/>
                            </a:cubicBezTo>
                            <a:cubicBezTo>
                              <a:pt x="-25004" y="2527069"/>
                              <a:pt x="7231" y="2424586"/>
                              <a:pt x="0" y="2152349"/>
                            </a:cubicBezTo>
                            <a:cubicBezTo>
                              <a:pt x="-7231" y="1880112"/>
                              <a:pt x="5300" y="1887370"/>
                              <a:pt x="0" y="1726363"/>
                            </a:cubicBezTo>
                            <a:cubicBezTo>
                              <a:pt x="-5300" y="1565356"/>
                              <a:pt x="6580" y="1395842"/>
                              <a:pt x="0" y="1300378"/>
                            </a:cubicBezTo>
                            <a:cubicBezTo>
                              <a:pt x="-6580" y="1204914"/>
                              <a:pt x="45590" y="873109"/>
                              <a:pt x="0" y="650189"/>
                            </a:cubicBezTo>
                            <a:cubicBezTo>
                              <a:pt x="-45590" y="427269"/>
                              <a:pt x="58100" y="210695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圖形 11" descr="漏水水龍頭 以實心填滿">
            <a:extLst>
              <a:ext uri="{FF2B5EF4-FFF2-40B4-BE49-F238E27FC236}">
                <a16:creationId xmlns:a16="http://schemas.microsoft.com/office/drawing/2014/main" id="{DE6A1CC1-8492-2B58-0BBF-CB75B06C47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53170" y="4904"/>
            <a:ext cx="657918" cy="657918"/>
          </a:xfrm>
          <a:prstGeom prst="rect">
            <a:avLst/>
          </a:prstGeom>
        </p:spPr>
      </p:pic>
      <p:grpSp>
        <p:nvGrpSpPr>
          <p:cNvPr id="11" name="群組 10">
            <a:extLst>
              <a:ext uri="{FF2B5EF4-FFF2-40B4-BE49-F238E27FC236}">
                <a16:creationId xmlns:a16="http://schemas.microsoft.com/office/drawing/2014/main" id="{D67FCAD1-44F0-0BAE-908C-0F878D550800}"/>
              </a:ext>
            </a:extLst>
          </p:cNvPr>
          <p:cNvGrpSpPr/>
          <p:nvPr/>
        </p:nvGrpSpPr>
        <p:grpSpPr>
          <a:xfrm>
            <a:off x="8124372" y="519480"/>
            <a:ext cx="1106095" cy="927045"/>
            <a:chOff x="8680012" y="737468"/>
            <a:chExt cx="1106095" cy="927045"/>
          </a:xfrm>
        </p:grpSpPr>
        <p:grpSp>
          <p:nvGrpSpPr>
            <p:cNvPr id="27" name="群組 26">
              <a:extLst>
                <a:ext uri="{FF2B5EF4-FFF2-40B4-BE49-F238E27FC236}">
                  <a16:creationId xmlns:a16="http://schemas.microsoft.com/office/drawing/2014/main" id="{2EC9851D-0322-B478-2B12-ED098C4CE1DF}"/>
                </a:ext>
              </a:extLst>
            </p:cNvPr>
            <p:cNvGrpSpPr/>
            <p:nvPr/>
          </p:nvGrpSpPr>
          <p:grpSpPr>
            <a:xfrm>
              <a:off x="8680012" y="737468"/>
              <a:ext cx="657917" cy="927045"/>
              <a:chOff x="8690001" y="1123950"/>
              <a:chExt cx="657917" cy="927045"/>
            </a:xfrm>
          </p:grpSpPr>
          <p:cxnSp>
            <p:nvCxnSpPr>
              <p:cNvPr id="15" name="直線接點 14">
                <a:extLst>
                  <a:ext uri="{FF2B5EF4-FFF2-40B4-BE49-F238E27FC236}">
                    <a16:creationId xmlns:a16="http://schemas.microsoft.com/office/drawing/2014/main" id="{3EEDC57A-AD95-C0C4-E381-68D4508B9A5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694917" y="1123950"/>
                <a:ext cx="0" cy="91953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線接點 16">
                <a:extLst>
                  <a:ext uri="{FF2B5EF4-FFF2-40B4-BE49-F238E27FC236}">
                    <a16:creationId xmlns:a16="http://schemas.microsoft.com/office/drawing/2014/main" id="{A586779A-BC0A-CDC5-303A-ACCDE5D9245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346096" y="1402993"/>
                <a:ext cx="0" cy="648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線接點 17">
                <a:extLst>
                  <a:ext uri="{FF2B5EF4-FFF2-40B4-BE49-F238E27FC236}">
                    <a16:creationId xmlns:a16="http://schemas.microsoft.com/office/drawing/2014/main" id="{EFFDCF62-FFD8-34B2-2E82-0A5B1A77499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690001" y="2050993"/>
                <a:ext cx="657917" cy="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線接點 19">
                <a:extLst>
                  <a:ext uri="{FF2B5EF4-FFF2-40B4-BE49-F238E27FC236}">
                    <a16:creationId xmlns:a16="http://schemas.microsoft.com/office/drawing/2014/main" id="{2027A6A8-F53B-DB72-34F0-BE248B90312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346096" y="1153821"/>
                <a:ext cx="0" cy="126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" name="群組 24">
              <a:extLst>
                <a:ext uri="{FF2B5EF4-FFF2-40B4-BE49-F238E27FC236}">
                  <a16:creationId xmlns:a16="http://schemas.microsoft.com/office/drawing/2014/main" id="{DB4B47FD-4D33-A231-B9D7-C7C5E834CFBA}"/>
                </a:ext>
              </a:extLst>
            </p:cNvPr>
            <p:cNvGrpSpPr/>
            <p:nvPr/>
          </p:nvGrpSpPr>
          <p:grpSpPr>
            <a:xfrm>
              <a:off x="9336107" y="887159"/>
              <a:ext cx="450000" cy="432000"/>
              <a:chOff x="9346096" y="1273641"/>
              <a:chExt cx="450000" cy="432000"/>
            </a:xfrm>
          </p:grpSpPr>
          <p:cxnSp>
            <p:nvCxnSpPr>
              <p:cNvPr id="21" name="直線接點 20">
                <a:extLst>
                  <a:ext uri="{FF2B5EF4-FFF2-40B4-BE49-F238E27FC236}">
                    <a16:creationId xmlns:a16="http://schemas.microsoft.com/office/drawing/2014/main" id="{1FDED0E0-B476-DA09-2E81-EEC660BAC93A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9571096" y="1053011"/>
                <a:ext cx="0" cy="45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線接點 21">
                <a:extLst>
                  <a:ext uri="{FF2B5EF4-FFF2-40B4-BE49-F238E27FC236}">
                    <a16:creationId xmlns:a16="http://schemas.microsoft.com/office/drawing/2014/main" id="{46008336-344D-5A52-3C88-1D2AE3730108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9526096" y="1224654"/>
                <a:ext cx="0" cy="36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線接點 22">
                <a:extLst>
                  <a:ext uri="{FF2B5EF4-FFF2-40B4-BE49-F238E27FC236}">
                    <a16:creationId xmlns:a16="http://schemas.microsoft.com/office/drawing/2014/main" id="{AAEE1DD7-A430-9846-ADF0-FA25668EC81C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9706096" y="1410223"/>
                <a:ext cx="0" cy="288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線接點 23">
                <a:extLst>
                  <a:ext uri="{FF2B5EF4-FFF2-40B4-BE49-F238E27FC236}">
                    <a16:creationId xmlns:a16="http://schemas.microsoft.com/office/drawing/2014/main" id="{F8FEB510-3D39-F8AA-99F7-EF553894A2BA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9786106" y="1273641"/>
                <a:ext cx="0" cy="432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0" name="群組 9">
            <a:extLst>
              <a:ext uri="{FF2B5EF4-FFF2-40B4-BE49-F238E27FC236}">
                <a16:creationId xmlns:a16="http://schemas.microsoft.com/office/drawing/2014/main" id="{D8B82067-EAFB-3A31-391B-1BEF6670BE9E}"/>
              </a:ext>
            </a:extLst>
          </p:cNvPr>
          <p:cNvGrpSpPr/>
          <p:nvPr/>
        </p:nvGrpSpPr>
        <p:grpSpPr>
          <a:xfrm>
            <a:off x="8833361" y="1063631"/>
            <a:ext cx="1106095" cy="927045"/>
            <a:chOff x="9562568" y="1614428"/>
            <a:chExt cx="1106095" cy="927045"/>
          </a:xfrm>
        </p:grpSpPr>
        <p:grpSp>
          <p:nvGrpSpPr>
            <p:cNvPr id="28" name="群組 27">
              <a:extLst>
                <a:ext uri="{FF2B5EF4-FFF2-40B4-BE49-F238E27FC236}">
                  <a16:creationId xmlns:a16="http://schemas.microsoft.com/office/drawing/2014/main" id="{62E7E783-09F3-D236-A869-5455503325FA}"/>
                </a:ext>
              </a:extLst>
            </p:cNvPr>
            <p:cNvGrpSpPr/>
            <p:nvPr/>
          </p:nvGrpSpPr>
          <p:grpSpPr>
            <a:xfrm>
              <a:off x="9562568" y="1614428"/>
              <a:ext cx="657917" cy="927045"/>
              <a:chOff x="8690001" y="1123950"/>
              <a:chExt cx="657917" cy="927045"/>
            </a:xfrm>
          </p:grpSpPr>
          <p:cxnSp>
            <p:nvCxnSpPr>
              <p:cNvPr id="29" name="直線接點 28">
                <a:extLst>
                  <a:ext uri="{FF2B5EF4-FFF2-40B4-BE49-F238E27FC236}">
                    <a16:creationId xmlns:a16="http://schemas.microsoft.com/office/drawing/2014/main" id="{4F04BA9E-222F-13CB-9FCF-3B480FD9E37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698727" y="1123950"/>
                <a:ext cx="0" cy="91953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線接點 29">
                <a:extLst>
                  <a:ext uri="{FF2B5EF4-FFF2-40B4-BE49-F238E27FC236}">
                    <a16:creationId xmlns:a16="http://schemas.microsoft.com/office/drawing/2014/main" id="{7A4E51E1-CF40-CBC2-B8BD-AC25046D898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346096" y="1402993"/>
                <a:ext cx="0" cy="648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線接點 30">
                <a:extLst>
                  <a:ext uri="{FF2B5EF4-FFF2-40B4-BE49-F238E27FC236}">
                    <a16:creationId xmlns:a16="http://schemas.microsoft.com/office/drawing/2014/main" id="{39DB1845-66C5-6DDD-5A54-DA37A0F1B7F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690001" y="2050993"/>
                <a:ext cx="657917" cy="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線接點 31">
                <a:extLst>
                  <a:ext uri="{FF2B5EF4-FFF2-40B4-BE49-F238E27FC236}">
                    <a16:creationId xmlns:a16="http://schemas.microsoft.com/office/drawing/2014/main" id="{8119BD31-DE8E-DAC8-26CC-C47D33644F4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346096" y="1153821"/>
                <a:ext cx="0" cy="126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3" name="群組 32">
              <a:extLst>
                <a:ext uri="{FF2B5EF4-FFF2-40B4-BE49-F238E27FC236}">
                  <a16:creationId xmlns:a16="http://schemas.microsoft.com/office/drawing/2014/main" id="{06FDA18C-5B68-419F-C301-B18FD9777B95}"/>
                </a:ext>
              </a:extLst>
            </p:cNvPr>
            <p:cNvGrpSpPr/>
            <p:nvPr/>
          </p:nvGrpSpPr>
          <p:grpSpPr>
            <a:xfrm>
              <a:off x="10218663" y="1764119"/>
              <a:ext cx="450000" cy="432000"/>
              <a:chOff x="9346096" y="1273641"/>
              <a:chExt cx="450000" cy="432000"/>
            </a:xfrm>
          </p:grpSpPr>
          <p:cxnSp>
            <p:nvCxnSpPr>
              <p:cNvPr id="34" name="直線接點 33">
                <a:extLst>
                  <a:ext uri="{FF2B5EF4-FFF2-40B4-BE49-F238E27FC236}">
                    <a16:creationId xmlns:a16="http://schemas.microsoft.com/office/drawing/2014/main" id="{D76A7366-E72B-1A53-ABD8-ED30A85A9E63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9571096" y="1053011"/>
                <a:ext cx="0" cy="45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線接點 34">
                <a:extLst>
                  <a:ext uri="{FF2B5EF4-FFF2-40B4-BE49-F238E27FC236}">
                    <a16:creationId xmlns:a16="http://schemas.microsoft.com/office/drawing/2014/main" id="{4806C963-3F05-8269-6141-808857A34AD4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9526096" y="1224654"/>
                <a:ext cx="0" cy="36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線接點 35">
                <a:extLst>
                  <a:ext uri="{FF2B5EF4-FFF2-40B4-BE49-F238E27FC236}">
                    <a16:creationId xmlns:a16="http://schemas.microsoft.com/office/drawing/2014/main" id="{C49333ED-166C-C2F1-4942-ACF24A86E9F9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9706096" y="1410223"/>
                <a:ext cx="0" cy="288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線接點 36">
                <a:extLst>
                  <a:ext uri="{FF2B5EF4-FFF2-40B4-BE49-F238E27FC236}">
                    <a16:creationId xmlns:a16="http://schemas.microsoft.com/office/drawing/2014/main" id="{75DCC51D-F829-2C56-4FEF-59B6618A2A4D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9786106" y="1273641"/>
                <a:ext cx="0" cy="432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8" name="手繪多邊形: 圖案 37">
            <a:extLst>
              <a:ext uri="{FF2B5EF4-FFF2-40B4-BE49-F238E27FC236}">
                <a16:creationId xmlns:a16="http://schemas.microsoft.com/office/drawing/2014/main" id="{7905A967-A708-54F6-79B5-94E097BA620D}"/>
              </a:ext>
            </a:extLst>
          </p:cNvPr>
          <p:cNvSpPr/>
          <p:nvPr/>
        </p:nvSpPr>
        <p:spPr>
          <a:xfrm>
            <a:off x="8776115" y="673835"/>
            <a:ext cx="445770" cy="480060"/>
          </a:xfrm>
          <a:custGeom>
            <a:avLst/>
            <a:gdLst>
              <a:gd name="connsiteX0" fmla="*/ 0 w 445770"/>
              <a:gd name="connsiteY0" fmla="*/ 0 h 476250"/>
              <a:gd name="connsiteX1" fmla="*/ 445770 w 445770"/>
              <a:gd name="connsiteY1" fmla="*/ 15240 h 476250"/>
              <a:gd name="connsiteX2" fmla="*/ 441960 w 445770"/>
              <a:gd name="connsiteY2" fmla="*/ 472440 h 476250"/>
              <a:gd name="connsiteX3" fmla="*/ 358140 w 445770"/>
              <a:gd name="connsiteY3" fmla="*/ 476250 h 476250"/>
              <a:gd name="connsiteX4" fmla="*/ 361950 w 445770"/>
              <a:gd name="connsiteY4" fmla="*/ 125730 h 476250"/>
              <a:gd name="connsiteX5" fmla="*/ 0 w 445770"/>
              <a:gd name="connsiteY5" fmla="*/ 129540 h 476250"/>
              <a:gd name="connsiteX6" fmla="*/ 0 w 445770"/>
              <a:gd name="connsiteY6" fmla="*/ 0 h 476250"/>
              <a:gd name="connsiteX0" fmla="*/ 0 w 445770"/>
              <a:gd name="connsiteY0" fmla="*/ 3810 h 480060"/>
              <a:gd name="connsiteX1" fmla="*/ 445770 w 445770"/>
              <a:gd name="connsiteY1" fmla="*/ 0 h 480060"/>
              <a:gd name="connsiteX2" fmla="*/ 441960 w 445770"/>
              <a:gd name="connsiteY2" fmla="*/ 476250 h 480060"/>
              <a:gd name="connsiteX3" fmla="*/ 358140 w 445770"/>
              <a:gd name="connsiteY3" fmla="*/ 480060 h 480060"/>
              <a:gd name="connsiteX4" fmla="*/ 361950 w 445770"/>
              <a:gd name="connsiteY4" fmla="*/ 129540 h 480060"/>
              <a:gd name="connsiteX5" fmla="*/ 0 w 445770"/>
              <a:gd name="connsiteY5" fmla="*/ 133350 h 480060"/>
              <a:gd name="connsiteX6" fmla="*/ 0 w 445770"/>
              <a:gd name="connsiteY6" fmla="*/ 3810 h 480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770" h="480060">
                <a:moveTo>
                  <a:pt x="0" y="3810"/>
                </a:moveTo>
                <a:lnTo>
                  <a:pt x="445770" y="0"/>
                </a:lnTo>
                <a:lnTo>
                  <a:pt x="441960" y="476250"/>
                </a:lnTo>
                <a:lnTo>
                  <a:pt x="358140" y="480060"/>
                </a:lnTo>
                <a:lnTo>
                  <a:pt x="361950" y="129540"/>
                </a:lnTo>
                <a:lnTo>
                  <a:pt x="0" y="133350"/>
                </a:lnTo>
                <a:lnTo>
                  <a:pt x="0" y="3810"/>
                </a:lnTo>
                <a:close/>
              </a:path>
            </a:pathLst>
          </a:cu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7A5FB90-AB82-2866-5751-BEFF6EEDA15E}"/>
              </a:ext>
            </a:extLst>
          </p:cNvPr>
          <p:cNvSpPr/>
          <p:nvPr/>
        </p:nvSpPr>
        <p:spPr>
          <a:xfrm>
            <a:off x="8124372" y="643912"/>
            <a:ext cx="663547" cy="82663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6" name="手繪多邊形: 圖案 5">
            <a:extLst>
              <a:ext uri="{FF2B5EF4-FFF2-40B4-BE49-F238E27FC236}">
                <a16:creationId xmlns:a16="http://schemas.microsoft.com/office/drawing/2014/main" id="{7A403002-7E1F-E350-D36D-EFB2F5F3EB56}"/>
              </a:ext>
            </a:extLst>
          </p:cNvPr>
          <p:cNvSpPr/>
          <p:nvPr/>
        </p:nvSpPr>
        <p:spPr>
          <a:xfrm>
            <a:off x="8308941" y="636223"/>
            <a:ext cx="93506" cy="143841"/>
          </a:xfrm>
          <a:custGeom>
            <a:avLst/>
            <a:gdLst>
              <a:gd name="connsiteX0" fmla="*/ 3 w 93506"/>
              <a:gd name="connsiteY0" fmla="*/ 96522 h 143841"/>
              <a:gd name="connsiteX1" fmla="*/ 46187 w 93506"/>
              <a:gd name="connsiteY1" fmla="*/ 143838 h 143841"/>
              <a:gd name="connsiteX2" fmla="*/ 93503 w 93506"/>
              <a:gd name="connsiteY2" fmla="*/ 97654 h 143841"/>
              <a:gd name="connsiteX3" fmla="*/ 93503 w 93506"/>
              <a:gd name="connsiteY3" fmla="*/ 96522 h 143841"/>
              <a:gd name="connsiteX4" fmla="*/ 46757 w 93506"/>
              <a:gd name="connsiteY4" fmla="*/ 0 h 143841"/>
              <a:gd name="connsiteX5" fmla="*/ 3 w 93506"/>
              <a:gd name="connsiteY5" fmla="*/ 96522 h 1438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3506" h="143841">
                <a:moveTo>
                  <a:pt x="3" y="96522"/>
                </a:moveTo>
                <a:cubicBezTo>
                  <a:pt x="-309" y="122341"/>
                  <a:pt x="20368" y="143525"/>
                  <a:pt x="46187" y="143838"/>
                </a:cubicBezTo>
                <a:cubicBezTo>
                  <a:pt x="72006" y="144151"/>
                  <a:pt x="93191" y="123473"/>
                  <a:pt x="93503" y="97654"/>
                </a:cubicBezTo>
                <a:cubicBezTo>
                  <a:pt x="93508" y="97277"/>
                  <a:pt x="93508" y="96900"/>
                  <a:pt x="93503" y="96522"/>
                </a:cubicBezTo>
                <a:cubicBezTo>
                  <a:pt x="93510" y="66429"/>
                  <a:pt x="46757" y="0"/>
                  <a:pt x="46757" y="0"/>
                </a:cubicBezTo>
                <a:cubicBezTo>
                  <a:pt x="46757" y="0"/>
                  <a:pt x="3" y="66621"/>
                  <a:pt x="3" y="96522"/>
                </a:cubicBezTo>
                <a:close/>
              </a:path>
            </a:pathLst>
          </a:custGeom>
          <a:solidFill>
            <a:srgbClr val="00B0F0"/>
          </a:solidFill>
          <a:ln w="6846" cap="flat">
            <a:noFill/>
            <a:prstDash val="solid"/>
            <a:miter/>
          </a:ln>
        </p:spPr>
        <p:txBody>
          <a:bodyPr rtlCol="0" anchor="ctr"/>
          <a:lstStyle/>
          <a:p>
            <a:endParaRPr lang="zh-HK" altLang="en-US"/>
          </a:p>
        </p:txBody>
      </p:sp>
      <p:sp>
        <p:nvSpPr>
          <p:cNvPr id="8" name="手繪多邊形: 圖案 7">
            <a:extLst>
              <a:ext uri="{FF2B5EF4-FFF2-40B4-BE49-F238E27FC236}">
                <a16:creationId xmlns:a16="http://schemas.microsoft.com/office/drawing/2014/main" id="{F66B12D2-6653-7A27-82FF-00EB6BCE5E72}"/>
              </a:ext>
            </a:extLst>
          </p:cNvPr>
          <p:cNvSpPr/>
          <p:nvPr/>
        </p:nvSpPr>
        <p:spPr>
          <a:xfrm>
            <a:off x="8308941" y="965598"/>
            <a:ext cx="93506" cy="143841"/>
          </a:xfrm>
          <a:custGeom>
            <a:avLst/>
            <a:gdLst>
              <a:gd name="connsiteX0" fmla="*/ 3 w 93506"/>
              <a:gd name="connsiteY0" fmla="*/ 96522 h 143841"/>
              <a:gd name="connsiteX1" fmla="*/ 46187 w 93506"/>
              <a:gd name="connsiteY1" fmla="*/ 143838 h 143841"/>
              <a:gd name="connsiteX2" fmla="*/ 93503 w 93506"/>
              <a:gd name="connsiteY2" fmla="*/ 97654 h 143841"/>
              <a:gd name="connsiteX3" fmla="*/ 93503 w 93506"/>
              <a:gd name="connsiteY3" fmla="*/ 96522 h 143841"/>
              <a:gd name="connsiteX4" fmla="*/ 46757 w 93506"/>
              <a:gd name="connsiteY4" fmla="*/ 0 h 143841"/>
              <a:gd name="connsiteX5" fmla="*/ 3 w 93506"/>
              <a:gd name="connsiteY5" fmla="*/ 96522 h 1438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3506" h="143841">
                <a:moveTo>
                  <a:pt x="3" y="96522"/>
                </a:moveTo>
                <a:cubicBezTo>
                  <a:pt x="-309" y="122341"/>
                  <a:pt x="20368" y="143525"/>
                  <a:pt x="46187" y="143838"/>
                </a:cubicBezTo>
                <a:cubicBezTo>
                  <a:pt x="72006" y="144151"/>
                  <a:pt x="93191" y="123473"/>
                  <a:pt x="93503" y="97654"/>
                </a:cubicBezTo>
                <a:cubicBezTo>
                  <a:pt x="93508" y="97277"/>
                  <a:pt x="93508" y="96900"/>
                  <a:pt x="93503" y="96522"/>
                </a:cubicBezTo>
                <a:cubicBezTo>
                  <a:pt x="93510" y="66429"/>
                  <a:pt x="46757" y="0"/>
                  <a:pt x="46757" y="0"/>
                </a:cubicBezTo>
                <a:cubicBezTo>
                  <a:pt x="46757" y="0"/>
                  <a:pt x="3" y="66621"/>
                  <a:pt x="3" y="96522"/>
                </a:cubicBezTo>
                <a:close/>
              </a:path>
            </a:pathLst>
          </a:custGeom>
          <a:solidFill>
            <a:srgbClr val="00B0F0"/>
          </a:solidFill>
          <a:ln w="6846" cap="flat">
            <a:noFill/>
            <a:prstDash val="solid"/>
            <a:miter/>
          </a:ln>
        </p:spPr>
        <p:txBody>
          <a:bodyPr rtlCol="0" anchor="ctr"/>
          <a:lstStyle/>
          <a:p>
            <a:endParaRPr lang="zh-HK" altLang="en-US"/>
          </a:p>
        </p:txBody>
      </p:sp>
      <p:sp>
        <p:nvSpPr>
          <p:cNvPr id="14" name="手繪多邊形: 圖案 13">
            <a:extLst>
              <a:ext uri="{FF2B5EF4-FFF2-40B4-BE49-F238E27FC236}">
                <a16:creationId xmlns:a16="http://schemas.microsoft.com/office/drawing/2014/main" id="{00646424-20F7-D8C3-A98C-6AC01EBE1173}"/>
              </a:ext>
            </a:extLst>
          </p:cNvPr>
          <p:cNvSpPr/>
          <p:nvPr/>
        </p:nvSpPr>
        <p:spPr>
          <a:xfrm>
            <a:off x="9488071" y="1214318"/>
            <a:ext cx="445770" cy="476250"/>
          </a:xfrm>
          <a:custGeom>
            <a:avLst/>
            <a:gdLst>
              <a:gd name="connsiteX0" fmla="*/ 0 w 445770"/>
              <a:gd name="connsiteY0" fmla="*/ 0 h 476250"/>
              <a:gd name="connsiteX1" fmla="*/ 445770 w 445770"/>
              <a:gd name="connsiteY1" fmla="*/ 15240 h 476250"/>
              <a:gd name="connsiteX2" fmla="*/ 441960 w 445770"/>
              <a:gd name="connsiteY2" fmla="*/ 472440 h 476250"/>
              <a:gd name="connsiteX3" fmla="*/ 358140 w 445770"/>
              <a:gd name="connsiteY3" fmla="*/ 476250 h 476250"/>
              <a:gd name="connsiteX4" fmla="*/ 361950 w 445770"/>
              <a:gd name="connsiteY4" fmla="*/ 125730 h 476250"/>
              <a:gd name="connsiteX5" fmla="*/ 0 w 445770"/>
              <a:gd name="connsiteY5" fmla="*/ 129540 h 476250"/>
              <a:gd name="connsiteX6" fmla="*/ 0 w 445770"/>
              <a:gd name="connsiteY6" fmla="*/ 0 h 476250"/>
              <a:gd name="connsiteX0" fmla="*/ 0 w 445770"/>
              <a:gd name="connsiteY0" fmla="*/ 0 h 476250"/>
              <a:gd name="connsiteX1" fmla="*/ 445770 w 445770"/>
              <a:gd name="connsiteY1" fmla="*/ 952 h 476250"/>
              <a:gd name="connsiteX2" fmla="*/ 441960 w 445770"/>
              <a:gd name="connsiteY2" fmla="*/ 472440 h 476250"/>
              <a:gd name="connsiteX3" fmla="*/ 358140 w 445770"/>
              <a:gd name="connsiteY3" fmla="*/ 476250 h 476250"/>
              <a:gd name="connsiteX4" fmla="*/ 361950 w 445770"/>
              <a:gd name="connsiteY4" fmla="*/ 125730 h 476250"/>
              <a:gd name="connsiteX5" fmla="*/ 0 w 445770"/>
              <a:gd name="connsiteY5" fmla="*/ 129540 h 476250"/>
              <a:gd name="connsiteX6" fmla="*/ 0 w 445770"/>
              <a:gd name="connsiteY6" fmla="*/ 0 h 476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770" h="476250">
                <a:moveTo>
                  <a:pt x="0" y="0"/>
                </a:moveTo>
                <a:lnTo>
                  <a:pt x="445770" y="952"/>
                </a:lnTo>
                <a:lnTo>
                  <a:pt x="441960" y="472440"/>
                </a:lnTo>
                <a:lnTo>
                  <a:pt x="358140" y="476250"/>
                </a:lnTo>
                <a:lnTo>
                  <a:pt x="361950" y="125730"/>
                </a:lnTo>
                <a:lnTo>
                  <a:pt x="0" y="129540"/>
                </a:lnTo>
                <a:lnTo>
                  <a:pt x="0" y="0"/>
                </a:lnTo>
                <a:close/>
              </a:path>
            </a:pathLst>
          </a:cu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98A9731-466D-22BA-1846-70631B4F317E}"/>
              </a:ext>
            </a:extLst>
          </p:cNvPr>
          <p:cNvSpPr/>
          <p:nvPr/>
        </p:nvSpPr>
        <p:spPr>
          <a:xfrm>
            <a:off x="8836328" y="1106739"/>
            <a:ext cx="663547" cy="88237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grpSp>
        <p:nvGrpSpPr>
          <p:cNvPr id="19" name="群組 18">
            <a:extLst>
              <a:ext uri="{FF2B5EF4-FFF2-40B4-BE49-F238E27FC236}">
                <a16:creationId xmlns:a16="http://schemas.microsoft.com/office/drawing/2014/main" id="{A9C8FA55-8880-2C44-656D-F20DD5281725}"/>
              </a:ext>
            </a:extLst>
          </p:cNvPr>
          <p:cNvGrpSpPr/>
          <p:nvPr/>
        </p:nvGrpSpPr>
        <p:grpSpPr>
          <a:xfrm>
            <a:off x="9547138" y="1587916"/>
            <a:ext cx="1106095" cy="927045"/>
            <a:chOff x="9562568" y="1614428"/>
            <a:chExt cx="1106095" cy="927045"/>
          </a:xfrm>
        </p:grpSpPr>
        <p:grpSp>
          <p:nvGrpSpPr>
            <p:cNvPr id="26" name="群組 25">
              <a:extLst>
                <a:ext uri="{FF2B5EF4-FFF2-40B4-BE49-F238E27FC236}">
                  <a16:creationId xmlns:a16="http://schemas.microsoft.com/office/drawing/2014/main" id="{03D05CCC-E248-BF3B-39A1-B999D954A474}"/>
                </a:ext>
              </a:extLst>
            </p:cNvPr>
            <p:cNvGrpSpPr/>
            <p:nvPr/>
          </p:nvGrpSpPr>
          <p:grpSpPr>
            <a:xfrm>
              <a:off x="9562568" y="1614428"/>
              <a:ext cx="657917" cy="927045"/>
              <a:chOff x="8690001" y="1123950"/>
              <a:chExt cx="657917" cy="927045"/>
            </a:xfrm>
          </p:grpSpPr>
          <p:cxnSp>
            <p:nvCxnSpPr>
              <p:cNvPr id="44" name="直線接點 43">
                <a:extLst>
                  <a:ext uri="{FF2B5EF4-FFF2-40B4-BE49-F238E27FC236}">
                    <a16:creationId xmlns:a16="http://schemas.microsoft.com/office/drawing/2014/main" id="{5DB0A9A6-FBEC-780C-07D9-47355A3F58B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698727" y="1123950"/>
                <a:ext cx="0" cy="91953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線接點 44">
                <a:extLst>
                  <a:ext uri="{FF2B5EF4-FFF2-40B4-BE49-F238E27FC236}">
                    <a16:creationId xmlns:a16="http://schemas.microsoft.com/office/drawing/2014/main" id="{B0394224-348C-9C0A-96E1-E6E4A186E52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346096" y="1402993"/>
                <a:ext cx="0" cy="648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線接點 45">
                <a:extLst>
                  <a:ext uri="{FF2B5EF4-FFF2-40B4-BE49-F238E27FC236}">
                    <a16:creationId xmlns:a16="http://schemas.microsoft.com/office/drawing/2014/main" id="{86C3FB97-4852-B8D8-3659-A8A7E3B40E5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690001" y="2050993"/>
                <a:ext cx="657917" cy="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線接點 46">
                <a:extLst>
                  <a:ext uri="{FF2B5EF4-FFF2-40B4-BE49-F238E27FC236}">
                    <a16:creationId xmlns:a16="http://schemas.microsoft.com/office/drawing/2014/main" id="{7CBE150E-44FF-F4EF-11A9-DC515B5E4F3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346096" y="1153821"/>
                <a:ext cx="0" cy="126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9" name="群組 38">
              <a:extLst>
                <a:ext uri="{FF2B5EF4-FFF2-40B4-BE49-F238E27FC236}">
                  <a16:creationId xmlns:a16="http://schemas.microsoft.com/office/drawing/2014/main" id="{375C2B57-424A-543D-C60E-26F7A08EB3B6}"/>
                </a:ext>
              </a:extLst>
            </p:cNvPr>
            <p:cNvGrpSpPr/>
            <p:nvPr/>
          </p:nvGrpSpPr>
          <p:grpSpPr>
            <a:xfrm>
              <a:off x="10218663" y="1764119"/>
              <a:ext cx="450000" cy="432000"/>
              <a:chOff x="9346096" y="1273641"/>
              <a:chExt cx="450000" cy="432000"/>
            </a:xfrm>
          </p:grpSpPr>
          <p:cxnSp>
            <p:nvCxnSpPr>
              <p:cNvPr id="40" name="直線接點 39">
                <a:extLst>
                  <a:ext uri="{FF2B5EF4-FFF2-40B4-BE49-F238E27FC236}">
                    <a16:creationId xmlns:a16="http://schemas.microsoft.com/office/drawing/2014/main" id="{F14A554B-C643-1980-04BE-51AF5EB1D37B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9571096" y="1053011"/>
                <a:ext cx="0" cy="45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線接點 40">
                <a:extLst>
                  <a:ext uri="{FF2B5EF4-FFF2-40B4-BE49-F238E27FC236}">
                    <a16:creationId xmlns:a16="http://schemas.microsoft.com/office/drawing/2014/main" id="{BAA687D6-9366-AB5C-42A5-C3CE548F9B3E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9526096" y="1224654"/>
                <a:ext cx="0" cy="36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線接點 41">
                <a:extLst>
                  <a:ext uri="{FF2B5EF4-FFF2-40B4-BE49-F238E27FC236}">
                    <a16:creationId xmlns:a16="http://schemas.microsoft.com/office/drawing/2014/main" id="{FC0F671C-3925-48DE-E7A0-DEF4A4C599D8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9706096" y="1410223"/>
                <a:ext cx="0" cy="288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線接點 42">
                <a:extLst>
                  <a:ext uri="{FF2B5EF4-FFF2-40B4-BE49-F238E27FC236}">
                    <a16:creationId xmlns:a16="http://schemas.microsoft.com/office/drawing/2014/main" id="{22CF2A2C-AF2A-8FC7-11E9-3E8B5FADEEEF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9786106" y="1273641"/>
                <a:ext cx="0" cy="432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8" name="手繪多邊形: 圖案 47">
            <a:extLst>
              <a:ext uri="{FF2B5EF4-FFF2-40B4-BE49-F238E27FC236}">
                <a16:creationId xmlns:a16="http://schemas.microsoft.com/office/drawing/2014/main" id="{022DA53F-3F6D-A979-ABB5-8D29A67C6DA6}"/>
              </a:ext>
            </a:extLst>
          </p:cNvPr>
          <p:cNvSpPr/>
          <p:nvPr/>
        </p:nvSpPr>
        <p:spPr>
          <a:xfrm>
            <a:off x="10201848" y="1738603"/>
            <a:ext cx="445770" cy="476250"/>
          </a:xfrm>
          <a:custGeom>
            <a:avLst/>
            <a:gdLst>
              <a:gd name="connsiteX0" fmla="*/ 0 w 445770"/>
              <a:gd name="connsiteY0" fmla="*/ 0 h 476250"/>
              <a:gd name="connsiteX1" fmla="*/ 445770 w 445770"/>
              <a:gd name="connsiteY1" fmla="*/ 15240 h 476250"/>
              <a:gd name="connsiteX2" fmla="*/ 441960 w 445770"/>
              <a:gd name="connsiteY2" fmla="*/ 472440 h 476250"/>
              <a:gd name="connsiteX3" fmla="*/ 358140 w 445770"/>
              <a:gd name="connsiteY3" fmla="*/ 476250 h 476250"/>
              <a:gd name="connsiteX4" fmla="*/ 361950 w 445770"/>
              <a:gd name="connsiteY4" fmla="*/ 125730 h 476250"/>
              <a:gd name="connsiteX5" fmla="*/ 0 w 445770"/>
              <a:gd name="connsiteY5" fmla="*/ 129540 h 476250"/>
              <a:gd name="connsiteX6" fmla="*/ 0 w 445770"/>
              <a:gd name="connsiteY6" fmla="*/ 0 h 476250"/>
              <a:gd name="connsiteX0" fmla="*/ 0 w 445770"/>
              <a:gd name="connsiteY0" fmla="*/ 0 h 476250"/>
              <a:gd name="connsiteX1" fmla="*/ 445770 w 445770"/>
              <a:gd name="connsiteY1" fmla="*/ 953 h 476250"/>
              <a:gd name="connsiteX2" fmla="*/ 441960 w 445770"/>
              <a:gd name="connsiteY2" fmla="*/ 472440 h 476250"/>
              <a:gd name="connsiteX3" fmla="*/ 358140 w 445770"/>
              <a:gd name="connsiteY3" fmla="*/ 476250 h 476250"/>
              <a:gd name="connsiteX4" fmla="*/ 361950 w 445770"/>
              <a:gd name="connsiteY4" fmla="*/ 125730 h 476250"/>
              <a:gd name="connsiteX5" fmla="*/ 0 w 445770"/>
              <a:gd name="connsiteY5" fmla="*/ 129540 h 476250"/>
              <a:gd name="connsiteX6" fmla="*/ 0 w 445770"/>
              <a:gd name="connsiteY6" fmla="*/ 0 h 476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770" h="476250">
                <a:moveTo>
                  <a:pt x="0" y="0"/>
                </a:moveTo>
                <a:lnTo>
                  <a:pt x="445770" y="953"/>
                </a:lnTo>
                <a:lnTo>
                  <a:pt x="441960" y="472440"/>
                </a:lnTo>
                <a:lnTo>
                  <a:pt x="358140" y="476250"/>
                </a:lnTo>
                <a:lnTo>
                  <a:pt x="361950" y="125730"/>
                </a:lnTo>
                <a:lnTo>
                  <a:pt x="0" y="129540"/>
                </a:lnTo>
                <a:lnTo>
                  <a:pt x="0" y="0"/>
                </a:lnTo>
                <a:close/>
              </a:path>
            </a:pathLst>
          </a:cu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73388AC9-408B-0DED-66D9-A194E764FC19}"/>
              </a:ext>
            </a:extLst>
          </p:cNvPr>
          <p:cNvSpPr/>
          <p:nvPr/>
        </p:nvSpPr>
        <p:spPr>
          <a:xfrm>
            <a:off x="9550105" y="1663076"/>
            <a:ext cx="663547" cy="85032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grpSp>
        <p:nvGrpSpPr>
          <p:cNvPr id="50" name="群組 49">
            <a:extLst>
              <a:ext uri="{FF2B5EF4-FFF2-40B4-BE49-F238E27FC236}">
                <a16:creationId xmlns:a16="http://schemas.microsoft.com/office/drawing/2014/main" id="{04B15E68-8824-CA6D-0545-4D6A9F9477D2}"/>
              </a:ext>
            </a:extLst>
          </p:cNvPr>
          <p:cNvGrpSpPr/>
          <p:nvPr/>
        </p:nvGrpSpPr>
        <p:grpSpPr>
          <a:xfrm>
            <a:off x="10252435" y="2118439"/>
            <a:ext cx="1106095" cy="927045"/>
            <a:chOff x="9562568" y="1614428"/>
            <a:chExt cx="1106095" cy="927045"/>
          </a:xfrm>
        </p:grpSpPr>
        <p:grpSp>
          <p:nvGrpSpPr>
            <p:cNvPr id="51" name="群組 50">
              <a:extLst>
                <a:ext uri="{FF2B5EF4-FFF2-40B4-BE49-F238E27FC236}">
                  <a16:creationId xmlns:a16="http://schemas.microsoft.com/office/drawing/2014/main" id="{6238D73A-7271-6AFF-FE2F-031ED8F219AB}"/>
                </a:ext>
              </a:extLst>
            </p:cNvPr>
            <p:cNvGrpSpPr/>
            <p:nvPr/>
          </p:nvGrpSpPr>
          <p:grpSpPr>
            <a:xfrm>
              <a:off x="9562568" y="1614428"/>
              <a:ext cx="657917" cy="927045"/>
              <a:chOff x="8690001" y="1123950"/>
              <a:chExt cx="657917" cy="927045"/>
            </a:xfrm>
          </p:grpSpPr>
          <p:cxnSp>
            <p:nvCxnSpPr>
              <p:cNvPr id="57" name="直線接點 56">
                <a:extLst>
                  <a:ext uri="{FF2B5EF4-FFF2-40B4-BE49-F238E27FC236}">
                    <a16:creationId xmlns:a16="http://schemas.microsoft.com/office/drawing/2014/main" id="{C4ACE2CD-9530-8651-CED8-367FABE74DB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698727" y="1123950"/>
                <a:ext cx="0" cy="91953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線接點 57">
                <a:extLst>
                  <a:ext uri="{FF2B5EF4-FFF2-40B4-BE49-F238E27FC236}">
                    <a16:creationId xmlns:a16="http://schemas.microsoft.com/office/drawing/2014/main" id="{BDD1167E-9041-DEBE-A70B-698B20ED1B0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346096" y="1402993"/>
                <a:ext cx="0" cy="648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線接點 58">
                <a:extLst>
                  <a:ext uri="{FF2B5EF4-FFF2-40B4-BE49-F238E27FC236}">
                    <a16:creationId xmlns:a16="http://schemas.microsoft.com/office/drawing/2014/main" id="{48D9B2D5-A159-03C7-B82A-749AEA2A646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690001" y="2050993"/>
                <a:ext cx="657917" cy="2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線接點 59">
                <a:extLst>
                  <a:ext uri="{FF2B5EF4-FFF2-40B4-BE49-F238E27FC236}">
                    <a16:creationId xmlns:a16="http://schemas.microsoft.com/office/drawing/2014/main" id="{3E88E907-B3DB-65FF-343F-6FA343166A1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346096" y="1153821"/>
                <a:ext cx="0" cy="126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2" name="群組 51">
              <a:extLst>
                <a:ext uri="{FF2B5EF4-FFF2-40B4-BE49-F238E27FC236}">
                  <a16:creationId xmlns:a16="http://schemas.microsoft.com/office/drawing/2014/main" id="{B4C85640-223E-422F-8124-BC70063DBB97}"/>
                </a:ext>
              </a:extLst>
            </p:cNvPr>
            <p:cNvGrpSpPr/>
            <p:nvPr/>
          </p:nvGrpSpPr>
          <p:grpSpPr>
            <a:xfrm>
              <a:off x="10218663" y="1764119"/>
              <a:ext cx="450000" cy="432000"/>
              <a:chOff x="9346096" y="1273641"/>
              <a:chExt cx="450000" cy="432000"/>
            </a:xfrm>
          </p:grpSpPr>
          <p:cxnSp>
            <p:nvCxnSpPr>
              <p:cNvPr id="53" name="直線接點 52">
                <a:extLst>
                  <a:ext uri="{FF2B5EF4-FFF2-40B4-BE49-F238E27FC236}">
                    <a16:creationId xmlns:a16="http://schemas.microsoft.com/office/drawing/2014/main" id="{BE91607B-EF1A-71E3-A642-063EE5C4F856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9571096" y="1053011"/>
                <a:ext cx="0" cy="45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線接點 53">
                <a:extLst>
                  <a:ext uri="{FF2B5EF4-FFF2-40B4-BE49-F238E27FC236}">
                    <a16:creationId xmlns:a16="http://schemas.microsoft.com/office/drawing/2014/main" id="{819490E6-D782-0201-8EB0-186EE9C0D9EC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9526096" y="1224654"/>
                <a:ext cx="0" cy="36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線接點 54">
                <a:extLst>
                  <a:ext uri="{FF2B5EF4-FFF2-40B4-BE49-F238E27FC236}">
                    <a16:creationId xmlns:a16="http://schemas.microsoft.com/office/drawing/2014/main" id="{0FFDE3D1-2702-6AA3-EF7D-930FE34D97F8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9706096" y="1410223"/>
                <a:ext cx="0" cy="288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線接點 55">
                <a:extLst>
                  <a:ext uri="{FF2B5EF4-FFF2-40B4-BE49-F238E27FC236}">
                    <a16:creationId xmlns:a16="http://schemas.microsoft.com/office/drawing/2014/main" id="{A99118C1-F7E1-34A5-65AB-8FB4E7427C1B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9786106" y="1273641"/>
                <a:ext cx="0" cy="432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1" name="手繪多邊形: 圖案 60">
            <a:extLst>
              <a:ext uri="{FF2B5EF4-FFF2-40B4-BE49-F238E27FC236}">
                <a16:creationId xmlns:a16="http://schemas.microsoft.com/office/drawing/2014/main" id="{7788222E-4537-7986-9E56-9227A3AB8B1F}"/>
              </a:ext>
            </a:extLst>
          </p:cNvPr>
          <p:cNvSpPr/>
          <p:nvPr/>
        </p:nvSpPr>
        <p:spPr>
          <a:xfrm>
            <a:off x="10907145" y="2269126"/>
            <a:ext cx="445770" cy="476250"/>
          </a:xfrm>
          <a:custGeom>
            <a:avLst/>
            <a:gdLst>
              <a:gd name="connsiteX0" fmla="*/ 0 w 445770"/>
              <a:gd name="connsiteY0" fmla="*/ 0 h 476250"/>
              <a:gd name="connsiteX1" fmla="*/ 445770 w 445770"/>
              <a:gd name="connsiteY1" fmla="*/ 15240 h 476250"/>
              <a:gd name="connsiteX2" fmla="*/ 441960 w 445770"/>
              <a:gd name="connsiteY2" fmla="*/ 472440 h 476250"/>
              <a:gd name="connsiteX3" fmla="*/ 358140 w 445770"/>
              <a:gd name="connsiteY3" fmla="*/ 476250 h 476250"/>
              <a:gd name="connsiteX4" fmla="*/ 361950 w 445770"/>
              <a:gd name="connsiteY4" fmla="*/ 125730 h 476250"/>
              <a:gd name="connsiteX5" fmla="*/ 0 w 445770"/>
              <a:gd name="connsiteY5" fmla="*/ 129540 h 476250"/>
              <a:gd name="connsiteX6" fmla="*/ 0 w 445770"/>
              <a:gd name="connsiteY6" fmla="*/ 0 h 476250"/>
              <a:gd name="connsiteX0" fmla="*/ 0 w 445770"/>
              <a:gd name="connsiteY0" fmla="*/ 0 h 476250"/>
              <a:gd name="connsiteX1" fmla="*/ 445770 w 445770"/>
              <a:gd name="connsiteY1" fmla="*/ 3334 h 476250"/>
              <a:gd name="connsiteX2" fmla="*/ 441960 w 445770"/>
              <a:gd name="connsiteY2" fmla="*/ 472440 h 476250"/>
              <a:gd name="connsiteX3" fmla="*/ 358140 w 445770"/>
              <a:gd name="connsiteY3" fmla="*/ 476250 h 476250"/>
              <a:gd name="connsiteX4" fmla="*/ 361950 w 445770"/>
              <a:gd name="connsiteY4" fmla="*/ 125730 h 476250"/>
              <a:gd name="connsiteX5" fmla="*/ 0 w 445770"/>
              <a:gd name="connsiteY5" fmla="*/ 129540 h 476250"/>
              <a:gd name="connsiteX6" fmla="*/ 0 w 445770"/>
              <a:gd name="connsiteY6" fmla="*/ 0 h 476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770" h="476250">
                <a:moveTo>
                  <a:pt x="0" y="0"/>
                </a:moveTo>
                <a:lnTo>
                  <a:pt x="445770" y="3334"/>
                </a:lnTo>
                <a:lnTo>
                  <a:pt x="441960" y="472440"/>
                </a:lnTo>
                <a:lnTo>
                  <a:pt x="358140" y="476250"/>
                </a:lnTo>
                <a:lnTo>
                  <a:pt x="361950" y="125730"/>
                </a:lnTo>
                <a:lnTo>
                  <a:pt x="0" y="129540"/>
                </a:lnTo>
                <a:lnTo>
                  <a:pt x="0" y="0"/>
                </a:lnTo>
                <a:close/>
              </a:path>
            </a:pathLst>
          </a:cu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099F7162-C63A-77FE-F865-F04EA5372CD4}"/>
              </a:ext>
            </a:extLst>
          </p:cNvPr>
          <p:cNvSpPr/>
          <p:nvPr/>
        </p:nvSpPr>
        <p:spPr>
          <a:xfrm>
            <a:off x="10255402" y="2209474"/>
            <a:ext cx="663547" cy="85032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grpSp>
        <p:nvGrpSpPr>
          <p:cNvPr id="1024" name="群組 1023">
            <a:extLst>
              <a:ext uri="{FF2B5EF4-FFF2-40B4-BE49-F238E27FC236}">
                <a16:creationId xmlns:a16="http://schemas.microsoft.com/office/drawing/2014/main" id="{014CAD65-6172-8724-1B6F-AD2E46326B6A}"/>
              </a:ext>
            </a:extLst>
          </p:cNvPr>
          <p:cNvGrpSpPr/>
          <p:nvPr/>
        </p:nvGrpSpPr>
        <p:grpSpPr>
          <a:xfrm>
            <a:off x="10952102" y="2473206"/>
            <a:ext cx="1008000" cy="1260000"/>
            <a:chOff x="8690001" y="1123950"/>
            <a:chExt cx="657917" cy="927045"/>
          </a:xfrm>
        </p:grpSpPr>
        <p:cxnSp>
          <p:nvCxnSpPr>
            <p:cNvPr id="1031" name="直線接點 1030">
              <a:extLst>
                <a:ext uri="{FF2B5EF4-FFF2-40B4-BE49-F238E27FC236}">
                  <a16:creationId xmlns:a16="http://schemas.microsoft.com/office/drawing/2014/main" id="{618B19E2-2C6C-C4DE-8999-4AB0799E2BDE}"/>
                </a:ext>
              </a:extLst>
            </p:cNvPr>
            <p:cNvCxnSpPr>
              <a:cxnSpLocks/>
            </p:cNvCxnSpPr>
            <p:nvPr/>
          </p:nvCxnSpPr>
          <p:spPr>
            <a:xfrm>
              <a:off x="8698727" y="1123950"/>
              <a:ext cx="0" cy="91953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2" name="直線接點 1031">
              <a:extLst>
                <a:ext uri="{FF2B5EF4-FFF2-40B4-BE49-F238E27FC236}">
                  <a16:creationId xmlns:a16="http://schemas.microsoft.com/office/drawing/2014/main" id="{A8A1144E-2BF3-CE6C-DFB1-2B7686EFADB3}"/>
                </a:ext>
              </a:extLst>
            </p:cNvPr>
            <p:cNvCxnSpPr>
              <a:cxnSpLocks/>
            </p:cNvCxnSpPr>
            <p:nvPr/>
          </p:nvCxnSpPr>
          <p:spPr>
            <a:xfrm>
              <a:off x="9347918" y="1150993"/>
              <a:ext cx="0" cy="90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3" name="直線接點 1032">
              <a:extLst>
                <a:ext uri="{FF2B5EF4-FFF2-40B4-BE49-F238E27FC236}">
                  <a16:creationId xmlns:a16="http://schemas.microsoft.com/office/drawing/2014/main" id="{E8DD0434-7146-0AC1-0E3E-81D7B29FC59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690001" y="2050993"/>
              <a:ext cx="657917" cy="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36" name="矩形 1035">
            <a:extLst>
              <a:ext uri="{FF2B5EF4-FFF2-40B4-BE49-F238E27FC236}">
                <a16:creationId xmlns:a16="http://schemas.microsoft.com/office/drawing/2014/main" id="{F4998796-AC70-C18C-73A6-6B079EF6646C}"/>
              </a:ext>
            </a:extLst>
          </p:cNvPr>
          <p:cNvSpPr/>
          <p:nvPr/>
        </p:nvSpPr>
        <p:spPr>
          <a:xfrm>
            <a:off x="10967292" y="2710334"/>
            <a:ext cx="992807" cy="102286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1038" name="文字方塊 1037">
            <a:extLst>
              <a:ext uri="{FF2B5EF4-FFF2-40B4-BE49-F238E27FC236}">
                <a16:creationId xmlns:a16="http://schemas.microsoft.com/office/drawing/2014/main" id="{DE3DC853-4B0F-10CB-6402-D4B29976BC7C}"/>
              </a:ext>
            </a:extLst>
          </p:cNvPr>
          <p:cNvSpPr txBox="1"/>
          <p:nvPr/>
        </p:nvSpPr>
        <p:spPr>
          <a:xfrm>
            <a:off x="81445" y="3093475"/>
            <a:ext cx="81164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2400" u="sng" kern="10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Step 1 </a:t>
            </a:r>
            <a:r>
              <a:rPr lang="en-US" altLang="zh-HK" sz="2400" kern="10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Covert </a:t>
            </a:r>
            <a:r>
              <a:rPr lang="en-US" altLang="zh-HK" sz="2400" b="1" kern="100">
                <a:ln>
                  <a:solidFill>
                    <a:sysClr val="windowText" lastClr="000000"/>
                  </a:solidFill>
                </a:ln>
                <a:solidFill>
                  <a:srgbClr val="FFC00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total annual income</a:t>
            </a:r>
            <a:r>
              <a:rPr lang="en-US" altLang="zh-HK" sz="2400" kern="100">
                <a:ln>
                  <a:solidFill>
                    <a:sysClr val="windowText" lastClr="000000"/>
                  </a:solidFill>
                </a:ln>
                <a:solidFill>
                  <a:srgbClr val="FFC00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 </a:t>
            </a:r>
            <a:r>
              <a:rPr lang="en-US" altLang="zh-HK" sz="2400" kern="10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into </a:t>
            </a:r>
            <a:r>
              <a:rPr lang="en-US" altLang="zh-HK" sz="2400" b="1" kern="10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Net chargeable income</a:t>
            </a:r>
            <a:endParaRPr lang="zh-TW" altLang="zh-HK" sz="2400" kern="10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39" name="文字方塊 1038">
                <a:extLst>
                  <a:ext uri="{FF2B5EF4-FFF2-40B4-BE49-F238E27FC236}">
                    <a16:creationId xmlns:a16="http://schemas.microsoft.com/office/drawing/2014/main" id="{FB44EA31-07C0-612B-556D-47A9EA14E467}"/>
                  </a:ext>
                </a:extLst>
              </p:cNvPr>
              <p:cNvSpPr txBox="1"/>
              <p:nvPr/>
            </p:nvSpPr>
            <p:spPr>
              <a:xfrm>
                <a:off x="81444" y="4300837"/>
                <a:ext cx="940662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HK" sz="2400" u="sng" kern="100">
                    <a:solidFill>
                      <a:srgbClr val="7030A0"/>
                    </a:solidFill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  <a:cs typeface="Times New Roman" panose="02020603050405020304" pitchFamily="18" charset="0"/>
                  </a:rPr>
                  <a:t>Step 2</a:t>
                </a:r>
                <a:r>
                  <a:rPr lang="en-US" altLang="zh-HK" sz="2400" kern="100">
                    <a:solidFill>
                      <a:srgbClr val="7030A0"/>
                    </a:solidFill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  <a:cs typeface="Times New Roman" panose="02020603050405020304" pitchFamily="18" charset="0"/>
                  </a:rPr>
                  <a:t> How many </a:t>
                </a:r>
                <a14:m>
                  <m:oMath xmlns:m="http://schemas.openxmlformats.org/officeDocument/2006/math">
                    <m:r>
                      <a:rPr lang="en-US" altLang="zh-HK" sz="2400" i="1" kern="100">
                        <a:solidFill>
                          <a:srgbClr val="7030A0"/>
                        </a:solidFill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$ 50 000</m:t>
                    </m:r>
                  </m:oMath>
                </a14:m>
                <a:r>
                  <a:rPr lang="en-US" altLang="zh-HK" sz="2400" kern="100">
                    <a:solidFill>
                      <a:srgbClr val="7030A0"/>
                    </a:solidFill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  <a:cs typeface="Times New Roman" panose="02020603050405020304" pitchFamily="18" charset="0"/>
                  </a:rPr>
                  <a:t> can be divided from Net chargeable income?</a:t>
                </a:r>
                <a:endParaRPr lang="zh-TW" altLang="zh-HK" sz="2400" kern="10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39" name="文字方塊 1038">
                <a:extLst>
                  <a:ext uri="{FF2B5EF4-FFF2-40B4-BE49-F238E27FC236}">
                    <a16:creationId xmlns:a16="http://schemas.microsoft.com/office/drawing/2014/main" id="{FB44EA31-07C0-612B-556D-47A9EA14E4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44" y="4300837"/>
                <a:ext cx="9406627" cy="461665"/>
              </a:xfrm>
              <a:prstGeom prst="rect">
                <a:avLst/>
              </a:prstGeom>
              <a:blipFill>
                <a:blip r:embed="rId5"/>
                <a:stretch>
                  <a:fillRect l="-972" t="-12000" b="-29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41" name="文字方塊 1040">
                <a:extLst>
                  <a:ext uri="{FF2B5EF4-FFF2-40B4-BE49-F238E27FC236}">
                    <a16:creationId xmlns:a16="http://schemas.microsoft.com/office/drawing/2014/main" id="{9DDAC372-9340-EE5A-615F-A1473A353C93}"/>
                  </a:ext>
                </a:extLst>
              </p:cNvPr>
              <p:cNvSpPr txBox="1"/>
              <p:nvPr/>
            </p:nvSpPr>
            <p:spPr>
              <a:xfrm>
                <a:off x="2624708" y="3885585"/>
                <a:ext cx="150070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400" b="1" kern="10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B0F0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$ 180 000</m:t>
                      </m:r>
                    </m:oMath>
                  </m:oMathPara>
                </a14:m>
                <a:endParaRPr lang="zh-HK" altLang="en-US" sz="2400">
                  <a:ln>
                    <a:solidFill>
                      <a:sysClr val="windowText" lastClr="000000"/>
                    </a:solidFill>
                  </a:ln>
                  <a:solidFill>
                    <a:srgbClr val="00B0F0"/>
                  </a:solidFill>
                </a:endParaRPr>
              </a:p>
            </p:txBody>
          </p:sp>
        </mc:Choice>
        <mc:Fallback>
          <p:sp>
            <p:nvSpPr>
              <p:cNvPr id="1041" name="文字方塊 1040">
                <a:extLst>
                  <a:ext uri="{FF2B5EF4-FFF2-40B4-BE49-F238E27FC236}">
                    <a16:creationId xmlns:a16="http://schemas.microsoft.com/office/drawing/2014/main" id="{9DDAC372-9340-EE5A-615F-A1473A353C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4708" y="3885585"/>
                <a:ext cx="1500702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42" name="文字方塊 1041">
                <a:extLst>
                  <a:ext uri="{FF2B5EF4-FFF2-40B4-BE49-F238E27FC236}">
                    <a16:creationId xmlns:a16="http://schemas.microsoft.com/office/drawing/2014/main" id="{E94BB651-FCEE-1515-4E94-7DF4E2B71151}"/>
                  </a:ext>
                </a:extLst>
              </p:cNvPr>
              <p:cNvSpPr txBox="1"/>
              <p:nvPr/>
            </p:nvSpPr>
            <p:spPr>
              <a:xfrm>
                <a:off x="104684" y="5530058"/>
                <a:ext cx="723144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HK" sz="2400" u="sng" kern="10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  <a:cs typeface="Times New Roman" panose="02020603050405020304" pitchFamily="18" charset="0"/>
                  </a:rPr>
                  <a:t>Step 3 </a:t>
                </a:r>
                <a:r>
                  <a:rPr lang="en-US" altLang="zh-HK" sz="2400" kern="10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  <a:cs typeface="Times New Roman" panose="02020603050405020304" pitchFamily="18" charset="0"/>
                  </a:rPr>
                  <a:t>Calculation</a:t>
                </a:r>
                <a:r>
                  <a:rPr lang="en-US" altLang="zh-HK" sz="2400" kern="100">
                    <a:latin typeface="Calibri" panose="020F0502020204030204" pitchFamily="34" charset="0"/>
                    <a:ea typeface="新細明體" panose="02020500000000000000" pitchFamily="18" charset="-12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HK" sz="24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𝑀𝑖𝑠𝑠</m:t>
                    </m:r>
                    <m:r>
                      <a:rPr lang="en-US" altLang="zh-HK" sz="24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HK" sz="24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𝐾𝑤𝑎𝑛</m:t>
                    </m:r>
                    <m:r>
                      <a:rPr lang="en-US" altLang="zh-HK" sz="24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′</m:t>
                    </m:r>
                    <m:r>
                      <a:rPr lang="en-US" altLang="zh-HK" sz="24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altLang="zh-HK" sz="24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HK" sz="2400" i="1" kern="10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66CC"/>
                        </a:solidFill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𝑠𝑎𝑙𝑎𝑟𝑖𝑒𝑠</m:t>
                    </m:r>
                    <m:r>
                      <a:rPr lang="en-US" altLang="zh-HK" sz="2400" i="1" kern="10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66CC"/>
                        </a:solidFill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HK" sz="2400" i="1" kern="10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66CC"/>
                        </a:solidFill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𝑡𝑎𝑥</m:t>
                    </m:r>
                    <m:r>
                      <a:rPr lang="en-US" altLang="zh-HK" sz="2400" i="1" kern="10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66CC"/>
                        </a:solidFill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HK" sz="24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𝑝𝑎𝑦𝑎𝑏𝑙𝑒</m:t>
                    </m:r>
                  </m:oMath>
                </a14:m>
                <a:endParaRPr lang="zh-TW" altLang="zh-HK" sz="2400" kern="10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42" name="文字方塊 1041">
                <a:extLst>
                  <a:ext uri="{FF2B5EF4-FFF2-40B4-BE49-F238E27FC236}">
                    <a16:creationId xmlns:a16="http://schemas.microsoft.com/office/drawing/2014/main" id="{E94BB651-FCEE-1515-4E94-7DF4E2B711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684" y="5530058"/>
                <a:ext cx="7231445" cy="461665"/>
              </a:xfrm>
              <a:prstGeom prst="rect">
                <a:avLst/>
              </a:prstGeom>
              <a:blipFill>
                <a:blip r:embed="rId7"/>
                <a:stretch>
                  <a:fillRect l="-1265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052" name="筆跡 1051">
                <a:extLst>
                  <a:ext uri="{FF2B5EF4-FFF2-40B4-BE49-F238E27FC236}">
                    <a16:creationId xmlns:a16="http://schemas.microsoft.com/office/drawing/2014/main" id="{F7D106D1-E1DA-295E-BAC2-8CE27BBB3FD3}"/>
                  </a:ext>
                </a:extLst>
              </p14:cNvPr>
              <p14:cNvContentPartPr/>
              <p14:nvPr/>
            </p14:nvContentPartPr>
            <p14:xfrm>
              <a:off x="1930838" y="2919773"/>
              <a:ext cx="1584000" cy="45719"/>
            </p14:xfrm>
          </p:contentPart>
        </mc:Choice>
        <mc:Fallback>
          <p:pic>
            <p:nvPicPr>
              <p:cNvPr id="1052" name="筆跡 1051">
                <a:extLst>
                  <a:ext uri="{FF2B5EF4-FFF2-40B4-BE49-F238E27FC236}">
                    <a16:creationId xmlns:a16="http://schemas.microsoft.com/office/drawing/2014/main" id="{F7D106D1-E1DA-295E-BAC2-8CE27BBB3FD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876813" y="-10795927"/>
                <a:ext cx="1691689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053" name="筆跡 1052">
                <a:extLst>
                  <a:ext uri="{FF2B5EF4-FFF2-40B4-BE49-F238E27FC236}">
                    <a16:creationId xmlns:a16="http://schemas.microsoft.com/office/drawing/2014/main" id="{6B387ED2-91B0-1BE3-3E71-D5D5A53F4258}"/>
                  </a:ext>
                </a:extLst>
              </p14:cNvPr>
              <p14:cNvContentPartPr/>
              <p14:nvPr/>
            </p14:nvContentPartPr>
            <p14:xfrm>
              <a:off x="7336129" y="2565074"/>
              <a:ext cx="1260000" cy="45719"/>
            </p14:xfrm>
          </p:contentPart>
        </mc:Choice>
        <mc:Fallback>
          <p:pic>
            <p:nvPicPr>
              <p:cNvPr id="1053" name="筆跡 1052">
                <a:extLst>
                  <a:ext uri="{FF2B5EF4-FFF2-40B4-BE49-F238E27FC236}">
                    <a16:creationId xmlns:a16="http://schemas.microsoft.com/office/drawing/2014/main" id="{6B387ED2-91B0-1BE3-3E71-D5D5A53F425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282083" y="-11150626"/>
                <a:ext cx="1367732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054" name="筆跡 1053">
                <a:extLst>
                  <a:ext uri="{FF2B5EF4-FFF2-40B4-BE49-F238E27FC236}">
                    <a16:creationId xmlns:a16="http://schemas.microsoft.com/office/drawing/2014/main" id="{3FB86581-A615-3454-3170-8BBB306B9E25}"/>
                  </a:ext>
                </a:extLst>
              </p14:cNvPr>
              <p14:cNvContentPartPr/>
              <p14:nvPr/>
            </p14:nvContentPartPr>
            <p14:xfrm>
              <a:off x="1867338" y="2547448"/>
              <a:ext cx="2340000" cy="45719"/>
            </p14:xfrm>
          </p:contentPart>
        </mc:Choice>
        <mc:Fallback>
          <p:pic>
            <p:nvPicPr>
              <p:cNvPr id="1054" name="筆跡 1053">
                <a:extLst>
                  <a:ext uri="{FF2B5EF4-FFF2-40B4-BE49-F238E27FC236}">
                    <a16:creationId xmlns:a16="http://schemas.microsoft.com/office/drawing/2014/main" id="{3FB86581-A615-3454-3170-8BBB306B9E25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813288" y="-11168252"/>
                <a:ext cx="2447739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055" name="筆跡 1054">
                <a:extLst>
                  <a:ext uri="{FF2B5EF4-FFF2-40B4-BE49-F238E27FC236}">
                    <a16:creationId xmlns:a16="http://schemas.microsoft.com/office/drawing/2014/main" id="{6BECEF4D-B44B-E130-1FD6-8234B9A60CA7}"/>
                  </a:ext>
                </a:extLst>
              </p14:cNvPr>
              <p14:cNvContentPartPr/>
              <p14:nvPr/>
            </p14:nvContentPartPr>
            <p14:xfrm>
              <a:off x="3992757" y="2919773"/>
              <a:ext cx="1188000" cy="45719"/>
            </p14:xfrm>
          </p:contentPart>
        </mc:Choice>
        <mc:Fallback>
          <p:pic>
            <p:nvPicPr>
              <p:cNvPr id="1055" name="筆跡 1054">
                <a:extLst>
                  <a:ext uri="{FF2B5EF4-FFF2-40B4-BE49-F238E27FC236}">
                    <a16:creationId xmlns:a16="http://schemas.microsoft.com/office/drawing/2014/main" id="{6BECEF4D-B44B-E130-1FD6-8234B9A60CA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938741" y="-10795927"/>
                <a:ext cx="1295673" cy="27431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072" name="群組 1071">
            <a:extLst>
              <a:ext uri="{FF2B5EF4-FFF2-40B4-BE49-F238E27FC236}">
                <a16:creationId xmlns:a16="http://schemas.microsoft.com/office/drawing/2014/main" id="{CDE72F3F-ECB3-819F-C579-48E9299F2180}"/>
              </a:ext>
            </a:extLst>
          </p:cNvPr>
          <p:cNvGrpSpPr/>
          <p:nvPr/>
        </p:nvGrpSpPr>
        <p:grpSpPr>
          <a:xfrm>
            <a:off x="966271" y="3464783"/>
            <a:ext cx="3397701" cy="476826"/>
            <a:chOff x="966271" y="3515583"/>
            <a:chExt cx="3397701" cy="476826"/>
          </a:xfrm>
        </p:grpSpPr>
        <p:sp>
          <p:nvSpPr>
            <p:cNvPr id="1059" name="文字方塊 1058">
              <a:extLst>
                <a:ext uri="{FF2B5EF4-FFF2-40B4-BE49-F238E27FC236}">
                  <a16:creationId xmlns:a16="http://schemas.microsoft.com/office/drawing/2014/main" id="{4F2C5165-D94C-9244-1497-F1252713C3A9}"/>
                </a:ext>
              </a:extLst>
            </p:cNvPr>
            <p:cNvSpPr txBox="1"/>
            <p:nvPr/>
          </p:nvSpPr>
          <p:spPr>
            <a:xfrm>
              <a:off x="966271" y="3515583"/>
              <a:ext cx="3196809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HK" sz="2400" b="1" kern="100">
                  <a:solidFill>
                    <a:srgbClr val="0070C0"/>
                  </a:solidFill>
                  <a:effectLst/>
                  <a:latin typeface="Times New Roman" panose="02020603050405020304" pitchFamily="18" charset="0"/>
                  <a:ea typeface="新細明體" panose="02020500000000000000" pitchFamily="18" charset="-120"/>
                  <a:cs typeface="Times New Roman" panose="02020603050405020304" pitchFamily="18" charset="0"/>
                </a:rPr>
                <a:t>Net chargeable income</a:t>
              </a:r>
              <a:endParaRPr lang="zh-HK" altLang="en-US" sz="240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61" name="文字方塊 1060">
                  <a:extLst>
                    <a:ext uri="{FF2B5EF4-FFF2-40B4-BE49-F238E27FC236}">
                      <a16:creationId xmlns:a16="http://schemas.microsoft.com/office/drawing/2014/main" id="{64FB71E3-6BF0-4BC8-7633-1DC8CF5B1072}"/>
                    </a:ext>
                  </a:extLst>
                </p:cNvPr>
                <p:cNvSpPr txBox="1"/>
                <p:nvPr/>
              </p:nvSpPr>
              <p:spPr>
                <a:xfrm>
                  <a:off x="4000435" y="3530744"/>
                  <a:ext cx="363537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HK" sz="2400" i="1" kern="10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=</m:t>
                        </m:r>
                      </m:oMath>
                    </m:oMathPara>
                  </a14:m>
                  <a:endParaRPr lang="zh-HK" altLang="en-US" sz="2400"/>
                </a:p>
              </p:txBody>
            </p:sp>
          </mc:Choice>
          <mc:Fallback>
            <p:sp>
              <p:nvSpPr>
                <p:cNvPr id="1061" name="文字方塊 1060">
                  <a:extLst>
                    <a:ext uri="{FF2B5EF4-FFF2-40B4-BE49-F238E27FC236}">
                      <a16:creationId xmlns:a16="http://schemas.microsoft.com/office/drawing/2014/main" id="{64FB71E3-6BF0-4BC8-7633-1DC8CF5B10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00435" y="3530744"/>
                  <a:ext cx="363537" cy="461665"/>
                </a:xfrm>
                <a:prstGeom prst="rect">
                  <a:avLst/>
                </a:prstGeom>
                <a:blipFill>
                  <a:blip r:embed="rId16"/>
                  <a:stretch>
                    <a:fillRect r="-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63" name="文字方塊 1062">
            <a:extLst>
              <a:ext uri="{FF2B5EF4-FFF2-40B4-BE49-F238E27FC236}">
                <a16:creationId xmlns:a16="http://schemas.microsoft.com/office/drawing/2014/main" id="{1FE37E36-A774-35DF-3ED8-D1D8C79BBA3B}"/>
              </a:ext>
            </a:extLst>
          </p:cNvPr>
          <p:cNvSpPr txBox="1"/>
          <p:nvPr/>
        </p:nvSpPr>
        <p:spPr>
          <a:xfrm>
            <a:off x="4335098" y="3464783"/>
            <a:ext cx="283368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2400" b="1" kern="100">
                <a:ln>
                  <a:solidFill>
                    <a:sysClr val="windowText" lastClr="000000"/>
                  </a:solidFill>
                </a:ln>
                <a:solidFill>
                  <a:srgbClr val="FFC00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total annual income</a:t>
            </a:r>
            <a:r>
              <a:rPr lang="en-US" altLang="zh-HK" sz="2400" kern="100">
                <a:ln>
                  <a:solidFill>
                    <a:sysClr val="windowText" lastClr="000000"/>
                  </a:solidFill>
                </a:ln>
                <a:solidFill>
                  <a:srgbClr val="FFC00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 </a:t>
            </a:r>
            <a:endParaRPr lang="zh-HK" altLang="en-US" sz="2400"/>
          </a:p>
        </p:txBody>
      </p:sp>
      <p:grpSp>
        <p:nvGrpSpPr>
          <p:cNvPr id="1074" name="群組 1073">
            <a:extLst>
              <a:ext uri="{FF2B5EF4-FFF2-40B4-BE49-F238E27FC236}">
                <a16:creationId xmlns:a16="http://schemas.microsoft.com/office/drawing/2014/main" id="{9DE70FDF-1022-FE86-7777-62F19E10F497}"/>
              </a:ext>
            </a:extLst>
          </p:cNvPr>
          <p:cNvGrpSpPr/>
          <p:nvPr/>
        </p:nvGrpSpPr>
        <p:grpSpPr>
          <a:xfrm>
            <a:off x="3981311" y="3848356"/>
            <a:ext cx="1859235" cy="495055"/>
            <a:chOff x="3981311" y="3848356"/>
            <a:chExt cx="1859235" cy="49505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67" name="文字方塊 1066">
                  <a:extLst>
                    <a:ext uri="{FF2B5EF4-FFF2-40B4-BE49-F238E27FC236}">
                      <a16:creationId xmlns:a16="http://schemas.microsoft.com/office/drawing/2014/main" id="{C2D3DED6-A0B7-42FF-1969-EE516C55F64E}"/>
                    </a:ext>
                  </a:extLst>
                </p:cNvPr>
                <p:cNvSpPr txBox="1"/>
                <p:nvPr/>
              </p:nvSpPr>
              <p:spPr>
                <a:xfrm>
                  <a:off x="4250385" y="3881746"/>
                  <a:ext cx="1590161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altLang="zh-HK" sz="2400" b="1" kern="100" smtClean="0">
                            <a:ln>
                              <a:solidFill>
                                <a:sysClr val="windowText" lastClr="000000"/>
                              </a:solidFill>
                            </a:ln>
                            <a:solidFill>
                              <a:srgbClr val="FFC000"/>
                            </a:solidFill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$ </m:t>
                        </m:r>
                        <m:r>
                          <m:rPr>
                            <m:nor/>
                          </m:rPr>
                          <a:rPr lang="en-US" altLang="zh-HK" sz="2400" b="1" i="0" kern="100" smtClean="0">
                            <a:ln>
                              <a:solidFill>
                                <a:sysClr val="windowText" lastClr="000000"/>
                              </a:solidFill>
                            </a:ln>
                            <a:solidFill>
                              <a:srgbClr val="FFC000"/>
                            </a:solidFill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30</m:t>
                        </m:r>
                        <m:r>
                          <m:rPr>
                            <m:nor/>
                          </m:rPr>
                          <a:rPr lang="en-US" altLang="zh-HK" sz="2400" b="1" kern="100" smtClean="0">
                            <a:ln>
                              <a:solidFill>
                                <a:sysClr val="windowText" lastClr="000000"/>
                              </a:solidFill>
                            </a:ln>
                            <a:solidFill>
                              <a:srgbClr val="FFC000"/>
                            </a:solidFill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0 000</m:t>
                        </m:r>
                      </m:oMath>
                    </m:oMathPara>
                  </a14:m>
                  <a:endParaRPr lang="zh-HK" altLang="en-US" sz="2400">
                    <a:ln>
                      <a:solidFill>
                        <a:sysClr val="windowText" lastClr="000000"/>
                      </a:solidFill>
                    </a:ln>
                    <a:solidFill>
                      <a:srgbClr val="FFC000"/>
                    </a:solidFill>
                  </a:endParaRPr>
                </a:p>
              </p:txBody>
            </p:sp>
          </mc:Choice>
          <mc:Fallback>
            <p:sp>
              <p:nvSpPr>
                <p:cNvPr id="1067" name="文字方塊 1066">
                  <a:extLst>
                    <a:ext uri="{FF2B5EF4-FFF2-40B4-BE49-F238E27FC236}">
                      <a16:creationId xmlns:a16="http://schemas.microsoft.com/office/drawing/2014/main" id="{C2D3DED6-A0B7-42FF-1969-EE516C55F6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50385" y="3881746"/>
                  <a:ext cx="1590161" cy="461665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68" name="文字方塊 1067">
                  <a:extLst>
                    <a:ext uri="{FF2B5EF4-FFF2-40B4-BE49-F238E27FC236}">
                      <a16:creationId xmlns:a16="http://schemas.microsoft.com/office/drawing/2014/main" id="{28424F99-D103-D749-8E02-92FCAFE65898}"/>
                    </a:ext>
                  </a:extLst>
                </p:cNvPr>
                <p:cNvSpPr txBox="1"/>
                <p:nvPr/>
              </p:nvSpPr>
              <p:spPr>
                <a:xfrm>
                  <a:off x="3981311" y="3848356"/>
                  <a:ext cx="363537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HK" sz="2400" i="1" kern="10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=</m:t>
                        </m:r>
                      </m:oMath>
                    </m:oMathPara>
                  </a14:m>
                  <a:endParaRPr lang="zh-HK" altLang="en-US" sz="2400"/>
                </a:p>
              </p:txBody>
            </p:sp>
          </mc:Choice>
          <mc:Fallback>
            <p:sp>
              <p:nvSpPr>
                <p:cNvPr id="1068" name="文字方塊 1067">
                  <a:extLst>
                    <a:ext uri="{FF2B5EF4-FFF2-40B4-BE49-F238E27FC236}">
                      <a16:creationId xmlns:a16="http://schemas.microsoft.com/office/drawing/2014/main" id="{28424F99-D103-D749-8E02-92FCAFE658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81311" y="3848356"/>
                  <a:ext cx="363537" cy="461665"/>
                </a:xfrm>
                <a:prstGeom prst="rect">
                  <a:avLst/>
                </a:prstGeom>
                <a:blipFill>
                  <a:blip r:embed="rId18"/>
                  <a:stretch>
                    <a:fillRect r="-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75" name="群組 1074">
            <a:extLst>
              <a:ext uri="{FF2B5EF4-FFF2-40B4-BE49-F238E27FC236}">
                <a16:creationId xmlns:a16="http://schemas.microsoft.com/office/drawing/2014/main" id="{EBC98803-DE95-6C72-2239-D731C811CC45}"/>
              </a:ext>
            </a:extLst>
          </p:cNvPr>
          <p:cNvGrpSpPr/>
          <p:nvPr/>
        </p:nvGrpSpPr>
        <p:grpSpPr>
          <a:xfrm>
            <a:off x="5643982" y="3864560"/>
            <a:ext cx="1757383" cy="463396"/>
            <a:chOff x="5643982" y="3864560"/>
            <a:chExt cx="1757383" cy="463396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69" name="文字方塊 1068">
                  <a:extLst>
                    <a:ext uri="{FF2B5EF4-FFF2-40B4-BE49-F238E27FC236}">
                      <a16:creationId xmlns:a16="http://schemas.microsoft.com/office/drawing/2014/main" id="{1EF2EACE-905E-B063-3756-E3F36C84B996}"/>
                    </a:ext>
                  </a:extLst>
                </p:cNvPr>
                <p:cNvSpPr txBox="1"/>
                <p:nvPr/>
              </p:nvSpPr>
              <p:spPr>
                <a:xfrm>
                  <a:off x="5643982" y="3866291"/>
                  <a:ext cx="128587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HK" sz="2400" b="1" i="1" kern="10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−</m:t>
                        </m:r>
                      </m:oMath>
                    </m:oMathPara>
                  </a14:m>
                  <a:endParaRPr lang="zh-HK" altLang="en-US" sz="2400" b="1"/>
                </a:p>
              </p:txBody>
            </p:sp>
          </mc:Choice>
          <mc:Fallback>
            <p:sp>
              <p:nvSpPr>
                <p:cNvPr id="1069" name="文字方塊 1068">
                  <a:extLst>
                    <a:ext uri="{FF2B5EF4-FFF2-40B4-BE49-F238E27FC236}">
                      <a16:creationId xmlns:a16="http://schemas.microsoft.com/office/drawing/2014/main" id="{1EF2EACE-905E-B063-3756-E3F36C84B9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43982" y="3866291"/>
                  <a:ext cx="128587" cy="461665"/>
                </a:xfrm>
                <a:prstGeom prst="rect">
                  <a:avLst/>
                </a:prstGeom>
                <a:blipFill>
                  <a:blip r:embed="rId19"/>
                  <a:stretch>
                    <a:fillRect r="-16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70" name="文字方塊 1069">
                  <a:extLst>
                    <a:ext uri="{FF2B5EF4-FFF2-40B4-BE49-F238E27FC236}">
                      <a16:creationId xmlns:a16="http://schemas.microsoft.com/office/drawing/2014/main" id="{2052DB34-FC65-2953-F067-73984B355D0D}"/>
                    </a:ext>
                  </a:extLst>
                </p:cNvPr>
                <p:cNvSpPr txBox="1"/>
                <p:nvPr/>
              </p:nvSpPr>
              <p:spPr>
                <a:xfrm>
                  <a:off x="5811204" y="3864560"/>
                  <a:ext cx="1590161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altLang="zh-HK" sz="2400" b="1" kern="100" smtClean="0">
                            <a:ln>
                              <a:solidFill>
                                <a:sysClr val="windowText" lastClr="000000"/>
                              </a:solidFill>
                            </a:ln>
                            <a:solidFill>
                              <a:srgbClr val="92D050"/>
                            </a:solidFill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$ </m:t>
                        </m:r>
                        <m:r>
                          <m:rPr>
                            <m:nor/>
                          </m:rPr>
                          <a:rPr lang="en-US" altLang="zh-HK" sz="2400" b="1" i="0" kern="100" smtClean="0">
                            <a:ln>
                              <a:solidFill>
                                <a:sysClr val="windowText" lastClr="000000"/>
                              </a:solidFill>
                            </a:ln>
                            <a:solidFill>
                              <a:srgbClr val="92D050"/>
                            </a:solidFill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12</m:t>
                        </m:r>
                        <m:r>
                          <m:rPr>
                            <m:nor/>
                          </m:rPr>
                          <a:rPr lang="en-US" altLang="zh-HK" sz="2400" b="1" kern="100" smtClean="0">
                            <a:ln>
                              <a:solidFill>
                                <a:sysClr val="windowText" lastClr="000000"/>
                              </a:solidFill>
                            </a:ln>
                            <a:solidFill>
                              <a:srgbClr val="92D050"/>
                            </a:solidFill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0 000</m:t>
                        </m:r>
                      </m:oMath>
                    </m:oMathPara>
                  </a14:m>
                  <a:endParaRPr lang="zh-HK" altLang="en-US" sz="2400">
                    <a:ln>
                      <a:solidFill>
                        <a:sysClr val="windowText" lastClr="000000"/>
                      </a:solidFill>
                    </a:ln>
                    <a:solidFill>
                      <a:srgbClr val="92D050"/>
                    </a:solidFill>
                  </a:endParaRPr>
                </a:p>
              </p:txBody>
            </p:sp>
          </mc:Choice>
          <mc:Fallback>
            <p:sp>
              <p:nvSpPr>
                <p:cNvPr id="1070" name="文字方塊 1069">
                  <a:extLst>
                    <a:ext uri="{FF2B5EF4-FFF2-40B4-BE49-F238E27FC236}">
                      <a16:creationId xmlns:a16="http://schemas.microsoft.com/office/drawing/2014/main" id="{2052DB34-FC65-2953-F067-73984B355D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11204" y="3864560"/>
                  <a:ext cx="1590161" cy="461665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78" name="群組 1077">
            <a:extLst>
              <a:ext uri="{FF2B5EF4-FFF2-40B4-BE49-F238E27FC236}">
                <a16:creationId xmlns:a16="http://schemas.microsoft.com/office/drawing/2014/main" id="{823D59F7-0AAD-20D5-2C8F-5A5310B043E7}"/>
              </a:ext>
            </a:extLst>
          </p:cNvPr>
          <p:cNvGrpSpPr/>
          <p:nvPr/>
        </p:nvGrpSpPr>
        <p:grpSpPr>
          <a:xfrm>
            <a:off x="6965158" y="3458069"/>
            <a:ext cx="2308824" cy="483540"/>
            <a:chOff x="6965158" y="3458069"/>
            <a:chExt cx="2308824" cy="483540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76" name="文字方塊 1075">
                  <a:extLst>
                    <a:ext uri="{FF2B5EF4-FFF2-40B4-BE49-F238E27FC236}">
                      <a16:creationId xmlns:a16="http://schemas.microsoft.com/office/drawing/2014/main" id="{78100276-22F3-83D0-E5D8-53DEDE21890F}"/>
                    </a:ext>
                  </a:extLst>
                </p:cNvPr>
                <p:cNvSpPr txBox="1"/>
                <p:nvPr/>
              </p:nvSpPr>
              <p:spPr>
                <a:xfrm>
                  <a:off x="6965158" y="3479944"/>
                  <a:ext cx="128587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HK" sz="2400" b="1" i="1" kern="10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−</m:t>
                        </m:r>
                      </m:oMath>
                    </m:oMathPara>
                  </a14:m>
                  <a:endParaRPr lang="zh-HK" altLang="en-US" sz="2400" b="1"/>
                </a:p>
              </p:txBody>
            </p:sp>
          </mc:Choice>
          <mc:Fallback>
            <p:sp>
              <p:nvSpPr>
                <p:cNvPr id="1076" name="文字方塊 1075">
                  <a:extLst>
                    <a:ext uri="{FF2B5EF4-FFF2-40B4-BE49-F238E27FC236}">
                      <a16:creationId xmlns:a16="http://schemas.microsoft.com/office/drawing/2014/main" id="{78100276-22F3-83D0-E5D8-53DEDE2189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65158" y="3479944"/>
                  <a:ext cx="128587" cy="461665"/>
                </a:xfrm>
                <a:prstGeom prst="rect">
                  <a:avLst/>
                </a:prstGeom>
                <a:blipFill>
                  <a:blip r:embed="rId21"/>
                  <a:stretch>
                    <a:fillRect r="-16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77" name="文字方塊 1076">
              <a:extLst>
                <a:ext uri="{FF2B5EF4-FFF2-40B4-BE49-F238E27FC236}">
                  <a16:creationId xmlns:a16="http://schemas.microsoft.com/office/drawing/2014/main" id="{8E9DB4AD-FBEB-9599-7142-B4C655C1C251}"/>
                </a:ext>
              </a:extLst>
            </p:cNvPr>
            <p:cNvSpPr txBox="1"/>
            <p:nvPr/>
          </p:nvSpPr>
          <p:spPr>
            <a:xfrm>
              <a:off x="7195248" y="3458069"/>
              <a:ext cx="2078734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HK" sz="2400" b="1" kern="100">
                  <a:ln>
                    <a:solidFill>
                      <a:sysClr val="windowText" lastClr="000000"/>
                    </a:solidFill>
                  </a:ln>
                  <a:solidFill>
                    <a:srgbClr val="92D050"/>
                  </a:solidFill>
                  <a:effectLst/>
                  <a:latin typeface="Times New Roman" panose="02020603050405020304" pitchFamily="18" charset="0"/>
                  <a:ea typeface="新細明體" panose="02020500000000000000" pitchFamily="18" charset="-120"/>
                  <a:cs typeface="Times New Roman" panose="02020603050405020304" pitchFamily="18" charset="0"/>
                </a:rPr>
                <a:t>Tax allowance</a:t>
              </a:r>
              <a:endParaRPr lang="zh-HK" altLang="en-US" sz="2400">
                <a:ln>
                  <a:solidFill>
                    <a:sysClr val="windowText" lastClr="000000"/>
                  </a:solidFill>
                </a:ln>
                <a:solidFill>
                  <a:srgbClr val="92D050"/>
                </a:solidFill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080" name="文字方塊 1079">
                <a:extLst>
                  <a:ext uri="{FF2B5EF4-FFF2-40B4-BE49-F238E27FC236}">
                    <a16:creationId xmlns:a16="http://schemas.microsoft.com/office/drawing/2014/main" id="{76A7D8AB-FDDF-6584-4E4E-355490ABBCAE}"/>
                  </a:ext>
                </a:extLst>
              </p:cNvPr>
              <p:cNvSpPr txBox="1"/>
              <p:nvPr/>
            </p:nvSpPr>
            <p:spPr>
              <a:xfrm>
                <a:off x="901357" y="5910140"/>
                <a:ext cx="234791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2400" i="1" kern="10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zh-HK" sz="2400" b="1" kern="10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9966FF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50 000</m:t>
                      </m:r>
                      <m:r>
                        <a:rPr lang="en-US" altLang="zh-HK" sz="2400" i="1" kern="1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×2%</m:t>
                      </m:r>
                    </m:oMath>
                  </m:oMathPara>
                </a14:m>
                <a:endParaRPr lang="zh-TW" altLang="zh-HK" sz="2400" kern="10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80" name="文字方塊 1079">
                <a:extLst>
                  <a:ext uri="{FF2B5EF4-FFF2-40B4-BE49-F238E27FC236}">
                    <a16:creationId xmlns:a16="http://schemas.microsoft.com/office/drawing/2014/main" id="{76A7D8AB-FDDF-6584-4E4E-355490ABBC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357" y="5910140"/>
                <a:ext cx="2347913" cy="461665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82" name="文字方塊 1081">
                <a:extLst>
                  <a:ext uri="{FF2B5EF4-FFF2-40B4-BE49-F238E27FC236}">
                    <a16:creationId xmlns:a16="http://schemas.microsoft.com/office/drawing/2014/main" id="{53466D7C-3394-274E-BD34-4554BFD6B722}"/>
                  </a:ext>
                </a:extLst>
              </p:cNvPr>
              <p:cNvSpPr txBox="1"/>
              <p:nvPr/>
            </p:nvSpPr>
            <p:spPr>
              <a:xfrm>
                <a:off x="980610" y="6310552"/>
                <a:ext cx="144139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2400" i="1" kern="10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=$ 13 200</m:t>
                      </m:r>
                    </m:oMath>
                  </m:oMathPara>
                </a14:m>
                <a:endParaRPr lang="zh-HK" altLang="en-US" sz="2400"/>
              </a:p>
            </p:txBody>
          </p:sp>
        </mc:Choice>
        <mc:Fallback>
          <p:sp>
            <p:nvSpPr>
              <p:cNvPr id="1082" name="文字方塊 1081">
                <a:extLst>
                  <a:ext uri="{FF2B5EF4-FFF2-40B4-BE49-F238E27FC236}">
                    <a16:creationId xmlns:a16="http://schemas.microsoft.com/office/drawing/2014/main" id="{53466D7C-3394-274E-BD34-4554BFD6B7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0610" y="6310552"/>
                <a:ext cx="1441395" cy="461665"/>
              </a:xfrm>
              <a:prstGeom prst="rect">
                <a:avLst/>
              </a:prstGeom>
              <a:blipFill>
                <a:blip r:embed="rId23"/>
                <a:stretch>
                  <a:fillRect r="-13983" b="-3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83" name="文字方塊 1082">
                <a:extLst>
                  <a:ext uri="{FF2B5EF4-FFF2-40B4-BE49-F238E27FC236}">
                    <a16:creationId xmlns:a16="http://schemas.microsoft.com/office/drawing/2014/main" id="{84CE0B44-B26B-DC42-F71A-250460F06259}"/>
                  </a:ext>
                </a:extLst>
              </p:cNvPr>
              <p:cNvSpPr txBox="1"/>
              <p:nvPr/>
            </p:nvSpPr>
            <p:spPr>
              <a:xfrm>
                <a:off x="2954536" y="5904223"/>
                <a:ext cx="223341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2400" i="1" kern="10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+</m:t>
                      </m:r>
                      <m:r>
                        <m:rPr>
                          <m:nor/>
                        </m:rPr>
                        <a:rPr lang="en-US" altLang="zh-HK" sz="2400" b="1" kern="10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9966FF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50 000</m:t>
                      </m:r>
                      <m:r>
                        <a:rPr lang="en-US" altLang="zh-HK" sz="2400" i="1" kern="1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×6%</m:t>
                      </m:r>
                    </m:oMath>
                  </m:oMathPara>
                </a14:m>
                <a:endParaRPr lang="zh-TW" altLang="zh-HK" sz="2400" kern="10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83" name="文字方塊 1082">
                <a:extLst>
                  <a:ext uri="{FF2B5EF4-FFF2-40B4-BE49-F238E27FC236}">
                    <a16:creationId xmlns:a16="http://schemas.microsoft.com/office/drawing/2014/main" id="{84CE0B44-B26B-DC42-F71A-250460F062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4536" y="5904223"/>
                <a:ext cx="2233413" cy="461665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84" name="文字方塊 1083">
                <a:extLst>
                  <a:ext uri="{FF2B5EF4-FFF2-40B4-BE49-F238E27FC236}">
                    <a16:creationId xmlns:a16="http://schemas.microsoft.com/office/drawing/2014/main" id="{F4C07AAE-2721-9087-BC92-1A444A073521}"/>
                  </a:ext>
                </a:extLst>
              </p:cNvPr>
              <p:cNvSpPr txBox="1"/>
              <p:nvPr/>
            </p:nvSpPr>
            <p:spPr>
              <a:xfrm>
                <a:off x="4967962" y="5900914"/>
                <a:ext cx="229155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2400" i="1" kern="10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+</m:t>
                      </m:r>
                      <m:r>
                        <m:rPr>
                          <m:nor/>
                        </m:rPr>
                        <a:rPr lang="en-US" altLang="zh-HK" sz="2400" b="1" kern="10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9966FF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50 000</m:t>
                      </m:r>
                      <m:r>
                        <a:rPr lang="en-US" altLang="zh-HK" sz="2400" i="1" kern="1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×10%</m:t>
                      </m:r>
                    </m:oMath>
                  </m:oMathPara>
                </a14:m>
                <a:endParaRPr lang="zh-TW" altLang="zh-HK" sz="2400" kern="10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84" name="文字方塊 1083">
                <a:extLst>
                  <a:ext uri="{FF2B5EF4-FFF2-40B4-BE49-F238E27FC236}">
                    <a16:creationId xmlns:a16="http://schemas.microsoft.com/office/drawing/2014/main" id="{F4C07AAE-2721-9087-BC92-1A444A0735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7962" y="5900914"/>
                <a:ext cx="2291555" cy="461665"/>
              </a:xfrm>
              <a:prstGeom prst="rect">
                <a:avLst/>
              </a:prstGeom>
              <a:blipFill>
                <a:blip r:embed="rId25"/>
                <a:stretch>
                  <a:fillRect r="-2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85" name="文字方塊 1084">
                <a:extLst>
                  <a:ext uri="{FF2B5EF4-FFF2-40B4-BE49-F238E27FC236}">
                    <a16:creationId xmlns:a16="http://schemas.microsoft.com/office/drawing/2014/main" id="{04D0087C-8A5B-B436-18C0-15146518340F}"/>
                  </a:ext>
                </a:extLst>
              </p:cNvPr>
              <p:cNvSpPr txBox="1"/>
              <p:nvPr/>
            </p:nvSpPr>
            <p:spPr>
              <a:xfrm>
                <a:off x="7047475" y="5900913"/>
                <a:ext cx="237978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2400" i="1" kern="10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+</m:t>
                      </m:r>
                      <m:r>
                        <m:rPr>
                          <m:nor/>
                        </m:rPr>
                        <a:rPr lang="en-US" altLang="zh-HK" sz="2400" b="1" i="0" kern="10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HK" sz="2400" b="1" i="0" kern="10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FF6699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30</m:t>
                      </m:r>
                      <m:r>
                        <m:rPr>
                          <m:nor/>
                        </m:rPr>
                        <a:rPr lang="en-US" altLang="zh-HK" sz="2400" b="1" kern="10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FF6699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000</m:t>
                      </m:r>
                      <m:r>
                        <a:rPr lang="en-US" altLang="zh-HK" sz="2400" i="1" kern="1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×14%</m:t>
                      </m:r>
                    </m:oMath>
                  </m:oMathPara>
                </a14:m>
                <a:endParaRPr lang="zh-TW" altLang="zh-HK" sz="2400" kern="10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85" name="文字方塊 1084">
                <a:extLst>
                  <a:ext uri="{FF2B5EF4-FFF2-40B4-BE49-F238E27FC236}">
                    <a16:creationId xmlns:a16="http://schemas.microsoft.com/office/drawing/2014/main" id="{04D0087C-8A5B-B436-18C0-1514651834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7475" y="5900913"/>
                <a:ext cx="2379784" cy="461665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41" name="群組 1140">
            <a:extLst>
              <a:ext uri="{FF2B5EF4-FFF2-40B4-BE49-F238E27FC236}">
                <a16:creationId xmlns:a16="http://schemas.microsoft.com/office/drawing/2014/main" id="{71946E94-5D96-F759-C1D0-98CE9135EB1A}"/>
              </a:ext>
            </a:extLst>
          </p:cNvPr>
          <p:cNvGrpSpPr/>
          <p:nvPr/>
        </p:nvGrpSpPr>
        <p:grpSpPr>
          <a:xfrm>
            <a:off x="8036691" y="997813"/>
            <a:ext cx="3015549" cy="2085787"/>
            <a:chOff x="8036691" y="997813"/>
            <a:chExt cx="3015549" cy="2085787"/>
          </a:xfrm>
        </p:grpSpPr>
        <p:grpSp>
          <p:nvGrpSpPr>
            <p:cNvPr id="1088" name="群組 1087">
              <a:extLst>
                <a:ext uri="{FF2B5EF4-FFF2-40B4-BE49-F238E27FC236}">
                  <a16:creationId xmlns:a16="http://schemas.microsoft.com/office/drawing/2014/main" id="{C8285C15-1CF1-8586-DFE4-F9B198876646}"/>
                </a:ext>
              </a:extLst>
            </p:cNvPr>
            <p:cNvGrpSpPr/>
            <p:nvPr/>
          </p:nvGrpSpPr>
          <p:grpSpPr>
            <a:xfrm>
              <a:off x="8036691" y="997813"/>
              <a:ext cx="887412" cy="510841"/>
              <a:chOff x="8036691" y="997813"/>
              <a:chExt cx="887412" cy="510841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086" name="文字方塊 1085">
                    <a:extLst>
                      <a:ext uri="{FF2B5EF4-FFF2-40B4-BE49-F238E27FC236}">
                        <a16:creationId xmlns:a16="http://schemas.microsoft.com/office/drawing/2014/main" id="{5964A87A-891A-A2D3-E4E1-8E2CF470F66C}"/>
                      </a:ext>
                    </a:extLst>
                  </p:cNvPr>
                  <p:cNvSpPr txBox="1"/>
                  <p:nvPr/>
                </p:nvSpPr>
                <p:spPr>
                  <a:xfrm>
                    <a:off x="8036691" y="1200877"/>
                    <a:ext cx="887412" cy="307777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>
                      <a:tabLst>
                        <a:tab pos="270510" algn="l"/>
                      </a:tabLst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GB" altLang="zh-HK" sz="1400" kern="100" smtClean="0">
                              <a:effectLst/>
                              <a:latin typeface="Cambria Math" panose="02040503050406030204" pitchFamily="18" charset="0"/>
                            </a:rPr>
                            <m:t>$ </m:t>
                          </m:r>
                          <m:r>
                            <a:rPr lang="en-US" altLang="zh-HK" sz="1400" b="0" i="0" kern="100" smtClean="0">
                              <a:effectLst/>
                              <a:latin typeface="Cambria Math" panose="02040503050406030204" pitchFamily="18" charset="0"/>
                            </a:rPr>
                            <m:t>50</m:t>
                          </m:r>
                          <m:r>
                            <a:rPr lang="en-GB" altLang="zh-HK" sz="1400" kern="100" smtClean="0">
                              <a:effectLst/>
                              <a:latin typeface="Cambria Math" panose="02040503050406030204" pitchFamily="18" charset="0"/>
                            </a:rPr>
                            <m:t> 000</m:t>
                          </m:r>
                        </m:oMath>
                      </m:oMathPara>
                    </a14:m>
                    <a:endParaRPr lang="zh-TW" altLang="zh-HK" sz="1400" kern="100">
                      <a:effectLst/>
                      <a:latin typeface="Calibri" panose="020F0502020204030204" pitchFamily="34" charset="0"/>
                      <a:ea typeface="新細明體" panose="02020500000000000000" pitchFamily="18" charset="-12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>
              <p:sp>
                <p:nvSpPr>
                  <p:cNvPr id="1086" name="文字方塊 1085">
                    <a:extLst>
                      <a:ext uri="{FF2B5EF4-FFF2-40B4-BE49-F238E27FC236}">
                        <a16:creationId xmlns:a16="http://schemas.microsoft.com/office/drawing/2014/main" id="{5964A87A-891A-A2D3-E4E1-8E2CF470F66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036691" y="1200877"/>
                    <a:ext cx="887412" cy="307777"/>
                  </a:xfrm>
                  <a:prstGeom prst="rect">
                    <a:avLst/>
                  </a:prstGeom>
                  <a:blipFill>
                    <a:blip r:embed="rId2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087" name="文字方塊 1086">
                    <a:extLst>
                      <a:ext uri="{FF2B5EF4-FFF2-40B4-BE49-F238E27FC236}">
                        <a16:creationId xmlns:a16="http://schemas.microsoft.com/office/drawing/2014/main" id="{BE3A32D5-F357-B242-1B41-CC474D854AB7}"/>
                      </a:ext>
                    </a:extLst>
                  </p:cNvPr>
                  <p:cNvSpPr txBox="1"/>
                  <p:nvPr/>
                </p:nvSpPr>
                <p:spPr>
                  <a:xfrm>
                    <a:off x="8108673" y="997813"/>
                    <a:ext cx="327974" cy="307777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>
                      <a:tabLst>
                        <a:tab pos="270510" algn="l"/>
                      </a:tabLst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HK" sz="1400" i="1" kern="100" smtClean="0">
                              <a:effectLst/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HK" sz="1400" b="0" i="1" kern="100" smtClean="0">
                              <a:effectLst/>
                              <a:latin typeface="Cambria Math" panose="02040503050406030204" pitchFamily="18" charset="0"/>
                            </a:rPr>
                            <m:t>𝑠𝑡</m:t>
                          </m:r>
                        </m:oMath>
                      </m:oMathPara>
                    </a14:m>
                    <a:endParaRPr lang="zh-TW" altLang="zh-HK" sz="1400" i="1" kern="100">
                      <a:effectLst/>
                      <a:latin typeface="Calibri" panose="020F0502020204030204" pitchFamily="34" charset="0"/>
                      <a:ea typeface="新細明體" panose="02020500000000000000" pitchFamily="18" charset="-12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>
              <p:sp>
                <p:nvSpPr>
                  <p:cNvPr id="1087" name="文字方塊 1086">
                    <a:extLst>
                      <a:ext uri="{FF2B5EF4-FFF2-40B4-BE49-F238E27FC236}">
                        <a16:creationId xmlns:a16="http://schemas.microsoft.com/office/drawing/2014/main" id="{BE3A32D5-F357-B242-1B41-CC474D854AB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108673" y="997813"/>
                    <a:ext cx="327974" cy="307777"/>
                  </a:xfrm>
                  <a:prstGeom prst="rect">
                    <a:avLst/>
                  </a:prstGeom>
                  <a:blipFill>
                    <a:blip r:embed="rId28"/>
                    <a:stretch>
                      <a:fillRect l="-1296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089" name="群組 1088">
              <a:extLst>
                <a:ext uri="{FF2B5EF4-FFF2-40B4-BE49-F238E27FC236}">
                  <a16:creationId xmlns:a16="http://schemas.microsoft.com/office/drawing/2014/main" id="{A2E1443D-8B73-DD0E-438C-2922B3AD0B5C}"/>
                </a:ext>
              </a:extLst>
            </p:cNvPr>
            <p:cNvGrpSpPr/>
            <p:nvPr/>
          </p:nvGrpSpPr>
          <p:grpSpPr>
            <a:xfrm>
              <a:off x="8759856" y="1537491"/>
              <a:ext cx="887412" cy="510841"/>
              <a:chOff x="8036691" y="997813"/>
              <a:chExt cx="887412" cy="510841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090" name="文字方塊 1089">
                    <a:extLst>
                      <a:ext uri="{FF2B5EF4-FFF2-40B4-BE49-F238E27FC236}">
                        <a16:creationId xmlns:a16="http://schemas.microsoft.com/office/drawing/2014/main" id="{42BD19D5-A3EE-9F84-A603-AB1E115F7893}"/>
                      </a:ext>
                    </a:extLst>
                  </p:cNvPr>
                  <p:cNvSpPr txBox="1"/>
                  <p:nvPr/>
                </p:nvSpPr>
                <p:spPr>
                  <a:xfrm>
                    <a:off x="8036691" y="1200877"/>
                    <a:ext cx="887412" cy="307777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>
                      <a:tabLst>
                        <a:tab pos="270510" algn="l"/>
                      </a:tabLst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GB" altLang="zh-HK" sz="1400" kern="100" smtClean="0">
                              <a:effectLst/>
                              <a:latin typeface="Cambria Math" panose="02040503050406030204" pitchFamily="18" charset="0"/>
                            </a:rPr>
                            <m:t>$ </m:t>
                          </m:r>
                          <m:r>
                            <a:rPr lang="en-US" altLang="zh-HK" sz="1400" b="0" i="0" kern="100" smtClean="0">
                              <a:effectLst/>
                              <a:latin typeface="Cambria Math" panose="02040503050406030204" pitchFamily="18" charset="0"/>
                            </a:rPr>
                            <m:t>50</m:t>
                          </m:r>
                          <m:r>
                            <a:rPr lang="en-GB" altLang="zh-HK" sz="1400" kern="100" smtClean="0">
                              <a:effectLst/>
                              <a:latin typeface="Cambria Math" panose="02040503050406030204" pitchFamily="18" charset="0"/>
                            </a:rPr>
                            <m:t> 000</m:t>
                          </m:r>
                        </m:oMath>
                      </m:oMathPara>
                    </a14:m>
                    <a:endParaRPr lang="zh-TW" altLang="zh-HK" sz="1400" kern="100">
                      <a:effectLst/>
                      <a:latin typeface="Calibri" panose="020F0502020204030204" pitchFamily="34" charset="0"/>
                      <a:ea typeface="新細明體" panose="02020500000000000000" pitchFamily="18" charset="-12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>
              <p:sp>
                <p:nvSpPr>
                  <p:cNvPr id="1090" name="文字方塊 1089">
                    <a:extLst>
                      <a:ext uri="{FF2B5EF4-FFF2-40B4-BE49-F238E27FC236}">
                        <a16:creationId xmlns:a16="http://schemas.microsoft.com/office/drawing/2014/main" id="{42BD19D5-A3EE-9F84-A603-AB1E115F789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036691" y="1200877"/>
                    <a:ext cx="887412" cy="307777"/>
                  </a:xfrm>
                  <a:prstGeom prst="rect">
                    <a:avLst/>
                  </a:prstGeom>
                  <a:blipFill>
                    <a:blip r:embed="rId2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091" name="文字方塊 1090">
                    <a:extLst>
                      <a:ext uri="{FF2B5EF4-FFF2-40B4-BE49-F238E27FC236}">
                        <a16:creationId xmlns:a16="http://schemas.microsoft.com/office/drawing/2014/main" id="{86E84B55-FC47-C456-CCCC-89CAD3783D27}"/>
                      </a:ext>
                    </a:extLst>
                  </p:cNvPr>
                  <p:cNvSpPr txBox="1"/>
                  <p:nvPr/>
                </p:nvSpPr>
                <p:spPr>
                  <a:xfrm>
                    <a:off x="8121373" y="997813"/>
                    <a:ext cx="327974" cy="307777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>
                      <a:tabLst>
                        <a:tab pos="270510" algn="l"/>
                      </a:tabLst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HK" sz="1400" i="1" kern="100" smtClean="0">
                              <a:effectLst/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HK" sz="1400" b="0" i="1" kern="100" smtClean="0">
                              <a:effectLst/>
                              <a:latin typeface="Cambria Math" panose="02040503050406030204" pitchFamily="18" charset="0"/>
                            </a:rPr>
                            <m:t>𝑛𝑑</m:t>
                          </m:r>
                        </m:oMath>
                      </m:oMathPara>
                    </a14:m>
                    <a:endParaRPr lang="zh-TW" altLang="zh-HK" sz="1400" i="1" kern="100">
                      <a:effectLst/>
                      <a:latin typeface="Calibri" panose="020F0502020204030204" pitchFamily="34" charset="0"/>
                      <a:ea typeface="新細明體" panose="02020500000000000000" pitchFamily="18" charset="-12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>
              <p:sp>
                <p:nvSpPr>
                  <p:cNvPr id="1091" name="文字方塊 1090">
                    <a:extLst>
                      <a:ext uri="{FF2B5EF4-FFF2-40B4-BE49-F238E27FC236}">
                        <a16:creationId xmlns:a16="http://schemas.microsoft.com/office/drawing/2014/main" id="{86E84B55-FC47-C456-CCCC-89CAD3783D2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121373" y="997813"/>
                    <a:ext cx="327974" cy="307777"/>
                  </a:xfrm>
                  <a:prstGeom prst="rect">
                    <a:avLst/>
                  </a:prstGeom>
                  <a:blipFill>
                    <a:blip r:embed="rId30"/>
                    <a:stretch>
                      <a:fillRect l="-22222" r="-925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092" name="群組 1091">
              <a:extLst>
                <a:ext uri="{FF2B5EF4-FFF2-40B4-BE49-F238E27FC236}">
                  <a16:creationId xmlns:a16="http://schemas.microsoft.com/office/drawing/2014/main" id="{CEEAC67B-A9A9-3B00-644E-8DAF56DF77D3}"/>
                </a:ext>
              </a:extLst>
            </p:cNvPr>
            <p:cNvGrpSpPr/>
            <p:nvPr/>
          </p:nvGrpSpPr>
          <p:grpSpPr>
            <a:xfrm>
              <a:off x="9466947" y="2058544"/>
              <a:ext cx="887412" cy="510841"/>
              <a:chOff x="8036691" y="997813"/>
              <a:chExt cx="887412" cy="510841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093" name="文字方塊 1092">
                    <a:extLst>
                      <a:ext uri="{FF2B5EF4-FFF2-40B4-BE49-F238E27FC236}">
                        <a16:creationId xmlns:a16="http://schemas.microsoft.com/office/drawing/2014/main" id="{33867C57-7DEA-75CD-3F72-78BE9A4C1B8D}"/>
                      </a:ext>
                    </a:extLst>
                  </p:cNvPr>
                  <p:cNvSpPr txBox="1"/>
                  <p:nvPr/>
                </p:nvSpPr>
                <p:spPr>
                  <a:xfrm>
                    <a:off x="8036691" y="1200877"/>
                    <a:ext cx="887412" cy="307777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>
                      <a:tabLst>
                        <a:tab pos="270510" algn="l"/>
                      </a:tabLst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GB" altLang="zh-HK" sz="1400" kern="100" smtClean="0">
                              <a:effectLst/>
                              <a:latin typeface="Cambria Math" panose="02040503050406030204" pitchFamily="18" charset="0"/>
                            </a:rPr>
                            <m:t>$ </m:t>
                          </m:r>
                          <m:r>
                            <a:rPr lang="en-US" altLang="zh-HK" sz="1400" b="0" i="0" kern="100" smtClean="0">
                              <a:effectLst/>
                              <a:latin typeface="Cambria Math" panose="02040503050406030204" pitchFamily="18" charset="0"/>
                            </a:rPr>
                            <m:t>50</m:t>
                          </m:r>
                          <m:r>
                            <a:rPr lang="en-GB" altLang="zh-HK" sz="1400" kern="100" smtClean="0">
                              <a:effectLst/>
                              <a:latin typeface="Cambria Math" panose="02040503050406030204" pitchFamily="18" charset="0"/>
                            </a:rPr>
                            <m:t> 000</m:t>
                          </m:r>
                        </m:oMath>
                      </m:oMathPara>
                    </a14:m>
                    <a:endParaRPr lang="zh-TW" altLang="zh-HK" sz="1400" kern="100">
                      <a:effectLst/>
                      <a:latin typeface="Calibri" panose="020F0502020204030204" pitchFamily="34" charset="0"/>
                      <a:ea typeface="新細明體" panose="02020500000000000000" pitchFamily="18" charset="-12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>
              <p:sp>
                <p:nvSpPr>
                  <p:cNvPr id="1093" name="文字方塊 1092">
                    <a:extLst>
                      <a:ext uri="{FF2B5EF4-FFF2-40B4-BE49-F238E27FC236}">
                        <a16:creationId xmlns:a16="http://schemas.microsoft.com/office/drawing/2014/main" id="{33867C57-7DEA-75CD-3F72-78BE9A4C1B8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036691" y="1200877"/>
                    <a:ext cx="887412" cy="307777"/>
                  </a:xfrm>
                  <a:prstGeom prst="rect">
                    <a:avLst/>
                  </a:prstGeom>
                  <a:blipFill>
                    <a:blip r:embed="rId2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094" name="文字方塊 1093">
                    <a:extLst>
                      <a:ext uri="{FF2B5EF4-FFF2-40B4-BE49-F238E27FC236}">
                        <a16:creationId xmlns:a16="http://schemas.microsoft.com/office/drawing/2014/main" id="{492D3646-DFC5-6092-49E7-B129C46A035E}"/>
                      </a:ext>
                    </a:extLst>
                  </p:cNvPr>
                  <p:cNvSpPr txBox="1"/>
                  <p:nvPr/>
                </p:nvSpPr>
                <p:spPr>
                  <a:xfrm>
                    <a:off x="8121373" y="997813"/>
                    <a:ext cx="327974" cy="307777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>
                      <a:tabLst>
                        <a:tab pos="270510" algn="l"/>
                      </a:tabLst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HK" sz="1400" i="1" kern="100" smtClean="0">
                              <a:effectLst/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HK" sz="1400" b="0" i="1" kern="100" smtClean="0">
                              <a:effectLst/>
                              <a:latin typeface="Cambria Math" panose="02040503050406030204" pitchFamily="18" charset="0"/>
                            </a:rPr>
                            <m:t>𝑟𝑑</m:t>
                          </m:r>
                        </m:oMath>
                      </m:oMathPara>
                    </a14:m>
                    <a:endParaRPr lang="zh-TW" altLang="zh-HK" sz="1400" i="1" kern="100">
                      <a:effectLst/>
                      <a:latin typeface="Calibri" panose="020F0502020204030204" pitchFamily="34" charset="0"/>
                      <a:ea typeface="新細明體" panose="02020500000000000000" pitchFamily="18" charset="-12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>
              <p:sp>
                <p:nvSpPr>
                  <p:cNvPr id="1094" name="文字方塊 1093">
                    <a:extLst>
                      <a:ext uri="{FF2B5EF4-FFF2-40B4-BE49-F238E27FC236}">
                        <a16:creationId xmlns:a16="http://schemas.microsoft.com/office/drawing/2014/main" id="{492D3646-DFC5-6092-49E7-B129C46A035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121373" y="997813"/>
                    <a:ext cx="327974" cy="307777"/>
                  </a:xfrm>
                  <a:prstGeom prst="rect">
                    <a:avLst/>
                  </a:prstGeom>
                  <a:blipFill>
                    <a:blip r:embed="rId31"/>
                    <a:stretch>
                      <a:fillRect l="-18519" r="-555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095" name="群組 1094">
              <a:extLst>
                <a:ext uri="{FF2B5EF4-FFF2-40B4-BE49-F238E27FC236}">
                  <a16:creationId xmlns:a16="http://schemas.microsoft.com/office/drawing/2014/main" id="{DD838B6A-B7A0-898D-5F2A-4DFB07E819F4}"/>
                </a:ext>
              </a:extLst>
            </p:cNvPr>
            <p:cNvGrpSpPr/>
            <p:nvPr/>
          </p:nvGrpSpPr>
          <p:grpSpPr>
            <a:xfrm>
              <a:off x="10164828" y="2572759"/>
              <a:ext cx="887412" cy="510841"/>
              <a:chOff x="8036691" y="997813"/>
              <a:chExt cx="887412" cy="510841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096" name="文字方塊 1095">
                    <a:extLst>
                      <a:ext uri="{FF2B5EF4-FFF2-40B4-BE49-F238E27FC236}">
                        <a16:creationId xmlns:a16="http://schemas.microsoft.com/office/drawing/2014/main" id="{B92E19C3-3F90-421B-53E7-4C469A5B6D6C}"/>
                      </a:ext>
                    </a:extLst>
                  </p:cNvPr>
                  <p:cNvSpPr txBox="1"/>
                  <p:nvPr/>
                </p:nvSpPr>
                <p:spPr>
                  <a:xfrm>
                    <a:off x="8036691" y="1200877"/>
                    <a:ext cx="887412" cy="307777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>
                      <a:tabLst>
                        <a:tab pos="270510" algn="l"/>
                      </a:tabLst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GB" altLang="zh-HK" sz="1400" kern="100" smtClean="0">
                              <a:effectLst/>
                              <a:latin typeface="Cambria Math" panose="02040503050406030204" pitchFamily="18" charset="0"/>
                            </a:rPr>
                            <m:t>$ </m:t>
                          </m:r>
                          <m:r>
                            <a:rPr lang="en-US" altLang="zh-HK" sz="1400" b="0" i="0" kern="100" smtClean="0">
                              <a:effectLst/>
                              <a:latin typeface="Cambria Math" panose="02040503050406030204" pitchFamily="18" charset="0"/>
                            </a:rPr>
                            <m:t>50</m:t>
                          </m:r>
                          <m:r>
                            <a:rPr lang="en-GB" altLang="zh-HK" sz="1400" kern="100" smtClean="0">
                              <a:effectLst/>
                              <a:latin typeface="Cambria Math" panose="02040503050406030204" pitchFamily="18" charset="0"/>
                            </a:rPr>
                            <m:t> 000</m:t>
                          </m:r>
                        </m:oMath>
                      </m:oMathPara>
                    </a14:m>
                    <a:endParaRPr lang="zh-TW" altLang="zh-HK" sz="1400" kern="100">
                      <a:effectLst/>
                      <a:latin typeface="Calibri" panose="020F0502020204030204" pitchFamily="34" charset="0"/>
                      <a:ea typeface="新細明體" panose="02020500000000000000" pitchFamily="18" charset="-12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>
              <p:sp>
                <p:nvSpPr>
                  <p:cNvPr id="1096" name="文字方塊 1095">
                    <a:extLst>
                      <a:ext uri="{FF2B5EF4-FFF2-40B4-BE49-F238E27FC236}">
                        <a16:creationId xmlns:a16="http://schemas.microsoft.com/office/drawing/2014/main" id="{B92E19C3-3F90-421B-53E7-4C469A5B6D6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036691" y="1200877"/>
                    <a:ext cx="887412" cy="307777"/>
                  </a:xfrm>
                  <a:prstGeom prst="rect">
                    <a:avLst/>
                  </a:prstGeom>
                  <a:blipFill>
                    <a:blip r:embed="rId3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097" name="文字方塊 1096">
                    <a:extLst>
                      <a:ext uri="{FF2B5EF4-FFF2-40B4-BE49-F238E27FC236}">
                        <a16:creationId xmlns:a16="http://schemas.microsoft.com/office/drawing/2014/main" id="{59FA8579-5E11-8A05-5B4A-D34EA60C9D46}"/>
                      </a:ext>
                    </a:extLst>
                  </p:cNvPr>
                  <p:cNvSpPr txBox="1"/>
                  <p:nvPr/>
                </p:nvSpPr>
                <p:spPr>
                  <a:xfrm>
                    <a:off x="8121373" y="997813"/>
                    <a:ext cx="327974" cy="307777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>
                      <a:tabLst>
                        <a:tab pos="270510" algn="l"/>
                      </a:tabLst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HK" sz="1400" i="1" kern="100" smtClean="0">
                              <a:effectLst/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altLang="zh-HK" sz="1400" b="0" i="1" kern="100" smtClean="0">
                              <a:effectLst/>
                              <a:latin typeface="Cambria Math" panose="02040503050406030204" pitchFamily="18" charset="0"/>
                            </a:rPr>
                            <m:t>𝑡h</m:t>
                          </m:r>
                        </m:oMath>
                      </m:oMathPara>
                    </a14:m>
                    <a:endParaRPr lang="zh-TW" altLang="zh-HK" sz="1400" i="1" kern="100">
                      <a:effectLst/>
                      <a:latin typeface="Calibri" panose="020F0502020204030204" pitchFamily="34" charset="0"/>
                      <a:ea typeface="新細明體" panose="02020500000000000000" pitchFamily="18" charset="-12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>
              <p:sp>
                <p:nvSpPr>
                  <p:cNvPr id="1097" name="文字方塊 1096">
                    <a:extLst>
                      <a:ext uri="{FF2B5EF4-FFF2-40B4-BE49-F238E27FC236}">
                        <a16:creationId xmlns:a16="http://schemas.microsoft.com/office/drawing/2014/main" id="{59FA8579-5E11-8A05-5B4A-D34EA60C9D4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121373" y="997813"/>
                    <a:ext cx="327974" cy="307777"/>
                  </a:xfrm>
                  <a:prstGeom prst="rect">
                    <a:avLst/>
                  </a:prstGeom>
                  <a:blipFill>
                    <a:blip r:embed="rId33"/>
                    <a:stretch>
                      <a:fillRect l="-14815" r="-185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098" name="文字方塊 1097">
                <a:extLst>
                  <a:ext uri="{FF2B5EF4-FFF2-40B4-BE49-F238E27FC236}">
                    <a16:creationId xmlns:a16="http://schemas.microsoft.com/office/drawing/2014/main" id="{E1F59CA8-B98F-761D-95D3-E561F74F66BA}"/>
                  </a:ext>
                </a:extLst>
              </p:cNvPr>
              <p:cNvSpPr txBox="1"/>
              <p:nvPr/>
            </p:nvSpPr>
            <p:spPr>
              <a:xfrm>
                <a:off x="10921531" y="3443047"/>
                <a:ext cx="1122579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tabLst>
                    <a:tab pos="27051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1400" b="1" i="1" kern="100" smtClean="0">
                          <a:ln w="3175"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FF6699"/>
                          </a:solidFill>
                          <a:effectLst/>
                          <a:latin typeface="Cambria Math" panose="02040503050406030204" pitchFamily="18" charset="0"/>
                        </a:rPr>
                        <m:t>𝑹𝒆𝒎𝒂𝒊𝒏𝒅𝒆𝒓</m:t>
                      </m:r>
                    </m:oMath>
                  </m:oMathPara>
                </a14:m>
                <a:endParaRPr lang="zh-TW" altLang="zh-HK" sz="1400" b="1" i="1" kern="100">
                  <a:ln w="3175">
                    <a:solidFill>
                      <a:sysClr val="windowText" lastClr="000000"/>
                    </a:solidFill>
                  </a:ln>
                  <a:solidFill>
                    <a:srgbClr val="FF6699"/>
                  </a:solidFill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98" name="文字方塊 1097">
                <a:extLst>
                  <a:ext uri="{FF2B5EF4-FFF2-40B4-BE49-F238E27FC236}">
                    <a16:creationId xmlns:a16="http://schemas.microsoft.com/office/drawing/2014/main" id="{E1F59CA8-B98F-761D-95D3-E561F74F66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21531" y="3443047"/>
                <a:ext cx="1122579" cy="307777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9028487D-935B-5B8F-BCE3-735616CBF9D1}"/>
                  </a:ext>
                </a:extLst>
              </p:cNvPr>
              <p:cNvSpPr txBox="1"/>
              <p:nvPr/>
            </p:nvSpPr>
            <p:spPr>
              <a:xfrm>
                <a:off x="5592091" y="5103069"/>
                <a:ext cx="140189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2400" i="1" kern="10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altLang="zh-HK" sz="2400" b="0" i="1" kern="10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HK" sz="2400" b="1" kern="10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9966FF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50 000</m:t>
                      </m:r>
                    </m:oMath>
                  </m:oMathPara>
                </a14:m>
                <a:endParaRPr lang="zh-TW" altLang="zh-HK" sz="2400" kern="10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9028487D-935B-5B8F-BCE3-735616CBF9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2091" y="5103069"/>
                <a:ext cx="1401894" cy="461665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E5C958F9-86D4-9B47-284F-1B3E8C7A563D}"/>
                  </a:ext>
                </a:extLst>
              </p:cNvPr>
              <p:cNvSpPr txBox="1"/>
              <p:nvPr/>
            </p:nvSpPr>
            <p:spPr>
              <a:xfrm>
                <a:off x="4554941" y="5112034"/>
                <a:ext cx="124949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400" b="1" kern="10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9966FF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50 000</m:t>
                      </m:r>
                    </m:oMath>
                  </m:oMathPara>
                </a14:m>
                <a:endParaRPr lang="zh-TW" altLang="zh-HK" sz="2400" kern="10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E5C958F9-86D4-9B47-284F-1B3E8C7A56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4941" y="5112034"/>
                <a:ext cx="1249494" cy="461665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群組 4">
            <a:extLst>
              <a:ext uri="{FF2B5EF4-FFF2-40B4-BE49-F238E27FC236}">
                <a16:creationId xmlns:a16="http://schemas.microsoft.com/office/drawing/2014/main" id="{84EC8934-236B-8C2B-32CB-21AE8701FF7E}"/>
              </a:ext>
            </a:extLst>
          </p:cNvPr>
          <p:cNvGrpSpPr/>
          <p:nvPr/>
        </p:nvGrpSpPr>
        <p:grpSpPr>
          <a:xfrm>
            <a:off x="3876543" y="5065141"/>
            <a:ext cx="5773407" cy="523220"/>
            <a:chOff x="620325" y="1966569"/>
            <a:chExt cx="5773407" cy="523220"/>
          </a:xfrm>
        </p:grpSpPr>
        <p:grpSp>
          <p:nvGrpSpPr>
            <p:cNvPr id="13" name="群組 12">
              <a:extLst>
                <a:ext uri="{FF2B5EF4-FFF2-40B4-BE49-F238E27FC236}">
                  <a16:creationId xmlns:a16="http://schemas.microsoft.com/office/drawing/2014/main" id="{5F3D5F4F-4D5B-3F86-4E93-C7FF58319099}"/>
                </a:ext>
              </a:extLst>
            </p:cNvPr>
            <p:cNvGrpSpPr/>
            <p:nvPr/>
          </p:nvGrpSpPr>
          <p:grpSpPr>
            <a:xfrm>
              <a:off x="1198829" y="2054133"/>
              <a:ext cx="5194903" cy="406700"/>
              <a:chOff x="2230242" y="1466308"/>
              <a:chExt cx="5194903" cy="406700"/>
            </a:xfrm>
          </p:grpSpPr>
          <p:sp>
            <p:nvSpPr>
              <p:cNvPr id="1026" name="文字方塊 1025">
                <a:extLst>
                  <a:ext uri="{FF2B5EF4-FFF2-40B4-BE49-F238E27FC236}">
                    <a16:creationId xmlns:a16="http://schemas.microsoft.com/office/drawing/2014/main" id="{0A1A48BF-21DE-085F-CDC6-8EE93DD160BD}"/>
                  </a:ext>
                </a:extLst>
              </p:cNvPr>
              <p:cNvSpPr txBox="1"/>
              <p:nvPr/>
            </p:nvSpPr>
            <p:spPr>
              <a:xfrm>
                <a:off x="2230242" y="1466308"/>
                <a:ext cx="27443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(</a:t>
                </a:r>
              </a:p>
            </p:txBody>
          </p:sp>
          <p:sp>
            <p:nvSpPr>
              <p:cNvPr id="1027" name="文字方塊 1026">
                <a:extLst>
                  <a:ext uri="{FF2B5EF4-FFF2-40B4-BE49-F238E27FC236}">
                    <a16:creationId xmlns:a16="http://schemas.microsoft.com/office/drawing/2014/main" id="{7FD250D5-DE23-AD7E-7C89-7E6876F2A9F6}"/>
                  </a:ext>
                </a:extLst>
              </p:cNvPr>
              <p:cNvSpPr txBox="1"/>
              <p:nvPr/>
            </p:nvSpPr>
            <p:spPr>
              <a:xfrm>
                <a:off x="7150711" y="1472898"/>
                <a:ext cx="27443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)</a:t>
                </a:r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3" name="文字方塊 62">
                  <a:extLst>
                    <a:ext uri="{FF2B5EF4-FFF2-40B4-BE49-F238E27FC236}">
                      <a16:creationId xmlns:a16="http://schemas.microsoft.com/office/drawing/2014/main" id="{113A3F1C-9CDC-56E7-0160-A70E1D4C3ACD}"/>
                    </a:ext>
                  </a:extLst>
                </p:cNvPr>
                <p:cNvSpPr txBox="1"/>
                <p:nvPr/>
              </p:nvSpPr>
              <p:spPr>
                <a:xfrm>
                  <a:off x="620325" y="1966569"/>
                  <a:ext cx="295688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HK" sz="28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63" name="文字方塊 62">
                  <a:extLst>
                    <a:ext uri="{FF2B5EF4-FFF2-40B4-BE49-F238E27FC236}">
                      <a16:creationId xmlns:a16="http://schemas.microsoft.com/office/drawing/2014/main" id="{113A3F1C-9CDC-56E7-0160-A70E1D4C3A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0325" y="1966569"/>
                  <a:ext cx="295688" cy="523220"/>
                </a:xfrm>
                <a:prstGeom prst="rect">
                  <a:avLst/>
                </a:prstGeom>
                <a:blipFill>
                  <a:blip r:embed="rId37"/>
                  <a:stretch>
                    <a:fillRect r="-1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25" name="文字方塊 1024">
                  <a:extLst>
                    <a:ext uri="{FF2B5EF4-FFF2-40B4-BE49-F238E27FC236}">
                      <a16:creationId xmlns:a16="http://schemas.microsoft.com/office/drawing/2014/main" id="{E4365EEC-55A7-082C-6D22-CF46FF72998B}"/>
                    </a:ext>
                  </a:extLst>
                </p:cNvPr>
                <p:cNvSpPr txBox="1"/>
                <p:nvPr/>
              </p:nvSpPr>
              <p:spPr>
                <a:xfrm>
                  <a:off x="952074" y="1997346"/>
                  <a:ext cx="231479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altLang="zh-HK" sz="2400" b="1" kern="100" smtClean="0">
                            <a:ln>
                              <a:solidFill>
                                <a:sysClr val="windowText" lastClr="000000"/>
                              </a:solidFill>
                            </a:ln>
                            <a:solidFill>
                              <a:sysClr val="windowText" lastClr="000000"/>
                            </a:solidFill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$</m:t>
                        </m:r>
                      </m:oMath>
                    </m:oMathPara>
                  </a14:m>
                  <a:endParaRPr lang="zh-HK" altLang="en-US" sz="2400">
                    <a:ln>
                      <a:solidFill>
                        <a:sysClr val="windowText" lastClr="000000"/>
                      </a:solidFill>
                    </a:ln>
                    <a:solidFill>
                      <a:sysClr val="windowText" lastClr="000000"/>
                    </a:solidFill>
                  </a:endParaRPr>
                </a:p>
              </p:txBody>
            </p:sp>
          </mc:Choice>
          <mc:Fallback>
            <p:sp>
              <p:nvSpPr>
                <p:cNvPr id="1025" name="文字方塊 1024">
                  <a:extLst>
                    <a:ext uri="{FF2B5EF4-FFF2-40B4-BE49-F238E27FC236}">
                      <a16:creationId xmlns:a16="http://schemas.microsoft.com/office/drawing/2014/main" id="{E4365EEC-55A7-082C-6D22-CF46FF72998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2074" y="1997346"/>
                  <a:ext cx="231479" cy="461665"/>
                </a:xfrm>
                <a:prstGeom prst="rect">
                  <a:avLst/>
                </a:prstGeom>
                <a:blipFill>
                  <a:blip r:embed="rId38"/>
                  <a:stretch>
                    <a:fillRect r="-526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028" name="文字方塊 1027">
                <a:extLst>
                  <a:ext uri="{FF2B5EF4-FFF2-40B4-BE49-F238E27FC236}">
                    <a16:creationId xmlns:a16="http://schemas.microsoft.com/office/drawing/2014/main" id="{32518175-1174-B242-7B1F-5544CCA71DD6}"/>
                  </a:ext>
                </a:extLst>
              </p:cNvPr>
              <p:cNvSpPr txBox="1"/>
              <p:nvPr/>
            </p:nvSpPr>
            <p:spPr>
              <a:xfrm>
                <a:off x="6821302" y="5081994"/>
                <a:ext cx="140189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2400" i="1" kern="10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altLang="zh-HK" sz="2400" b="0" i="1" kern="10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HK" sz="2400" b="1" kern="10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9966FF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50 000</m:t>
                      </m:r>
                    </m:oMath>
                  </m:oMathPara>
                </a14:m>
                <a:endParaRPr lang="zh-TW" altLang="zh-HK" sz="2400" kern="10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28" name="文字方塊 1027">
                <a:extLst>
                  <a:ext uri="{FF2B5EF4-FFF2-40B4-BE49-F238E27FC236}">
                    <a16:creationId xmlns:a16="http://schemas.microsoft.com/office/drawing/2014/main" id="{32518175-1174-B242-7B1F-5544CCA71D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1302" y="5081994"/>
                <a:ext cx="1401894" cy="461665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29" name="文字方塊 1028">
                <a:extLst>
                  <a:ext uri="{FF2B5EF4-FFF2-40B4-BE49-F238E27FC236}">
                    <a16:creationId xmlns:a16="http://schemas.microsoft.com/office/drawing/2014/main" id="{80CB5512-37A7-C06B-0843-0C5D0895A46C}"/>
                  </a:ext>
                </a:extLst>
              </p:cNvPr>
              <p:cNvSpPr txBox="1"/>
              <p:nvPr/>
            </p:nvSpPr>
            <p:spPr>
              <a:xfrm>
                <a:off x="8038284" y="5082878"/>
                <a:ext cx="144139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2400" i="1" kern="10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+</m:t>
                      </m:r>
                      <m:r>
                        <m:rPr>
                          <m:nor/>
                        </m:rPr>
                        <a:rPr lang="en-US" altLang="zh-HK" sz="2400" b="1" i="0" kern="10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HK" sz="2400" b="1" i="0" kern="10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FF6699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30</m:t>
                      </m:r>
                      <m:r>
                        <m:rPr>
                          <m:nor/>
                        </m:rPr>
                        <a:rPr lang="en-US" altLang="zh-HK" sz="2400" b="1" kern="10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FF6699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000</m:t>
                      </m:r>
                    </m:oMath>
                  </m:oMathPara>
                </a14:m>
                <a:endParaRPr lang="zh-TW" altLang="zh-HK" sz="2400" kern="10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29" name="文字方塊 1028">
                <a:extLst>
                  <a:ext uri="{FF2B5EF4-FFF2-40B4-BE49-F238E27FC236}">
                    <a16:creationId xmlns:a16="http://schemas.microsoft.com/office/drawing/2014/main" id="{80CB5512-37A7-C06B-0843-0C5D0895A4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8284" y="5082878"/>
                <a:ext cx="1441395" cy="461665"/>
              </a:xfrm>
              <a:prstGeom prst="rect">
                <a:avLst/>
              </a:prstGeom>
              <a:blipFill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30" name="文字方塊 1029">
                <a:extLst>
                  <a:ext uri="{FF2B5EF4-FFF2-40B4-BE49-F238E27FC236}">
                    <a16:creationId xmlns:a16="http://schemas.microsoft.com/office/drawing/2014/main" id="{32B89E46-3F16-891B-B058-B31629774B7A}"/>
                  </a:ext>
                </a:extLst>
              </p:cNvPr>
              <p:cNvSpPr txBox="1"/>
              <p:nvPr/>
            </p:nvSpPr>
            <p:spPr>
              <a:xfrm>
                <a:off x="862104" y="4682914"/>
                <a:ext cx="327687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400" b="1" kern="10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B0F0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$ 180 000</m:t>
                      </m:r>
                      <m:r>
                        <a:rPr lang="en-US" sz="2400" b="1" i="1" dirty="0" smtClean="0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</a:rPr>
                        <m:t>÷</m:t>
                      </m:r>
                      <m:r>
                        <m:rPr>
                          <m:nor/>
                        </m:rPr>
                        <a:rPr lang="en-US" altLang="zh-HK" sz="2400" b="1" kern="10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9966FF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50 000</m:t>
                      </m:r>
                    </m:oMath>
                  </m:oMathPara>
                </a14:m>
                <a:endParaRPr lang="zh-HK" altLang="en-US" sz="2400">
                  <a:ln>
                    <a:solidFill>
                      <a:sysClr val="windowText" lastClr="000000"/>
                    </a:solidFill>
                  </a:ln>
                  <a:solidFill>
                    <a:srgbClr val="00B0F0"/>
                  </a:solidFill>
                </a:endParaRPr>
              </a:p>
            </p:txBody>
          </p:sp>
        </mc:Choice>
        <mc:Fallback>
          <p:sp>
            <p:nvSpPr>
              <p:cNvPr id="1030" name="文字方塊 1029">
                <a:extLst>
                  <a:ext uri="{FF2B5EF4-FFF2-40B4-BE49-F238E27FC236}">
                    <a16:creationId xmlns:a16="http://schemas.microsoft.com/office/drawing/2014/main" id="{32B89E46-3F16-891B-B058-B31629774B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104" y="4682914"/>
                <a:ext cx="3276872" cy="461665"/>
              </a:xfrm>
              <a:prstGeom prst="rect">
                <a:avLst/>
              </a:prstGeom>
              <a:blipFill>
                <a:blip r:embed="rId4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35" name="群組 1034">
            <a:extLst>
              <a:ext uri="{FF2B5EF4-FFF2-40B4-BE49-F238E27FC236}">
                <a16:creationId xmlns:a16="http://schemas.microsoft.com/office/drawing/2014/main" id="{8C33415F-2037-B223-8563-8838763130A0}"/>
              </a:ext>
            </a:extLst>
          </p:cNvPr>
          <p:cNvGrpSpPr/>
          <p:nvPr/>
        </p:nvGrpSpPr>
        <p:grpSpPr>
          <a:xfrm>
            <a:off x="3876543" y="4644175"/>
            <a:ext cx="4634545" cy="523220"/>
            <a:chOff x="2390436" y="4727308"/>
            <a:chExt cx="4634545" cy="523220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46" name="文字方塊 1045">
                  <a:extLst>
                    <a:ext uri="{FF2B5EF4-FFF2-40B4-BE49-F238E27FC236}">
                      <a16:creationId xmlns:a16="http://schemas.microsoft.com/office/drawing/2014/main" id="{1B63037F-D00D-357A-FCFA-CD45C75F6279}"/>
                    </a:ext>
                  </a:extLst>
                </p:cNvPr>
                <p:cNvSpPr txBox="1"/>
                <p:nvPr/>
              </p:nvSpPr>
              <p:spPr>
                <a:xfrm>
                  <a:off x="2816519" y="4747977"/>
                  <a:ext cx="4208462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HK" sz="2400" i="1" kern="10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9966FF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3</m:t>
                      </m:r>
                    </m:oMath>
                  </a14:m>
                  <a:r>
                    <a:rPr lang="en-US" altLang="zh-HK" sz="2400" kern="100">
                      <a:solidFill>
                        <a:srgbClr val="FF0000"/>
                      </a:solidFill>
                      <a:effectLst/>
                      <a:latin typeface="Times New Roman" panose="02020603050405020304" pitchFamily="18" charset="0"/>
                      <a:ea typeface="新細明體" panose="02020500000000000000" pitchFamily="18" charset="-120"/>
                      <a:cs typeface="Times New Roman" panose="02020603050405020304" pitchFamily="18" charset="0"/>
                    </a:rPr>
                    <a:t> </a:t>
                  </a:r>
                  <a:r>
                    <a:rPr lang="en-US" altLang="zh-HK" sz="2400" kern="100">
                      <a:effectLst/>
                      <a:latin typeface="Times New Roman" panose="02020603050405020304" pitchFamily="18" charset="0"/>
                      <a:ea typeface="新細明體" panose="02020500000000000000" pitchFamily="18" charset="-120"/>
                      <a:cs typeface="Times New Roman" panose="02020603050405020304" pitchFamily="18" charset="0"/>
                    </a:rPr>
                    <a:t>and</a:t>
                  </a:r>
                  <a:r>
                    <a:rPr lang="en-US" altLang="zh-HK" sz="2400" kern="100">
                      <a:solidFill>
                        <a:srgbClr val="FF0000"/>
                      </a:solidFill>
                      <a:effectLst/>
                      <a:latin typeface="Times New Roman" panose="02020603050405020304" pitchFamily="18" charset="0"/>
                      <a:ea typeface="新細明體" panose="02020500000000000000" pitchFamily="18" charset="-120"/>
                      <a:cs typeface="Times New Roman" panose="02020603050405020304" pitchFamily="18" charset="0"/>
                    </a:rPr>
                    <a:t> </a:t>
                  </a:r>
                  <a:r>
                    <a:rPr lang="en-US" altLang="zh-HK" sz="2400" kern="100">
                      <a:ln>
                        <a:solidFill>
                          <a:sysClr val="windowText" lastClr="000000"/>
                        </a:solidFill>
                      </a:ln>
                      <a:solidFill>
                        <a:srgbClr val="FF6699"/>
                      </a:solidFill>
                      <a:effectLst/>
                      <a:latin typeface="Times New Roman" panose="02020603050405020304" pitchFamily="18" charset="0"/>
                      <a:ea typeface="新細明體" panose="02020500000000000000" pitchFamily="18" charset="-120"/>
                      <a:cs typeface="Times New Roman" panose="02020603050405020304" pitchFamily="18" charset="0"/>
                    </a:rPr>
                    <a:t>the remainder is </a:t>
                  </a:r>
                  <a14:m>
                    <m:oMath xmlns:m="http://schemas.openxmlformats.org/officeDocument/2006/math">
                      <m:r>
                        <a:rPr lang="en-US" altLang="zh-HK" sz="2400" i="1" kern="10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FF6699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$ 30 000</m:t>
                      </m:r>
                    </m:oMath>
                  </a14:m>
                  <a:endParaRPr lang="zh-HK" altLang="en-US" sz="2400"/>
                </a:p>
              </p:txBody>
            </p:sp>
          </mc:Choice>
          <mc:Fallback>
            <p:sp>
              <p:nvSpPr>
                <p:cNvPr id="1046" name="文字方塊 1045">
                  <a:extLst>
                    <a:ext uri="{FF2B5EF4-FFF2-40B4-BE49-F238E27FC236}">
                      <a16:creationId xmlns:a16="http://schemas.microsoft.com/office/drawing/2014/main" id="{1B63037F-D00D-357A-FCFA-CD45C75F62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16519" y="4747977"/>
                  <a:ext cx="4208462" cy="461665"/>
                </a:xfrm>
                <a:prstGeom prst="rect">
                  <a:avLst/>
                </a:prstGeom>
                <a:blipFill>
                  <a:blip r:embed="rId42"/>
                  <a:stretch>
                    <a:fillRect t="-11842" b="-2763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34" name="文字方塊 1033">
                  <a:extLst>
                    <a:ext uri="{FF2B5EF4-FFF2-40B4-BE49-F238E27FC236}">
                      <a16:creationId xmlns:a16="http://schemas.microsoft.com/office/drawing/2014/main" id="{24C42F64-3F47-770B-DA24-12862DE120BB}"/>
                    </a:ext>
                  </a:extLst>
                </p:cNvPr>
                <p:cNvSpPr txBox="1"/>
                <p:nvPr/>
              </p:nvSpPr>
              <p:spPr>
                <a:xfrm>
                  <a:off x="2390436" y="4727308"/>
                  <a:ext cx="295688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HK" sz="28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1034" name="文字方塊 1033">
                  <a:extLst>
                    <a:ext uri="{FF2B5EF4-FFF2-40B4-BE49-F238E27FC236}">
                      <a16:creationId xmlns:a16="http://schemas.microsoft.com/office/drawing/2014/main" id="{24C42F64-3F47-770B-DA24-12862DE120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90436" y="4727308"/>
                  <a:ext cx="295688" cy="523220"/>
                </a:xfrm>
                <a:prstGeom prst="rect">
                  <a:avLst/>
                </a:prstGeom>
                <a:blipFill>
                  <a:blip r:embed="rId43"/>
                  <a:stretch>
                    <a:fillRect r="-1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037" name="文字方塊 1029">
                <a:extLst>
                  <a:ext uri="{FF2B5EF4-FFF2-40B4-BE49-F238E27FC236}">
                    <a16:creationId xmlns:a16="http://schemas.microsoft.com/office/drawing/2014/main" id="{7F971A6B-A5E9-26B4-CA33-A0FC2FF79806}"/>
                  </a:ext>
                </a:extLst>
              </p:cNvPr>
              <p:cNvSpPr txBox="1"/>
              <p:nvPr/>
            </p:nvSpPr>
            <p:spPr>
              <a:xfrm>
                <a:off x="2413568" y="5117054"/>
                <a:ext cx="155006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400" b="1" kern="100" smtClean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rgbClr val="00B0F0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$ 180 000</m:t>
                      </m:r>
                    </m:oMath>
                  </m:oMathPara>
                </a14:m>
                <a:endParaRPr lang="zh-HK" altLang="en-US" sz="2400">
                  <a:ln>
                    <a:solidFill>
                      <a:sysClr val="windowText" lastClr="000000"/>
                    </a:solidFill>
                  </a:ln>
                  <a:solidFill>
                    <a:srgbClr val="00B0F0"/>
                  </a:solidFill>
                </a:endParaRPr>
              </a:p>
            </p:txBody>
          </p:sp>
        </mc:Choice>
        <mc:Fallback>
          <p:sp>
            <p:nvSpPr>
              <p:cNvPr id="1037" name="文字方塊 1029">
                <a:extLst>
                  <a:ext uri="{FF2B5EF4-FFF2-40B4-BE49-F238E27FC236}">
                    <a16:creationId xmlns:a16="http://schemas.microsoft.com/office/drawing/2014/main" id="{7F971A6B-A5E9-26B4-CA33-A0FC2FF798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3568" y="5117054"/>
                <a:ext cx="1550062" cy="461665"/>
              </a:xfrm>
              <a:prstGeom prst="rect">
                <a:avLst/>
              </a:prstGeom>
              <a:blipFill>
                <a:blip r:embed="rId4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43" name="群組 1042">
            <a:extLst>
              <a:ext uri="{FF2B5EF4-FFF2-40B4-BE49-F238E27FC236}">
                <a16:creationId xmlns:a16="http://schemas.microsoft.com/office/drawing/2014/main" id="{226EA99C-3963-0482-ABC9-5DF7DD776E57}"/>
              </a:ext>
            </a:extLst>
          </p:cNvPr>
          <p:cNvGrpSpPr/>
          <p:nvPr/>
        </p:nvGrpSpPr>
        <p:grpSpPr>
          <a:xfrm>
            <a:off x="9820338" y="100597"/>
            <a:ext cx="2327582" cy="832748"/>
            <a:chOff x="42724" y="4254768"/>
            <a:chExt cx="2327582" cy="832748"/>
          </a:xfrm>
        </p:grpSpPr>
        <p:grpSp>
          <p:nvGrpSpPr>
            <p:cNvPr id="1045" name="群組 1044">
              <a:extLst>
                <a:ext uri="{FF2B5EF4-FFF2-40B4-BE49-F238E27FC236}">
                  <a16:creationId xmlns:a16="http://schemas.microsoft.com/office/drawing/2014/main" id="{915A33B6-9364-D3A1-103F-31A6FECB595E}"/>
                </a:ext>
              </a:extLst>
            </p:cNvPr>
            <p:cNvGrpSpPr/>
            <p:nvPr/>
          </p:nvGrpSpPr>
          <p:grpSpPr>
            <a:xfrm>
              <a:off x="42724" y="4254768"/>
              <a:ext cx="357790" cy="400110"/>
              <a:chOff x="9365100" y="4544873"/>
              <a:chExt cx="357790" cy="400110"/>
            </a:xfrm>
          </p:grpSpPr>
          <p:sp>
            <p:nvSpPr>
              <p:cNvPr id="1073" name="橢圓 1072">
                <a:extLst>
                  <a:ext uri="{FF2B5EF4-FFF2-40B4-BE49-F238E27FC236}">
                    <a16:creationId xmlns:a16="http://schemas.microsoft.com/office/drawing/2014/main" id="{068BDE8C-7E59-6974-E125-6600B5CE4FF4}"/>
                  </a:ext>
                </a:extLst>
              </p:cNvPr>
              <p:cNvSpPr/>
              <p:nvPr/>
            </p:nvSpPr>
            <p:spPr>
              <a:xfrm>
                <a:off x="9408368" y="4581128"/>
                <a:ext cx="288032" cy="288032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HK" altLang="en-US"/>
              </a:p>
            </p:txBody>
          </p:sp>
          <p:sp>
            <p:nvSpPr>
              <p:cNvPr id="1079" name="文字方塊 1078">
                <a:extLst>
                  <a:ext uri="{FF2B5EF4-FFF2-40B4-BE49-F238E27FC236}">
                    <a16:creationId xmlns:a16="http://schemas.microsoft.com/office/drawing/2014/main" id="{D5722854-62EE-476B-BFBB-80730EBCD036}"/>
                  </a:ext>
                </a:extLst>
              </p:cNvPr>
              <p:cNvSpPr txBox="1"/>
              <p:nvPr/>
            </p:nvSpPr>
            <p:spPr>
              <a:xfrm>
                <a:off x="9365100" y="4544873"/>
                <a:ext cx="35779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1</a:t>
                </a:r>
                <a:endParaRPr lang="en-HK" altLang="zh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  <p:sp>
          <p:nvSpPr>
            <p:cNvPr id="1047" name="文字方塊 1046">
              <a:extLst>
                <a:ext uri="{FF2B5EF4-FFF2-40B4-BE49-F238E27FC236}">
                  <a16:creationId xmlns:a16="http://schemas.microsoft.com/office/drawing/2014/main" id="{0E6D3AE0-5023-869C-7E16-7DF7FDD6E2AC}"/>
                </a:ext>
              </a:extLst>
            </p:cNvPr>
            <p:cNvSpPr txBox="1"/>
            <p:nvPr/>
          </p:nvSpPr>
          <p:spPr>
            <a:xfrm>
              <a:off x="516739" y="4256519"/>
              <a:ext cx="185356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24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交稅似抽水</a:t>
              </a:r>
              <a:r>
                <a:rPr lang="en-US" altLang="zh-TW" sz="24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,</a:t>
              </a:r>
            </a:p>
            <a:p>
              <a:r>
                <a:rPr lang="zh-TW" altLang="en-US" sz="24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抽到邊桶水</a:t>
              </a:r>
              <a:r>
                <a:rPr lang="en-US" altLang="zh-TW" sz="24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?</a:t>
              </a:r>
              <a:endParaRPr lang="en-HK" sz="24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040" name="表格 1039">
                <a:extLst>
                  <a:ext uri="{FF2B5EF4-FFF2-40B4-BE49-F238E27FC236}">
                    <a16:creationId xmlns:a16="http://schemas.microsoft.com/office/drawing/2014/main" id="{9D01CB11-EAFE-91B9-D1B0-5230C106B74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84857022"/>
                  </p:ext>
                </p:extLst>
              </p:nvPr>
            </p:nvGraphicFramePr>
            <p:xfrm>
              <a:off x="104684" y="38020"/>
              <a:ext cx="6513254" cy="2194560"/>
            </p:xfrm>
            <a:graphic>
              <a:graphicData uri="http://schemas.openxmlformats.org/drawingml/2006/table">
                <a:tbl>
                  <a:tblPr firstRow="1" firstCol="1" bandRow="1">
                    <a:tableStyleId>{1FECB4D8-DB02-4DC6-A0A2-4F2EBAE1DC90}</a:tableStyleId>
                  </a:tblPr>
                  <a:tblGrid>
                    <a:gridCol w="3359876">
                      <a:extLst>
                        <a:ext uri="{9D8B030D-6E8A-4147-A177-3AD203B41FA5}">
                          <a16:colId xmlns:a16="http://schemas.microsoft.com/office/drawing/2014/main" val="2357929094"/>
                        </a:ext>
                      </a:extLst>
                    </a:gridCol>
                    <a:gridCol w="1320800">
                      <a:extLst>
                        <a:ext uri="{9D8B030D-6E8A-4147-A177-3AD203B41FA5}">
                          <a16:colId xmlns:a16="http://schemas.microsoft.com/office/drawing/2014/main" val="1524079254"/>
                        </a:ext>
                      </a:extLst>
                    </a:gridCol>
                    <a:gridCol w="1832578">
                      <a:extLst>
                        <a:ext uri="{9D8B030D-6E8A-4147-A177-3AD203B41FA5}">
                          <a16:colId xmlns:a16="http://schemas.microsoft.com/office/drawing/2014/main" val="1563540111"/>
                        </a:ext>
                      </a:extLst>
                    </a:gridCol>
                  </a:tblGrid>
                  <a:tr h="330344">
                    <a:tc>
                      <a:txBody>
                        <a:bodyPr/>
                        <a:lstStyle/>
                        <a:p>
                          <a:pPr>
                            <a:tabLst>
                              <a:tab pos="270510" algn="l"/>
                            </a:tabLst>
                          </a:pPr>
                          <a:r>
                            <a:rPr lang="en-GB" sz="2400" kern="100">
                              <a:effectLst/>
                            </a:rPr>
                            <a:t>Net chargeable income</a:t>
                          </a:r>
                          <a:endParaRPr lang="zh-TW" sz="24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tabLst>
                              <a:tab pos="270510" algn="l"/>
                            </a:tabLst>
                          </a:pPr>
                          <a:r>
                            <a:rPr lang="en-GB" sz="2400" kern="100">
                              <a:effectLst/>
                            </a:rPr>
                            <a:t>Tax rate</a:t>
                          </a:r>
                          <a:endParaRPr lang="zh-TW" sz="24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tabLst>
                              <a:tab pos="270510" algn="l"/>
                            </a:tabLst>
                          </a:pPr>
                          <a:r>
                            <a:rPr lang="en-GB" sz="2400" kern="100">
                              <a:effectLst/>
                            </a:rPr>
                            <a:t>Salary tax</a:t>
                          </a:r>
                          <a:endParaRPr lang="zh-TW" sz="24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114106708"/>
                      </a:ext>
                    </a:extLst>
                  </a:tr>
                  <a:tr h="330344">
                    <a:tc>
                      <a:txBody>
                        <a:bodyPr/>
                        <a:lstStyle/>
                        <a:p>
                          <a:pPr algn="just">
                            <a:tabLst>
                              <a:tab pos="270510" algn="l"/>
                            </a:tabLst>
                          </a:pPr>
                          <a:r>
                            <a:rPr lang="en-GB" sz="2400" kern="100">
                              <a:effectLst/>
                            </a:rPr>
                            <a:t>On the first   </a:t>
                          </a:r>
                          <a14:m>
                            <m:oMath xmlns:m="http://schemas.openxmlformats.org/officeDocument/2006/math">
                              <m:r>
                                <a:rPr lang="en-GB" sz="2400" kern="100">
                                  <a:effectLst/>
                                  <a:latin typeface="Cambria Math" panose="02040503050406030204" pitchFamily="18" charset="0"/>
                                </a:rPr>
                                <m:t>$ 50 000</m:t>
                              </m:r>
                            </m:oMath>
                          </a14:m>
                          <a:endParaRPr lang="zh-TW" sz="24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tabLst>
                              <a:tab pos="270510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400" kern="100">
                                    <a:effectLst/>
                                    <a:latin typeface="Cambria Math" panose="02040503050406030204" pitchFamily="18" charset="0"/>
                                  </a:rPr>
                                  <m:t>2 %</m:t>
                                </m:r>
                              </m:oMath>
                            </m:oMathPara>
                          </a14:m>
                          <a:endParaRPr lang="zh-TW" sz="24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>
                              <a:tab pos="270510" algn="l"/>
                            </a:tabLst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altLang="zh-HK" sz="2400" kern="10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$ 1 000</m:t>
                                </m:r>
                              </m:oMath>
                            </m:oMathPara>
                          </a14:m>
                          <a:endParaRPr lang="zh-TW" altLang="zh-HK" sz="2400" kern="100">
                            <a:effectLst/>
                            <a:latin typeface="Calibri" panose="020F0502020204030204" pitchFamily="34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102409947"/>
                      </a:ext>
                    </a:extLst>
                  </a:tr>
                  <a:tr h="330344">
                    <a:tc>
                      <a:txBody>
                        <a:bodyPr/>
                        <a:lstStyle/>
                        <a:p>
                          <a:pPr algn="just">
                            <a:tabLst>
                              <a:tab pos="270510" algn="l"/>
                            </a:tabLst>
                          </a:pPr>
                          <a:r>
                            <a:rPr lang="en-GB" sz="2400" kern="100">
                              <a:effectLst/>
                            </a:rPr>
                            <a:t>On the next  </a:t>
                          </a:r>
                          <a14:m>
                            <m:oMath xmlns:m="http://schemas.openxmlformats.org/officeDocument/2006/math">
                              <m:r>
                                <a:rPr lang="en-GB" sz="2400" kern="100">
                                  <a:effectLst/>
                                  <a:latin typeface="Cambria Math" panose="02040503050406030204" pitchFamily="18" charset="0"/>
                                </a:rPr>
                                <m:t>$ 50 000</m:t>
                              </m:r>
                            </m:oMath>
                          </a14:m>
                          <a:endParaRPr lang="zh-TW" sz="24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tabLst>
                              <a:tab pos="270510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400" kern="100">
                                    <a:effectLst/>
                                    <a:latin typeface="Cambria Math" panose="02040503050406030204" pitchFamily="18" charset="0"/>
                                  </a:rPr>
                                  <m:t>6 %</m:t>
                                </m:r>
                              </m:oMath>
                            </m:oMathPara>
                          </a14:m>
                          <a:endParaRPr lang="zh-TW" sz="24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>
                              <a:tab pos="270510" algn="l"/>
                            </a:tabLst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altLang="zh-HK" sz="2400" kern="10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$ </m:t>
                                </m:r>
                                <m:r>
                                  <a:rPr lang="en-US" altLang="zh-HK" sz="2400" b="0" i="0" kern="10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GB" altLang="zh-HK" sz="2400" kern="10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 000</m:t>
                                </m:r>
                              </m:oMath>
                            </m:oMathPara>
                          </a14:m>
                          <a:endParaRPr lang="zh-TW" altLang="zh-HK" sz="2400" kern="100">
                            <a:effectLst/>
                            <a:latin typeface="Calibri" panose="020F0502020204030204" pitchFamily="34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4045877105"/>
                      </a:ext>
                    </a:extLst>
                  </a:tr>
                  <a:tr h="330344">
                    <a:tc>
                      <a:txBody>
                        <a:bodyPr/>
                        <a:lstStyle/>
                        <a:p>
                          <a:pPr algn="just">
                            <a:tabLst>
                              <a:tab pos="270510" algn="l"/>
                            </a:tabLst>
                          </a:pPr>
                          <a:r>
                            <a:rPr lang="en-GB" sz="2400" kern="100">
                              <a:effectLst/>
                            </a:rPr>
                            <a:t>On the next  </a:t>
                          </a:r>
                          <a14:m>
                            <m:oMath xmlns:m="http://schemas.openxmlformats.org/officeDocument/2006/math">
                              <m:r>
                                <a:rPr lang="en-GB" sz="2400" kern="100">
                                  <a:effectLst/>
                                  <a:latin typeface="Cambria Math" panose="02040503050406030204" pitchFamily="18" charset="0"/>
                                </a:rPr>
                                <m:t>$ 50 000</m:t>
                              </m:r>
                            </m:oMath>
                          </a14:m>
                          <a:endParaRPr lang="zh-TW" sz="24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tabLst>
                              <a:tab pos="270510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400" kern="100">
                                    <a:effectLst/>
                                    <a:latin typeface="Cambria Math" panose="02040503050406030204" pitchFamily="18" charset="0"/>
                                  </a:rPr>
                                  <m:t>10 %</m:t>
                                </m:r>
                              </m:oMath>
                            </m:oMathPara>
                          </a14:m>
                          <a:endParaRPr lang="zh-TW" sz="24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>
                              <a:tab pos="270510" algn="l"/>
                            </a:tabLst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altLang="zh-HK" sz="2400" kern="10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$ </m:t>
                                </m:r>
                                <m:r>
                                  <a:rPr lang="en-US" altLang="zh-HK" sz="2400" b="0" i="0" kern="10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en-GB" altLang="zh-HK" sz="2400" kern="10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 000</m:t>
                                </m:r>
                              </m:oMath>
                            </m:oMathPara>
                          </a14:m>
                          <a:endParaRPr lang="zh-TW" altLang="zh-HK" sz="2400" kern="100">
                            <a:effectLst/>
                            <a:latin typeface="Calibri" panose="020F0502020204030204" pitchFamily="34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974437362"/>
                      </a:ext>
                    </a:extLst>
                  </a:tr>
                  <a:tr h="330344">
                    <a:tc>
                      <a:txBody>
                        <a:bodyPr/>
                        <a:lstStyle/>
                        <a:p>
                          <a:pPr algn="just">
                            <a:tabLst>
                              <a:tab pos="270510" algn="l"/>
                            </a:tabLst>
                          </a:pPr>
                          <a:r>
                            <a:rPr lang="en-GB" sz="2400" kern="100">
                              <a:effectLst/>
                            </a:rPr>
                            <a:t>On the next  </a:t>
                          </a:r>
                          <a14:m>
                            <m:oMath xmlns:m="http://schemas.openxmlformats.org/officeDocument/2006/math">
                              <m:r>
                                <a:rPr lang="en-GB" sz="2400" kern="100">
                                  <a:effectLst/>
                                  <a:latin typeface="Cambria Math" panose="02040503050406030204" pitchFamily="18" charset="0"/>
                                </a:rPr>
                                <m:t>$ 50 000</m:t>
                              </m:r>
                            </m:oMath>
                          </a14:m>
                          <a:endParaRPr lang="zh-TW" sz="24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tabLst>
                              <a:tab pos="270510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400" kern="100">
                                    <a:effectLst/>
                                    <a:latin typeface="Cambria Math" panose="02040503050406030204" pitchFamily="18" charset="0"/>
                                  </a:rPr>
                                  <m:t>14 %</m:t>
                                </m:r>
                              </m:oMath>
                            </m:oMathPara>
                          </a14:m>
                          <a:endParaRPr lang="zh-TW" sz="24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>
                              <a:tab pos="270510" algn="l"/>
                            </a:tabLst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altLang="zh-HK" sz="2400" kern="10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$ </m:t>
                                </m:r>
                                <m:r>
                                  <a:rPr lang="en-US" altLang="zh-HK" sz="2400" b="0" i="0" kern="10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  <m:r>
                                  <a:rPr lang="en-GB" altLang="zh-HK" sz="2400" kern="10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 000</m:t>
                                </m:r>
                              </m:oMath>
                            </m:oMathPara>
                          </a14:m>
                          <a:endParaRPr lang="zh-TW" altLang="zh-HK" sz="2400" kern="100">
                            <a:effectLst/>
                            <a:latin typeface="Calibri" panose="020F0502020204030204" pitchFamily="34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514732757"/>
                      </a:ext>
                    </a:extLst>
                  </a:tr>
                  <a:tr h="330344">
                    <a:tc>
                      <a:txBody>
                        <a:bodyPr/>
                        <a:lstStyle/>
                        <a:p>
                          <a:pPr algn="just">
                            <a:tabLst>
                              <a:tab pos="270510" algn="l"/>
                            </a:tabLst>
                          </a:pPr>
                          <a:r>
                            <a:rPr lang="en-GB" sz="2400" kern="100">
                              <a:effectLst/>
                            </a:rPr>
                            <a:t>Remainder</a:t>
                          </a:r>
                          <a:endParaRPr lang="zh-TW" sz="24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tabLst>
                              <a:tab pos="270510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400" kern="100">
                                    <a:effectLst/>
                                    <a:latin typeface="Cambria Math" panose="02040503050406030204" pitchFamily="18" charset="0"/>
                                  </a:rPr>
                                  <m:t>17 %</m:t>
                                </m:r>
                              </m:oMath>
                            </m:oMathPara>
                          </a14:m>
                          <a:endParaRPr lang="zh-TW" sz="24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>
                              <a:tab pos="270510" algn="l"/>
                            </a:tabLst>
                            <a:defRPr/>
                          </a:pPr>
                          <a:r>
                            <a:rPr lang="en-GB" sz="2400" kern="100">
                              <a:effectLst/>
                            </a:rPr>
                            <a:t> </a:t>
                          </a:r>
                          <a14:m>
                            <m:oMath xmlns:m="http://schemas.openxmlformats.org/officeDocument/2006/math">
                              <m:r>
                                <a:rPr lang="en-GB" altLang="zh-HK" sz="2400" kern="100" smtClean="0">
                                  <a:effectLst/>
                                  <a:latin typeface="Cambria Math" panose="02040503050406030204" pitchFamily="18" charset="0"/>
                                </a:rPr>
                                <m:t>$ </m:t>
                              </m:r>
                              <m:r>
                                <a:rPr lang="en-US" altLang="zh-HK" sz="2400" b="0" i="1" kern="100" smtClean="0">
                                  <a:effectLst/>
                                  <a:latin typeface="Cambria Math" panose="02040503050406030204" pitchFamily="18" charset="0"/>
                                </a:rPr>
                                <m:t>?</m:t>
                              </m:r>
                            </m:oMath>
                          </a14:m>
                          <a:endParaRPr lang="zh-TW" altLang="zh-HK" sz="2400" kern="100">
                            <a:effectLst/>
                            <a:latin typeface="Calibri" panose="020F0502020204030204" pitchFamily="34" charset="0"/>
                            <a:ea typeface="+mn-ea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43847483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040" name="表格 1039">
                <a:extLst>
                  <a:ext uri="{FF2B5EF4-FFF2-40B4-BE49-F238E27FC236}">
                    <a16:creationId xmlns:a16="http://schemas.microsoft.com/office/drawing/2014/main" id="{9D01CB11-EAFE-91B9-D1B0-5230C106B74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84857022"/>
                  </p:ext>
                </p:extLst>
              </p:nvPr>
            </p:nvGraphicFramePr>
            <p:xfrm>
              <a:off x="104684" y="38020"/>
              <a:ext cx="6513254" cy="2194560"/>
            </p:xfrm>
            <a:graphic>
              <a:graphicData uri="http://schemas.openxmlformats.org/drawingml/2006/table">
                <a:tbl>
                  <a:tblPr firstRow="1" firstCol="1" bandRow="1">
                    <a:tableStyleId>{1FECB4D8-DB02-4DC6-A0A2-4F2EBAE1DC90}</a:tableStyleId>
                  </a:tblPr>
                  <a:tblGrid>
                    <a:gridCol w="3359876">
                      <a:extLst>
                        <a:ext uri="{9D8B030D-6E8A-4147-A177-3AD203B41FA5}">
                          <a16:colId xmlns:a16="http://schemas.microsoft.com/office/drawing/2014/main" val="2357929094"/>
                        </a:ext>
                      </a:extLst>
                    </a:gridCol>
                    <a:gridCol w="1320800">
                      <a:extLst>
                        <a:ext uri="{9D8B030D-6E8A-4147-A177-3AD203B41FA5}">
                          <a16:colId xmlns:a16="http://schemas.microsoft.com/office/drawing/2014/main" val="1524079254"/>
                        </a:ext>
                      </a:extLst>
                    </a:gridCol>
                    <a:gridCol w="1832578">
                      <a:extLst>
                        <a:ext uri="{9D8B030D-6E8A-4147-A177-3AD203B41FA5}">
                          <a16:colId xmlns:a16="http://schemas.microsoft.com/office/drawing/2014/main" val="1563540111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>
                            <a:tabLst>
                              <a:tab pos="270510" algn="l"/>
                            </a:tabLst>
                          </a:pPr>
                          <a:r>
                            <a:rPr lang="en-GB" sz="2400" kern="100">
                              <a:effectLst/>
                            </a:rPr>
                            <a:t>Net chargeable income</a:t>
                          </a:r>
                          <a:endParaRPr lang="zh-TW" sz="24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tabLst>
                              <a:tab pos="270510" algn="l"/>
                            </a:tabLst>
                          </a:pPr>
                          <a:r>
                            <a:rPr lang="en-GB" sz="2400" kern="100">
                              <a:effectLst/>
                            </a:rPr>
                            <a:t>Tax rate</a:t>
                          </a:r>
                          <a:endParaRPr lang="zh-TW" sz="24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tabLst>
                              <a:tab pos="270510" algn="l"/>
                            </a:tabLst>
                          </a:pPr>
                          <a:r>
                            <a:rPr lang="en-GB" sz="2400" kern="100">
                              <a:effectLst/>
                            </a:rPr>
                            <a:t>Salary tax</a:t>
                          </a:r>
                          <a:endParaRPr lang="zh-TW" sz="24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11410670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45"/>
                          <a:stretch>
                            <a:fillRect l="-181" t="-125000" r="-94374" b="-45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45"/>
                          <a:stretch>
                            <a:fillRect l="-254378" t="-125000" r="-139631" b="-45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45"/>
                          <a:stretch>
                            <a:fillRect l="-255482" t="-125000" r="-664" b="-451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0240994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45"/>
                          <a:stretch>
                            <a:fillRect l="-181" t="-221311" r="-94374" b="-3442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45"/>
                          <a:stretch>
                            <a:fillRect l="-254378" t="-221311" r="-139631" b="-3442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45"/>
                          <a:stretch>
                            <a:fillRect l="-255482" t="-221311" r="-664" b="-34426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4587710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45"/>
                          <a:stretch>
                            <a:fillRect l="-181" t="-326667" r="-94374" b="-25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45"/>
                          <a:stretch>
                            <a:fillRect l="-254378" t="-326667" r="-139631" b="-25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45"/>
                          <a:stretch>
                            <a:fillRect l="-255482" t="-326667" r="-664" b="-25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7443736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45"/>
                          <a:stretch>
                            <a:fillRect l="-181" t="-426667" r="-94374" b="-15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45"/>
                          <a:stretch>
                            <a:fillRect l="-254378" t="-426667" r="-139631" b="-15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45"/>
                          <a:stretch>
                            <a:fillRect l="-255482" t="-426667" r="-664" b="-15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1473275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just">
                            <a:tabLst>
                              <a:tab pos="270510" algn="l"/>
                            </a:tabLst>
                          </a:pPr>
                          <a:r>
                            <a:rPr lang="en-GB" sz="2400" kern="100">
                              <a:effectLst/>
                            </a:rPr>
                            <a:t>Remainder</a:t>
                          </a:r>
                          <a:endParaRPr lang="zh-TW" sz="2400" kern="100">
                            <a:effectLst/>
                            <a:latin typeface="Calibri" panose="020F0502020204030204" pitchFamily="34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45"/>
                          <a:stretch>
                            <a:fillRect l="-254378" t="-526667" r="-139631" b="-5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45"/>
                          <a:stretch>
                            <a:fillRect l="-255482" t="-526667" r="-664" b="-5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847483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716195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1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105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6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105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105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6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105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1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1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1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1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1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1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1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1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1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1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2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7" dur="5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2" dur="500"/>
                                        <p:tgtEl>
                                          <p:spTgt spid="1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7" dur="500"/>
                                        <p:tgtEl>
                                          <p:spTgt spid="1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2" dur="500"/>
                                        <p:tgtEl>
                                          <p:spTgt spid="1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7" dur="500"/>
                                        <p:tgtEl>
                                          <p:spTgt spid="1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2" dur="500"/>
                                        <p:tgtEl>
                                          <p:spTgt spid="1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7" dur="500"/>
                                        <p:tgtEl>
                                          <p:spTgt spid="1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38" grpId="0" animBg="1"/>
      <p:bldP spid="2" grpId="0" animBg="1"/>
      <p:bldP spid="6" grpId="0" animBg="1"/>
      <p:bldP spid="8" grpId="0" animBg="1"/>
      <p:bldP spid="14" grpId="0" animBg="1"/>
      <p:bldP spid="16" grpId="0" animBg="1"/>
      <p:bldP spid="48" grpId="0" animBg="1"/>
      <p:bldP spid="49" grpId="0" animBg="1"/>
      <p:bldP spid="61" grpId="0" animBg="1"/>
      <p:bldP spid="62" grpId="0" animBg="1"/>
      <p:bldP spid="1036" grpId="0" animBg="1"/>
      <p:bldP spid="1038" grpId="0"/>
      <p:bldP spid="1039" grpId="0"/>
      <p:bldP spid="1041" grpId="0"/>
      <p:bldP spid="1042" grpId="0"/>
      <p:bldP spid="1063" grpId="0"/>
      <p:bldP spid="1080" grpId="0"/>
      <p:bldP spid="1082" grpId="0"/>
      <p:bldP spid="1083" grpId="0"/>
      <p:bldP spid="1084" grpId="0"/>
      <p:bldP spid="1085" grpId="0"/>
      <p:bldP spid="1098" grpId="0"/>
      <p:bldP spid="3" grpId="0"/>
      <p:bldP spid="4" grpId="0"/>
      <p:bldP spid="1028" grpId="0"/>
      <p:bldP spid="1029" grpId="0"/>
      <p:bldP spid="1030" grpId="0"/>
      <p:bldP spid="1037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DE34139A-7DC1-AF29-9A1D-DB8D1DC871D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l="1301" r="587"/>
          <a:stretch>
            <a:fillRect/>
          </a:stretch>
        </p:blipFill>
        <p:spPr>
          <a:xfrm>
            <a:off x="225602" y="284481"/>
            <a:ext cx="11895278" cy="157994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筆跡 1054">
                <a:extLst>
                  <a:ext uri="{FF2B5EF4-FFF2-40B4-BE49-F238E27FC236}">
                    <a16:creationId xmlns:a16="http://schemas.microsoft.com/office/drawing/2014/main" id="{07D4C323-B2FD-49CB-44C3-F1CC99B28F6E}"/>
                  </a:ext>
                </a:extLst>
              </p14:cNvPr>
              <p14:cNvContentPartPr/>
              <p14:nvPr/>
            </p14:nvContentPartPr>
            <p14:xfrm>
              <a:off x="5364479" y="558800"/>
              <a:ext cx="844321" cy="45719"/>
            </p14:xfrm>
          </p:contentPart>
        </mc:Choice>
        <mc:Fallback>
          <p:pic>
            <p:nvPicPr>
              <p:cNvPr id="6" name="筆跡 1054">
                <a:extLst>
                  <a:ext uri="{FF2B5EF4-FFF2-40B4-BE49-F238E27FC236}">
                    <a16:creationId xmlns:a16="http://schemas.microsoft.com/office/drawing/2014/main" id="{07D4C323-B2FD-49CB-44C3-F1CC99B28F6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310471" y="-13156900"/>
                <a:ext cx="951976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7" name="筆跡 1052">
                <a:extLst>
                  <a:ext uri="{FF2B5EF4-FFF2-40B4-BE49-F238E27FC236}">
                    <a16:creationId xmlns:a16="http://schemas.microsoft.com/office/drawing/2014/main" id="{735780E7-7258-FF81-EF4E-E4856C2CA129}"/>
                  </a:ext>
                </a:extLst>
              </p14:cNvPr>
              <p14:cNvContentPartPr/>
              <p14:nvPr/>
            </p14:nvContentPartPr>
            <p14:xfrm>
              <a:off x="1328733" y="1310432"/>
              <a:ext cx="808411" cy="45719"/>
            </p14:xfrm>
          </p:contentPart>
        </mc:Choice>
        <mc:Fallback>
          <p:pic>
            <p:nvPicPr>
              <p:cNvPr id="7" name="筆跡 1052">
                <a:extLst>
                  <a:ext uri="{FF2B5EF4-FFF2-40B4-BE49-F238E27FC236}">
                    <a16:creationId xmlns:a16="http://schemas.microsoft.com/office/drawing/2014/main" id="{735780E7-7258-FF81-EF4E-E4856C2CA12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74695" y="-12405268"/>
                <a:ext cx="916127" cy="2743140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755CC3A1-D215-569B-FDF4-A66226F3536F}"/>
              </a:ext>
            </a:extLst>
          </p:cNvPr>
          <p:cNvSpPr txBox="1"/>
          <p:nvPr/>
        </p:nvSpPr>
        <p:spPr>
          <a:xfrm>
            <a:off x="668721" y="2186929"/>
            <a:ext cx="5780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(a) </a:t>
            </a:r>
            <a:endParaRPr lang="en-US" sz="2000"/>
          </a:p>
        </p:txBody>
      </p:sp>
      <p:sp>
        <p:nvSpPr>
          <p:cNvPr id="9" name="TextBox 15">
            <a:extLst>
              <a:ext uri="{FF2B5EF4-FFF2-40B4-BE49-F238E27FC236}">
                <a16:creationId xmlns:a16="http://schemas.microsoft.com/office/drawing/2014/main" id="{5768A5AB-EA98-6EF3-06B0-3A41B31C865D}"/>
              </a:ext>
            </a:extLst>
          </p:cNvPr>
          <p:cNvSpPr txBox="1"/>
          <p:nvPr/>
        </p:nvSpPr>
        <p:spPr>
          <a:xfrm>
            <a:off x="1080796" y="2182047"/>
            <a:ext cx="30340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chemeClr val="accent4">
                    <a:lumMod val="40000"/>
                    <a:lumOff val="60000"/>
                  </a:schemeClr>
                </a:solidFill>
                <a:latin typeface="Lucida Calligraphy" panose="03010101010101010101" pitchFamily="66" charset="0"/>
              </a:rPr>
              <a:t>Net taxable income</a:t>
            </a:r>
            <a:endParaRPr lang="zh-TW" altLang="en-US" sz="2000" b="1">
              <a:solidFill>
                <a:schemeClr val="accent4">
                  <a:lumMod val="40000"/>
                  <a:lumOff val="60000"/>
                </a:schemeClr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字方塊 12">
                <a:extLst>
                  <a:ext uri="{FF2B5EF4-FFF2-40B4-BE49-F238E27FC236}">
                    <a16:creationId xmlns:a16="http://schemas.microsoft.com/office/drawing/2014/main" id="{7396D8AA-B8D5-4E4E-44A1-611BFAD45583}"/>
                  </a:ext>
                </a:extLst>
              </p:cNvPr>
              <p:cNvSpPr txBox="1"/>
              <p:nvPr/>
            </p:nvSpPr>
            <p:spPr>
              <a:xfrm>
                <a:off x="3966955" y="218204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0" name="文字方塊 12">
                <a:extLst>
                  <a:ext uri="{FF2B5EF4-FFF2-40B4-BE49-F238E27FC236}">
                    <a16:creationId xmlns:a16="http://schemas.microsoft.com/office/drawing/2014/main" id="{7396D8AA-B8D5-4E4E-44A1-611BFAD455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6955" y="2182047"/>
                <a:ext cx="295688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文字方塊 32">
            <a:extLst>
              <a:ext uri="{FF2B5EF4-FFF2-40B4-BE49-F238E27FC236}">
                <a16:creationId xmlns:a16="http://schemas.microsoft.com/office/drawing/2014/main" id="{995865DC-27E1-8EDF-DC13-B607C76A5ED4}"/>
              </a:ext>
            </a:extLst>
          </p:cNvPr>
          <p:cNvSpPr txBox="1"/>
          <p:nvPr/>
        </p:nvSpPr>
        <p:spPr>
          <a:xfrm>
            <a:off x="4418065" y="2182047"/>
            <a:ext cx="13233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Handwriting" panose="03010101010101010101" pitchFamily="66" charset="0"/>
              </a:rPr>
              <a:t>$ 10000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字方塊 33">
                <a:extLst>
                  <a:ext uri="{FF2B5EF4-FFF2-40B4-BE49-F238E27FC236}">
                    <a16:creationId xmlns:a16="http://schemas.microsoft.com/office/drawing/2014/main" id="{096D4686-D5C7-00F1-A4AC-C24D97FDF0B2}"/>
                  </a:ext>
                </a:extLst>
              </p:cNvPr>
              <p:cNvSpPr txBox="1"/>
              <p:nvPr/>
            </p:nvSpPr>
            <p:spPr>
              <a:xfrm>
                <a:off x="5642865" y="216213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3" name="文字方塊 33">
                <a:extLst>
                  <a:ext uri="{FF2B5EF4-FFF2-40B4-BE49-F238E27FC236}">
                    <a16:creationId xmlns:a16="http://schemas.microsoft.com/office/drawing/2014/main" id="{096D4686-D5C7-00F1-A4AC-C24D97FDF0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2865" y="2162132"/>
                <a:ext cx="295688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文字方塊 34">
            <a:extLst>
              <a:ext uri="{FF2B5EF4-FFF2-40B4-BE49-F238E27FC236}">
                <a16:creationId xmlns:a16="http://schemas.microsoft.com/office/drawing/2014/main" id="{A1D578CF-C2E8-C5FA-3106-8BB09E2BEF0D}"/>
              </a:ext>
            </a:extLst>
          </p:cNvPr>
          <p:cNvSpPr txBox="1"/>
          <p:nvPr/>
        </p:nvSpPr>
        <p:spPr>
          <a:xfrm>
            <a:off x="5907108" y="2180598"/>
            <a:ext cx="5309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12</a:t>
            </a:r>
            <a:endParaRPr lang="en-HK" sz="2000" b="1">
              <a:ln>
                <a:solidFill>
                  <a:schemeClr val="tx1"/>
                </a:solidFill>
              </a:ln>
              <a:solidFill>
                <a:srgbClr val="92D05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文字方塊 44">
                <a:extLst>
                  <a:ext uri="{FF2B5EF4-FFF2-40B4-BE49-F238E27FC236}">
                    <a16:creationId xmlns:a16="http://schemas.microsoft.com/office/drawing/2014/main" id="{96640914-4C4C-BD39-D5B8-B0B0195B33A4}"/>
                  </a:ext>
                </a:extLst>
              </p:cNvPr>
              <p:cNvSpPr txBox="1"/>
              <p:nvPr/>
            </p:nvSpPr>
            <p:spPr>
              <a:xfrm>
                <a:off x="8215186" y="218059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1" name="文字方塊 44">
                <a:extLst>
                  <a:ext uri="{FF2B5EF4-FFF2-40B4-BE49-F238E27FC236}">
                    <a16:creationId xmlns:a16="http://schemas.microsoft.com/office/drawing/2014/main" id="{96640914-4C4C-BD39-D5B8-B0B0195B33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5186" y="2180598"/>
                <a:ext cx="295688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文字方塊 48">
            <a:extLst>
              <a:ext uri="{FF2B5EF4-FFF2-40B4-BE49-F238E27FC236}">
                <a16:creationId xmlns:a16="http://schemas.microsoft.com/office/drawing/2014/main" id="{E89DDDEB-65B6-1ADD-177F-6E9194E9EB0C}"/>
              </a:ext>
            </a:extLst>
          </p:cNvPr>
          <p:cNvSpPr txBox="1"/>
          <p:nvPr/>
        </p:nvSpPr>
        <p:spPr>
          <a:xfrm>
            <a:off x="8479262" y="2178244"/>
            <a:ext cx="13099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chemeClr val="accent4">
                    <a:lumMod val="40000"/>
                    <a:lumOff val="60000"/>
                  </a:schemeClr>
                </a:solidFill>
                <a:latin typeface="Lucida Handwriting" panose="03010101010101010101" pitchFamily="66" charset="0"/>
              </a:rPr>
              <a:t>$ 12000</a:t>
            </a:r>
            <a:endParaRPr lang="en-HK" sz="2000" b="1">
              <a:ln>
                <a:solidFill>
                  <a:schemeClr val="tx1"/>
                </a:solidFill>
              </a:ln>
              <a:solidFill>
                <a:schemeClr val="accent4">
                  <a:lumMod val="40000"/>
                  <a:lumOff val="60000"/>
                </a:schemeClr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文字方塊 17">
                <a:extLst>
                  <a:ext uri="{FF2B5EF4-FFF2-40B4-BE49-F238E27FC236}">
                    <a16:creationId xmlns:a16="http://schemas.microsoft.com/office/drawing/2014/main" id="{1F09EB6E-21F8-7B6E-7F9D-A58D1677E1AC}"/>
                  </a:ext>
                </a:extLst>
              </p:cNvPr>
              <p:cNvSpPr txBox="1"/>
              <p:nvPr/>
            </p:nvSpPr>
            <p:spPr>
              <a:xfrm>
                <a:off x="6438023" y="216445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3" name="文字方塊 17">
                <a:extLst>
                  <a:ext uri="{FF2B5EF4-FFF2-40B4-BE49-F238E27FC236}">
                    <a16:creationId xmlns:a16="http://schemas.microsoft.com/office/drawing/2014/main" id="{1F09EB6E-21F8-7B6E-7F9D-A58D1677E1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8023" y="2164456"/>
                <a:ext cx="295688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文字方塊 32">
            <a:extLst>
              <a:ext uri="{FF2B5EF4-FFF2-40B4-BE49-F238E27FC236}">
                <a16:creationId xmlns:a16="http://schemas.microsoft.com/office/drawing/2014/main" id="{944A568E-F933-A35B-E0BF-8877423F37F9}"/>
              </a:ext>
            </a:extLst>
          </p:cNvPr>
          <p:cNvSpPr txBox="1"/>
          <p:nvPr/>
        </p:nvSpPr>
        <p:spPr>
          <a:xfrm>
            <a:off x="6761900" y="2180598"/>
            <a:ext cx="15534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$ 108000</a:t>
            </a:r>
          </a:p>
        </p:txBody>
      </p:sp>
      <p:sp>
        <p:nvSpPr>
          <p:cNvPr id="25" name="TextBox 15">
            <a:extLst>
              <a:ext uri="{FF2B5EF4-FFF2-40B4-BE49-F238E27FC236}">
                <a16:creationId xmlns:a16="http://schemas.microsoft.com/office/drawing/2014/main" id="{8E11D38A-4279-E008-E544-9A672C042F5D}"/>
              </a:ext>
            </a:extLst>
          </p:cNvPr>
          <p:cNvSpPr txBox="1"/>
          <p:nvPr/>
        </p:nvSpPr>
        <p:spPr>
          <a:xfrm>
            <a:off x="1129172" y="2693756"/>
            <a:ext cx="18656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Lucida Calligraphy" panose="03010101010101010101" pitchFamily="66" charset="0"/>
              </a:rPr>
              <a:t>Salaries tax</a:t>
            </a:r>
            <a:endParaRPr lang="zh-TW" altLang="en-US" sz="2000" b="1">
              <a:solidFill>
                <a:schemeClr val="accent5">
                  <a:lumMod val="40000"/>
                  <a:lumOff val="60000"/>
                </a:schemeClr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文字方塊 12">
                <a:extLst>
                  <a:ext uri="{FF2B5EF4-FFF2-40B4-BE49-F238E27FC236}">
                    <a16:creationId xmlns:a16="http://schemas.microsoft.com/office/drawing/2014/main" id="{B53D700A-C390-E73A-65AF-5FB118E07F5A}"/>
                  </a:ext>
                </a:extLst>
              </p:cNvPr>
              <p:cNvSpPr txBox="1"/>
              <p:nvPr/>
            </p:nvSpPr>
            <p:spPr>
              <a:xfrm>
                <a:off x="3064641" y="268101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6" name="文字方塊 12">
                <a:extLst>
                  <a:ext uri="{FF2B5EF4-FFF2-40B4-BE49-F238E27FC236}">
                    <a16:creationId xmlns:a16="http://schemas.microsoft.com/office/drawing/2014/main" id="{B53D700A-C390-E73A-65AF-5FB118E07F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4641" y="2681014"/>
                <a:ext cx="295688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文字方塊 32">
            <a:extLst>
              <a:ext uri="{FF2B5EF4-FFF2-40B4-BE49-F238E27FC236}">
                <a16:creationId xmlns:a16="http://schemas.microsoft.com/office/drawing/2014/main" id="{FF9E897F-4FB0-B965-A86F-7113911F663D}"/>
              </a:ext>
            </a:extLst>
          </p:cNvPr>
          <p:cNvSpPr txBox="1"/>
          <p:nvPr/>
        </p:nvSpPr>
        <p:spPr>
          <a:xfrm>
            <a:off x="3515751" y="2681014"/>
            <a:ext cx="13233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chemeClr val="accent4">
                    <a:lumMod val="40000"/>
                    <a:lumOff val="60000"/>
                  </a:schemeClr>
                </a:solidFill>
                <a:latin typeface="Lucida Handwriting" panose="03010101010101010101" pitchFamily="66" charset="0"/>
              </a:rPr>
              <a:t>$ 12000</a:t>
            </a:r>
            <a:endParaRPr lang="en-HK" sz="2000" b="1">
              <a:ln>
                <a:solidFill>
                  <a:schemeClr val="tx1"/>
                </a:solidFill>
              </a:ln>
              <a:solidFill>
                <a:schemeClr val="accent4">
                  <a:lumMod val="40000"/>
                  <a:lumOff val="60000"/>
                </a:schemeClr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文字方塊 33">
                <a:extLst>
                  <a:ext uri="{FF2B5EF4-FFF2-40B4-BE49-F238E27FC236}">
                    <a16:creationId xmlns:a16="http://schemas.microsoft.com/office/drawing/2014/main" id="{F488524B-18E0-464F-0137-FEF4A4009DDF}"/>
                  </a:ext>
                </a:extLst>
              </p:cNvPr>
              <p:cNvSpPr txBox="1"/>
              <p:nvPr/>
            </p:nvSpPr>
            <p:spPr>
              <a:xfrm>
                <a:off x="4740551" y="266109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8" name="文字方塊 33">
                <a:extLst>
                  <a:ext uri="{FF2B5EF4-FFF2-40B4-BE49-F238E27FC236}">
                    <a16:creationId xmlns:a16="http://schemas.microsoft.com/office/drawing/2014/main" id="{F488524B-18E0-464F-0137-FEF4A4009D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0551" y="2661099"/>
                <a:ext cx="295688" cy="4001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文字方塊 34">
            <a:extLst>
              <a:ext uri="{FF2B5EF4-FFF2-40B4-BE49-F238E27FC236}">
                <a16:creationId xmlns:a16="http://schemas.microsoft.com/office/drawing/2014/main" id="{820F12E8-19B7-50F6-E61E-90728352E7F2}"/>
              </a:ext>
            </a:extLst>
          </p:cNvPr>
          <p:cNvSpPr txBox="1"/>
          <p:nvPr/>
        </p:nvSpPr>
        <p:spPr>
          <a:xfrm>
            <a:off x="5004794" y="2679565"/>
            <a:ext cx="5709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2%</a:t>
            </a:r>
            <a:endParaRPr lang="en-HK" sz="20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文字方塊 44">
                <a:extLst>
                  <a:ext uri="{FF2B5EF4-FFF2-40B4-BE49-F238E27FC236}">
                    <a16:creationId xmlns:a16="http://schemas.microsoft.com/office/drawing/2014/main" id="{66E66B43-C54A-135D-D402-C39EEFF38F55}"/>
                  </a:ext>
                </a:extLst>
              </p:cNvPr>
              <p:cNvSpPr txBox="1"/>
              <p:nvPr/>
            </p:nvSpPr>
            <p:spPr>
              <a:xfrm>
                <a:off x="5639102" y="265924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0" name="文字方塊 44">
                <a:extLst>
                  <a:ext uri="{FF2B5EF4-FFF2-40B4-BE49-F238E27FC236}">
                    <a16:creationId xmlns:a16="http://schemas.microsoft.com/office/drawing/2014/main" id="{66E66B43-C54A-135D-D402-C39EEFF38F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9102" y="2659249"/>
                <a:ext cx="295688" cy="4001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文字方塊 48">
            <a:extLst>
              <a:ext uri="{FF2B5EF4-FFF2-40B4-BE49-F238E27FC236}">
                <a16:creationId xmlns:a16="http://schemas.microsoft.com/office/drawing/2014/main" id="{8F0A9928-A761-38B9-3BBF-B3EAD76C4CC0}"/>
              </a:ext>
            </a:extLst>
          </p:cNvPr>
          <p:cNvSpPr txBox="1"/>
          <p:nvPr/>
        </p:nvSpPr>
        <p:spPr>
          <a:xfrm>
            <a:off x="5976800" y="2679565"/>
            <a:ext cx="9637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Lucida Handwriting" panose="03010101010101010101" pitchFamily="66" charset="0"/>
              </a:rPr>
              <a:t>$ 240</a:t>
            </a:r>
            <a:endParaRPr lang="en-HK" sz="2000" b="1">
              <a:ln>
                <a:solidFill>
                  <a:schemeClr val="tx1"/>
                </a:solidFill>
              </a:ln>
              <a:solidFill>
                <a:schemeClr val="accent5">
                  <a:lumMod val="40000"/>
                  <a:lumOff val="60000"/>
                </a:schemeClr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34" name="筆跡 1054">
                <a:extLst>
                  <a:ext uri="{FF2B5EF4-FFF2-40B4-BE49-F238E27FC236}">
                    <a16:creationId xmlns:a16="http://schemas.microsoft.com/office/drawing/2014/main" id="{0F193311-1885-6CE0-92C3-DC1E277D73AB}"/>
                  </a:ext>
                </a:extLst>
              </p14:cNvPr>
              <p14:cNvContentPartPr/>
              <p14:nvPr/>
            </p14:nvContentPartPr>
            <p14:xfrm>
              <a:off x="8378688" y="558799"/>
              <a:ext cx="1063024" cy="45719"/>
            </p14:xfrm>
          </p:contentPart>
        </mc:Choice>
        <mc:Fallback>
          <p:pic>
            <p:nvPicPr>
              <p:cNvPr id="34" name="筆跡 1054">
                <a:extLst>
                  <a:ext uri="{FF2B5EF4-FFF2-40B4-BE49-F238E27FC236}">
                    <a16:creationId xmlns:a16="http://schemas.microsoft.com/office/drawing/2014/main" id="{0F193311-1885-6CE0-92C3-DC1E277D73AB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324673" y="-13156901"/>
                <a:ext cx="1170695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35" name="筆跡 1052">
                <a:extLst>
                  <a:ext uri="{FF2B5EF4-FFF2-40B4-BE49-F238E27FC236}">
                    <a16:creationId xmlns:a16="http://schemas.microsoft.com/office/drawing/2014/main" id="{78AB27DD-3867-8C0F-FBE2-8F363DADD826}"/>
                  </a:ext>
                </a:extLst>
              </p14:cNvPr>
              <p14:cNvContentPartPr/>
              <p14:nvPr/>
            </p14:nvContentPartPr>
            <p14:xfrm>
              <a:off x="1328732" y="1710648"/>
              <a:ext cx="808411" cy="45719"/>
            </p14:xfrm>
          </p:contentPart>
        </mc:Choice>
        <mc:Fallback>
          <p:pic>
            <p:nvPicPr>
              <p:cNvPr id="35" name="筆跡 1052">
                <a:extLst>
                  <a:ext uri="{FF2B5EF4-FFF2-40B4-BE49-F238E27FC236}">
                    <a16:creationId xmlns:a16="http://schemas.microsoft.com/office/drawing/2014/main" id="{78AB27DD-3867-8C0F-FBE2-8F363DADD826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274694" y="-12005052"/>
                <a:ext cx="916127" cy="27431400"/>
              </a:xfrm>
              <a:prstGeom prst="rect">
                <a:avLst/>
              </a:prstGeom>
            </p:spPr>
          </p:pic>
        </mc:Fallback>
      </mc:AlternateContent>
      <p:sp>
        <p:nvSpPr>
          <p:cNvPr id="36" name="TextBox 35">
            <a:extLst>
              <a:ext uri="{FF2B5EF4-FFF2-40B4-BE49-F238E27FC236}">
                <a16:creationId xmlns:a16="http://schemas.microsoft.com/office/drawing/2014/main" id="{721E30CB-54CA-AE3E-7A1E-2073D475EBF9}"/>
              </a:ext>
            </a:extLst>
          </p:cNvPr>
          <p:cNvSpPr txBox="1"/>
          <p:nvPr/>
        </p:nvSpPr>
        <p:spPr>
          <a:xfrm>
            <a:off x="668720" y="3267495"/>
            <a:ext cx="5780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(b) </a:t>
            </a:r>
            <a:endParaRPr lang="en-US" sz="2000"/>
          </a:p>
        </p:txBody>
      </p:sp>
      <p:sp>
        <p:nvSpPr>
          <p:cNvPr id="37" name="TextBox 15">
            <a:extLst>
              <a:ext uri="{FF2B5EF4-FFF2-40B4-BE49-F238E27FC236}">
                <a16:creationId xmlns:a16="http://schemas.microsoft.com/office/drawing/2014/main" id="{2B7517B9-87DE-7D6B-C86E-38F08FDF012E}"/>
              </a:ext>
            </a:extLst>
          </p:cNvPr>
          <p:cNvSpPr txBox="1"/>
          <p:nvPr/>
        </p:nvSpPr>
        <p:spPr>
          <a:xfrm>
            <a:off x="1080796" y="3311440"/>
            <a:ext cx="30340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0070C0"/>
                </a:solidFill>
                <a:latin typeface="Lucida Calligraphy" panose="03010101010101010101" pitchFamily="66" charset="0"/>
              </a:rPr>
              <a:t>Net taxable income</a:t>
            </a:r>
            <a:endParaRPr lang="zh-TW" altLang="en-US" sz="2000" b="1">
              <a:solidFill>
                <a:srgbClr val="0070C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8" name="文字方塊 12">
                <a:extLst>
                  <a:ext uri="{FF2B5EF4-FFF2-40B4-BE49-F238E27FC236}">
                    <a16:creationId xmlns:a16="http://schemas.microsoft.com/office/drawing/2014/main" id="{24E8E209-558C-0F69-ED2B-D25773660CFF}"/>
                  </a:ext>
                </a:extLst>
              </p:cNvPr>
              <p:cNvSpPr txBox="1"/>
              <p:nvPr/>
            </p:nvSpPr>
            <p:spPr>
              <a:xfrm>
                <a:off x="3966955" y="331144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8" name="文字方塊 12">
                <a:extLst>
                  <a:ext uri="{FF2B5EF4-FFF2-40B4-BE49-F238E27FC236}">
                    <a16:creationId xmlns:a16="http://schemas.microsoft.com/office/drawing/2014/main" id="{24E8E209-558C-0F69-ED2B-D25773660C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6955" y="3311440"/>
                <a:ext cx="295688" cy="40011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文字方塊 32">
            <a:extLst>
              <a:ext uri="{FF2B5EF4-FFF2-40B4-BE49-F238E27FC236}">
                <a16:creationId xmlns:a16="http://schemas.microsoft.com/office/drawing/2014/main" id="{8024A6C6-271D-7541-32E5-E127B33E4A2D}"/>
              </a:ext>
            </a:extLst>
          </p:cNvPr>
          <p:cNvSpPr txBox="1"/>
          <p:nvPr/>
        </p:nvSpPr>
        <p:spPr>
          <a:xfrm>
            <a:off x="4270221" y="3333552"/>
            <a:ext cx="13233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Handwriting" panose="03010101010101010101" pitchFamily="66" charset="0"/>
              </a:rPr>
              <a:t>$ 63000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文字方塊 33">
                <a:extLst>
                  <a:ext uri="{FF2B5EF4-FFF2-40B4-BE49-F238E27FC236}">
                    <a16:creationId xmlns:a16="http://schemas.microsoft.com/office/drawing/2014/main" id="{C54F2241-8127-BA91-FE60-599A40C5F853}"/>
                  </a:ext>
                </a:extLst>
              </p:cNvPr>
              <p:cNvSpPr txBox="1"/>
              <p:nvPr/>
            </p:nvSpPr>
            <p:spPr>
              <a:xfrm>
                <a:off x="5495021" y="331363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0" name="文字方塊 33">
                <a:extLst>
                  <a:ext uri="{FF2B5EF4-FFF2-40B4-BE49-F238E27FC236}">
                    <a16:creationId xmlns:a16="http://schemas.microsoft.com/office/drawing/2014/main" id="{C54F2241-8127-BA91-FE60-599A40C5F8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5021" y="3313637"/>
                <a:ext cx="295688" cy="40011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文字方塊 34">
            <a:extLst>
              <a:ext uri="{FF2B5EF4-FFF2-40B4-BE49-F238E27FC236}">
                <a16:creationId xmlns:a16="http://schemas.microsoft.com/office/drawing/2014/main" id="{6B2E80DC-D419-9E80-BC8E-95749FB663FB}"/>
              </a:ext>
            </a:extLst>
          </p:cNvPr>
          <p:cNvSpPr txBox="1"/>
          <p:nvPr/>
        </p:nvSpPr>
        <p:spPr>
          <a:xfrm>
            <a:off x="5759264" y="3332103"/>
            <a:ext cx="5309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12</a:t>
            </a:r>
            <a:endParaRPr lang="en-HK" sz="2000" b="1">
              <a:ln>
                <a:solidFill>
                  <a:schemeClr val="tx1"/>
                </a:solidFill>
              </a:ln>
              <a:solidFill>
                <a:srgbClr val="92D05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2" name="文字方塊 44">
                <a:extLst>
                  <a:ext uri="{FF2B5EF4-FFF2-40B4-BE49-F238E27FC236}">
                    <a16:creationId xmlns:a16="http://schemas.microsoft.com/office/drawing/2014/main" id="{73EBEE02-64CF-A32E-BEBA-18122D27A470}"/>
                  </a:ext>
                </a:extLst>
              </p:cNvPr>
              <p:cNvSpPr txBox="1"/>
              <p:nvPr/>
            </p:nvSpPr>
            <p:spPr>
              <a:xfrm>
                <a:off x="3966955" y="375823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2" name="文字方塊 44">
                <a:extLst>
                  <a:ext uri="{FF2B5EF4-FFF2-40B4-BE49-F238E27FC236}">
                    <a16:creationId xmlns:a16="http://schemas.microsoft.com/office/drawing/2014/main" id="{73EBEE02-64CF-A32E-BEBA-18122D27A4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6955" y="3758235"/>
                <a:ext cx="295688" cy="40011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文字方塊 48">
            <a:extLst>
              <a:ext uri="{FF2B5EF4-FFF2-40B4-BE49-F238E27FC236}">
                <a16:creationId xmlns:a16="http://schemas.microsoft.com/office/drawing/2014/main" id="{B5AB0AAC-0AEA-41AA-36E2-9792A287CA88}"/>
              </a:ext>
            </a:extLst>
          </p:cNvPr>
          <p:cNvSpPr txBox="1"/>
          <p:nvPr/>
        </p:nvSpPr>
        <p:spPr>
          <a:xfrm>
            <a:off x="4231031" y="3755881"/>
            <a:ext cx="14830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0070C0"/>
                </a:solidFill>
                <a:latin typeface="Lucida Handwriting" panose="03010101010101010101" pitchFamily="66" charset="0"/>
              </a:rPr>
              <a:t>$ 648000</a:t>
            </a:r>
            <a:endParaRPr lang="en-HK" sz="2000" b="1">
              <a:ln>
                <a:solidFill>
                  <a:schemeClr val="tx1"/>
                </a:solidFill>
              </a:ln>
              <a:solidFill>
                <a:srgbClr val="0070C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4" name="文字方塊 17">
                <a:extLst>
                  <a:ext uri="{FF2B5EF4-FFF2-40B4-BE49-F238E27FC236}">
                    <a16:creationId xmlns:a16="http://schemas.microsoft.com/office/drawing/2014/main" id="{A4F85A12-E081-4CD8-7256-5784197F8E6B}"/>
                  </a:ext>
                </a:extLst>
              </p:cNvPr>
              <p:cNvSpPr txBox="1"/>
              <p:nvPr/>
            </p:nvSpPr>
            <p:spPr>
              <a:xfrm>
                <a:off x="6290179" y="331596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4" name="文字方塊 17">
                <a:extLst>
                  <a:ext uri="{FF2B5EF4-FFF2-40B4-BE49-F238E27FC236}">
                    <a16:creationId xmlns:a16="http://schemas.microsoft.com/office/drawing/2014/main" id="{A4F85A12-E081-4CD8-7256-5784197F8E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0179" y="3315961"/>
                <a:ext cx="295688" cy="40011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文字方塊 32">
            <a:extLst>
              <a:ext uri="{FF2B5EF4-FFF2-40B4-BE49-F238E27FC236}">
                <a16:creationId xmlns:a16="http://schemas.microsoft.com/office/drawing/2014/main" id="{D6DD341D-18D0-A5E6-7BE9-1DD75BC25E72}"/>
              </a:ext>
            </a:extLst>
          </p:cNvPr>
          <p:cNvSpPr txBox="1"/>
          <p:nvPr/>
        </p:nvSpPr>
        <p:spPr>
          <a:xfrm>
            <a:off x="6614056" y="3332103"/>
            <a:ext cx="15534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$ 108000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6" name="文字方塊 44">
                <a:extLst>
                  <a:ext uri="{FF2B5EF4-FFF2-40B4-BE49-F238E27FC236}">
                    <a16:creationId xmlns:a16="http://schemas.microsoft.com/office/drawing/2014/main" id="{FCB1BD62-B6A7-F1A7-38FD-FCF2061F2A3E}"/>
                  </a:ext>
                </a:extLst>
              </p:cNvPr>
              <p:cNvSpPr txBox="1"/>
              <p:nvPr/>
            </p:nvSpPr>
            <p:spPr>
              <a:xfrm>
                <a:off x="3975544" y="421973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6" name="文字方塊 44">
                <a:extLst>
                  <a:ext uri="{FF2B5EF4-FFF2-40B4-BE49-F238E27FC236}">
                    <a16:creationId xmlns:a16="http://schemas.microsoft.com/office/drawing/2014/main" id="{FCB1BD62-B6A7-F1A7-38FD-FCF2061F2A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5544" y="4219737"/>
                <a:ext cx="295688" cy="40011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文字方塊 48">
            <a:extLst>
              <a:ext uri="{FF2B5EF4-FFF2-40B4-BE49-F238E27FC236}">
                <a16:creationId xmlns:a16="http://schemas.microsoft.com/office/drawing/2014/main" id="{0E80AFD8-38C1-ED5F-6665-77B9E2953C31}"/>
              </a:ext>
            </a:extLst>
          </p:cNvPr>
          <p:cNvSpPr txBox="1"/>
          <p:nvPr/>
        </p:nvSpPr>
        <p:spPr>
          <a:xfrm>
            <a:off x="4231031" y="4248011"/>
            <a:ext cx="13131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0070C0"/>
                </a:solidFill>
                <a:latin typeface="Lucida Handwriting" panose="03010101010101010101" pitchFamily="66" charset="0"/>
              </a:rPr>
              <a:t>$</a:t>
            </a:r>
            <a:r>
              <a: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</a:t>
            </a:r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Handwriting" panose="03010101010101010101" pitchFamily="66" charset="0"/>
              </a:rPr>
              <a:t>50000</a:t>
            </a:r>
            <a:endParaRPr lang="en-HK" sz="2000" b="1">
              <a:ln>
                <a:solidFill>
                  <a:schemeClr val="tx1"/>
                </a:solidFill>
              </a:ln>
              <a:solidFill>
                <a:srgbClr val="00B0F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8" name="文字方塊 33">
                <a:extLst>
                  <a:ext uri="{FF2B5EF4-FFF2-40B4-BE49-F238E27FC236}">
                    <a16:creationId xmlns:a16="http://schemas.microsoft.com/office/drawing/2014/main" id="{0D2F2D0E-6808-A8E8-8755-6AA349BBBF5B}"/>
                  </a:ext>
                </a:extLst>
              </p:cNvPr>
              <p:cNvSpPr txBox="1"/>
              <p:nvPr/>
            </p:nvSpPr>
            <p:spPr>
              <a:xfrm>
                <a:off x="5415061" y="424066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8" name="文字方塊 33">
                <a:extLst>
                  <a:ext uri="{FF2B5EF4-FFF2-40B4-BE49-F238E27FC236}">
                    <a16:creationId xmlns:a16="http://schemas.microsoft.com/office/drawing/2014/main" id="{0D2F2D0E-6808-A8E8-8755-6AA349BBBF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5061" y="4240669"/>
                <a:ext cx="295688" cy="40011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TextBox 59">
            <a:extLst>
              <a:ext uri="{FF2B5EF4-FFF2-40B4-BE49-F238E27FC236}">
                <a16:creationId xmlns:a16="http://schemas.microsoft.com/office/drawing/2014/main" id="{24678561-0449-0365-C22D-DE9F41A4D4D5}"/>
              </a:ext>
            </a:extLst>
          </p:cNvPr>
          <p:cNvSpPr txBox="1"/>
          <p:nvPr/>
        </p:nvSpPr>
        <p:spPr>
          <a:xfrm>
            <a:off x="5634882" y="4248011"/>
            <a:ext cx="10659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Handwriting" panose="03010101010101010101" pitchFamily="66" charset="0"/>
              </a:rPr>
              <a:t>50000</a:t>
            </a:r>
            <a:endParaRPr lang="en-US" sz="20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1" name="文字方塊 33">
                <a:extLst>
                  <a:ext uri="{FF2B5EF4-FFF2-40B4-BE49-F238E27FC236}">
                    <a16:creationId xmlns:a16="http://schemas.microsoft.com/office/drawing/2014/main" id="{CE81650A-96C0-3793-BDA5-3F262DEC71A8}"/>
                  </a:ext>
                </a:extLst>
              </p:cNvPr>
              <p:cNvSpPr txBox="1"/>
              <p:nvPr/>
            </p:nvSpPr>
            <p:spPr>
              <a:xfrm>
                <a:off x="6580397" y="424066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61" name="文字方塊 33">
                <a:extLst>
                  <a:ext uri="{FF2B5EF4-FFF2-40B4-BE49-F238E27FC236}">
                    <a16:creationId xmlns:a16="http://schemas.microsoft.com/office/drawing/2014/main" id="{CE81650A-96C0-3793-BDA5-3F262DEC71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0397" y="4240669"/>
                <a:ext cx="295688" cy="400110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TextBox 61">
            <a:extLst>
              <a:ext uri="{FF2B5EF4-FFF2-40B4-BE49-F238E27FC236}">
                <a16:creationId xmlns:a16="http://schemas.microsoft.com/office/drawing/2014/main" id="{81430CA2-5A59-0D3F-8B4B-CD64829FE0F6}"/>
              </a:ext>
            </a:extLst>
          </p:cNvPr>
          <p:cNvSpPr txBox="1"/>
          <p:nvPr/>
        </p:nvSpPr>
        <p:spPr>
          <a:xfrm>
            <a:off x="6800218" y="4240669"/>
            <a:ext cx="10659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Handwriting" panose="03010101010101010101" pitchFamily="66" charset="0"/>
              </a:rPr>
              <a:t>50000</a:t>
            </a:r>
            <a:endParaRPr lang="en-US" sz="20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3" name="文字方塊 33">
                <a:extLst>
                  <a:ext uri="{FF2B5EF4-FFF2-40B4-BE49-F238E27FC236}">
                    <a16:creationId xmlns:a16="http://schemas.microsoft.com/office/drawing/2014/main" id="{E536639E-4F7C-25B8-B8CC-A5584E155F07}"/>
                  </a:ext>
                </a:extLst>
              </p:cNvPr>
              <p:cNvSpPr txBox="1"/>
              <p:nvPr/>
            </p:nvSpPr>
            <p:spPr>
              <a:xfrm>
                <a:off x="7745733" y="423332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63" name="文字方塊 33">
                <a:extLst>
                  <a:ext uri="{FF2B5EF4-FFF2-40B4-BE49-F238E27FC236}">
                    <a16:creationId xmlns:a16="http://schemas.microsoft.com/office/drawing/2014/main" id="{E536639E-4F7C-25B8-B8CC-A5584E155F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5733" y="4233327"/>
                <a:ext cx="295688" cy="40011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TextBox 63">
            <a:extLst>
              <a:ext uri="{FF2B5EF4-FFF2-40B4-BE49-F238E27FC236}">
                <a16:creationId xmlns:a16="http://schemas.microsoft.com/office/drawing/2014/main" id="{B35FC8CB-FA57-A098-94DA-313799EF5C48}"/>
              </a:ext>
            </a:extLst>
          </p:cNvPr>
          <p:cNvSpPr txBox="1"/>
          <p:nvPr/>
        </p:nvSpPr>
        <p:spPr>
          <a:xfrm>
            <a:off x="7980350" y="4248011"/>
            <a:ext cx="10659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Handwriting" panose="03010101010101010101" pitchFamily="66" charset="0"/>
              </a:rPr>
              <a:t>50000</a:t>
            </a:r>
            <a:endParaRPr lang="en-US" sz="20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5" name="文字方塊 33">
                <a:extLst>
                  <a:ext uri="{FF2B5EF4-FFF2-40B4-BE49-F238E27FC236}">
                    <a16:creationId xmlns:a16="http://schemas.microsoft.com/office/drawing/2014/main" id="{31A8B1BF-7CFB-50A7-6475-9E14CB1CA1EB}"/>
                  </a:ext>
                </a:extLst>
              </p:cNvPr>
              <p:cNvSpPr txBox="1"/>
              <p:nvPr/>
            </p:nvSpPr>
            <p:spPr>
              <a:xfrm>
                <a:off x="8925865" y="424066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65" name="文字方塊 33">
                <a:extLst>
                  <a:ext uri="{FF2B5EF4-FFF2-40B4-BE49-F238E27FC236}">
                    <a16:creationId xmlns:a16="http://schemas.microsoft.com/office/drawing/2014/main" id="{31A8B1BF-7CFB-50A7-6475-9E14CB1CA1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5865" y="4240669"/>
                <a:ext cx="295688" cy="400110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TextBox 65">
            <a:extLst>
              <a:ext uri="{FF2B5EF4-FFF2-40B4-BE49-F238E27FC236}">
                <a16:creationId xmlns:a16="http://schemas.microsoft.com/office/drawing/2014/main" id="{27AE263A-4AF7-CBF5-B270-FF209FE6A9F4}"/>
              </a:ext>
            </a:extLst>
          </p:cNvPr>
          <p:cNvSpPr txBox="1"/>
          <p:nvPr/>
        </p:nvSpPr>
        <p:spPr>
          <a:xfrm>
            <a:off x="9183441" y="4267916"/>
            <a:ext cx="137639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448000</a:t>
            </a:r>
            <a:r>
              <a: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)</a:t>
            </a:r>
            <a:endParaRPr lang="en-US" sz="2000"/>
          </a:p>
        </p:txBody>
      </p:sp>
      <p:sp>
        <p:nvSpPr>
          <p:cNvPr id="67" name="TextBox 15">
            <a:extLst>
              <a:ext uri="{FF2B5EF4-FFF2-40B4-BE49-F238E27FC236}">
                <a16:creationId xmlns:a16="http://schemas.microsoft.com/office/drawing/2014/main" id="{FA3D06A3-86CE-17CE-710F-306727EA490B}"/>
              </a:ext>
            </a:extLst>
          </p:cNvPr>
          <p:cNvSpPr txBox="1"/>
          <p:nvPr/>
        </p:nvSpPr>
        <p:spPr>
          <a:xfrm>
            <a:off x="1108300" y="4745186"/>
            <a:ext cx="18199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latin typeface="Lucida Calligraphy" panose="03010101010101010101" pitchFamily="66" charset="0"/>
              </a:rPr>
              <a:t>Salaries tax</a:t>
            </a:r>
            <a:endParaRPr lang="zh-TW" altLang="en-US" sz="2000" b="1">
              <a:solidFill>
                <a:srgbClr val="00B05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8" name="文字方塊 12">
                <a:extLst>
                  <a:ext uri="{FF2B5EF4-FFF2-40B4-BE49-F238E27FC236}">
                    <a16:creationId xmlns:a16="http://schemas.microsoft.com/office/drawing/2014/main" id="{B21DAAD7-D796-0944-79EB-8F96EC0164AD}"/>
                  </a:ext>
                </a:extLst>
              </p:cNvPr>
              <p:cNvSpPr txBox="1"/>
              <p:nvPr/>
            </p:nvSpPr>
            <p:spPr>
              <a:xfrm>
                <a:off x="2871108" y="472545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68" name="文字方塊 12">
                <a:extLst>
                  <a:ext uri="{FF2B5EF4-FFF2-40B4-BE49-F238E27FC236}">
                    <a16:creationId xmlns:a16="http://schemas.microsoft.com/office/drawing/2014/main" id="{B21DAAD7-D796-0944-79EB-8F96EC0164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1108" y="4725457"/>
                <a:ext cx="295688" cy="400110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" name="文字方塊 32">
            <a:extLst>
              <a:ext uri="{FF2B5EF4-FFF2-40B4-BE49-F238E27FC236}">
                <a16:creationId xmlns:a16="http://schemas.microsoft.com/office/drawing/2014/main" id="{AD6576DB-2376-D246-2889-28D221B5D494}"/>
              </a:ext>
            </a:extLst>
          </p:cNvPr>
          <p:cNvSpPr txBox="1"/>
          <p:nvPr/>
        </p:nvSpPr>
        <p:spPr>
          <a:xfrm>
            <a:off x="3174374" y="4747569"/>
            <a:ext cx="13233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Handwriting" panose="03010101010101010101" pitchFamily="66" charset="0"/>
              </a:rPr>
              <a:t>$50000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0" name="文字方塊 33">
                <a:extLst>
                  <a:ext uri="{FF2B5EF4-FFF2-40B4-BE49-F238E27FC236}">
                    <a16:creationId xmlns:a16="http://schemas.microsoft.com/office/drawing/2014/main" id="{BEAE0E1C-70D0-3945-701D-364B3A7F272B}"/>
                  </a:ext>
                </a:extLst>
              </p:cNvPr>
              <p:cNvSpPr txBox="1"/>
              <p:nvPr/>
            </p:nvSpPr>
            <p:spPr>
              <a:xfrm>
                <a:off x="4262438" y="473902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70" name="文字方塊 33">
                <a:extLst>
                  <a:ext uri="{FF2B5EF4-FFF2-40B4-BE49-F238E27FC236}">
                    <a16:creationId xmlns:a16="http://schemas.microsoft.com/office/drawing/2014/main" id="{BEAE0E1C-70D0-3945-701D-364B3A7F27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2438" y="4739020"/>
                <a:ext cx="295688" cy="400110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1" name="文字方塊 48">
            <a:extLst>
              <a:ext uri="{FF2B5EF4-FFF2-40B4-BE49-F238E27FC236}">
                <a16:creationId xmlns:a16="http://schemas.microsoft.com/office/drawing/2014/main" id="{A04E8D31-F88F-C6F8-0538-D700AE09A765}"/>
              </a:ext>
            </a:extLst>
          </p:cNvPr>
          <p:cNvSpPr txBox="1"/>
          <p:nvPr/>
        </p:nvSpPr>
        <p:spPr>
          <a:xfrm>
            <a:off x="4481157" y="4748387"/>
            <a:ext cx="6968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</a:t>
            </a:r>
            <a:r>
              <a:rPr lang="en-HK" altLang="zh-HK" sz="20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2%</a:t>
            </a:r>
            <a:endParaRPr lang="en-HK" sz="20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2" name="文字方塊 33">
                <a:extLst>
                  <a:ext uri="{FF2B5EF4-FFF2-40B4-BE49-F238E27FC236}">
                    <a16:creationId xmlns:a16="http://schemas.microsoft.com/office/drawing/2014/main" id="{C0BC0449-8F4B-050E-D1AA-35D3DC682A05}"/>
                  </a:ext>
                </a:extLst>
              </p:cNvPr>
              <p:cNvSpPr txBox="1"/>
              <p:nvPr/>
            </p:nvSpPr>
            <p:spPr>
              <a:xfrm>
                <a:off x="5030212" y="475842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72" name="文字方塊 33">
                <a:extLst>
                  <a:ext uri="{FF2B5EF4-FFF2-40B4-BE49-F238E27FC236}">
                    <a16:creationId xmlns:a16="http://schemas.microsoft.com/office/drawing/2014/main" id="{C0BC0449-8F4B-050E-D1AA-35D3DC682A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0212" y="4758428"/>
                <a:ext cx="295688" cy="400110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5" name="文字方塊 34">
            <a:extLst>
              <a:ext uri="{FF2B5EF4-FFF2-40B4-BE49-F238E27FC236}">
                <a16:creationId xmlns:a16="http://schemas.microsoft.com/office/drawing/2014/main" id="{2FDC63FB-C298-2B97-E22A-06C43B41F815}"/>
              </a:ext>
            </a:extLst>
          </p:cNvPr>
          <p:cNvSpPr txBox="1"/>
          <p:nvPr/>
        </p:nvSpPr>
        <p:spPr>
          <a:xfrm>
            <a:off x="5307832" y="4764483"/>
            <a:ext cx="5709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6%</a:t>
            </a:r>
            <a:endParaRPr lang="en-HK" sz="20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6" name="文字方塊 33">
                <a:extLst>
                  <a:ext uri="{FF2B5EF4-FFF2-40B4-BE49-F238E27FC236}">
                    <a16:creationId xmlns:a16="http://schemas.microsoft.com/office/drawing/2014/main" id="{26DE3EEA-061B-3061-401B-D95C0128115B}"/>
                  </a:ext>
                </a:extLst>
              </p:cNvPr>
              <p:cNvSpPr txBox="1"/>
              <p:nvPr/>
            </p:nvSpPr>
            <p:spPr>
              <a:xfrm>
                <a:off x="5768935" y="476346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76" name="文字方塊 33">
                <a:extLst>
                  <a:ext uri="{FF2B5EF4-FFF2-40B4-BE49-F238E27FC236}">
                    <a16:creationId xmlns:a16="http://schemas.microsoft.com/office/drawing/2014/main" id="{26DE3EEA-061B-3061-401B-D95C012811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8935" y="4763464"/>
                <a:ext cx="295688" cy="400110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" name="文字方塊 34">
            <a:extLst>
              <a:ext uri="{FF2B5EF4-FFF2-40B4-BE49-F238E27FC236}">
                <a16:creationId xmlns:a16="http://schemas.microsoft.com/office/drawing/2014/main" id="{61ABD2CD-BA41-E798-ECA4-F7DF4D433073}"/>
              </a:ext>
            </a:extLst>
          </p:cNvPr>
          <p:cNvSpPr txBox="1"/>
          <p:nvPr/>
        </p:nvSpPr>
        <p:spPr>
          <a:xfrm>
            <a:off x="6046555" y="4769519"/>
            <a:ext cx="7441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10%</a:t>
            </a:r>
            <a:endParaRPr lang="en-HK" sz="20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8" name="文字方塊 33">
                <a:extLst>
                  <a:ext uri="{FF2B5EF4-FFF2-40B4-BE49-F238E27FC236}">
                    <a16:creationId xmlns:a16="http://schemas.microsoft.com/office/drawing/2014/main" id="{3D3164A0-290A-01A0-3322-87BEE9026894}"/>
                  </a:ext>
                </a:extLst>
              </p:cNvPr>
              <p:cNvSpPr txBox="1"/>
              <p:nvPr/>
            </p:nvSpPr>
            <p:spPr>
              <a:xfrm>
                <a:off x="6680484" y="475646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78" name="文字方塊 33">
                <a:extLst>
                  <a:ext uri="{FF2B5EF4-FFF2-40B4-BE49-F238E27FC236}">
                    <a16:creationId xmlns:a16="http://schemas.microsoft.com/office/drawing/2014/main" id="{3D3164A0-290A-01A0-3322-87BEE90268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0484" y="4756467"/>
                <a:ext cx="295688" cy="400110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9" name="文字方塊 34">
            <a:extLst>
              <a:ext uri="{FF2B5EF4-FFF2-40B4-BE49-F238E27FC236}">
                <a16:creationId xmlns:a16="http://schemas.microsoft.com/office/drawing/2014/main" id="{9E0C54E8-EC28-4539-0F3C-1AFA858CBE12}"/>
              </a:ext>
            </a:extLst>
          </p:cNvPr>
          <p:cNvSpPr txBox="1"/>
          <p:nvPr/>
        </p:nvSpPr>
        <p:spPr>
          <a:xfrm>
            <a:off x="6958104" y="4762522"/>
            <a:ext cx="8338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14%</a:t>
            </a:r>
            <a:r>
              <a: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0" name="文字方塊 33">
                <a:extLst>
                  <a:ext uri="{FF2B5EF4-FFF2-40B4-BE49-F238E27FC236}">
                    <a16:creationId xmlns:a16="http://schemas.microsoft.com/office/drawing/2014/main" id="{E027FB18-D4EC-C04F-4262-158BBC503612}"/>
                  </a:ext>
                </a:extLst>
              </p:cNvPr>
              <p:cNvSpPr txBox="1"/>
              <p:nvPr/>
            </p:nvSpPr>
            <p:spPr>
              <a:xfrm>
                <a:off x="7796398" y="473326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80" name="文字方塊 33">
                <a:extLst>
                  <a:ext uri="{FF2B5EF4-FFF2-40B4-BE49-F238E27FC236}">
                    <a16:creationId xmlns:a16="http://schemas.microsoft.com/office/drawing/2014/main" id="{E027FB18-D4EC-C04F-4262-158BBC5036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6398" y="4733268"/>
                <a:ext cx="295688" cy="400110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" name="文字方塊 48">
            <a:extLst>
              <a:ext uri="{FF2B5EF4-FFF2-40B4-BE49-F238E27FC236}">
                <a16:creationId xmlns:a16="http://schemas.microsoft.com/office/drawing/2014/main" id="{35A0E86F-F5E8-752E-EA43-35AEA2917AD3}"/>
              </a:ext>
            </a:extLst>
          </p:cNvPr>
          <p:cNvSpPr txBox="1"/>
          <p:nvPr/>
        </p:nvSpPr>
        <p:spPr>
          <a:xfrm>
            <a:off x="8104904" y="4756467"/>
            <a:ext cx="14830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$ 448000</a:t>
            </a:r>
            <a:endParaRPr lang="en-HK" sz="2000" b="1">
              <a:ln>
                <a:solidFill>
                  <a:schemeClr val="tx1"/>
                </a:solidFill>
              </a:ln>
              <a:solidFill>
                <a:srgbClr val="FFFF0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3" name="文字方塊 33">
                <a:extLst>
                  <a:ext uri="{FF2B5EF4-FFF2-40B4-BE49-F238E27FC236}">
                    <a16:creationId xmlns:a16="http://schemas.microsoft.com/office/drawing/2014/main" id="{9695CD11-1ED7-F960-3BD9-044F2F891DA6}"/>
                  </a:ext>
                </a:extLst>
              </p:cNvPr>
              <p:cNvSpPr txBox="1"/>
              <p:nvPr/>
            </p:nvSpPr>
            <p:spPr>
              <a:xfrm>
                <a:off x="9511970" y="474518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83" name="文字方塊 33">
                <a:extLst>
                  <a:ext uri="{FF2B5EF4-FFF2-40B4-BE49-F238E27FC236}">
                    <a16:creationId xmlns:a16="http://schemas.microsoft.com/office/drawing/2014/main" id="{9695CD11-1ED7-F960-3BD9-044F2F891D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1970" y="4745186"/>
                <a:ext cx="295688" cy="400110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4" name="文字方塊 34">
            <a:extLst>
              <a:ext uri="{FF2B5EF4-FFF2-40B4-BE49-F238E27FC236}">
                <a16:creationId xmlns:a16="http://schemas.microsoft.com/office/drawing/2014/main" id="{956E03E7-50A6-9EBD-9334-74A982333799}"/>
              </a:ext>
            </a:extLst>
          </p:cNvPr>
          <p:cNvSpPr txBox="1"/>
          <p:nvPr/>
        </p:nvSpPr>
        <p:spPr>
          <a:xfrm>
            <a:off x="9816279" y="4745186"/>
            <a:ext cx="7441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17%</a:t>
            </a:r>
            <a:endParaRPr lang="en-HK" sz="20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5" name="文字方塊 12">
                <a:extLst>
                  <a:ext uri="{FF2B5EF4-FFF2-40B4-BE49-F238E27FC236}">
                    <a16:creationId xmlns:a16="http://schemas.microsoft.com/office/drawing/2014/main" id="{49C2B059-27B3-1CB4-4C9A-383BD63ED83C}"/>
                  </a:ext>
                </a:extLst>
              </p:cNvPr>
              <p:cNvSpPr txBox="1"/>
              <p:nvPr/>
            </p:nvSpPr>
            <p:spPr>
              <a:xfrm>
                <a:off x="2878686" y="523755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85" name="文字方塊 12">
                <a:extLst>
                  <a:ext uri="{FF2B5EF4-FFF2-40B4-BE49-F238E27FC236}">
                    <a16:creationId xmlns:a16="http://schemas.microsoft.com/office/drawing/2014/main" id="{49C2B059-27B3-1CB4-4C9A-383BD63ED8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8686" y="5237551"/>
                <a:ext cx="295688" cy="400110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6" name="文字方塊 32">
            <a:extLst>
              <a:ext uri="{FF2B5EF4-FFF2-40B4-BE49-F238E27FC236}">
                <a16:creationId xmlns:a16="http://schemas.microsoft.com/office/drawing/2014/main" id="{8E84392E-C506-E9AB-7173-4E08E7523DB6}"/>
              </a:ext>
            </a:extLst>
          </p:cNvPr>
          <p:cNvSpPr txBox="1"/>
          <p:nvPr/>
        </p:nvSpPr>
        <p:spPr>
          <a:xfrm>
            <a:off x="3174374" y="5275401"/>
            <a:ext cx="13233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$16000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7" name="文字方塊 33">
                <a:extLst>
                  <a:ext uri="{FF2B5EF4-FFF2-40B4-BE49-F238E27FC236}">
                    <a16:creationId xmlns:a16="http://schemas.microsoft.com/office/drawing/2014/main" id="{DE5A551D-492D-989B-C136-A6859A52B3D2}"/>
                  </a:ext>
                </a:extLst>
              </p:cNvPr>
              <p:cNvSpPr txBox="1"/>
              <p:nvPr/>
            </p:nvSpPr>
            <p:spPr>
              <a:xfrm>
                <a:off x="4349841" y="525337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87" name="文字方塊 33">
                <a:extLst>
                  <a:ext uri="{FF2B5EF4-FFF2-40B4-BE49-F238E27FC236}">
                    <a16:creationId xmlns:a16="http://schemas.microsoft.com/office/drawing/2014/main" id="{DE5A551D-492D-989B-C136-A6859A52B3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9841" y="5253373"/>
                <a:ext cx="295688" cy="400110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8" name="文字方塊 32">
            <a:extLst>
              <a:ext uri="{FF2B5EF4-FFF2-40B4-BE49-F238E27FC236}">
                <a16:creationId xmlns:a16="http://schemas.microsoft.com/office/drawing/2014/main" id="{6FCDAB1A-8139-D2FA-D09F-1C1662C05CCB}"/>
              </a:ext>
            </a:extLst>
          </p:cNvPr>
          <p:cNvSpPr txBox="1"/>
          <p:nvPr/>
        </p:nvSpPr>
        <p:spPr>
          <a:xfrm>
            <a:off x="4723244" y="5281167"/>
            <a:ext cx="13233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$76160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9" name="文字方塊 12">
                <a:extLst>
                  <a:ext uri="{FF2B5EF4-FFF2-40B4-BE49-F238E27FC236}">
                    <a16:creationId xmlns:a16="http://schemas.microsoft.com/office/drawing/2014/main" id="{282CA0F7-A656-AE29-7931-CAAA05660B16}"/>
                  </a:ext>
                </a:extLst>
              </p:cNvPr>
              <p:cNvSpPr txBox="1"/>
              <p:nvPr/>
            </p:nvSpPr>
            <p:spPr>
              <a:xfrm>
                <a:off x="2871108" y="579133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89" name="文字方塊 12">
                <a:extLst>
                  <a:ext uri="{FF2B5EF4-FFF2-40B4-BE49-F238E27FC236}">
                    <a16:creationId xmlns:a16="http://schemas.microsoft.com/office/drawing/2014/main" id="{282CA0F7-A656-AE29-7931-CAAA05660B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1108" y="5791336"/>
                <a:ext cx="295688" cy="400110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0" name="文字方塊 32">
            <a:extLst>
              <a:ext uri="{FF2B5EF4-FFF2-40B4-BE49-F238E27FC236}">
                <a16:creationId xmlns:a16="http://schemas.microsoft.com/office/drawing/2014/main" id="{0A6D9B0D-0266-E8CA-A5BD-7A760708C1F6}"/>
              </a:ext>
            </a:extLst>
          </p:cNvPr>
          <p:cNvSpPr txBox="1"/>
          <p:nvPr/>
        </p:nvSpPr>
        <p:spPr>
          <a:xfrm>
            <a:off x="3166796" y="5829186"/>
            <a:ext cx="13233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$92160</a:t>
            </a:r>
          </a:p>
        </p:txBody>
      </p:sp>
    </p:spTree>
    <p:extLst>
      <p:ext uri="{BB962C8B-B14F-4D97-AF65-F5344CB8AC3E}">
        <p14:creationId xmlns:p14="http://schemas.microsoft.com/office/powerpoint/2010/main" val="25189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6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9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5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0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3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>
                      <p:stCondLst>
                        <p:cond delay="indefinite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8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1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>
                      <p:stCondLst>
                        <p:cond delay="indefinite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id="2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6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9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" fill="hold">
                      <p:stCondLst>
                        <p:cond delay="indefinite"/>
                      </p:stCondLst>
                      <p:childTnLst>
                        <p:par>
                          <p:cTn id="241" fill="hold">
                            <p:stCondLst>
                              <p:cond delay="0"/>
                            </p:stCondLst>
                            <p:childTnLst>
                              <p:par>
                                <p:cTn id="2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4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fill="hold">
                      <p:stCondLst>
                        <p:cond delay="indefinite"/>
                      </p:stCondLst>
                      <p:childTnLst>
                        <p:par>
                          <p:cTn id="249" fill="hold">
                            <p:stCondLst>
                              <p:cond delay="0"/>
                            </p:stCondLst>
                            <p:childTnLst>
                              <p:par>
                                <p:cTn id="2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5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6" fill="hold">
                      <p:stCondLst>
                        <p:cond delay="indefinite"/>
                      </p:stCondLst>
                      <p:childTnLst>
                        <p:par>
                          <p:cTn id="257" fill="hold">
                            <p:stCondLst>
                              <p:cond delay="0"/>
                            </p:stCondLst>
                            <p:childTnLst>
                              <p:par>
                                <p:cTn id="2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0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2" grpId="0"/>
      <p:bldP spid="13" grpId="0"/>
      <p:bldP spid="14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57" grpId="0"/>
      <p:bldP spid="58" grpId="0"/>
      <p:bldP spid="60" grpId="0"/>
      <p:bldP spid="61" grpId="0"/>
      <p:bldP spid="62" grpId="0"/>
      <p:bldP spid="63" grpId="0"/>
      <p:bldP spid="64" grpId="0"/>
      <p:bldP spid="65" grpId="0"/>
      <p:bldP spid="66" grpId="0"/>
      <p:bldP spid="67" grpId="0"/>
      <p:bldP spid="68" grpId="0"/>
      <p:bldP spid="69" grpId="0"/>
      <p:bldP spid="70" grpId="0"/>
      <p:bldP spid="71" grpId="0"/>
      <p:bldP spid="72" grpId="0"/>
      <p:bldP spid="75" grpId="0"/>
      <p:bldP spid="76" grpId="0"/>
      <p:bldP spid="77" grpId="0"/>
      <p:bldP spid="78" grpId="0"/>
      <p:bldP spid="79" grpId="0"/>
      <p:bldP spid="80" grpId="0"/>
      <p:bldP spid="82" grpId="0"/>
      <p:bldP spid="83" grpId="0"/>
      <p:bldP spid="84" grpId="0"/>
      <p:bldP spid="85" grpId="0"/>
      <p:bldP spid="86" grpId="0"/>
      <p:bldP spid="87" grpId="0"/>
      <p:bldP spid="88" grpId="0"/>
      <p:bldP spid="89" grpId="0"/>
      <p:bldP spid="90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3703969-f457-4a88-8c40-86a712be61e1" xsi:nil="true"/>
    <lcf76f155ced4ddcb4097134ff3c332f xmlns="1d17fa38-d5b6-4a8b-82e7-5ce3b2398ac5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1F39B4195558549BAA2D9ED0F600B76" ma:contentTypeVersion="18" ma:contentTypeDescription="Create a new document." ma:contentTypeScope="" ma:versionID="ec6c30f03388732c909f8cb84600a8b2">
  <xsd:schema xmlns:xsd="http://www.w3.org/2001/XMLSchema" xmlns:xs="http://www.w3.org/2001/XMLSchema" xmlns:p="http://schemas.microsoft.com/office/2006/metadata/properties" xmlns:ns2="1d17fa38-d5b6-4a8b-82e7-5ce3b2398ac5" xmlns:ns3="53703969-f457-4a88-8c40-86a712be61e1" targetNamespace="http://schemas.microsoft.com/office/2006/metadata/properties" ma:root="true" ma:fieldsID="2fdee7867666b091263649bbf66f5c57" ns2:_="" ns3:_="">
    <xsd:import namespace="1d17fa38-d5b6-4a8b-82e7-5ce3b2398ac5"/>
    <xsd:import namespace="53703969-f457-4a88-8c40-86a712be61e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d17fa38-d5b6-4a8b-82e7-5ce3b2398ac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275a5334-e04d-42b4-bc80-e2853803ecb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3703969-f457-4a88-8c40-86a712be61e1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3fe542f8-823f-433b-b226-4f6bee85bbe1}" ma:internalName="TaxCatchAll" ma:showField="CatchAllData" ma:web="53703969-f457-4a88-8c40-86a712be61e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2E6DFD8-E53A-41C2-9AA3-65C4B2202CEA}">
  <ds:schemaRefs>
    <ds:schemaRef ds:uri="1d17fa38-d5b6-4a8b-82e7-5ce3b2398ac5"/>
    <ds:schemaRef ds:uri="53703969-f457-4a88-8c40-86a712be61e1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81771349-DFF4-44BC-A0DA-AFEE2ACF33F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A0F1A56-1FEC-4747-897D-439EC09B2BAA}"/>
</file>

<file path=docMetadata/LabelInfo.xml><?xml version="1.0" encoding="utf-8"?>
<clbl:labelList xmlns:clbl="http://schemas.microsoft.com/office/2020/mipLabelMetadata">
  <clbl:label id="{484143f7-cfb3-4418-8737-2355b236cf4f}" enabled="0" method="" siteId="{484143f7-cfb3-4418-8737-2355b236cf4f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38</Slides>
  <Notes>7</Notes>
  <HiddenSlides>1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3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CSPT02</dc:creator>
  <cp:revision>1</cp:revision>
  <dcterms:created xsi:type="dcterms:W3CDTF">2025-07-09T05:38:08Z</dcterms:created>
  <dcterms:modified xsi:type="dcterms:W3CDTF">2025-08-27T06:39:08Z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0x010100C1F39B4195558549BAA2D9ED0F600B76</vt:lpwstr>
  </property>
  <property fmtid="{D5CDD505-2E9C-101B-9397-08002B2CF9AE}" pid="3" name="MediaServiceImageTags">
    <vt:lpwstr/>
  </property>
</Properties>
</file>