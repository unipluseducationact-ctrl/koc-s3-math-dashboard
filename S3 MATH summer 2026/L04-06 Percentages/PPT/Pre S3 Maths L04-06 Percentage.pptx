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notesSlides/notesSlide1.xml" ContentType="application/vnd.openxmlformats-officedocument.presentationml.notesSlide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523" r:id="rId5"/>
    <p:sldId id="521" r:id="rId6"/>
    <p:sldId id="421" r:id="rId7"/>
    <p:sldId id="422" r:id="rId8"/>
    <p:sldId id="423" r:id="rId9"/>
    <p:sldId id="424" r:id="rId10"/>
    <p:sldId id="425" r:id="rId11"/>
    <p:sldId id="426" r:id="rId12"/>
    <p:sldId id="427" r:id="rId13"/>
    <p:sldId id="371" r:id="rId14"/>
    <p:sldId id="440" r:id="rId15"/>
    <p:sldId id="441" r:id="rId16"/>
    <p:sldId id="430" r:id="rId17"/>
    <p:sldId id="431" r:id="rId18"/>
    <p:sldId id="432" r:id="rId19"/>
    <p:sldId id="433" r:id="rId20"/>
    <p:sldId id="381" r:id="rId21"/>
    <p:sldId id="434" r:id="rId22"/>
    <p:sldId id="372" r:id="rId23"/>
    <p:sldId id="435" r:id="rId24"/>
    <p:sldId id="436" r:id="rId25"/>
    <p:sldId id="437" r:id="rId26"/>
    <p:sldId id="438" r:id="rId27"/>
    <p:sldId id="517" r:id="rId28"/>
    <p:sldId id="442" r:id="rId29"/>
    <p:sldId id="257" r:id="rId30"/>
    <p:sldId id="443" r:id="rId31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L4" id="{341B8D06-A50A-42AA-BAA8-B719971F42F6}">
          <p14:sldIdLst>
            <p14:sldId id="523"/>
            <p14:sldId id="521"/>
            <p14:sldId id="421"/>
            <p14:sldId id="422"/>
            <p14:sldId id="423"/>
            <p14:sldId id="424"/>
            <p14:sldId id="425"/>
            <p14:sldId id="426"/>
            <p14:sldId id="427"/>
          </p14:sldIdLst>
        </p14:section>
        <p14:section name="Pre S3 L5" id="{5A592B53-61AD-4F64-A26E-756630DF6A48}">
          <p14:sldIdLst>
            <p14:sldId id="371"/>
            <p14:sldId id="440"/>
            <p14:sldId id="441"/>
            <p14:sldId id="430"/>
            <p14:sldId id="431"/>
            <p14:sldId id="432"/>
            <p14:sldId id="433"/>
            <p14:sldId id="381"/>
            <p14:sldId id="434"/>
            <p14:sldId id="372"/>
            <p14:sldId id="435"/>
            <p14:sldId id="436"/>
            <p14:sldId id="437"/>
            <p14:sldId id="438"/>
          </p14:sldIdLst>
        </p14:section>
        <p14:section name="Pre S3 L6" id="{2C482789-CCDB-4643-BFD7-4E20CDF94CA9}">
          <p14:sldIdLst>
            <p14:sldId id="517"/>
            <p14:sldId id="442"/>
            <p14:sldId id="257"/>
            <p14:sldId id="4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F6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4FE31-7A99-4AB3-8DD5-E9FB994F481E}" v="5" dt="2025-07-05T11:42:42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i" userId="064b9ae9-efb5-4029-bcbc-4c9becbf9a22" providerId="ADAL" clId="{7F8CF221-2B41-4843-A031-1DB296FDD3DE}"/>
    <pc:docChg chg="undo custSel modSld">
      <pc:chgData name="Hoi" userId="064b9ae9-efb5-4029-bcbc-4c9becbf9a22" providerId="ADAL" clId="{7F8CF221-2B41-4843-A031-1DB296FDD3DE}" dt="2024-08-13T02:37:47.992" v="18" actId="115"/>
      <pc:docMkLst>
        <pc:docMk/>
      </pc:docMkLst>
      <pc:sldChg chg="modSp modAnim">
        <pc:chgData name="Hoi" userId="064b9ae9-efb5-4029-bcbc-4c9becbf9a22" providerId="ADAL" clId="{7F8CF221-2B41-4843-A031-1DB296FDD3DE}" dt="2024-08-13T02:37:47.992" v="18" actId="115"/>
        <pc:sldMkLst>
          <pc:docMk/>
          <pc:sldMk cId="1186712941" sldId="372"/>
        </pc:sldMkLst>
      </pc:sldChg>
      <pc:sldChg chg="modSp mod">
        <pc:chgData name="Hoi" userId="064b9ae9-efb5-4029-bcbc-4c9becbf9a22" providerId="ADAL" clId="{7F8CF221-2B41-4843-A031-1DB296FDD3DE}" dt="2024-07-31T03:56:32.971" v="3" actId="1076"/>
        <pc:sldMkLst>
          <pc:docMk/>
          <pc:sldMk cId="242994316" sldId="434"/>
        </pc:sldMkLst>
      </pc:sldChg>
    </pc:docChg>
  </pc:docChgLst>
  <pc:docChgLst>
    <pc:chgData name="Alan" userId="b08fe71a-2823-4f18-94c7-56c11e51531c" providerId="ADAL" clId="{322CDF6F-3E5E-456D-BDA7-0FE42BD09817}"/>
    <pc:docChg chg="modSld">
      <pc:chgData name="Alan" userId="b08fe71a-2823-4f18-94c7-56c11e51531c" providerId="ADAL" clId="{322CDF6F-3E5E-456D-BDA7-0FE42BD09817}" dt="2023-08-09T05:01:12.863" v="33" actId="20577"/>
      <pc:docMkLst>
        <pc:docMk/>
      </pc:docMkLst>
      <pc:sldChg chg="modSp mod">
        <pc:chgData name="Alan" userId="b08fe71a-2823-4f18-94c7-56c11e51531c" providerId="ADAL" clId="{322CDF6F-3E5E-456D-BDA7-0FE42BD09817}" dt="2023-08-09T05:01:12.863" v="33" actId="20577"/>
        <pc:sldMkLst>
          <pc:docMk/>
          <pc:sldMk cId="532985507" sldId="443"/>
        </pc:sldMkLst>
      </pc:sldChg>
    </pc:docChg>
  </pc:docChgLst>
  <pc:docChgLst>
    <pc:chgData name="Sura Tai" userId="ef8856a5-b61e-4383-8249-3050fef28744" providerId="ADAL" clId="{0474FE31-7A99-4AB3-8DD5-E9FB994F481E}"/>
    <pc:docChg chg="undo custSel addSld delSld modSld modSection">
      <pc:chgData name="Sura Tai" userId="ef8856a5-b61e-4383-8249-3050fef28744" providerId="ADAL" clId="{0474FE31-7A99-4AB3-8DD5-E9FB994F481E}" dt="2025-07-05T12:00:09.921" v="9" actId="478"/>
      <pc:docMkLst>
        <pc:docMk/>
      </pc:docMkLst>
      <pc:sldChg chg="add del">
        <pc:chgData name="Sura Tai" userId="ef8856a5-b61e-4383-8249-3050fef28744" providerId="ADAL" clId="{0474FE31-7A99-4AB3-8DD5-E9FB994F481E}" dt="2025-07-05T11:40:46.509" v="3" actId="47"/>
        <pc:sldMkLst>
          <pc:docMk/>
          <pc:sldMk cId="2162608279" sldId="377"/>
        </pc:sldMkLst>
      </pc:sldChg>
      <pc:sldChg chg="add del">
        <pc:chgData name="Sura Tai" userId="ef8856a5-b61e-4383-8249-3050fef28744" providerId="ADAL" clId="{0474FE31-7A99-4AB3-8DD5-E9FB994F481E}" dt="2025-07-05T11:40:46.509" v="3" actId="47"/>
        <pc:sldMkLst>
          <pc:docMk/>
          <pc:sldMk cId="3988425114" sldId="378"/>
        </pc:sldMkLst>
      </pc:sldChg>
      <pc:sldChg chg="add del">
        <pc:chgData name="Sura Tai" userId="ef8856a5-b61e-4383-8249-3050fef28744" providerId="ADAL" clId="{0474FE31-7A99-4AB3-8DD5-E9FB994F481E}" dt="2025-07-05T11:40:46.509" v="3" actId="47"/>
        <pc:sldMkLst>
          <pc:docMk/>
          <pc:sldMk cId="1155024697" sldId="379"/>
        </pc:sldMkLst>
      </pc:sldChg>
      <pc:sldChg chg="addSp modSp modAnim">
        <pc:chgData name="Sura Tai" userId="ef8856a5-b61e-4383-8249-3050fef28744" providerId="ADAL" clId="{0474FE31-7A99-4AB3-8DD5-E9FB994F481E}" dt="2025-07-05T11:41:59.163" v="5"/>
        <pc:sldMkLst>
          <pc:docMk/>
          <pc:sldMk cId="1118431998" sldId="381"/>
        </pc:sldMkLst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9" creationId="{98DB9B7A-B1AE-02CF-FA0E-FA351B937669}"/>
          </ac:spMkLst>
        </pc:spChg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10" creationId="{3C134465-4B9B-D54E-3F50-A547BF6436BD}"/>
          </ac:spMkLst>
        </pc:spChg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13" creationId="{8298AF3F-2ADE-4152-757C-753E2656A226}"/>
          </ac:spMkLst>
        </pc:spChg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14" creationId="{50A34F32-93F9-F1E1-67B8-614F2B6EA5E0}"/>
          </ac:spMkLst>
        </pc:spChg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24" creationId="{5EB00B84-05A2-86B2-F348-70884B29601D}"/>
          </ac:spMkLst>
        </pc:spChg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36" creationId="{EA6AF809-2921-3312-7ADD-D0EBF636B8B7}"/>
          </ac:spMkLst>
        </pc:spChg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38" creationId="{EE724536-2124-A731-B0AF-B14FB51D486B}"/>
          </ac:spMkLst>
        </pc:spChg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64" creationId="{31AF6465-C28E-2B0E-9B61-6AB9F6821549}"/>
          </ac:spMkLst>
        </pc:spChg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71" creationId="{46AC2CF7-5BD0-C82C-BCB8-1A8B29835BD5}"/>
          </ac:spMkLst>
        </pc:spChg>
        <pc:spChg chg="mod">
          <ac:chgData name="Sura Tai" userId="ef8856a5-b61e-4383-8249-3050fef28744" providerId="ADAL" clId="{0474FE31-7A99-4AB3-8DD5-E9FB994F481E}" dt="2025-07-05T11:41:57.325" v="4"/>
          <ac:spMkLst>
            <pc:docMk/>
            <pc:sldMk cId="1118431998" sldId="381"/>
            <ac:spMk id="73" creationId="{CFC28145-0262-06E7-3F29-8CC6E1EAE98A}"/>
          </ac:spMkLst>
        </pc:spChg>
      </pc:sldChg>
      <pc:sldChg chg="addSp delSp modSp mod delAnim modAnim">
        <pc:chgData name="Sura Tai" userId="ef8856a5-b61e-4383-8249-3050fef28744" providerId="ADAL" clId="{0474FE31-7A99-4AB3-8DD5-E9FB994F481E}" dt="2025-07-05T12:00:09.921" v="9" actId="478"/>
        <pc:sldMkLst>
          <pc:docMk/>
          <pc:sldMk cId="242994316" sldId="434"/>
        </pc:sldMkLst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27" creationId="{68B34772-A6C9-5FB3-9869-3AC11FC171BF}"/>
          </ac:spMkLst>
        </pc:spChg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28" creationId="{8CDB9324-A716-EADB-6CFA-A56F35937EC8}"/>
          </ac:spMkLst>
        </pc:spChg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34" creationId="{3309B7FB-79EB-1160-0180-9021CA3AB90B}"/>
          </ac:spMkLst>
        </pc:spChg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51" creationId="{AA9E4B10-7DB2-F425-0C89-93164408FC50}"/>
          </ac:spMkLst>
        </pc:spChg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52" creationId="{69B9BAF4-78D0-3A07-13E7-B3AF3136AE24}"/>
          </ac:spMkLst>
        </pc:spChg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53" creationId="{42487F3A-8AA7-5133-1F50-8CCA92E715B6}"/>
          </ac:spMkLst>
        </pc:spChg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55" creationId="{FBD207B0-1C2B-A946-C394-901A24FE8AF4}"/>
          </ac:spMkLst>
        </pc:spChg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62" creationId="{2CF36D50-E1B4-4E35-C6EB-1807296CBD75}"/>
          </ac:spMkLst>
        </pc:spChg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63" creationId="{7FAD68A7-7A60-67AD-A47B-4855AF549DD5}"/>
          </ac:spMkLst>
        </pc:spChg>
        <pc:spChg chg="mod">
          <ac:chgData name="Sura Tai" userId="ef8856a5-b61e-4383-8249-3050fef28744" providerId="ADAL" clId="{0474FE31-7A99-4AB3-8DD5-E9FB994F481E}" dt="2025-07-05T11:42:00.674" v="6"/>
          <ac:spMkLst>
            <pc:docMk/>
            <pc:sldMk cId="242994316" sldId="434"/>
            <ac:spMk id="64" creationId="{233F1AF0-A708-8C21-C666-83C99A4853A9}"/>
          </ac:spMkLst>
        </pc:spChg>
        <pc:grpChg chg="del mod">
          <ac:chgData name="Sura Tai" userId="ef8856a5-b61e-4383-8249-3050fef28744" providerId="ADAL" clId="{0474FE31-7A99-4AB3-8DD5-E9FB994F481E}" dt="2025-07-05T12:00:09.921" v="9" actId="478"/>
          <ac:grpSpMkLst>
            <pc:docMk/>
            <pc:sldMk cId="242994316" sldId="434"/>
            <ac:grpSpMk id="19" creationId="{5204B909-39A4-E276-6854-1BA55FA9D3F4}"/>
          </ac:grpSpMkLst>
        </pc:grpChg>
        <pc:cxnChg chg="mod">
          <ac:chgData name="Sura Tai" userId="ef8856a5-b61e-4383-8249-3050fef28744" providerId="ADAL" clId="{0474FE31-7A99-4AB3-8DD5-E9FB994F481E}" dt="2025-07-05T12:00:09.921" v="9" actId="478"/>
          <ac:cxnSpMkLst>
            <pc:docMk/>
            <pc:sldMk cId="242994316" sldId="434"/>
            <ac:cxnSpMk id="43" creationId="{7C8B66E9-6DBF-386D-B1AA-883D1F5E292A}"/>
          </ac:cxnSpMkLst>
        </pc:cxnChg>
        <pc:cxnChg chg="mod">
          <ac:chgData name="Sura Tai" userId="ef8856a5-b61e-4383-8249-3050fef28744" providerId="ADAL" clId="{0474FE31-7A99-4AB3-8DD5-E9FB994F481E}" dt="2025-07-05T12:00:09.921" v="9" actId="478"/>
          <ac:cxnSpMkLst>
            <pc:docMk/>
            <pc:sldMk cId="242994316" sldId="434"/>
            <ac:cxnSpMk id="48" creationId="{7BB1028C-E0E5-534E-A4C9-97C33BB29A49}"/>
          </ac:cxnSpMkLst>
        </pc:cxnChg>
        <pc:cxnChg chg="mod">
          <ac:chgData name="Sura Tai" userId="ef8856a5-b61e-4383-8249-3050fef28744" providerId="ADAL" clId="{0474FE31-7A99-4AB3-8DD5-E9FB994F481E}" dt="2025-07-05T12:00:09.921" v="9" actId="478"/>
          <ac:cxnSpMkLst>
            <pc:docMk/>
            <pc:sldMk cId="242994316" sldId="434"/>
            <ac:cxnSpMk id="50" creationId="{A4F4EFC0-125A-BF71-A4DE-C2443211D042}"/>
          </ac:cxnSpMkLst>
        </pc:cxnChg>
        <pc:cxnChg chg="mod">
          <ac:chgData name="Sura Tai" userId="ef8856a5-b61e-4383-8249-3050fef28744" providerId="ADAL" clId="{0474FE31-7A99-4AB3-8DD5-E9FB994F481E}" dt="2025-07-05T12:00:09.921" v="9" actId="478"/>
          <ac:cxnSpMkLst>
            <pc:docMk/>
            <pc:sldMk cId="242994316" sldId="434"/>
            <ac:cxnSpMk id="60" creationId="{E0084007-B815-5DB2-B4D2-0860156E7F71}"/>
          </ac:cxnSpMkLst>
        </pc:cxnChg>
        <pc:cxnChg chg="mod">
          <ac:chgData name="Sura Tai" userId="ef8856a5-b61e-4383-8249-3050fef28744" providerId="ADAL" clId="{0474FE31-7A99-4AB3-8DD5-E9FB994F481E}" dt="2025-07-05T12:00:09.921" v="9" actId="478"/>
          <ac:cxnSpMkLst>
            <pc:docMk/>
            <pc:sldMk cId="242994316" sldId="434"/>
            <ac:cxnSpMk id="61" creationId="{00EC05BC-DB70-5A85-8FAC-B2C7306622B9}"/>
          </ac:cxnSpMkLst>
        </pc:cxnChg>
      </pc:sldChg>
      <pc:sldChg chg="add">
        <pc:chgData name="Sura Tai" userId="ef8856a5-b61e-4383-8249-3050fef28744" providerId="ADAL" clId="{0474FE31-7A99-4AB3-8DD5-E9FB994F481E}" dt="2025-07-05T11:42:42.320" v="8"/>
        <pc:sldMkLst>
          <pc:docMk/>
          <pc:sldMk cId="3716195540" sldId="517"/>
        </pc:sldMkLst>
      </pc:sldChg>
      <pc:sldChg chg="add">
        <pc:chgData name="Sura Tai" userId="ef8856a5-b61e-4383-8249-3050fef28744" providerId="ADAL" clId="{0474FE31-7A99-4AB3-8DD5-E9FB994F481E}" dt="2025-07-05T11:40:19.951" v="2"/>
        <pc:sldMkLst>
          <pc:docMk/>
          <pc:sldMk cId="2643871848" sldId="521"/>
        </pc:sldMkLst>
      </pc:sldChg>
      <pc:sldChg chg="add">
        <pc:chgData name="Sura Tai" userId="ef8856a5-b61e-4383-8249-3050fef28744" providerId="ADAL" clId="{0474FE31-7A99-4AB3-8DD5-E9FB994F481E}" dt="2025-07-05T11:40:19.951" v="2"/>
        <pc:sldMkLst>
          <pc:docMk/>
          <pc:sldMk cId="3391800115" sldId="523"/>
        </pc:sldMkLst>
      </pc:sldChg>
    </pc:docChg>
  </pc:docChgLst>
  <pc:docChgLst>
    <pc:chgData name="Hoi" userId="064b9ae9-efb5-4029-bcbc-4c9becbf9a22" providerId="ADAL" clId="{FF5B9E6D-FCF5-4EE9-A65F-B2BB2B3CF3A1}"/>
    <pc:docChg chg="undo custSel addSld delSld modSld sldOrd addSection modSection">
      <pc:chgData name="Hoi" userId="064b9ae9-efb5-4029-bcbc-4c9becbf9a22" providerId="ADAL" clId="{FF5B9E6D-FCF5-4EE9-A65F-B2BB2B3CF3A1}" dt="2023-07-20T09:35:24.506" v="807"/>
      <pc:docMkLst>
        <pc:docMk/>
      </pc:docMkLst>
      <pc:sldChg chg="modSp add del mod modAnim">
        <pc:chgData name="Hoi" userId="064b9ae9-efb5-4029-bcbc-4c9becbf9a22" providerId="ADAL" clId="{FF5B9E6D-FCF5-4EE9-A65F-B2BB2B3CF3A1}" dt="2023-07-20T06:43:58.927" v="44" actId="47"/>
        <pc:sldMkLst>
          <pc:docMk/>
          <pc:sldMk cId="546252385" sldId="256"/>
        </pc:sldMkLst>
      </pc:sldChg>
      <pc:sldChg chg="addSp delSp modSp add mod ord delAnim modAnim">
        <pc:chgData name="Hoi" userId="064b9ae9-efb5-4029-bcbc-4c9becbf9a22" providerId="ADAL" clId="{FF5B9E6D-FCF5-4EE9-A65F-B2BB2B3CF3A1}" dt="2023-07-20T07:02:30.973" v="256" actId="207"/>
        <pc:sldMkLst>
          <pc:docMk/>
          <pc:sldMk cId="1468236584" sldId="257"/>
        </pc:sldMkLst>
      </pc:sldChg>
      <pc:sldChg chg="add del">
        <pc:chgData name="Hoi" userId="064b9ae9-efb5-4029-bcbc-4c9becbf9a22" providerId="ADAL" clId="{FF5B9E6D-FCF5-4EE9-A65F-B2BB2B3CF3A1}" dt="2023-07-20T06:43:58.927" v="44" actId="47"/>
        <pc:sldMkLst>
          <pc:docMk/>
          <pc:sldMk cId="748855169" sldId="258"/>
        </pc:sldMkLst>
      </pc:sldChg>
      <pc:sldChg chg="add del">
        <pc:chgData name="Hoi" userId="064b9ae9-efb5-4029-bcbc-4c9becbf9a22" providerId="ADAL" clId="{FF5B9E6D-FCF5-4EE9-A65F-B2BB2B3CF3A1}" dt="2023-07-20T07:07:30.316" v="275" actId="47"/>
        <pc:sldMkLst>
          <pc:docMk/>
          <pc:sldMk cId="1759112264" sldId="259"/>
        </pc:sldMkLst>
      </pc:sldChg>
      <pc:sldChg chg="add del">
        <pc:chgData name="Hoi" userId="064b9ae9-efb5-4029-bcbc-4c9becbf9a22" providerId="ADAL" clId="{FF5B9E6D-FCF5-4EE9-A65F-B2BB2B3CF3A1}" dt="2023-07-20T07:07:30.316" v="275" actId="47"/>
        <pc:sldMkLst>
          <pc:docMk/>
          <pc:sldMk cId="3934814143" sldId="260"/>
        </pc:sldMkLst>
      </pc:sldChg>
      <pc:sldChg chg="add del">
        <pc:chgData name="Hoi" userId="064b9ae9-efb5-4029-bcbc-4c9becbf9a22" providerId="ADAL" clId="{FF5B9E6D-FCF5-4EE9-A65F-B2BB2B3CF3A1}" dt="2023-07-20T06:43:58.927" v="44" actId="47"/>
        <pc:sldMkLst>
          <pc:docMk/>
          <pc:sldMk cId="3146824996" sldId="261"/>
        </pc:sldMkLst>
      </pc:sldChg>
      <pc:sldChg chg="add">
        <pc:chgData name="Hoi" userId="064b9ae9-efb5-4029-bcbc-4c9becbf9a22" providerId="ADAL" clId="{FF5B9E6D-FCF5-4EE9-A65F-B2BB2B3CF3A1}" dt="2023-07-20T06:20:44.233" v="11"/>
        <pc:sldMkLst>
          <pc:docMk/>
          <pc:sldMk cId="2313597019" sldId="371"/>
        </pc:sldMkLst>
      </pc:sldChg>
      <pc:sldChg chg="add">
        <pc:chgData name="Hoi" userId="064b9ae9-efb5-4029-bcbc-4c9becbf9a22" providerId="ADAL" clId="{FF5B9E6D-FCF5-4EE9-A65F-B2BB2B3CF3A1}" dt="2023-07-20T06:17:37.390" v="9"/>
        <pc:sldMkLst>
          <pc:docMk/>
          <pc:sldMk cId="1186712941" sldId="372"/>
        </pc:sldMkLst>
      </pc:sldChg>
      <pc:sldChg chg="modSp add del mod modAnim">
        <pc:chgData name="Hoi" userId="064b9ae9-efb5-4029-bcbc-4c9becbf9a22" providerId="ADAL" clId="{FF5B9E6D-FCF5-4EE9-A65F-B2BB2B3CF3A1}" dt="2023-07-20T06:14:46.593" v="8"/>
        <pc:sldMkLst>
          <pc:docMk/>
          <pc:sldMk cId="2162608279" sldId="377"/>
        </pc:sldMkLst>
      </pc:sldChg>
      <pc:sldChg chg="add del">
        <pc:chgData name="Hoi" userId="064b9ae9-efb5-4029-bcbc-4c9becbf9a22" providerId="ADAL" clId="{FF5B9E6D-FCF5-4EE9-A65F-B2BB2B3CF3A1}" dt="2023-07-20T06:13:13.067" v="2"/>
        <pc:sldMkLst>
          <pc:docMk/>
          <pc:sldMk cId="3988425114" sldId="378"/>
        </pc:sldMkLst>
      </pc:sldChg>
      <pc:sldChg chg="add del">
        <pc:chgData name="Hoi" userId="064b9ae9-efb5-4029-bcbc-4c9becbf9a22" providerId="ADAL" clId="{FF5B9E6D-FCF5-4EE9-A65F-B2BB2B3CF3A1}" dt="2023-07-20T06:13:13.067" v="2"/>
        <pc:sldMkLst>
          <pc:docMk/>
          <pc:sldMk cId="1155024697" sldId="379"/>
        </pc:sldMkLst>
      </pc:sldChg>
      <pc:sldChg chg="add">
        <pc:chgData name="Hoi" userId="064b9ae9-efb5-4029-bcbc-4c9becbf9a22" providerId="ADAL" clId="{FF5B9E6D-FCF5-4EE9-A65F-B2BB2B3CF3A1}" dt="2023-07-20T06:18:51.651" v="10"/>
        <pc:sldMkLst>
          <pc:docMk/>
          <pc:sldMk cId="1118431998" sldId="381"/>
        </pc:sldMkLst>
      </pc:sldChg>
      <pc:sldChg chg="addSp delSp modSp modAnim">
        <pc:chgData name="Hoi" userId="064b9ae9-efb5-4029-bcbc-4c9becbf9a22" providerId="ADAL" clId="{FF5B9E6D-FCF5-4EE9-A65F-B2BB2B3CF3A1}" dt="2023-07-20T06:38:07.295" v="26"/>
        <pc:sldMkLst>
          <pc:docMk/>
          <pc:sldMk cId="2836334796" sldId="422"/>
        </pc:sldMkLst>
      </pc:sldChg>
      <pc:sldChg chg="del">
        <pc:chgData name="Hoi" userId="064b9ae9-efb5-4029-bcbc-4c9becbf9a22" providerId="ADAL" clId="{FF5B9E6D-FCF5-4EE9-A65F-B2BB2B3CF3A1}" dt="2023-07-20T06:37:28.689" v="21" actId="47"/>
        <pc:sldMkLst>
          <pc:docMk/>
          <pc:sldMk cId="187548732" sldId="428"/>
        </pc:sldMkLst>
      </pc:sldChg>
      <pc:sldChg chg="del">
        <pc:chgData name="Hoi" userId="064b9ae9-efb5-4029-bcbc-4c9becbf9a22" providerId="ADAL" clId="{FF5B9E6D-FCF5-4EE9-A65F-B2BB2B3CF3A1}" dt="2023-07-20T06:37:29.960" v="22" actId="47"/>
        <pc:sldMkLst>
          <pc:docMk/>
          <pc:sldMk cId="439982709" sldId="429"/>
        </pc:sldMkLst>
      </pc:sldChg>
      <pc:sldChg chg="addSp delSp mod">
        <pc:chgData name="Hoi" userId="064b9ae9-efb5-4029-bcbc-4c9becbf9a22" providerId="ADAL" clId="{FF5B9E6D-FCF5-4EE9-A65F-B2BB2B3CF3A1}" dt="2023-07-20T09:04:51.777" v="288" actId="22"/>
        <pc:sldMkLst>
          <pc:docMk/>
          <pc:sldMk cId="4294354604" sldId="438"/>
        </pc:sldMkLst>
      </pc:sldChg>
      <pc:sldChg chg="addSp delSp modSp new del mod modAnim">
        <pc:chgData name="Hoi" userId="064b9ae9-efb5-4029-bcbc-4c9becbf9a22" providerId="ADAL" clId="{FF5B9E6D-FCF5-4EE9-A65F-B2BB2B3CF3A1}" dt="2023-07-20T07:07:35.064" v="279" actId="47"/>
        <pc:sldMkLst>
          <pc:docMk/>
          <pc:sldMk cId="1692845013" sldId="439"/>
        </pc:sldMkLst>
      </pc:sldChg>
      <pc:sldChg chg="add del">
        <pc:chgData name="Hoi" userId="064b9ae9-efb5-4029-bcbc-4c9becbf9a22" providerId="ADAL" clId="{FF5B9E6D-FCF5-4EE9-A65F-B2BB2B3CF3A1}" dt="2023-07-20T06:14:09.024" v="4" actId="47"/>
        <pc:sldMkLst>
          <pc:docMk/>
          <pc:sldMk cId="2583296138" sldId="439"/>
        </pc:sldMkLst>
      </pc:sldChg>
      <pc:sldChg chg="add">
        <pc:chgData name="Hoi" userId="064b9ae9-efb5-4029-bcbc-4c9becbf9a22" providerId="ADAL" clId="{FF5B9E6D-FCF5-4EE9-A65F-B2BB2B3CF3A1}" dt="2023-07-20T06:37:18.301" v="20"/>
        <pc:sldMkLst>
          <pc:docMk/>
          <pc:sldMk cId="270699831" sldId="440"/>
        </pc:sldMkLst>
      </pc:sldChg>
      <pc:sldChg chg="add">
        <pc:chgData name="Hoi" userId="064b9ae9-efb5-4029-bcbc-4c9becbf9a22" providerId="ADAL" clId="{FF5B9E6D-FCF5-4EE9-A65F-B2BB2B3CF3A1}" dt="2023-07-20T06:37:18.301" v="20"/>
        <pc:sldMkLst>
          <pc:docMk/>
          <pc:sldMk cId="2521131566" sldId="441"/>
        </pc:sldMkLst>
      </pc:sldChg>
      <pc:sldChg chg="addSp delSp modSp add mod modAnim">
        <pc:chgData name="Hoi" userId="064b9ae9-efb5-4029-bcbc-4c9becbf9a22" providerId="ADAL" clId="{FF5B9E6D-FCF5-4EE9-A65F-B2BB2B3CF3A1}" dt="2023-07-20T07:06:53.928" v="274" actId="164"/>
        <pc:sldMkLst>
          <pc:docMk/>
          <pc:sldMk cId="3726104954" sldId="442"/>
        </pc:sldMkLst>
      </pc:sldChg>
      <pc:sldChg chg="addSp delSp modSp add mod delAnim modAnim">
        <pc:chgData name="Hoi" userId="064b9ae9-efb5-4029-bcbc-4c9becbf9a22" providerId="ADAL" clId="{FF5B9E6D-FCF5-4EE9-A65F-B2BB2B3CF3A1}" dt="2023-07-20T09:35:24.506" v="807"/>
        <pc:sldMkLst>
          <pc:docMk/>
          <pc:sldMk cId="532985507" sldId="443"/>
        </pc:sldMkLst>
      </pc:sldChg>
      <pc:sldChg chg="addSp modSp add del mod">
        <pc:chgData name="Hoi" userId="064b9ae9-efb5-4029-bcbc-4c9becbf9a22" providerId="ADAL" clId="{FF5B9E6D-FCF5-4EE9-A65F-B2BB2B3CF3A1}" dt="2023-07-20T09:12:07.585" v="336" actId="47"/>
        <pc:sldMkLst>
          <pc:docMk/>
          <pc:sldMk cId="1281431726" sldId="444"/>
        </pc:sldMkLst>
      </pc:sldChg>
      <pc:sldChg chg="add del">
        <pc:chgData name="Hoi" userId="064b9ae9-efb5-4029-bcbc-4c9becbf9a22" providerId="ADAL" clId="{FF5B9E6D-FCF5-4EE9-A65F-B2BB2B3CF3A1}" dt="2023-07-20T09:12:08.758" v="337" actId="47"/>
        <pc:sldMkLst>
          <pc:docMk/>
          <pc:sldMk cId="2152436941" sldId="445"/>
        </pc:sldMkLst>
      </pc:sldChg>
    </pc:docChg>
  </pc:docChgLst>
  <pc:docChgLst>
    <pc:chgData name="Alan" userId="b08fe71a-2823-4f18-94c7-56c11e51531c" providerId="ADAL" clId="{8A54404B-7DE2-4AE3-ADC6-3CE67CEE24FE}"/>
    <pc:docChg chg="delSection">
      <pc:chgData name="Alan" userId="b08fe71a-2823-4f18-94c7-56c11e51531c" providerId="ADAL" clId="{8A54404B-7DE2-4AE3-ADC6-3CE67CEE24FE}" dt="2023-07-15T08:33:38.130" v="0" actId="17851"/>
      <pc:docMkLst>
        <pc:docMk/>
      </pc:docMkLst>
    </pc:docChg>
  </pc:docChgLst>
  <pc:docChgLst>
    <pc:chgData name="Alan" userId="b08fe71a-2823-4f18-94c7-56c11e51531c" providerId="ADAL" clId="{FB1E4199-D518-458F-A8C2-50E4F8322B17}"/>
    <pc:docChg chg="addSld delSld modSld modSection">
      <pc:chgData name="Alan" userId="b08fe71a-2823-4f18-94c7-56c11e51531c" providerId="ADAL" clId="{FB1E4199-D518-458F-A8C2-50E4F8322B17}" dt="2023-07-15T05:24:12.170" v="1"/>
      <pc:docMkLst>
        <pc:docMk/>
      </pc:docMkLst>
      <pc:sldChg chg="del">
        <pc:chgData name="Alan" userId="b08fe71a-2823-4f18-94c7-56c11e51531c" providerId="ADAL" clId="{FB1E4199-D518-458F-A8C2-50E4F8322B17}" dt="2023-07-15T05:24:08.414" v="0" actId="2696"/>
        <pc:sldMkLst>
          <pc:docMk/>
          <pc:sldMk cId="1591887827" sldId="426"/>
        </pc:sldMkLst>
      </pc:sldChg>
      <pc:sldChg chg="add">
        <pc:chgData name="Alan" userId="b08fe71a-2823-4f18-94c7-56c11e51531c" providerId="ADAL" clId="{FB1E4199-D518-458F-A8C2-50E4F8322B17}" dt="2023-07-15T05:24:12.170" v="1"/>
        <pc:sldMkLst>
          <pc:docMk/>
          <pc:sldMk cId="1960557249" sldId="426"/>
        </pc:sldMkLst>
      </pc:sldChg>
      <pc:sldChg chg="del">
        <pc:chgData name="Alan" userId="b08fe71a-2823-4f18-94c7-56c11e51531c" providerId="ADAL" clId="{FB1E4199-D518-458F-A8C2-50E4F8322B17}" dt="2023-07-15T05:24:08.414" v="0" actId="2696"/>
        <pc:sldMkLst>
          <pc:docMk/>
          <pc:sldMk cId="966024987" sldId="427"/>
        </pc:sldMkLst>
      </pc:sldChg>
      <pc:sldChg chg="add">
        <pc:chgData name="Alan" userId="b08fe71a-2823-4f18-94c7-56c11e51531c" providerId="ADAL" clId="{FB1E4199-D518-458F-A8C2-50E4F8322B17}" dt="2023-07-15T05:24:12.170" v="1"/>
        <pc:sldMkLst>
          <pc:docMk/>
          <pc:sldMk cId="1432861855" sldId="42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9T02:20:36.657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0,'2664'0,"-2630"0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5:42:06.07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0,'4638'0,"-4581"0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5:42:21.755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0,'5726'0,"-5655"0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5:42:36.23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0,'2764'0,"-2730"0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5:45:54.82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0,'4885'0,"-4825"0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5:46:04.405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0,'5726'0,"-5655"0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5:46:16.81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0,'2158'0,"-2131"0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5:46:41.218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0,'4886'0,"-4825"0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5:46:47.145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0,'4359'0,"-4305"0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5:47:16.80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0,'2764'0,"-2730"0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05:26.513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0,'5726'0,"-5655"0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05:42.40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0,'5133'0,"-5069"0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05:55.38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0,'2566'0,"-2533"0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06:19.283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0,'1777'0,"-1755"0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06:32.90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0,'2566'0,"-2534"0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11:56.064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0,'3357'0,"-3316"0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12:38.88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0,'1776'0,"-1754"0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12:52.72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0,'4738'0,"-4679"0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13:15.453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0,'1777'0,"-1755"0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19:32.06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0,'1850'0,"-1827"0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19:40.154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0,'5529'0,"-5461"0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20:04.44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0,'3293'0,"-3252"0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20:10.425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0,'2665'0,"-2632"0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28:27.64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0,'3356'0,"-3315"0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28:38.18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0,'3356'0,"-3314"0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28:54.670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0,'4739'0,"-4680"0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29:02.081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0,'4872'0,"-4812"0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29:13.76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0,'2038'0,"-2012"0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41:51.88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0,'4983'0,"-4921"0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42:08.17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0,'3664'0,"-3617"0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42:20.08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0,'2357'0,"-2327"0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42:24.12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0,'2038'0,"-2012"0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42:51.914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0,'4739'0,"-4680"0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42:58.509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0,'4872'0,"-4812"0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8:43:27.48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0,'3751'0,"-3704"0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17:01.46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0,'4749'0,"-4690"0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17:09.304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0,'2421'0,"-2391"0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17:27.625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0,'3879'0,"-3831"0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17:54.103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0,'3244'0,"-3204"0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18:09.861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0,'6172'0,"-6095"0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23:02.28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0,'4749'0,"-4690"0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23:06.777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0,'2730'0,"-2696"0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23:10.915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0,'4124'0,"-4073"0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23:16.82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0,'3244'0,"-3204"0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23:27.613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0,'3274'0,"-3232"0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38:11.72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0,'4749'0,"-4690"0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38:11.725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0,'2026'0,"-2001"0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38:11.726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0,'3879'0,"-3831"0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38:11.72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0,'3988'0,"-3939"0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42:23.67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0,'4749'0,"-4690"0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42:27.642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0,'2775'0,"-2740"0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42:33.66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0,'3988'0,"-3939"0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09:42:38.149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0,'5638'0,"-5568"0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07:51.02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0,'1974'0,"-1949"0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07:57.172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0,'2172'0,"-2145"0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08:07.842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0,'1777'0,"-1755"0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08:57.899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0,'2605'0,"-2572"0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09:05.830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0,'5171'0,"-5106"0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27:14.48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0,'1382'0,"-1365"0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27:20.670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0,'1579'0,"-1559"0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27:28.368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0,'1876'0,"-1853"0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27:42.261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0,'1656'0,"-1635"0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28:08.56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0,'2659'0,"-2626"0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28:14.52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0,'2264'0,"-2235"0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28:17.26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0,'2161'0,"-2134"0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54:04.75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0,'4935'0,"-4873"0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54:20.832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0,'2764'0,"-2729"0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54:36.731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0,'4738'0,"-4679"0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54:45.03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0,'4935'0,"-4873"0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54:45.031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0,'3098'0,"-3059"0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54:45.032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0,'4738'0,"-4679"0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55:02.24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0,'5725'0,"-5653"0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56:17.199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0,'6763'0,"-6678"0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0:56:26.717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0,'7836'0,"-7738"0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1:08:10.80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0,'1185'0,"-1171"0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1:08:23.397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0,'987'0,"-974"0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1:08:31.43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0,'5330'0,"-5263"0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1:08:44.617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0,'1694'0,"-1673"0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1:09:01.979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0,'691'0,"-682"0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1:09:18.259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0,'1949'0,"-1925"0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1:09:33.169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0,'7558'0,"-7462"0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1T11:10:10.623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0,'2714'0,"-2681"0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4T08:02:14.74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0,'4343'0,"-4289"0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4T08:02:14.748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0,'3454'0,"-3412"0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4T08:02:31.26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0,'6414'0,"-6335"0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4T08:02:59.43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0,'3257'0,"-3216"0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20T09:05:05.13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0,'2050'0,"-2025"0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20T09:05:21.791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0,'1572'0,"-1553"0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20T09:07:04.077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0,'2470'0,"-2439"0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20T09:07:25.31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0,'2470'0,"-2439"0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20T09:07:34.383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0,'8276'0,"-8173"0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21649-C3DE-4E3D-8615-C4EFE0F14F53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EF5A4-207B-4D14-A966-A9991C2C398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2161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EF5A4-207B-4D14-A966-A9991C2C398C}" type="slidenum">
              <a:rPr lang="zh-HK" altLang="en-US" smtClean="0"/>
              <a:t>26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51804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036B6-DE75-6C62-3AC0-526512557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14A825-A64C-612D-8029-FD2F2A447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BCB6C3-7106-803D-22B0-8127D5E5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4E8BD2-BD5F-E74F-8FE3-DE93FE88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4E263-156E-E7B4-95BB-3588A41F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897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06410-7700-AC1B-E615-18BAEB2C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C0E54-B7A3-2114-D0F0-2AFB10D8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00D159-86E6-7585-B5D0-3F18EF5B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F3AB38-1298-BFDB-91F4-74ABB01C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10B311-311E-2E63-BB4B-A210ED2A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2364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FD562-1293-7E1E-D6DE-56B97ACC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41D6BA-3BC4-6D8A-6042-835262FD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F87542-8729-7819-7ADB-A49C23F1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EA4D65-FEC3-6BEA-2429-A9DAA121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687BB-1733-7780-84B4-6D87EDAE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746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41E63-19F7-6504-E4D8-75EF4D84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C684AA-1B97-2BF0-FD5E-18D56C63C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335546-48E9-5E7B-1241-4F17EE862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40E461-0F10-2E57-40E5-5920B7D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37137D-51F0-7843-5D8D-2761BAE6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598672-5716-FEFF-4861-CD4B46D5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198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72B0B-7BB6-D641-C465-D92DB1AE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9EB65-6C18-83A2-2116-8F71E63A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182A7A-8D99-682B-1C84-9E26BDA0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40BD873-4A5A-0EE2-70D1-3B75F17D3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7F62F5-EE4D-ACC1-A77A-DE3252C87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C0C95E-3E55-CF1A-975F-C1326D41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3777E8-7854-F613-CAB1-A2A8A33A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362DE6-5035-F0C7-2CA6-5DDC9CA6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5471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6E5F4-E573-055C-0267-E9F5CAAB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8CCAB4-C3F7-4480-32B5-6AD6DD0D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73BB12-9904-5C07-DFEB-17581864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B6DADA-0A82-EE13-8934-99FCF647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7384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790FD6-C4F7-FD61-FCCC-F633670E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75C74C-24D5-FE8B-1D20-1359687B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536DF6-11B6-AC61-A043-8E005B78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8192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EF5AC-1A15-A777-8680-20A72F8A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DFD53D-88DD-D5A4-AD31-173DAAA0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6AE3FC-6114-37DA-7086-175484F99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5908CE-87EC-1C78-AD54-114F196E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24FEA4-89EE-B209-4383-BB68ADB9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BA464A-2630-B443-F9C2-74F9CDEF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294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4D67-E98F-E2DB-FF2D-93D9460A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7352DB-F463-3DD3-F645-1840A5749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FEF3B7-2EC7-3D70-58DB-3185923F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5044D7-A664-4DF3-FE9B-5C2724E2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EA0FFC-4804-77CB-085E-7395B57B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FC64AE-6C36-AAB3-D66C-334FD9AA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03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87D9B-1BC5-578D-0770-B429E0E1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8480C3-2D0D-FCE6-AF20-F8760B39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708CF8-7CAD-3912-6B96-D97BC4F7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C254F1-F9DD-25C2-A2EA-BC49B7E9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46747-5BD8-0A11-0AAA-881EED3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897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5EC53B-1EF1-2DAD-DC9B-58B6216F3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16EC12-D0D8-DEBE-9FB0-EDEB0345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78B9B8-0653-A451-2F87-D4D7717B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426ABB-54FD-E659-CA84-23FFB587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121201-978E-FA27-7210-AE5FC080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500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AC42D8-C3CF-C4ED-830F-4C125E02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BCA0A4-C73B-EFCC-5A74-C37ADDFA6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85841-FFD4-34A7-63B5-AAB952AC8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30545C-20D7-8322-8634-E0D42A43C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1247EC-D1BF-E987-AACD-632B5517D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779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4" Type="http://schemas.openxmlformats.org/officeDocument/2006/relationships/image" Target="../media/image4.png"/><Relationship Id="rId47" Type="http://schemas.openxmlformats.org/officeDocument/2006/relationships/image" Target="../media/image1422.png"/><Relationship Id="rId46" Type="http://schemas.openxmlformats.org/officeDocument/2006/relationships/image" Target="../media/image16.png"/><Relationship Id="rId3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5" Type="http://schemas.openxmlformats.org/officeDocument/2006/relationships/image" Target="../media/image15.png"/><Relationship Id="rId28" Type="http://schemas.openxmlformats.org/officeDocument/2006/relationships/image" Target="../media/image1422.png"/><Relationship Id="rId49" Type="http://schemas.openxmlformats.org/officeDocument/2006/relationships/image" Target="../media/image1.png"/><Relationship Id="rId44" Type="http://schemas.openxmlformats.org/officeDocument/2006/relationships/image" Target="../media/image14.png"/><Relationship Id="rId43" Type="http://schemas.openxmlformats.org/officeDocument/2006/relationships/image" Target="../media/image13.png"/><Relationship Id="rId30" Type="http://schemas.openxmlformats.org/officeDocument/2006/relationships/image" Target="../media/image1424.png"/><Relationship Id="rId48" Type="http://schemas.openxmlformats.org/officeDocument/2006/relationships/image" Target="../media/image1424.png"/></Relationships>
</file>

<file path=ppt/slides/_rels/slide2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6.png"/><Relationship Id="rId51" Type="http://schemas.openxmlformats.org/officeDocument/2006/relationships/image" Target="../media/image7.png"/><Relationship Id="rId47" Type="http://schemas.openxmlformats.org/officeDocument/2006/relationships/image" Target="../media/image5.png"/><Relationship Id="rId50" Type="http://schemas.openxmlformats.org/officeDocument/2006/relationships/image" Target="../media/image1422.png"/><Relationship Id="rId55" Type="http://schemas.openxmlformats.org/officeDocument/2006/relationships/image" Target="../media/image8.png"/><Relationship Id="rId46" Type="http://schemas.openxmlformats.org/officeDocument/2006/relationships/image" Target="../media/image2.png"/><Relationship Id="rId38" Type="http://schemas.openxmlformats.org/officeDocument/2006/relationships/image" Target="../media/image25.png"/><Relationship Id="rId54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5" Type="http://schemas.openxmlformats.org/officeDocument/2006/relationships/image" Target="../media/image17.png"/><Relationship Id="rId32" Type="http://schemas.openxmlformats.org/officeDocument/2006/relationships/image" Target="../media/image19.png"/><Relationship Id="rId37" Type="http://schemas.openxmlformats.org/officeDocument/2006/relationships/image" Target="../media/image24.png"/><Relationship Id="rId40" Type="http://schemas.openxmlformats.org/officeDocument/2006/relationships/image" Target="../media/image27.png"/><Relationship Id="rId53" Type="http://schemas.openxmlformats.org/officeDocument/2006/relationships/image" Target="../media/image1422.png"/><Relationship Id="rId28" Type="http://schemas.openxmlformats.org/officeDocument/2006/relationships/image" Target="../media/image1422.png"/><Relationship Id="rId36" Type="http://schemas.openxmlformats.org/officeDocument/2006/relationships/image" Target="../media/image23.png"/><Relationship Id="rId49" Type="http://schemas.openxmlformats.org/officeDocument/2006/relationships/image" Target="../media/image28.png"/><Relationship Id="rId44" Type="http://schemas.openxmlformats.org/officeDocument/2006/relationships/image" Target="../media/image14.png"/><Relationship Id="rId31" Type="http://schemas.openxmlformats.org/officeDocument/2006/relationships/image" Target="../media/image1424.png"/><Relationship Id="rId52" Type="http://schemas.openxmlformats.org/officeDocument/2006/relationships/image" Target="../media/image1.png"/><Relationship Id="rId48" Type="http://schemas.openxmlformats.org/officeDocument/2006/relationships/image" Target="../media/image6.png"/><Relationship Id="rId35" Type="http://schemas.openxmlformats.org/officeDocument/2006/relationships/image" Target="../media/image22.png"/><Relationship Id="rId30" Type="http://schemas.openxmlformats.org/officeDocument/2006/relationships/image" Target="../media/image14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4.png"/><Relationship Id="rId13" Type="http://schemas.openxmlformats.org/officeDocument/2006/relationships/image" Target="../media/image1309.png"/><Relationship Id="rId3" Type="http://schemas.openxmlformats.org/officeDocument/2006/relationships/image" Target="../media/image1299.png"/><Relationship Id="rId7" Type="http://schemas.openxmlformats.org/officeDocument/2006/relationships/image" Target="../media/image1303.png"/><Relationship Id="rId12" Type="http://schemas.openxmlformats.org/officeDocument/2006/relationships/image" Target="../media/image1308.png"/><Relationship Id="rId2" Type="http://schemas.openxmlformats.org/officeDocument/2006/relationships/image" Target="../media/image12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2.png"/><Relationship Id="rId11" Type="http://schemas.openxmlformats.org/officeDocument/2006/relationships/image" Target="../media/image1307.png"/><Relationship Id="rId5" Type="http://schemas.openxmlformats.org/officeDocument/2006/relationships/image" Target="../media/image1301.png"/><Relationship Id="rId10" Type="http://schemas.openxmlformats.org/officeDocument/2006/relationships/image" Target="../media/image1306.png"/><Relationship Id="rId4" Type="http://schemas.openxmlformats.org/officeDocument/2006/relationships/image" Target="../media/image1300.png"/><Relationship Id="rId9" Type="http://schemas.openxmlformats.org/officeDocument/2006/relationships/image" Target="../media/image1305.png"/><Relationship Id="rId14" Type="http://schemas.openxmlformats.org/officeDocument/2006/relationships/image" Target="../media/image13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4.png"/><Relationship Id="rId13" Type="http://schemas.openxmlformats.org/officeDocument/2006/relationships/image" Target="../media/image10.png"/><Relationship Id="rId18" Type="http://schemas.openxmlformats.org/officeDocument/2006/relationships/customXml" Target="../ink/ink7.xml"/><Relationship Id="rId26" Type="http://schemas.openxmlformats.org/officeDocument/2006/relationships/image" Target="../media/image1326.png"/><Relationship Id="rId3" Type="http://schemas.openxmlformats.org/officeDocument/2006/relationships/customXml" Target="../ink/ink2.xml"/><Relationship Id="rId21" Type="http://schemas.openxmlformats.org/officeDocument/2006/relationships/image" Target="../media/image1323.png"/><Relationship Id="rId7" Type="http://schemas.openxmlformats.org/officeDocument/2006/relationships/customXml" Target="../ink/ink4.xml"/><Relationship Id="rId12" Type="http://schemas.openxmlformats.org/officeDocument/2006/relationships/image" Target="../media/image1318.png"/><Relationship Id="rId17" Type="http://schemas.openxmlformats.org/officeDocument/2006/relationships/customXml" Target="../ink/ink6.xml"/><Relationship Id="rId25" Type="http://schemas.openxmlformats.org/officeDocument/2006/relationships/image" Target="../media/image1325.png"/><Relationship Id="rId2" Type="http://schemas.openxmlformats.org/officeDocument/2006/relationships/image" Target="../media/image9.png"/><Relationship Id="rId16" Type="http://schemas.openxmlformats.org/officeDocument/2006/relationships/image" Target="../media/image1321.png"/><Relationship Id="rId20" Type="http://schemas.openxmlformats.org/officeDocument/2006/relationships/customXml" Target="../ink/ink8.xml"/><Relationship Id="rId29" Type="http://schemas.openxmlformats.org/officeDocument/2006/relationships/image" Target="../media/image13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3.png"/><Relationship Id="rId11" Type="http://schemas.openxmlformats.org/officeDocument/2006/relationships/image" Target="../media/image1317.png"/><Relationship Id="rId24" Type="http://schemas.openxmlformats.org/officeDocument/2006/relationships/customXml" Target="../ink/ink10.xml"/><Relationship Id="rId5" Type="http://schemas.openxmlformats.org/officeDocument/2006/relationships/customXml" Target="../ink/ink3.xml"/><Relationship Id="rId15" Type="http://schemas.openxmlformats.org/officeDocument/2006/relationships/customXml" Target="../ink/ink5.xml"/><Relationship Id="rId23" Type="http://schemas.openxmlformats.org/officeDocument/2006/relationships/image" Target="../media/image1324.png"/><Relationship Id="rId28" Type="http://schemas.openxmlformats.org/officeDocument/2006/relationships/image" Target="../media/image1328.png"/><Relationship Id="rId10" Type="http://schemas.openxmlformats.org/officeDocument/2006/relationships/image" Target="../media/image1316.png"/><Relationship Id="rId19" Type="http://schemas.openxmlformats.org/officeDocument/2006/relationships/image" Target="../media/image1322.png"/><Relationship Id="rId4" Type="http://schemas.openxmlformats.org/officeDocument/2006/relationships/image" Target="../media/image1312.png"/><Relationship Id="rId9" Type="http://schemas.openxmlformats.org/officeDocument/2006/relationships/image" Target="../media/image1315.png"/><Relationship Id="rId14" Type="http://schemas.openxmlformats.org/officeDocument/2006/relationships/image" Target="../media/image11.png"/><Relationship Id="rId22" Type="http://schemas.openxmlformats.org/officeDocument/2006/relationships/customXml" Target="../ink/ink9.xml"/><Relationship Id="rId27" Type="http://schemas.openxmlformats.org/officeDocument/2006/relationships/image" Target="../media/image13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6.png"/><Relationship Id="rId3" Type="http://schemas.openxmlformats.org/officeDocument/2006/relationships/image" Target="../media/image1331.png"/><Relationship Id="rId7" Type="http://schemas.openxmlformats.org/officeDocument/2006/relationships/image" Target="../media/image1335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4.png"/><Relationship Id="rId5" Type="http://schemas.openxmlformats.org/officeDocument/2006/relationships/image" Target="../media/image1333.png"/><Relationship Id="rId4" Type="http://schemas.openxmlformats.org/officeDocument/2006/relationships/image" Target="../media/image410.png"/><Relationship Id="rId9" Type="http://schemas.openxmlformats.org/officeDocument/2006/relationships/image" Target="../media/image13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1343.png"/><Relationship Id="rId18" Type="http://schemas.openxmlformats.org/officeDocument/2006/relationships/image" Target="../media/image1348.png"/><Relationship Id="rId3" Type="http://schemas.openxmlformats.org/officeDocument/2006/relationships/image" Target="../media/image18.png"/><Relationship Id="rId7" Type="http://schemas.openxmlformats.org/officeDocument/2006/relationships/image" Target="../media/image1340.png"/><Relationship Id="rId12" Type="http://schemas.openxmlformats.org/officeDocument/2006/relationships/customXml" Target="../ink/ink15.xml"/><Relationship Id="rId17" Type="http://schemas.openxmlformats.org/officeDocument/2006/relationships/image" Target="../media/image1347.png"/><Relationship Id="rId2" Type="http://schemas.openxmlformats.org/officeDocument/2006/relationships/image" Target="../media/image12.png"/><Relationship Id="rId16" Type="http://schemas.openxmlformats.org/officeDocument/2006/relationships/image" Target="../media/image13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1342.png"/><Relationship Id="rId5" Type="http://schemas.openxmlformats.org/officeDocument/2006/relationships/image" Target="../media/image1313.png"/><Relationship Id="rId15" Type="http://schemas.openxmlformats.org/officeDocument/2006/relationships/image" Target="../media/image1345.png"/><Relationship Id="rId10" Type="http://schemas.openxmlformats.org/officeDocument/2006/relationships/customXml" Target="../ink/ink14.xml"/><Relationship Id="rId4" Type="http://schemas.openxmlformats.org/officeDocument/2006/relationships/customXml" Target="../ink/ink11.xml"/><Relationship Id="rId9" Type="http://schemas.openxmlformats.org/officeDocument/2006/relationships/image" Target="../media/image1341.png"/><Relationship Id="rId14" Type="http://schemas.openxmlformats.org/officeDocument/2006/relationships/image" Target="../media/image134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5.png"/><Relationship Id="rId18" Type="http://schemas.openxmlformats.org/officeDocument/2006/relationships/image" Target="../media/image1360.png"/><Relationship Id="rId26" Type="http://schemas.openxmlformats.org/officeDocument/2006/relationships/image" Target="../media/image1366.png"/><Relationship Id="rId39" Type="http://schemas.openxmlformats.org/officeDocument/2006/relationships/image" Target="../media/image1377.png"/><Relationship Id="rId21" Type="http://schemas.openxmlformats.org/officeDocument/2006/relationships/image" Target="../media/image29.png"/><Relationship Id="rId34" Type="http://schemas.openxmlformats.org/officeDocument/2006/relationships/image" Target="../media/image1372.png"/><Relationship Id="rId63" Type="http://schemas.openxmlformats.org/officeDocument/2006/relationships/image" Target="../media/image4781.png"/><Relationship Id="rId7" Type="http://schemas.openxmlformats.org/officeDocument/2006/relationships/image" Target="../media/image1352.png"/><Relationship Id="rId12" Type="http://schemas.openxmlformats.org/officeDocument/2006/relationships/image" Target="../media/image1354.png"/><Relationship Id="rId17" Type="http://schemas.openxmlformats.org/officeDocument/2006/relationships/image" Target="../media/image1359.png"/><Relationship Id="rId25" Type="http://schemas.openxmlformats.org/officeDocument/2006/relationships/customXml" Target="../ink/ink21.xml"/><Relationship Id="rId33" Type="http://schemas.openxmlformats.org/officeDocument/2006/relationships/image" Target="../media/image1371.png"/><Relationship Id="rId38" Type="http://schemas.openxmlformats.org/officeDocument/2006/relationships/image" Target="../media/image1376.png"/><Relationship Id="rId2" Type="http://schemas.openxmlformats.org/officeDocument/2006/relationships/image" Target="../media/image20.png"/><Relationship Id="rId16" Type="http://schemas.openxmlformats.org/officeDocument/2006/relationships/image" Target="../media/image1358.png"/><Relationship Id="rId20" Type="http://schemas.openxmlformats.org/officeDocument/2006/relationships/image" Target="../media/image1362.png"/><Relationship Id="rId29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1342.png"/><Relationship Id="rId24" Type="http://schemas.openxmlformats.org/officeDocument/2006/relationships/image" Target="../media/image1365.png"/><Relationship Id="rId32" Type="http://schemas.openxmlformats.org/officeDocument/2006/relationships/image" Target="../media/image1370.png"/><Relationship Id="rId37" Type="http://schemas.openxmlformats.org/officeDocument/2006/relationships/image" Target="../media/image1375.png"/><Relationship Id="rId5" Type="http://schemas.openxmlformats.org/officeDocument/2006/relationships/image" Target="../media/image1351.png"/><Relationship Id="rId15" Type="http://schemas.openxmlformats.org/officeDocument/2006/relationships/image" Target="../media/image1357.png"/><Relationship Id="rId23" Type="http://schemas.openxmlformats.org/officeDocument/2006/relationships/customXml" Target="../ink/ink20.xml"/><Relationship Id="rId28" Type="http://schemas.openxmlformats.org/officeDocument/2006/relationships/image" Target="../media/image1367.png"/><Relationship Id="rId36" Type="http://schemas.openxmlformats.org/officeDocument/2006/relationships/image" Target="../media/image1374.png"/><Relationship Id="rId10" Type="http://schemas.openxmlformats.org/officeDocument/2006/relationships/customXml" Target="../ink/ink19.xml"/><Relationship Id="rId19" Type="http://schemas.openxmlformats.org/officeDocument/2006/relationships/image" Target="../media/image1361.png"/><Relationship Id="rId31" Type="http://schemas.openxmlformats.org/officeDocument/2006/relationships/image" Target="../media/image1369.png"/><Relationship Id="rId4" Type="http://schemas.openxmlformats.org/officeDocument/2006/relationships/customXml" Target="../ink/ink16.xml"/><Relationship Id="rId9" Type="http://schemas.openxmlformats.org/officeDocument/2006/relationships/image" Target="../media/image1353.png"/><Relationship Id="rId14" Type="http://schemas.openxmlformats.org/officeDocument/2006/relationships/image" Target="../media/image1356.png"/><Relationship Id="rId22" Type="http://schemas.openxmlformats.org/officeDocument/2006/relationships/image" Target="../media/image30.png"/><Relationship Id="rId27" Type="http://schemas.openxmlformats.org/officeDocument/2006/relationships/customXml" Target="../ink/ink22.xml"/><Relationship Id="rId30" Type="http://schemas.openxmlformats.org/officeDocument/2006/relationships/image" Target="../media/image1368.png"/><Relationship Id="rId35" Type="http://schemas.openxmlformats.org/officeDocument/2006/relationships/image" Target="../media/image1373.png"/><Relationship Id="rId8" Type="http://schemas.openxmlformats.org/officeDocument/2006/relationships/customXml" Target="../ink/ink18.xml"/><Relationship Id="rId3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4.png"/><Relationship Id="rId18" Type="http://schemas.openxmlformats.org/officeDocument/2006/relationships/image" Target="../media/image1389.png"/><Relationship Id="rId26" Type="http://schemas.openxmlformats.org/officeDocument/2006/relationships/image" Target="../media/image1397.png"/><Relationship Id="rId3" Type="http://schemas.openxmlformats.org/officeDocument/2006/relationships/image" Target="../media/image32.png"/><Relationship Id="rId21" Type="http://schemas.openxmlformats.org/officeDocument/2006/relationships/image" Target="../media/image1392.png"/><Relationship Id="rId34" Type="http://schemas.openxmlformats.org/officeDocument/2006/relationships/image" Target="../media/image1405.png"/><Relationship Id="rId7" Type="http://schemas.openxmlformats.org/officeDocument/2006/relationships/image" Target="../media/image1381.png"/><Relationship Id="rId12" Type="http://schemas.openxmlformats.org/officeDocument/2006/relationships/customXml" Target="../ink/ink28.xml"/><Relationship Id="rId17" Type="http://schemas.openxmlformats.org/officeDocument/2006/relationships/image" Target="../media/image1388.png"/><Relationship Id="rId25" Type="http://schemas.openxmlformats.org/officeDocument/2006/relationships/image" Target="../media/image1396.png"/><Relationship Id="rId33" Type="http://schemas.openxmlformats.org/officeDocument/2006/relationships/image" Target="../media/image1404.png"/><Relationship Id="rId2" Type="http://schemas.openxmlformats.org/officeDocument/2006/relationships/image" Target="../media/image31.png"/><Relationship Id="rId16" Type="http://schemas.openxmlformats.org/officeDocument/2006/relationships/image" Target="../media/image1387.png"/><Relationship Id="rId20" Type="http://schemas.openxmlformats.org/officeDocument/2006/relationships/image" Target="../media/image1391.png"/><Relationship Id="rId29" Type="http://schemas.openxmlformats.org/officeDocument/2006/relationships/image" Target="../media/image140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1383.png"/><Relationship Id="rId24" Type="http://schemas.openxmlformats.org/officeDocument/2006/relationships/image" Target="../media/image1395.png"/><Relationship Id="rId32" Type="http://schemas.openxmlformats.org/officeDocument/2006/relationships/image" Target="../media/image1403.png"/><Relationship Id="rId5" Type="http://schemas.openxmlformats.org/officeDocument/2006/relationships/image" Target="../media/image1380.png"/><Relationship Id="rId15" Type="http://schemas.openxmlformats.org/officeDocument/2006/relationships/image" Target="../media/image1386.png"/><Relationship Id="rId23" Type="http://schemas.openxmlformats.org/officeDocument/2006/relationships/image" Target="../media/image1394.png"/><Relationship Id="rId28" Type="http://schemas.openxmlformats.org/officeDocument/2006/relationships/image" Target="../media/image1399.png"/><Relationship Id="rId10" Type="http://schemas.openxmlformats.org/officeDocument/2006/relationships/customXml" Target="../ink/ink27.xml"/><Relationship Id="rId19" Type="http://schemas.openxmlformats.org/officeDocument/2006/relationships/image" Target="../media/image1390.png"/><Relationship Id="rId31" Type="http://schemas.openxmlformats.org/officeDocument/2006/relationships/image" Target="../media/image1402.png"/><Relationship Id="rId4" Type="http://schemas.openxmlformats.org/officeDocument/2006/relationships/customXml" Target="../ink/ink24.xml"/><Relationship Id="rId9" Type="http://schemas.openxmlformats.org/officeDocument/2006/relationships/image" Target="../media/image1382.png"/><Relationship Id="rId14" Type="http://schemas.openxmlformats.org/officeDocument/2006/relationships/image" Target="../media/image1385.png"/><Relationship Id="rId22" Type="http://schemas.openxmlformats.org/officeDocument/2006/relationships/image" Target="../media/image1393.png"/><Relationship Id="rId27" Type="http://schemas.openxmlformats.org/officeDocument/2006/relationships/image" Target="../media/image1398.png"/><Relationship Id="rId30" Type="http://schemas.openxmlformats.org/officeDocument/2006/relationships/image" Target="../media/image1401.png"/><Relationship Id="rId8" Type="http://schemas.openxmlformats.org/officeDocument/2006/relationships/customXml" Target="../ink/ink26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4.xml"/><Relationship Id="rId18" Type="http://schemas.openxmlformats.org/officeDocument/2006/relationships/image" Target="../media/image1412.png"/><Relationship Id="rId26" Type="http://schemas.openxmlformats.org/officeDocument/2006/relationships/image" Target="../media/image1420.png"/><Relationship Id="rId3" Type="http://schemas.openxmlformats.org/officeDocument/2006/relationships/customXml" Target="../ink/ink29.xml"/><Relationship Id="rId21" Type="http://schemas.openxmlformats.org/officeDocument/2006/relationships/image" Target="../media/image1415.png"/><Relationship Id="rId34" Type="http://schemas.openxmlformats.org/officeDocument/2006/relationships/image" Target="../media/image1428.png"/><Relationship Id="rId63" Type="http://schemas.openxmlformats.org/officeDocument/2006/relationships/image" Target="../media/image4781.png"/><Relationship Id="rId7" Type="http://schemas.openxmlformats.org/officeDocument/2006/relationships/customXml" Target="../ink/ink31.xml"/><Relationship Id="rId12" Type="http://schemas.openxmlformats.org/officeDocument/2006/relationships/image" Target="../media/image1382.png"/><Relationship Id="rId17" Type="http://schemas.openxmlformats.org/officeDocument/2006/relationships/image" Target="../media/image1411.png"/><Relationship Id="rId25" Type="http://schemas.openxmlformats.org/officeDocument/2006/relationships/image" Target="../media/image1419.png"/><Relationship Id="rId33" Type="http://schemas.openxmlformats.org/officeDocument/2006/relationships/image" Target="../media/image1427.png"/><Relationship Id="rId2" Type="http://schemas.openxmlformats.org/officeDocument/2006/relationships/image" Target="../media/image33.png"/><Relationship Id="rId16" Type="http://schemas.openxmlformats.org/officeDocument/2006/relationships/image" Target="../media/image1410.png"/><Relationship Id="rId20" Type="http://schemas.openxmlformats.org/officeDocument/2006/relationships/image" Target="../media/image1414.png"/><Relationship Id="rId29" Type="http://schemas.openxmlformats.org/officeDocument/2006/relationships/image" Target="../media/image14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8.png"/><Relationship Id="rId11" Type="http://schemas.openxmlformats.org/officeDocument/2006/relationships/customXml" Target="../ink/ink33.xml"/><Relationship Id="rId24" Type="http://schemas.openxmlformats.org/officeDocument/2006/relationships/image" Target="../media/image34.png"/><Relationship Id="rId32" Type="http://schemas.openxmlformats.org/officeDocument/2006/relationships/image" Target="../media/image1426.png"/><Relationship Id="rId5" Type="http://schemas.openxmlformats.org/officeDocument/2006/relationships/customXml" Target="../ink/ink30.xml"/><Relationship Id="rId15" Type="http://schemas.openxmlformats.org/officeDocument/2006/relationships/customXml" Target="../ink/ink35.xml"/><Relationship Id="rId23" Type="http://schemas.openxmlformats.org/officeDocument/2006/relationships/image" Target="../media/image1417.png"/><Relationship Id="rId28" Type="http://schemas.openxmlformats.org/officeDocument/2006/relationships/image" Target="../media/image14220.png"/><Relationship Id="rId10" Type="http://schemas.openxmlformats.org/officeDocument/2006/relationships/image" Target="../media/image1384.png"/><Relationship Id="rId19" Type="http://schemas.openxmlformats.org/officeDocument/2006/relationships/image" Target="../media/image1413.png"/><Relationship Id="rId31" Type="http://schemas.openxmlformats.org/officeDocument/2006/relationships/image" Target="../media/image1425.png"/><Relationship Id="rId4" Type="http://schemas.openxmlformats.org/officeDocument/2006/relationships/image" Target="../media/image1407.png"/><Relationship Id="rId9" Type="http://schemas.openxmlformats.org/officeDocument/2006/relationships/customXml" Target="../ink/ink32.xml"/><Relationship Id="rId14" Type="http://schemas.openxmlformats.org/officeDocument/2006/relationships/image" Target="../media/image1383.png"/><Relationship Id="rId22" Type="http://schemas.openxmlformats.org/officeDocument/2006/relationships/image" Target="../media/image1416.png"/><Relationship Id="rId27" Type="http://schemas.openxmlformats.org/officeDocument/2006/relationships/image" Target="../media/image1421.png"/><Relationship Id="rId30" Type="http://schemas.openxmlformats.org/officeDocument/2006/relationships/image" Target="../media/image14240.png"/><Relationship Id="rId8" Type="http://schemas.openxmlformats.org/officeDocument/2006/relationships/image" Target="../media/image140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microsoft.com/office/2007/relationships/hdphoto" Target="../media/hdphoto1.wdp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5.png"/><Relationship Id="rId3" Type="http://schemas.openxmlformats.org/officeDocument/2006/relationships/image" Target="../media/image1430.png"/><Relationship Id="rId7" Type="http://schemas.openxmlformats.org/officeDocument/2006/relationships/image" Target="../media/image14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3.png"/><Relationship Id="rId5" Type="http://schemas.openxmlformats.org/officeDocument/2006/relationships/image" Target="../media/image1432.png"/><Relationship Id="rId4" Type="http://schemas.openxmlformats.org/officeDocument/2006/relationships/image" Target="../media/image1431.png"/><Relationship Id="rId9" Type="http://schemas.openxmlformats.org/officeDocument/2006/relationships/image" Target="../media/image1335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42.png"/><Relationship Id="rId18" Type="http://schemas.openxmlformats.org/officeDocument/2006/relationships/image" Target="../media/image47.png"/><Relationship Id="rId26" Type="http://schemas.openxmlformats.org/officeDocument/2006/relationships/image" Target="../media/image1450.png"/><Relationship Id="rId3" Type="http://schemas.openxmlformats.org/officeDocument/2006/relationships/image" Target="../media/image46.png"/><Relationship Id="rId21" Type="http://schemas.openxmlformats.org/officeDocument/2006/relationships/image" Target="../media/image1448.png"/><Relationship Id="rId34" Type="http://schemas.openxmlformats.org/officeDocument/2006/relationships/image" Target="../media/image1458.png"/><Relationship Id="rId7" Type="http://schemas.openxmlformats.org/officeDocument/2006/relationships/image" Target="../media/image1439.png"/><Relationship Id="rId12" Type="http://schemas.openxmlformats.org/officeDocument/2006/relationships/customXml" Target="../ink/ink40.xml"/><Relationship Id="rId17" Type="http://schemas.openxmlformats.org/officeDocument/2006/relationships/image" Target="../media/image1446.png"/><Relationship Id="rId25" Type="http://schemas.openxmlformats.org/officeDocument/2006/relationships/customXml" Target="../ink/ink45.xml"/><Relationship Id="rId33" Type="http://schemas.openxmlformats.org/officeDocument/2006/relationships/image" Target="../media/image1457.png"/><Relationship Id="rId2" Type="http://schemas.openxmlformats.org/officeDocument/2006/relationships/image" Target="../media/image38.png"/><Relationship Id="rId16" Type="http://schemas.openxmlformats.org/officeDocument/2006/relationships/image" Target="../media/image1445.png"/><Relationship Id="rId20" Type="http://schemas.openxmlformats.org/officeDocument/2006/relationships/customXml" Target="../ink/ink42.xml"/><Relationship Id="rId29" Type="http://schemas.openxmlformats.org/officeDocument/2006/relationships/image" Target="../media/image145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11" Type="http://schemas.openxmlformats.org/officeDocument/2006/relationships/image" Target="../media/image1441.png"/><Relationship Id="rId24" Type="http://schemas.openxmlformats.org/officeDocument/2006/relationships/customXml" Target="../ink/ink44.xml"/><Relationship Id="rId32" Type="http://schemas.openxmlformats.org/officeDocument/2006/relationships/image" Target="../media/image1456.png"/><Relationship Id="rId5" Type="http://schemas.openxmlformats.org/officeDocument/2006/relationships/image" Target="../media/image1438.png"/><Relationship Id="rId15" Type="http://schemas.openxmlformats.org/officeDocument/2006/relationships/image" Target="../media/image1444.png"/><Relationship Id="rId23" Type="http://schemas.openxmlformats.org/officeDocument/2006/relationships/image" Target="../media/image1449.png"/><Relationship Id="rId28" Type="http://schemas.openxmlformats.org/officeDocument/2006/relationships/image" Target="../media/image1452.png"/><Relationship Id="rId10" Type="http://schemas.openxmlformats.org/officeDocument/2006/relationships/customXml" Target="../ink/ink39.xml"/><Relationship Id="rId19" Type="http://schemas.openxmlformats.org/officeDocument/2006/relationships/customXml" Target="../ink/ink41.xml"/><Relationship Id="rId31" Type="http://schemas.openxmlformats.org/officeDocument/2006/relationships/image" Target="../media/image1455.png"/><Relationship Id="rId4" Type="http://schemas.openxmlformats.org/officeDocument/2006/relationships/customXml" Target="../ink/ink36.xml"/><Relationship Id="rId9" Type="http://schemas.openxmlformats.org/officeDocument/2006/relationships/image" Target="../media/image1440.png"/><Relationship Id="rId14" Type="http://schemas.openxmlformats.org/officeDocument/2006/relationships/image" Target="../media/image1443.png"/><Relationship Id="rId22" Type="http://schemas.openxmlformats.org/officeDocument/2006/relationships/customXml" Target="../ink/ink43.xml"/><Relationship Id="rId27" Type="http://schemas.openxmlformats.org/officeDocument/2006/relationships/image" Target="../media/image1451.png"/><Relationship Id="rId30" Type="http://schemas.openxmlformats.org/officeDocument/2006/relationships/image" Target="../media/image1454.png"/><Relationship Id="rId35" Type="http://schemas.openxmlformats.org/officeDocument/2006/relationships/image" Target="../media/image1459.png"/><Relationship Id="rId8" Type="http://schemas.openxmlformats.org/officeDocument/2006/relationships/customXml" Target="../ink/ink3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1.png"/><Relationship Id="rId63" Type="http://schemas.openxmlformats.org/officeDocument/2006/relationships/image" Target="../media/image4781.png"/><Relationship Id="rId2" Type="http://schemas.openxmlformats.org/officeDocument/2006/relationships/image" Target="../media/image1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4.png"/><Relationship Id="rId5" Type="http://schemas.openxmlformats.org/officeDocument/2006/relationships/image" Target="../media/image1463.png"/><Relationship Id="rId4" Type="http://schemas.openxmlformats.org/officeDocument/2006/relationships/image" Target="../media/image1462.png"/><Relationship Id="rId6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0.png"/><Relationship Id="rId13" Type="http://schemas.openxmlformats.org/officeDocument/2006/relationships/image" Target="../media/image1471.png"/><Relationship Id="rId72" Type="http://schemas.openxmlformats.org/officeDocument/2006/relationships/image" Target="../media/image1478.png"/><Relationship Id="rId3" Type="http://schemas.openxmlformats.org/officeDocument/2006/relationships/customXml" Target="../ink/ink46.xml"/><Relationship Id="rId63" Type="http://schemas.openxmlformats.org/officeDocument/2006/relationships/image" Target="../media/image4781.png"/><Relationship Id="rId68" Type="http://schemas.openxmlformats.org/officeDocument/2006/relationships/customXml" Target="../ink/ink52.xml"/><Relationship Id="rId7" Type="http://schemas.openxmlformats.org/officeDocument/2006/relationships/customXml" Target="../ink/ink48.xml"/><Relationship Id="rId12" Type="http://schemas.openxmlformats.org/officeDocument/2006/relationships/image" Target="../media/image1470.png"/><Relationship Id="rId67" Type="http://schemas.openxmlformats.org/officeDocument/2006/relationships/image" Target="../media/image1475.png"/><Relationship Id="rId71" Type="http://schemas.openxmlformats.org/officeDocument/2006/relationships/image" Target="../media/image1477.png"/><Relationship Id="rId2" Type="http://schemas.openxmlformats.org/officeDocument/2006/relationships/image" Target="../media/image49.png"/><Relationship Id="rId70" Type="http://schemas.openxmlformats.org/officeDocument/2006/relationships/image" Target="../media/image14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7.png"/><Relationship Id="rId11" Type="http://schemas.openxmlformats.org/officeDocument/2006/relationships/image" Target="../media/image1469.png"/><Relationship Id="rId66" Type="http://schemas.openxmlformats.org/officeDocument/2006/relationships/customXml" Target="../ink/ink51.xml"/><Relationship Id="rId74" Type="http://schemas.openxmlformats.org/officeDocument/2006/relationships/image" Target="../media/image1480.png"/><Relationship Id="rId5" Type="http://schemas.openxmlformats.org/officeDocument/2006/relationships/customXml" Target="../ink/ink47.xml"/><Relationship Id="rId15" Type="http://schemas.openxmlformats.org/officeDocument/2006/relationships/image" Target="../media/image1473.png"/><Relationship Id="rId10" Type="http://schemas.openxmlformats.org/officeDocument/2006/relationships/image" Target="../media/image1468.png"/><Relationship Id="rId65" Type="http://schemas.openxmlformats.org/officeDocument/2006/relationships/customXml" Target="../ink/ink50.xml"/><Relationship Id="rId73" Type="http://schemas.openxmlformats.org/officeDocument/2006/relationships/image" Target="../media/image1479.png"/><Relationship Id="rId4" Type="http://schemas.openxmlformats.org/officeDocument/2006/relationships/image" Target="../media/image1438.png"/><Relationship Id="rId9" Type="http://schemas.openxmlformats.org/officeDocument/2006/relationships/customXml" Target="../ink/ink49.xml"/><Relationship Id="rId14" Type="http://schemas.openxmlformats.org/officeDocument/2006/relationships/image" Target="../media/image1472.png"/><Relationship Id="rId64" Type="http://schemas.openxmlformats.org/officeDocument/2006/relationships/image" Target="../media/image50.png"/><Relationship Id="rId69" Type="http://schemas.openxmlformats.org/officeDocument/2006/relationships/customXml" Target="../ink/ink5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7.png"/><Relationship Id="rId13" Type="http://schemas.openxmlformats.org/officeDocument/2006/relationships/image" Target="../media/image1492.png"/><Relationship Id="rId18" Type="http://schemas.openxmlformats.org/officeDocument/2006/relationships/image" Target="../media/image1497.png"/><Relationship Id="rId3" Type="http://schemas.openxmlformats.org/officeDocument/2006/relationships/image" Target="../media/image1482.png"/><Relationship Id="rId7" Type="http://schemas.openxmlformats.org/officeDocument/2006/relationships/image" Target="../media/image1486.png"/><Relationship Id="rId12" Type="http://schemas.openxmlformats.org/officeDocument/2006/relationships/image" Target="../media/image1491.png"/><Relationship Id="rId17" Type="http://schemas.openxmlformats.org/officeDocument/2006/relationships/image" Target="../media/image1496.png"/><Relationship Id="rId2" Type="http://schemas.openxmlformats.org/officeDocument/2006/relationships/image" Target="../media/image1481.png"/><Relationship Id="rId16" Type="http://schemas.openxmlformats.org/officeDocument/2006/relationships/image" Target="../media/image1495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5.png"/><Relationship Id="rId11" Type="http://schemas.openxmlformats.org/officeDocument/2006/relationships/image" Target="../media/image1490.png"/><Relationship Id="rId5" Type="http://schemas.openxmlformats.org/officeDocument/2006/relationships/image" Target="../media/image1484.png"/><Relationship Id="rId15" Type="http://schemas.openxmlformats.org/officeDocument/2006/relationships/image" Target="../media/image1494.png"/><Relationship Id="rId10" Type="http://schemas.openxmlformats.org/officeDocument/2006/relationships/image" Target="../media/image1489.png"/><Relationship Id="rId19" Type="http://schemas.openxmlformats.org/officeDocument/2006/relationships/image" Target="../media/image1498.png"/><Relationship Id="rId4" Type="http://schemas.openxmlformats.org/officeDocument/2006/relationships/image" Target="../media/image1483.png"/><Relationship Id="rId9" Type="http://schemas.openxmlformats.org/officeDocument/2006/relationships/image" Target="../media/image1488.png"/><Relationship Id="rId14" Type="http://schemas.openxmlformats.org/officeDocument/2006/relationships/image" Target="../media/image149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13" Type="http://schemas.openxmlformats.org/officeDocument/2006/relationships/image" Target="../media/image1505.png"/><Relationship Id="rId18" Type="http://schemas.openxmlformats.org/officeDocument/2006/relationships/image" Target="../media/image1509.png"/><Relationship Id="rId3" Type="http://schemas.openxmlformats.org/officeDocument/2006/relationships/image" Target="../media/image53.png"/><Relationship Id="rId21" Type="http://schemas.openxmlformats.org/officeDocument/2006/relationships/image" Target="../media/image1512.png"/><Relationship Id="rId7" Type="http://schemas.openxmlformats.org/officeDocument/2006/relationships/image" Target="../media/image1503.png"/><Relationship Id="rId12" Type="http://schemas.openxmlformats.org/officeDocument/2006/relationships/customXml" Target="../ink/ink58.xml"/><Relationship Id="rId17" Type="http://schemas.openxmlformats.org/officeDocument/2006/relationships/image" Target="../media/image1508.png"/><Relationship Id="rId25" Type="http://schemas.openxmlformats.org/officeDocument/2006/relationships/image" Target="../media/image1516.png"/><Relationship Id="rId2" Type="http://schemas.openxmlformats.org/officeDocument/2006/relationships/image" Target="../media/image52.png"/><Relationship Id="rId16" Type="http://schemas.openxmlformats.org/officeDocument/2006/relationships/image" Target="../media/image1507.png"/><Relationship Id="rId20" Type="http://schemas.openxmlformats.org/officeDocument/2006/relationships/image" Target="../media/image15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11" Type="http://schemas.openxmlformats.org/officeDocument/2006/relationships/image" Target="../media/image1504.png"/><Relationship Id="rId24" Type="http://schemas.openxmlformats.org/officeDocument/2006/relationships/image" Target="../media/image1515.png"/><Relationship Id="rId5" Type="http://schemas.openxmlformats.org/officeDocument/2006/relationships/image" Target="../media/image1502.png"/><Relationship Id="rId15" Type="http://schemas.openxmlformats.org/officeDocument/2006/relationships/image" Target="../media/image1506.png"/><Relationship Id="rId23" Type="http://schemas.openxmlformats.org/officeDocument/2006/relationships/image" Target="../media/image1514.png"/><Relationship Id="rId10" Type="http://schemas.openxmlformats.org/officeDocument/2006/relationships/customXml" Target="../ink/ink57.xml"/><Relationship Id="rId19" Type="http://schemas.openxmlformats.org/officeDocument/2006/relationships/image" Target="../media/image1510.png"/><Relationship Id="rId4" Type="http://schemas.openxmlformats.org/officeDocument/2006/relationships/customXml" Target="../ink/ink54.xml"/><Relationship Id="rId9" Type="http://schemas.openxmlformats.org/officeDocument/2006/relationships/image" Target="../media/image1342.png"/><Relationship Id="rId14" Type="http://schemas.openxmlformats.org/officeDocument/2006/relationships/image" Target="../media/image1497.png"/><Relationship Id="rId22" Type="http://schemas.openxmlformats.org/officeDocument/2006/relationships/image" Target="../media/image15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36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35.jp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microsoft.com/office/2007/relationships/hdphoto" Target="../media/hdphoto1.wdp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8.png"/><Relationship Id="rId2" Type="http://schemas.openxmlformats.org/officeDocument/2006/relationships/image" Target="../media/image15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1.xml"/><Relationship Id="rId13" Type="http://schemas.openxmlformats.org/officeDocument/2006/relationships/image" Target="../media/image1526.png"/><Relationship Id="rId18" Type="http://schemas.openxmlformats.org/officeDocument/2006/relationships/image" Target="../media/image1528.png"/><Relationship Id="rId26" Type="http://schemas.openxmlformats.org/officeDocument/2006/relationships/image" Target="../media/image1535.png"/><Relationship Id="rId3" Type="http://schemas.openxmlformats.org/officeDocument/2006/relationships/image" Target="../media/image55.png"/><Relationship Id="rId21" Type="http://schemas.openxmlformats.org/officeDocument/2006/relationships/image" Target="../media/image1531.png"/><Relationship Id="rId7" Type="http://schemas.openxmlformats.org/officeDocument/2006/relationships/image" Target="../media/image1523.png"/><Relationship Id="rId12" Type="http://schemas.openxmlformats.org/officeDocument/2006/relationships/customXml" Target="../ink/ink63.xml"/><Relationship Id="rId17" Type="http://schemas.openxmlformats.org/officeDocument/2006/relationships/image" Target="../media/image1322.png"/><Relationship Id="rId25" Type="http://schemas.openxmlformats.org/officeDocument/2006/relationships/image" Target="../media/image1534.png"/><Relationship Id="rId2" Type="http://schemas.openxmlformats.org/officeDocument/2006/relationships/image" Target="../media/image54.png"/><Relationship Id="rId16" Type="http://schemas.openxmlformats.org/officeDocument/2006/relationships/customXml" Target="../ink/ink65.xml"/><Relationship Id="rId20" Type="http://schemas.openxmlformats.org/officeDocument/2006/relationships/image" Target="../media/image1530.png"/><Relationship Id="rId29" Type="http://schemas.openxmlformats.org/officeDocument/2006/relationships/image" Target="../media/image15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.xml"/><Relationship Id="rId11" Type="http://schemas.openxmlformats.org/officeDocument/2006/relationships/image" Target="../media/image1525.png"/><Relationship Id="rId24" Type="http://schemas.openxmlformats.org/officeDocument/2006/relationships/image" Target="../media/image1533.png"/><Relationship Id="rId32" Type="http://schemas.openxmlformats.org/officeDocument/2006/relationships/image" Target="../media/image1541.png"/><Relationship Id="rId5" Type="http://schemas.openxmlformats.org/officeDocument/2006/relationships/image" Target="../media/image1522.png"/><Relationship Id="rId15" Type="http://schemas.openxmlformats.org/officeDocument/2006/relationships/image" Target="../media/image1527.png"/><Relationship Id="rId23" Type="http://schemas.openxmlformats.org/officeDocument/2006/relationships/image" Target="../media/image1532.png"/><Relationship Id="rId28" Type="http://schemas.openxmlformats.org/officeDocument/2006/relationships/image" Target="../media/image1537.png"/><Relationship Id="rId10" Type="http://schemas.openxmlformats.org/officeDocument/2006/relationships/customXml" Target="../ink/ink62.xml"/><Relationship Id="rId19" Type="http://schemas.openxmlformats.org/officeDocument/2006/relationships/image" Target="../media/image1529.png"/><Relationship Id="rId31" Type="http://schemas.openxmlformats.org/officeDocument/2006/relationships/image" Target="../media/image1540.png"/><Relationship Id="rId4" Type="http://schemas.openxmlformats.org/officeDocument/2006/relationships/customXml" Target="../ink/ink59.xml"/><Relationship Id="rId9" Type="http://schemas.openxmlformats.org/officeDocument/2006/relationships/image" Target="../media/image1524.png"/><Relationship Id="rId14" Type="http://schemas.openxmlformats.org/officeDocument/2006/relationships/customXml" Target="../ink/ink64.xml"/><Relationship Id="rId22" Type="http://schemas.openxmlformats.org/officeDocument/2006/relationships/image" Target="../media/image1508.png"/><Relationship Id="rId27" Type="http://schemas.openxmlformats.org/officeDocument/2006/relationships/image" Target="../media/image1536.png"/><Relationship Id="rId30" Type="http://schemas.openxmlformats.org/officeDocument/2006/relationships/image" Target="../media/image15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8.png"/><Relationship Id="rId13" Type="http://schemas.openxmlformats.org/officeDocument/2006/relationships/image" Target="../media/image1553.png"/><Relationship Id="rId18" Type="http://schemas.openxmlformats.org/officeDocument/2006/relationships/image" Target="../media/image1558.png"/><Relationship Id="rId26" Type="http://schemas.openxmlformats.org/officeDocument/2006/relationships/image" Target="../media/image72.png"/><Relationship Id="rId3" Type="http://schemas.openxmlformats.org/officeDocument/2006/relationships/image" Target="../media/image1543.png"/><Relationship Id="rId21" Type="http://schemas.openxmlformats.org/officeDocument/2006/relationships/image" Target="../media/image1561.png"/><Relationship Id="rId7" Type="http://schemas.openxmlformats.org/officeDocument/2006/relationships/image" Target="../media/image1547.png"/><Relationship Id="rId12" Type="http://schemas.openxmlformats.org/officeDocument/2006/relationships/image" Target="../media/image1552.png"/><Relationship Id="rId17" Type="http://schemas.openxmlformats.org/officeDocument/2006/relationships/image" Target="../media/image1557.png"/><Relationship Id="rId25" Type="http://schemas.openxmlformats.org/officeDocument/2006/relationships/image" Target="../media/image1565.png"/><Relationship Id="rId2" Type="http://schemas.openxmlformats.org/officeDocument/2006/relationships/image" Target="../media/image1542.png"/><Relationship Id="rId16" Type="http://schemas.openxmlformats.org/officeDocument/2006/relationships/image" Target="../media/image1556.png"/><Relationship Id="rId20" Type="http://schemas.openxmlformats.org/officeDocument/2006/relationships/image" Target="../media/image1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6.png"/><Relationship Id="rId11" Type="http://schemas.openxmlformats.org/officeDocument/2006/relationships/image" Target="../media/image1551.png"/><Relationship Id="rId24" Type="http://schemas.openxmlformats.org/officeDocument/2006/relationships/image" Target="../media/image1564.png"/><Relationship Id="rId5" Type="http://schemas.openxmlformats.org/officeDocument/2006/relationships/image" Target="../media/image1545.png"/><Relationship Id="rId15" Type="http://schemas.openxmlformats.org/officeDocument/2006/relationships/image" Target="../media/image1555.png"/><Relationship Id="rId23" Type="http://schemas.openxmlformats.org/officeDocument/2006/relationships/image" Target="../media/image1563.png"/><Relationship Id="rId10" Type="http://schemas.openxmlformats.org/officeDocument/2006/relationships/image" Target="../media/image1550.png"/><Relationship Id="rId19" Type="http://schemas.openxmlformats.org/officeDocument/2006/relationships/image" Target="../media/image1559.png"/><Relationship Id="rId4" Type="http://schemas.openxmlformats.org/officeDocument/2006/relationships/image" Target="../media/image1544.png"/><Relationship Id="rId9" Type="http://schemas.openxmlformats.org/officeDocument/2006/relationships/image" Target="../media/image1549.png"/><Relationship Id="rId14" Type="http://schemas.openxmlformats.org/officeDocument/2006/relationships/image" Target="../media/image1554.png"/><Relationship Id="rId22" Type="http://schemas.openxmlformats.org/officeDocument/2006/relationships/image" Target="../media/image156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0.png"/><Relationship Id="rId13" Type="http://schemas.openxmlformats.org/officeDocument/2006/relationships/customXml" Target="../ink/ink72.xml"/><Relationship Id="rId18" Type="http://schemas.openxmlformats.org/officeDocument/2006/relationships/customXml" Target="../ink/ink74.xml"/><Relationship Id="rId26" Type="http://schemas.openxmlformats.org/officeDocument/2006/relationships/image" Target="../media/image1582.png"/><Relationship Id="rId3" Type="http://schemas.openxmlformats.org/officeDocument/2006/relationships/customXml" Target="../ink/ink66.xml"/><Relationship Id="rId21" Type="http://schemas.openxmlformats.org/officeDocument/2006/relationships/image" Target="../media/image1577.png"/><Relationship Id="rId63" Type="http://schemas.openxmlformats.org/officeDocument/2006/relationships/image" Target="../media/image4781.png"/><Relationship Id="rId7" Type="http://schemas.openxmlformats.org/officeDocument/2006/relationships/customXml" Target="../ink/ink68.xml"/><Relationship Id="rId12" Type="http://schemas.openxmlformats.org/officeDocument/2006/relationships/customXml" Target="../ink/ink71.xml"/><Relationship Id="rId17" Type="http://schemas.openxmlformats.org/officeDocument/2006/relationships/image" Target="../media/image1574.png"/><Relationship Id="rId25" Type="http://schemas.openxmlformats.org/officeDocument/2006/relationships/image" Target="../media/image1581.png"/><Relationship Id="rId2" Type="http://schemas.openxmlformats.org/officeDocument/2006/relationships/image" Target="../media/image73.png"/><Relationship Id="rId16" Type="http://schemas.openxmlformats.org/officeDocument/2006/relationships/customXml" Target="../ink/ink73.xml"/><Relationship Id="rId20" Type="http://schemas.openxmlformats.org/officeDocument/2006/relationships/image" Target="../media/image1576.png"/><Relationship Id="rId29" Type="http://schemas.openxmlformats.org/officeDocument/2006/relationships/image" Target="../media/image15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9.png"/><Relationship Id="rId11" Type="http://schemas.openxmlformats.org/officeDocument/2006/relationships/image" Target="../media/image1571.png"/><Relationship Id="rId24" Type="http://schemas.openxmlformats.org/officeDocument/2006/relationships/image" Target="../media/image1580.png"/><Relationship Id="rId5" Type="http://schemas.openxmlformats.org/officeDocument/2006/relationships/customXml" Target="../ink/ink67.xml"/><Relationship Id="rId15" Type="http://schemas.openxmlformats.org/officeDocument/2006/relationships/image" Target="../media/image1573.png"/><Relationship Id="rId23" Type="http://schemas.openxmlformats.org/officeDocument/2006/relationships/image" Target="../media/image1579.png"/><Relationship Id="rId28" Type="http://schemas.openxmlformats.org/officeDocument/2006/relationships/image" Target="../media/image1584.png"/><Relationship Id="rId10" Type="http://schemas.openxmlformats.org/officeDocument/2006/relationships/customXml" Target="../ink/ink70.xml"/><Relationship Id="rId19" Type="http://schemas.openxmlformats.org/officeDocument/2006/relationships/image" Target="../media/image1575.png"/><Relationship Id="rId4" Type="http://schemas.openxmlformats.org/officeDocument/2006/relationships/image" Target="../media/image1568.png"/><Relationship Id="rId9" Type="http://schemas.openxmlformats.org/officeDocument/2006/relationships/customXml" Target="../ink/ink69.xml"/><Relationship Id="rId14" Type="http://schemas.openxmlformats.org/officeDocument/2006/relationships/image" Target="../media/image1572.png"/><Relationship Id="rId22" Type="http://schemas.openxmlformats.org/officeDocument/2006/relationships/image" Target="../media/image1578.png"/><Relationship Id="rId27" Type="http://schemas.openxmlformats.org/officeDocument/2006/relationships/image" Target="../media/image158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7.xml"/><Relationship Id="rId13" Type="http://schemas.openxmlformats.org/officeDocument/2006/relationships/image" Target="../media/image1592.png"/><Relationship Id="rId18" Type="http://schemas.openxmlformats.org/officeDocument/2006/relationships/customXml" Target="../ink/ink82.xml"/><Relationship Id="rId26" Type="http://schemas.openxmlformats.org/officeDocument/2006/relationships/image" Target="../media/image1602.png"/><Relationship Id="rId3" Type="http://schemas.openxmlformats.org/officeDocument/2006/relationships/image" Target="../media/image75.png"/><Relationship Id="rId21" Type="http://schemas.openxmlformats.org/officeDocument/2006/relationships/image" Target="../media/image1597.png"/><Relationship Id="rId7" Type="http://schemas.openxmlformats.org/officeDocument/2006/relationships/image" Target="../media/image1589.png"/><Relationship Id="rId12" Type="http://schemas.openxmlformats.org/officeDocument/2006/relationships/customXml" Target="../ink/ink79.xml"/><Relationship Id="rId17" Type="http://schemas.openxmlformats.org/officeDocument/2006/relationships/image" Target="../media/image1594.png"/><Relationship Id="rId25" Type="http://schemas.openxmlformats.org/officeDocument/2006/relationships/image" Target="../media/image1601.png"/><Relationship Id="rId2" Type="http://schemas.openxmlformats.org/officeDocument/2006/relationships/image" Target="../media/image74.png"/><Relationship Id="rId16" Type="http://schemas.openxmlformats.org/officeDocument/2006/relationships/customXml" Target="../ink/ink81.xml"/><Relationship Id="rId20" Type="http://schemas.openxmlformats.org/officeDocument/2006/relationships/image" Target="../media/image1596.png"/><Relationship Id="rId29" Type="http://schemas.openxmlformats.org/officeDocument/2006/relationships/image" Target="../media/image160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6.xml"/><Relationship Id="rId11" Type="http://schemas.openxmlformats.org/officeDocument/2006/relationships/image" Target="../media/image1591.png"/><Relationship Id="rId24" Type="http://schemas.openxmlformats.org/officeDocument/2006/relationships/image" Target="../media/image1600.png"/><Relationship Id="rId32" Type="http://schemas.openxmlformats.org/officeDocument/2006/relationships/image" Target="../media/image1608.png"/><Relationship Id="rId5" Type="http://schemas.openxmlformats.org/officeDocument/2006/relationships/image" Target="../media/image1588.png"/><Relationship Id="rId15" Type="http://schemas.openxmlformats.org/officeDocument/2006/relationships/image" Target="../media/image1593.png"/><Relationship Id="rId23" Type="http://schemas.openxmlformats.org/officeDocument/2006/relationships/image" Target="../media/image1599.png"/><Relationship Id="rId28" Type="http://schemas.openxmlformats.org/officeDocument/2006/relationships/image" Target="../media/image1604.png"/><Relationship Id="rId10" Type="http://schemas.openxmlformats.org/officeDocument/2006/relationships/customXml" Target="../ink/ink78.xml"/><Relationship Id="rId19" Type="http://schemas.openxmlformats.org/officeDocument/2006/relationships/image" Target="../media/image1595.png"/><Relationship Id="rId31" Type="http://schemas.openxmlformats.org/officeDocument/2006/relationships/image" Target="../media/image1607.png"/><Relationship Id="rId4" Type="http://schemas.openxmlformats.org/officeDocument/2006/relationships/customXml" Target="../ink/ink75.xml"/><Relationship Id="rId9" Type="http://schemas.openxmlformats.org/officeDocument/2006/relationships/image" Target="../media/image1590.png"/><Relationship Id="rId14" Type="http://schemas.openxmlformats.org/officeDocument/2006/relationships/customXml" Target="../ink/ink80.xml"/><Relationship Id="rId22" Type="http://schemas.openxmlformats.org/officeDocument/2006/relationships/image" Target="../media/image1598.png"/><Relationship Id="rId27" Type="http://schemas.openxmlformats.org/officeDocument/2006/relationships/image" Target="../media/image1603.png"/><Relationship Id="rId30" Type="http://schemas.openxmlformats.org/officeDocument/2006/relationships/image" Target="../media/image1606.png"/></Relationships>
</file>

<file path=ppt/slides/_rels/slide24.xml.rels><?xml version="1.0" encoding="UTF-8" standalone="yes"?>
<Relationships xmlns="http://schemas.openxmlformats.org/package/2006/relationships"><Relationship Id="rId18" Type="http://schemas.openxmlformats.org/officeDocument/2006/relationships/customXml" Target="../ink/ink85.xml"/><Relationship Id="rId26" Type="http://schemas.openxmlformats.org/officeDocument/2006/relationships/image" Target="../media/image2350.png"/><Relationship Id="rId39" Type="http://schemas.openxmlformats.org/officeDocument/2006/relationships/image" Target="../media/image2480.png"/><Relationship Id="rId21" Type="http://schemas.openxmlformats.org/officeDocument/2006/relationships/image" Target="../media/image2300.png"/><Relationship Id="rId34" Type="http://schemas.openxmlformats.org/officeDocument/2006/relationships/image" Target="../media/image2430.png"/><Relationship Id="rId42" Type="http://schemas.openxmlformats.org/officeDocument/2006/relationships/image" Target="../media/image315.png"/><Relationship Id="rId47" Type="http://schemas.openxmlformats.org/officeDocument/2006/relationships/image" Target="../media/image370.png"/><Relationship Id="rId50" Type="http://schemas.openxmlformats.org/officeDocument/2006/relationships/image" Target="../media/image319.png"/><Relationship Id="rId7" Type="http://schemas.openxmlformats.org/officeDocument/2006/relationships/image" Target="../media/image1740.png"/><Relationship Id="rId2" Type="http://schemas.openxmlformats.org/officeDocument/2006/relationships/image" Target="../media/image312.png"/><Relationship Id="rId16" Type="http://schemas.openxmlformats.org/officeDocument/2006/relationships/customXml" Target="../ink/ink84.xml"/><Relationship Id="rId29" Type="http://schemas.openxmlformats.org/officeDocument/2006/relationships/image" Target="../media/image3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90.png"/><Relationship Id="rId24" Type="http://schemas.openxmlformats.org/officeDocument/2006/relationships/image" Target="../media/image2330.png"/><Relationship Id="rId32" Type="http://schemas.openxmlformats.org/officeDocument/2006/relationships/image" Target="../media/image3370.png"/><Relationship Id="rId37" Type="http://schemas.openxmlformats.org/officeDocument/2006/relationships/image" Target="../media/image2460.png"/><Relationship Id="rId40" Type="http://schemas.openxmlformats.org/officeDocument/2006/relationships/image" Target="../media/image2490.png"/><Relationship Id="rId53" Type="http://schemas.openxmlformats.org/officeDocument/2006/relationships/image" Target="../media/image320.png"/><Relationship Id="rId15" Type="http://schemas.openxmlformats.org/officeDocument/2006/relationships/image" Target="../media/image2270.png"/><Relationship Id="rId23" Type="http://schemas.openxmlformats.org/officeDocument/2006/relationships/image" Target="../media/image2320.png"/><Relationship Id="rId28" Type="http://schemas.openxmlformats.org/officeDocument/2006/relationships/image" Target="../media/image2370.png"/><Relationship Id="rId36" Type="http://schemas.openxmlformats.org/officeDocument/2006/relationships/image" Target="../media/image2450.png"/><Relationship Id="rId49" Type="http://schemas.openxmlformats.org/officeDocument/2006/relationships/image" Target="../media/image318.png"/><Relationship Id="rId19" Type="http://schemas.openxmlformats.org/officeDocument/2006/relationships/image" Target="../media/image2290.png"/><Relationship Id="rId31" Type="http://schemas.openxmlformats.org/officeDocument/2006/relationships/image" Target="../media/image3360.png"/><Relationship Id="rId52" Type="http://schemas.openxmlformats.org/officeDocument/2006/relationships/image" Target="../media/image3160.png"/><Relationship Id="rId4" Type="http://schemas.openxmlformats.org/officeDocument/2006/relationships/image" Target="../media/image77.svg"/><Relationship Id="rId9" Type="http://schemas.openxmlformats.org/officeDocument/2006/relationships/customXml" Target="../ink/ink83.xml"/><Relationship Id="rId22" Type="http://schemas.openxmlformats.org/officeDocument/2006/relationships/image" Target="../media/image2310.png"/><Relationship Id="rId30" Type="http://schemas.openxmlformats.org/officeDocument/2006/relationships/image" Target="../media/image3000.png"/><Relationship Id="rId35" Type="http://schemas.openxmlformats.org/officeDocument/2006/relationships/image" Target="../media/image2440.png"/><Relationship Id="rId43" Type="http://schemas.openxmlformats.org/officeDocument/2006/relationships/image" Target="../media/image316.png"/><Relationship Id="rId48" Type="http://schemas.openxmlformats.org/officeDocument/2006/relationships/image" Target="../media/image317.png"/><Relationship Id="rId8" Type="http://schemas.openxmlformats.org/officeDocument/2006/relationships/image" Target="../media/image86.png"/><Relationship Id="rId51" Type="http://schemas.openxmlformats.org/officeDocument/2006/relationships/image" Target="../media/image3151.png"/><Relationship Id="rId3" Type="http://schemas.openxmlformats.org/officeDocument/2006/relationships/image" Target="../media/image76.png"/><Relationship Id="rId17" Type="http://schemas.openxmlformats.org/officeDocument/2006/relationships/image" Target="../media/image2280.png"/><Relationship Id="rId25" Type="http://schemas.openxmlformats.org/officeDocument/2006/relationships/image" Target="../media/image2340.png"/><Relationship Id="rId33" Type="http://schemas.openxmlformats.org/officeDocument/2006/relationships/image" Target="../media/image3380.png"/><Relationship Id="rId38" Type="http://schemas.openxmlformats.org/officeDocument/2006/relationships/image" Target="../media/image2470.png"/><Relationship Id="rId46" Type="http://schemas.openxmlformats.org/officeDocument/2006/relationships/image" Target="../media/image369.png"/><Relationship Id="rId20" Type="http://schemas.openxmlformats.org/officeDocument/2006/relationships/customXml" Target="../ink/ink86.xml"/><Relationship Id="rId41" Type="http://schemas.openxmlformats.org/officeDocument/2006/relationships/image" Target="../media/image2500.png"/><Relationship Id="rId54" Type="http://schemas.openxmlformats.org/officeDocument/2006/relationships/image" Target="../media/image8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0.png"/><Relationship Id="rId13" Type="http://schemas.openxmlformats.org/officeDocument/2006/relationships/image" Target="../media/image79.png"/><Relationship Id="rId18" Type="http://schemas.openxmlformats.org/officeDocument/2006/relationships/image" Target="../media/image760.png"/><Relationship Id="rId3" Type="http://schemas.openxmlformats.org/officeDocument/2006/relationships/image" Target="../media/image610.png"/><Relationship Id="rId21" Type="http://schemas.openxmlformats.org/officeDocument/2006/relationships/image" Target="../media/image85.png"/><Relationship Id="rId7" Type="http://schemas.openxmlformats.org/officeDocument/2006/relationships/image" Target="../media/image650.png"/><Relationship Id="rId12" Type="http://schemas.openxmlformats.org/officeDocument/2006/relationships/image" Target="../media/image700.png"/><Relationship Id="rId2" Type="http://schemas.openxmlformats.org/officeDocument/2006/relationships/image" Target="../media/image600.png"/><Relationship Id="rId16" Type="http://schemas.openxmlformats.org/officeDocument/2006/relationships/image" Target="../media/image82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0.png"/><Relationship Id="rId11" Type="http://schemas.openxmlformats.org/officeDocument/2006/relationships/image" Target="../media/image690.png"/><Relationship Id="rId24" Type="http://schemas.openxmlformats.org/officeDocument/2006/relationships/image" Target="../media/image88.png"/><Relationship Id="rId15" Type="http://schemas.openxmlformats.org/officeDocument/2006/relationships/image" Target="../media/image81.png"/><Relationship Id="rId23" Type="http://schemas.openxmlformats.org/officeDocument/2006/relationships/image" Target="../media/image871.png"/><Relationship Id="rId10" Type="http://schemas.openxmlformats.org/officeDocument/2006/relationships/image" Target="../media/image680.png"/><Relationship Id="rId19" Type="http://schemas.openxmlformats.org/officeDocument/2006/relationships/image" Target="../media/image83.png"/><Relationship Id="rId4" Type="http://schemas.openxmlformats.org/officeDocument/2006/relationships/image" Target="../media/image78.png"/><Relationship Id="rId9" Type="http://schemas.openxmlformats.org/officeDocument/2006/relationships/image" Target="../media/image670.png"/><Relationship Id="rId14" Type="http://schemas.openxmlformats.org/officeDocument/2006/relationships/image" Target="../media/image80.png"/><Relationship Id="rId22" Type="http://schemas.openxmlformats.org/officeDocument/2006/relationships/image" Target="../media/image86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0.png"/><Relationship Id="rId13" Type="http://schemas.openxmlformats.org/officeDocument/2006/relationships/image" Target="../media/image880.png"/><Relationship Id="rId18" Type="http://schemas.openxmlformats.org/officeDocument/2006/relationships/image" Target="../media/image93.png"/><Relationship Id="rId3" Type="http://schemas.openxmlformats.org/officeDocument/2006/relationships/image" Target="../media/image780.png"/><Relationship Id="rId21" Type="http://schemas.openxmlformats.org/officeDocument/2006/relationships/image" Target="../media/image96.png"/><Relationship Id="rId7" Type="http://schemas.openxmlformats.org/officeDocument/2006/relationships/image" Target="../media/image820.png"/><Relationship Id="rId12" Type="http://schemas.openxmlformats.org/officeDocument/2006/relationships/image" Target="../media/image870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0.png"/><Relationship Id="rId11" Type="http://schemas.openxmlformats.org/officeDocument/2006/relationships/image" Target="../media/image860.png"/><Relationship Id="rId5" Type="http://schemas.openxmlformats.org/officeDocument/2006/relationships/image" Target="../media/image800.png"/><Relationship Id="rId15" Type="http://schemas.openxmlformats.org/officeDocument/2006/relationships/image" Target="../media/image90.png"/><Relationship Id="rId10" Type="http://schemas.openxmlformats.org/officeDocument/2006/relationships/image" Target="../media/image850.png"/><Relationship Id="rId19" Type="http://schemas.openxmlformats.org/officeDocument/2006/relationships/image" Target="../media/image94.png"/><Relationship Id="rId4" Type="http://schemas.openxmlformats.org/officeDocument/2006/relationships/image" Target="../media/image790.png"/><Relationship Id="rId9" Type="http://schemas.openxmlformats.org/officeDocument/2006/relationships/image" Target="../media/image840.png"/><Relationship Id="rId14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26" Type="http://schemas.openxmlformats.org/officeDocument/2006/relationships/image" Target="../media/image116.png"/><Relationship Id="rId39" Type="http://schemas.openxmlformats.org/officeDocument/2006/relationships/image" Target="../media/image129.png"/><Relationship Id="rId21" Type="http://schemas.openxmlformats.org/officeDocument/2006/relationships/image" Target="../media/image111.png"/><Relationship Id="rId34" Type="http://schemas.openxmlformats.org/officeDocument/2006/relationships/image" Target="../media/image124.png"/><Relationship Id="rId42" Type="http://schemas.openxmlformats.org/officeDocument/2006/relationships/image" Target="../media/image132.png"/><Relationship Id="rId7" Type="http://schemas.openxmlformats.org/officeDocument/2006/relationships/customXml" Target="../ink/ink89.xml"/><Relationship Id="rId2" Type="http://schemas.openxmlformats.org/officeDocument/2006/relationships/image" Target="../media/image97.png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29" Type="http://schemas.openxmlformats.org/officeDocument/2006/relationships/image" Target="../media/image119.png"/><Relationship Id="rId41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customXml" Target="../ink/ink91.xml"/><Relationship Id="rId24" Type="http://schemas.openxmlformats.org/officeDocument/2006/relationships/image" Target="../media/image114.png"/><Relationship Id="rId32" Type="http://schemas.openxmlformats.org/officeDocument/2006/relationships/image" Target="../media/image122.png"/><Relationship Id="rId37" Type="http://schemas.openxmlformats.org/officeDocument/2006/relationships/image" Target="../media/image127.png"/><Relationship Id="rId40" Type="http://schemas.openxmlformats.org/officeDocument/2006/relationships/image" Target="../media/image130.png"/><Relationship Id="rId45" Type="http://schemas.openxmlformats.org/officeDocument/2006/relationships/image" Target="../media/image133.png"/><Relationship Id="rId5" Type="http://schemas.openxmlformats.org/officeDocument/2006/relationships/customXml" Target="../ink/ink88.xml"/><Relationship Id="rId15" Type="http://schemas.openxmlformats.org/officeDocument/2006/relationships/image" Target="../media/image105.png"/><Relationship Id="rId23" Type="http://schemas.openxmlformats.org/officeDocument/2006/relationships/image" Target="../media/image113.png"/><Relationship Id="rId28" Type="http://schemas.openxmlformats.org/officeDocument/2006/relationships/image" Target="../media/image118.png"/><Relationship Id="rId36" Type="http://schemas.openxmlformats.org/officeDocument/2006/relationships/image" Target="../media/image126.png"/><Relationship Id="rId10" Type="http://schemas.openxmlformats.org/officeDocument/2006/relationships/image" Target="../media/image101.png"/><Relationship Id="rId19" Type="http://schemas.openxmlformats.org/officeDocument/2006/relationships/image" Target="../media/image109.png"/><Relationship Id="rId31" Type="http://schemas.openxmlformats.org/officeDocument/2006/relationships/image" Target="../media/image121.png"/><Relationship Id="rId44" Type="http://schemas.openxmlformats.org/officeDocument/2006/relationships/image" Target="../media/image330.png"/><Relationship Id="rId4" Type="http://schemas.openxmlformats.org/officeDocument/2006/relationships/image" Target="../media/image98.png"/><Relationship Id="rId9" Type="http://schemas.openxmlformats.org/officeDocument/2006/relationships/customXml" Target="../ink/ink90.xml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Relationship Id="rId27" Type="http://schemas.openxmlformats.org/officeDocument/2006/relationships/image" Target="../media/image117.png"/><Relationship Id="rId30" Type="http://schemas.openxmlformats.org/officeDocument/2006/relationships/image" Target="../media/image120.png"/><Relationship Id="rId35" Type="http://schemas.openxmlformats.org/officeDocument/2006/relationships/image" Target="../media/image125.png"/><Relationship Id="rId8" Type="http://schemas.openxmlformats.org/officeDocument/2006/relationships/image" Target="../media/image100.png"/><Relationship Id="rId3" Type="http://schemas.openxmlformats.org/officeDocument/2006/relationships/customXml" Target="../ink/ink87.xml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5" Type="http://schemas.openxmlformats.org/officeDocument/2006/relationships/image" Target="../media/image115.png"/><Relationship Id="rId33" Type="http://schemas.openxmlformats.org/officeDocument/2006/relationships/image" Target="../media/image123.png"/><Relationship Id="rId38" Type="http://schemas.openxmlformats.org/officeDocument/2006/relationships/image" Target="../media/image1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D2F9-CA5B-597F-6FEF-89371319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>
            <a:extLst>
              <a:ext uri="{FF2B5EF4-FFF2-40B4-BE49-F238E27FC236}">
                <a16:creationId xmlns:a16="http://schemas.microsoft.com/office/drawing/2014/main" id="{953C62F1-7FD9-EF68-F48D-B62C660378F9}"/>
              </a:ext>
            </a:extLst>
          </p:cNvPr>
          <p:cNvSpPr/>
          <p:nvPr/>
        </p:nvSpPr>
        <p:spPr>
          <a:xfrm>
            <a:off x="9621815" y="772583"/>
            <a:ext cx="1211837" cy="32735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63BEC7D1-586D-8A89-0DAA-1792234AA936}"/>
              </a:ext>
            </a:extLst>
          </p:cNvPr>
          <p:cNvGrpSpPr/>
          <p:nvPr/>
        </p:nvGrpSpPr>
        <p:grpSpPr>
          <a:xfrm>
            <a:off x="-4229" y="364644"/>
            <a:ext cx="10538698" cy="335206"/>
            <a:chOff x="-4229" y="265254"/>
            <a:chExt cx="10538698" cy="335206"/>
          </a:xfrm>
          <a:solidFill>
            <a:srgbClr val="FFFF00"/>
          </a:solidFill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B8F530A9-1B93-CCAC-0E73-263F5C987E59}"/>
                </a:ext>
              </a:extLst>
            </p:cNvPr>
            <p:cNvSpPr/>
            <p:nvPr/>
          </p:nvSpPr>
          <p:spPr>
            <a:xfrm>
              <a:off x="-4229" y="265254"/>
              <a:ext cx="719606" cy="32735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D296EF93-F338-3554-DDE8-F66BF8EB294A}"/>
                </a:ext>
              </a:extLst>
            </p:cNvPr>
            <p:cNvSpPr/>
            <p:nvPr/>
          </p:nvSpPr>
          <p:spPr>
            <a:xfrm>
              <a:off x="7064245" y="269198"/>
              <a:ext cx="1811853" cy="32735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486CDAF6-3614-B313-D4D0-6B07116C39AA}"/>
                </a:ext>
              </a:extLst>
            </p:cNvPr>
            <p:cNvSpPr/>
            <p:nvPr/>
          </p:nvSpPr>
          <p:spPr>
            <a:xfrm>
              <a:off x="9628542" y="273103"/>
              <a:ext cx="905927" cy="32735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3" name="TextBox 15">
            <a:extLst>
              <a:ext uri="{FF2B5EF4-FFF2-40B4-BE49-F238E27FC236}">
                <a16:creationId xmlns:a16="http://schemas.microsoft.com/office/drawing/2014/main" id="{1FC052A2-D4A7-CBC2-CF05-FA576CD39455}"/>
              </a:ext>
            </a:extLst>
          </p:cNvPr>
          <p:cNvSpPr txBox="1"/>
          <p:nvPr/>
        </p:nvSpPr>
        <p:spPr>
          <a:xfrm>
            <a:off x="9531597" y="333961"/>
            <a:ext cx="1063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Profit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DF47FC2C-997C-2FBF-D6CC-9A118235CB28}"/>
              </a:ext>
            </a:extLst>
          </p:cNvPr>
          <p:cNvSpPr txBox="1"/>
          <p:nvPr/>
        </p:nvSpPr>
        <p:spPr>
          <a:xfrm>
            <a:off x="1718984" y="333961"/>
            <a:ext cx="2097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Marked Price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2DE78970-D4CE-A076-D036-4719AD7FF5BD}"/>
              </a:ext>
            </a:extLst>
          </p:cNvPr>
          <p:cNvSpPr txBox="1"/>
          <p:nvPr/>
        </p:nvSpPr>
        <p:spPr>
          <a:xfrm>
            <a:off x="-95036" y="336262"/>
            <a:ext cx="840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Cost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5" name="TextBox 15">
            <a:extLst>
              <a:ext uri="{FF2B5EF4-FFF2-40B4-BE49-F238E27FC236}">
                <a16:creationId xmlns:a16="http://schemas.microsoft.com/office/drawing/2014/main" id="{2B60A204-0215-E907-9F27-8A8EE5DBB573}"/>
              </a:ext>
            </a:extLst>
          </p:cNvPr>
          <p:cNvSpPr txBox="1"/>
          <p:nvPr/>
        </p:nvSpPr>
        <p:spPr>
          <a:xfrm>
            <a:off x="4491803" y="336262"/>
            <a:ext cx="1549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Discount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38929654-BFC7-E20E-0D2A-803E7BCE386C}"/>
              </a:ext>
            </a:extLst>
          </p:cNvPr>
          <p:cNvSpPr txBox="1"/>
          <p:nvPr/>
        </p:nvSpPr>
        <p:spPr>
          <a:xfrm>
            <a:off x="282543" y="736207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$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07" name="TextBox 15">
            <a:extLst>
              <a:ext uri="{FF2B5EF4-FFF2-40B4-BE49-F238E27FC236}">
                <a16:creationId xmlns:a16="http://schemas.microsoft.com/office/drawing/2014/main" id="{5B466C39-80DD-5E13-AC63-CF785425C679}"/>
              </a:ext>
            </a:extLst>
          </p:cNvPr>
          <p:cNvSpPr txBox="1"/>
          <p:nvPr/>
        </p:nvSpPr>
        <p:spPr>
          <a:xfrm>
            <a:off x="6974841" y="333961"/>
            <a:ext cx="1987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Selling Price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E4B3A621-38E7-5094-96DA-5359C3C464B8}"/>
              </a:ext>
            </a:extLst>
          </p:cNvPr>
          <p:cNvSpPr txBox="1"/>
          <p:nvPr/>
        </p:nvSpPr>
        <p:spPr>
          <a:xfrm>
            <a:off x="2156733" y="736501"/>
            <a:ext cx="104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$ 150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27" name="群組 226">
            <a:extLst>
              <a:ext uri="{FF2B5EF4-FFF2-40B4-BE49-F238E27FC236}">
                <a16:creationId xmlns:a16="http://schemas.microsoft.com/office/drawing/2014/main" id="{73DDB3F5-E3E4-63A1-9F43-2222C0F1FE4C}"/>
              </a:ext>
            </a:extLst>
          </p:cNvPr>
          <p:cNvGrpSpPr/>
          <p:nvPr/>
        </p:nvGrpSpPr>
        <p:grpSpPr>
          <a:xfrm>
            <a:off x="5399566" y="99390"/>
            <a:ext cx="1464991" cy="405923"/>
            <a:chOff x="4756910" y="1063519"/>
            <a:chExt cx="1464991" cy="405923"/>
          </a:xfrm>
        </p:grpSpPr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740AA838-2183-C497-11D9-C2B3C954DE80}"/>
                </a:ext>
              </a:extLst>
            </p:cNvPr>
            <p:cNvSpPr txBox="1"/>
            <p:nvPr/>
          </p:nvSpPr>
          <p:spPr>
            <a:xfrm>
              <a:off x="4756910" y="1069332"/>
              <a:ext cx="730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 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5114F795-C775-DE12-6670-8934755ADCFC}"/>
                </a:ext>
              </a:extLst>
            </p:cNvPr>
            <p:cNvSpPr txBox="1"/>
            <p:nvPr/>
          </p:nvSpPr>
          <p:spPr>
            <a:xfrm>
              <a:off x="5379734" y="1063519"/>
              <a:ext cx="842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OFF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5FEC585-B861-25FF-4899-A548FABFBB38}"/>
              </a:ext>
            </a:extLst>
          </p:cNvPr>
          <p:cNvSpPr txBox="1"/>
          <p:nvPr/>
        </p:nvSpPr>
        <p:spPr>
          <a:xfrm>
            <a:off x="4995964" y="736207"/>
            <a:ext cx="1227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$ 127.5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F5A2F83-ECB2-196E-CA90-1A395A5A743C}"/>
              </a:ext>
            </a:extLst>
          </p:cNvPr>
          <p:cNvSpPr txBox="1"/>
          <p:nvPr/>
        </p:nvSpPr>
        <p:spPr>
          <a:xfrm>
            <a:off x="7424049" y="738802"/>
            <a:ext cx="969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$ 128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1422827-3B44-29F8-947C-6CB2A6972DE0}"/>
              </a:ext>
            </a:extLst>
          </p:cNvPr>
          <p:cNvSpPr txBox="1"/>
          <p:nvPr/>
        </p:nvSpPr>
        <p:spPr>
          <a:xfrm>
            <a:off x="7071308" y="1169371"/>
            <a:ext cx="1693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Round Off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BA24D107-1495-8BF7-8849-233A982F19B0}"/>
              </a:ext>
            </a:extLst>
          </p:cNvPr>
          <p:cNvGrpSpPr/>
          <p:nvPr/>
        </p:nvGrpSpPr>
        <p:grpSpPr>
          <a:xfrm>
            <a:off x="10417262" y="1719384"/>
            <a:ext cx="613385" cy="400110"/>
            <a:chOff x="6190046" y="1879754"/>
            <a:chExt cx="613385" cy="400110"/>
          </a:xfrm>
        </p:grpSpPr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3C0561FC-934A-7899-30FF-41115F975269}"/>
                </a:ext>
              </a:extLst>
            </p:cNvPr>
            <p:cNvSpPr txBox="1"/>
            <p:nvPr/>
          </p:nvSpPr>
          <p:spPr>
            <a:xfrm>
              <a:off x="6213594" y="1879754"/>
              <a:ext cx="5898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28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F62985C8-0E17-02AF-8480-29E5E4DF4A0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190046" y="2227430"/>
              <a:ext cx="576000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61" name="群組 160">
            <a:extLst>
              <a:ext uri="{FF2B5EF4-FFF2-40B4-BE49-F238E27FC236}">
                <a16:creationId xmlns:a16="http://schemas.microsoft.com/office/drawing/2014/main" id="{1609CE0A-97BB-DD7B-6944-C30FAA7F1E9C}"/>
              </a:ext>
            </a:extLst>
          </p:cNvPr>
          <p:cNvGrpSpPr/>
          <p:nvPr/>
        </p:nvGrpSpPr>
        <p:grpSpPr>
          <a:xfrm>
            <a:off x="11222753" y="1896618"/>
            <a:ext cx="887217" cy="403833"/>
            <a:chOff x="11235604" y="1152665"/>
            <a:chExt cx="887217" cy="4038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0499D855-7B93-7F44-4A1F-FEE2649FAC16}"/>
                    </a:ext>
                  </a:extLst>
                </p:cNvPr>
                <p:cNvSpPr txBox="1"/>
                <p:nvPr/>
              </p:nvSpPr>
              <p:spPr>
                <a:xfrm>
                  <a:off x="11235604" y="115452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0499D855-7B93-7F44-4A1F-FEE2649FA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5604" y="1154527"/>
                  <a:ext cx="295688" cy="40011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0" name="群組 159">
              <a:extLst>
                <a:ext uri="{FF2B5EF4-FFF2-40B4-BE49-F238E27FC236}">
                  <a16:creationId xmlns:a16="http://schemas.microsoft.com/office/drawing/2014/main" id="{8FAF757C-3053-007C-CE6D-11BDD9249C16}"/>
                </a:ext>
              </a:extLst>
            </p:cNvPr>
            <p:cNvGrpSpPr/>
            <p:nvPr/>
          </p:nvGrpSpPr>
          <p:grpSpPr>
            <a:xfrm>
              <a:off x="11427277" y="1152665"/>
              <a:ext cx="695544" cy="403833"/>
              <a:chOff x="11427277" y="1152665"/>
              <a:chExt cx="695544" cy="403833"/>
            </a:xfrm>
          </p:grpSpPr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CAAEE91F-458C-5A1F-AE46-CA464B6A33B9}"/>
                  </a:ext>
                </a:extLst>
              </p:cNvPr>
              <p:cNvSpPr txBox="1"/>
              <p:nvPr/>
            </p:nvSpPr>
            <p:spPr>
              <a:xfrm>
                <a:off x="11427277" y="1152665"/>
                <a:ext cx="579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rPr>
                  <a:t>28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82" name="TextBox 15">
                <a:extLst>
                  <a:ext uri="{FF2B5EF4-FFF2-40B4-BE49-F238E27FC236}">
                    <a16:creationId xmlns:a16="http://schemas.microsoft.com/office/drawing/2014/main" id="{AD03C8CB-9BBA-A744-4EF7-DD72A24CC605}"/>
                  </a:ext>
                </a:extLst>
              </p:cNvPr>
              <p:cNvSpPr txBox="1"/>
              <p:nvPr/>
            </p:nvSpPr>
            <p:spPr>
              <a:xfrm>
                <a:off x="11833991" y="1156388"/>
                <a:ext cx="2888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%</a:t>
                </a:r>
                <a:endParaRPr lang="zh-TW" altLang="en-US" sz="2000" b="1" dirty="0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</p:grpSp>
      </p:grp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CA413058-3B52-0DD6-D972-53B63DD9171E}"/>
              </a:ext>
            </a:extLst>
          </p:cNvPr>
          <p:cNvGrpSpPr/>
          <p:nvPr/>
        </p:nvGrpSpPr>
        <p:grpSpPr>
          <a:xfrm>
            <a:off x="38543" y="734071"/>
            <a:ext cx="9861369" cy="410697"/>
            <a:chOff x="38543" y="634681"/>
            <a:chExt cx="9861369" cy="410697"/>
          </a:xfrm>
        </p:grpSpPr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F3920C9F-2810-723F-A04E-688AAE4600ED}"/>
                </a:ext>
              </a:extLst>
            </p:cNvPr>
            <p:cNvSpPr txBox="1"/>
            <p:nvPr/>
          </p:nvSpPr>
          <p:spPr>
            <a:xfrm>
              <a:off x="1819587" y="634681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M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46" name="TextBox 15">
              <a:extLst>
                <a:ext uri="{FF2B5EF4-FFF2-40B4-BE49-F238E27FC236}">
                  <a16:creationId xmlns:a16="http://schemas.microsoft.com/office/drawing/2014/main" id="{B10C1F2C-C560-54BA-9DC1-81EF2769138B}"/>
                </a:ext>
              </a:extLst>
            </p:cNvPr>
            <p:cNvSpPr txBox="1"/>
            <p:nvPr/>
          </p:nvSpPr>
          <p:spPr>
            <a:xfrm>
              <a:off x="4654484" y="645268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D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4" name="TextBox 15">
              <a:extLst>
                <a:ext uri="{FF2B5EF4-FFF2-40B4-BE49-F238E27FC236}">
                  <a16:creationId xmlns:a16="http://schemas.microsoft.com/office/drawing/2014/main" id="{521C1FAA-FA58-8D9D-DE7A-A8B26A23BDB3}"/>
                </a:ext>
              </a:extLst>
            </p:cNvPr>
            <p:cNvSpPr txBox="1"/>
            <p:nvPr/>
          </p:nvSpPr>
          <p:spPr>
            <a:xfrm>
              <a:off x="9655912" y="642967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P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08" name="TextBox 15">
              <a:extLst>
                <a:ext uri="{FF2B5EF4-FFF2-40B4-BE49-F238E27FC236}">
                  <a16:creationId xmlns:a16="http://schemas.microsoft.com/office/drawing/2014/main" id="{432E1311-02B2-91AC-39C0-03656E3C5574}"/>
                </a:ext>
              </a:extLst>
            </p:cNvPr>
            <p:cNvSpPr txBox="1"/>
            <p:nvPr/>
          </p:nvSpPr>
          <p:spPr>
            <a:xfrm>
              <a:off x="7080081" y="643910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S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58" name="TextBox 15">
              <a:extLst>
                <a:ext uri="{FF2B5EF4-FFF2-40B4-BE49-F238E27FC236}">
                  <a16:creationId xmlns:a16="http://schemas.microsoft.com/office/drawing/2014/main" id="{05C7C98C-C820-EF65-4617-1B9F51AEADF3}"/>
                </a:ext>
              </a:extLst>
            </p:cNvPr>
            <p:cNvSpPr txBox="1"/>
            <p:nvPr/>
          </p:nvSpPr>
          <p:spPr>
            <a:xfrm>
              <a:off x="38543" y="645268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C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178" name="文字方塊 177">
            <a:extLst>
              <a:ext uri="{FF2B5EF4-FFF2-40B4-BE49-F238E27FC236}">
                <a16:creationId xmlns:a16="http://schemas.microsoft.com/office/drawing/2014/main" id="{DD233920-470A-4F6F-A4EC-6F8F4F868418}"/>
              </a:ext>
            </a:extLst>
          </p:cNvPr>
          <p:cNvSpPr txBox="1"/>
          <p:nvPr/>
        </p:nvSpPr>
        <p:spPr>
          <a:xfrm>
            <a:off x="10335965" y="207784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grpSp>
        <p:nvGrpSpPr>
          <p:cNvPr id="205" name="群組 204">
            <a:extLst>
              <a:ext uri="{FF2B5EF4-FFF2-40B4-BE49-F238E27FC236}">
                <a16:creationId xmlns:a16="http://schemas.microsoft.com/office/drawing/2014/main" id="{3DE45646-79F2-CBA9-14C4-22DCA6F7F3F8}"/>
              </a:ext>
            </a:extLst>
          </p:cNvPr>
          <p:cNvGrpSpPr/>
          <p:nvPr/>
        </p:nvGrpSpPr>
        <p:grpSpPr>
          <a:xfrm>
            <a:off x="9647139" y="1223292"/>
            <a:ext cx="739813" cy="431816"/>
            <a:chOff x="9647139" y="1123902"/>
            <a:chExt cx="739813" cy="431816"/>
          </a:xfrm>
        </p:grpSpPr>
        <p:grpSp>
          <p:nvGrpSpPr>
            <p:cNvPr id="206" name="群組 205">
              <a:extLst>
                <a:ext uri="{FF2B5EF4-FFF2-40B4-BE49-F238E27FC236}">
                  <a16:creationId xmlns:a16="http://schemas.microsoft.com/office/drawing/2014/main" id="{0F8549AF-BB2D-91E6-29CD-C05CE15ADFD8}"/>
                </a:ext>
              </a:extLst>
            </p:cNvPr>
            <p:cNvGrpSpPr/>
            <p:nvPr/>
          </p:nvGrpSpPr>
          <p:grpSpPr>
            <a:xfrm>
              <a:off x="9647139" y="1155608"/>
              <a:ext cx="490414" cy="400110"/>
              <a:chOff x="10318304" y="1139676"/>
              <a:chExt cx="490414" cy="400110"/>
            </a:xfrm>
          </p:grpSpPr>
          <p:sp>
            <p:nvSpPr>
              <p:cNvPr id="208" name="TextBox 15">
                <a:extLst>
                  <a:ext uri="{FF2B5EF4-FFF2-40B4-BE49-F238E27FC236}">
                    <a16:creationId xmlns:a16="http://schemas.microsoft.com/office/drawing/2014/main" id="{3A82E28B-1532-7180-730C-3AB8B8923D46}"/>
                  </a:ext>
                </a:extLst>
              </p:cNvPr>
              <p:cNvSpPr txBox="1"/>
              <p:nvPr/>
            </p:nvSpPr>
            <p:spPr>
              <a:xfrm>
                <a:off x="10519888" y="1139676"/>
                <a:ext cx="2888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%</a:t>
                </a:r>
                <a:endParaRPr lang="zh-TW" altLang="en-US" sz="2000" b="1" dirty="0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09" name="TextBox 15">
                <a:extLst>
                  <a:ext uri="{FF2B5EF4-FFF2-40B4-BE49-F238E27FC236}">
                    <a16:creationId xmlns:a16="http://schemas.microsoft.com/office/drawing/2014/main" id="{0FFC24A5-2999-F162-3716-154AF3D1DDC4}"/>
                  </a:ext>
                </a:extLst>
              </p:cNvPr>
              <p:cNvSpPr txBox="1"/>
              <p:nvPr/>
            </p:nvSpPr>
            <p:spPr>
              <a:xfrm>
                <a:off x="10318304" y="1139676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P</a:t>
                </a:r>
                <a:endParaRPr lang="zh-TW" altLang="en-US" sz="2000" b="1" dirty="0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字方塊 206">
                  <a:extLst>
                    <a:ext uri="{FF2B5EF4-FFF2-40B4-BE49-F238E27FC236}">
                      <a16:creationId xmlns:a16="http://schemas.microsoft.com/office/drawing/2014/main" id="{7B52CFEF-0E99-CEB4-70FD-5C7FC6FDC464}"/>
                    </a:ext>
                  </a:extLst>
                </p:cNvPr>
                <p:cNvSpPr txBox="1"/>
                <p:nvPr/>
              </p:nvSpPr>
              <p:spPr>
                <a:xfrm>
                  <a:off x="10091264" y="112390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7" name="文字方塊 206">
                  <a:extLst>
                    <a:ext uri="{FF2B5EF4-FFF2-40B4-BE49-F238E27FC236}">
                      <a16:creationId xmlns:a16="http://schemas.microsoft.com/office/drawing/2014/main" id="{7B52CFEF-0E99-CEB4-70FD-5C7FC6FDC4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1264" y="1123902"/>
                  <a:ext cx="295688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0" name="群組 209">
            <a:extLst>
              <a:ext uri="{FF2B5EF4-FFF2-40B4-BE49-F238E27FC236}">
                <a16:creationId xmlns:a16="http://schemas.microsoft.com/office/drawing/2014/main" id="{A242DEF0-D799-BD00-8F21-C8867796C40B}"/>
              </a:ext>
            </a:extLst>
          </p:cNvPr>
          <p:cNvGrpSpPr/>
          <p:nvPr/>
        </p:nvGrpSpPr>
        <p:grpSpPr>
          <a:xfrm>
            <a:off x="10430113" y="1254998"/>
            <a:ext cx="864830" cy="567609"/>
            <a:chOff x="10430113" y="1155608"/>
            <a:chExt cx="864830" cy="567609"/>
          </a:xfrm>
        </p:grpSpPr>
        <p:cxnSp>
          <p:nvCxnSpPr>
            <p:cNvPr id="211" name="直線接點 210">
              <a:extLst>
                <a:ext uri="{FF2B5EF4-FFF2-40B4-BE49-F238E27FC236}">
                  <a16:creationId xmlns:a16="http://schemas.microsoft.com/office/drawing/2014/main" id="{F522AA16-0D01-CA88-1231-6A79A2CE095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430113" y="1323107"/>
              <a:ext cx="576000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2" name="TextBox 15">
              <a:extLst>
                <a:ext uri="{FF2B5EF4-FFF2-40B4-BE49-F238E27FC236}">
                  <a16:creationId xmlns:a16="http://schemas.microsoft.com/office/drawing/2014/main" id="{2A16413C-FE10-8CAA-0DAA-06033BDA00FC}"/>
                </a:ext>
              </a:extLst>
            </p:cNvPr>
            <p:cNvSpPr txBox="1"/>
            <p:nvPr/>
          </p:nvSpPr>
          <p:spPr>
            <a:xfrm>
              <a:off x="11006113" y="1155608"/>
              <a:ext cx="288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%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13" name="文字方塊 212">
              <a:extLst>
                <a:ext uri="{FF2B5EF4-FFF2-40B4-BE49-F238E27FC236}">
                  <a16:creationId xmlns:a16="http://schemas.microsoft.com/office/drawing/2014/main" id="{3E7985E6-122D-CB43-951D-DDB82574E9E9}"/>
                </a:ext>
              </a:extLst>
            </p:cNvPr>
            <p:cNvSpPr txBox="1"/>
            <p:nvPr/>
          </p:nvSpPr>
          <p:spPr>
            <a:xfrm>
              <a:off x="10529015" y="1323107"/>
              <a:ext cx="3658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C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14" name="群組 213">
            <a:extLst>
              <a:ext uri="{FF2B5EF4-FFF2-40B4-BE49-F238E27FC236}">
                <a16:creationId xmlns:a16="http://schemas.microsoft.com/office/drawing/2014/main" id="{F31D330A-AB73-ED96-F85E-E1FE61927B89}"/>
              </a:ext>
            </a:extLst>
          </p:cNvPr>
          <p:cNvGrpSpPr/>
          <p:nvPr/>
        </p:nvGrpSpPr>
        <p:grpSpPr>
          <a:xfrm>
            <a:off x="10375524" y="1067569"/>
            <a:ext cx="642017" cy="409011"/>
            <a:chOff x="1913836" y="1309536"/>
            <a:chExt cx="642017" cy="409011"/>
          </a:xfrm>
        </p:grpSpPr>
        <p:grpSp>
          <p:nvGrpSpPr>
            <p:cNvPr id="215" name="群組 214">
              <a:extLst>
                <a:ext uri="{FF2B5EF4-FFF2-40B4-BE49-F238E27FC236}">
                  <a16:creationId xmlns:a16="http://schemas.microsoft.com/office/drawing/2014/main" id="{F7AA33F8-B476-2253-4229-429F33E465E4}"/>
                </a:ext>
              </a:extLst>
            </p:cNvPr>
            <p:cNvGrpSpPr/>
            <p:nvPr/>
          </p:nvGrpSpPr>
          <p:grpSpPr>
            <a:xfrm>
              <a:off x="2050887" y="1309536"/>
              <a:ext cx="504966" cy="409011"/>
              <a:chOff x="2050887" y="1309536"/>
              <a:chExt cx="504966" cy="4090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字方塊 216">
                    <a:extLst>
                      <a:ext uri="{FF2B5EF4-FFF2-40B4-BE49-F238E27FC236}">
                        <a16:creationId xmlns:a16="http://schemas.microsoft.com/office/drawing/2014/main" id="{75D1FF09-C02A-6A31-040B-23F0AF7506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50887" y="1309536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17" name="文字方塊 216">
                    <a:extLst>
                      <a:ext uri="{FF2B5EF4-FFF2-40B4-BE49-F238E27FC236}">
                        <a16:creationId xmlns:a16="http://schemas.microsoft.com/office/drawing/2014/main" id="{75D1FF09-C02A-6A31-040B-23F0AF7506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0887" y="1309536"/>
                    <a:ext cx="295688" cy="400110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8" name="TextBox 15">
                <a:extLst>
                  <a:ext uri="{FF2B5EF4-FFF2-40B4-BE49-F238E27FC236}">
                    <a16:creationId xmlns:a16="http://schemas.microsoft.com/office/drawing/2014/main" id="{4D4CBB06-4794-5A15-35EE-FD83021C123E}"/>
                  </a:ext>
                </a:extLst>
              </p:cNvPr>
              <p:cNvSpPr txBox="1"/>
              <p:nvPr/>
            </p:nvSpPr>
            <p:spPr>
              <a:xfrm>
                <a:off x="2311853" y="1318437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C</a:t>
                </a:r>
                <a:endParaRPr lang="zh-TW" altLang="en-US" sz="2000" b="1" dirty="0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</p:grpSp>
        <p:sp>
          <p:nvSpPr>
            <p:cNvPr id="216" name="TextBox 15">
              <a:extLst>
                <a:ext uri="{FF2B5EF4-FFF2-40B4-BE49-F238E27FC236}">
                  <a16:creationId xmlns:a16="http://schemas.microsoft.com/office/drawing/2014/main" id="{710D35DA-B474-1F1C-2A7E-D7D103831884}"/>
                </a:ext>
              </a:extLst>
            </p:cNvPr>
            <p:cNvSpPr txBox="1"/>
            <p:nvPr/>
          </p:nvSpPr>
          <p:spPr>
            <a:xfrm>
              <a:off x="1913836" y="1318437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S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219" name="群組 218">
            <a:extLst>
              <a:ext uri="{FF2B5EF4-FFF2-40B4-BE49-F238E27FC236}">
                <a16:creationId xmlns:a16="http://schemas.microsoft.com/office/drawing/2014/main" id="{DAB99161-EFAD-0BA5-27BA-B9A6CDDF720D}"/>
              </a:ext>
            </a:extLst>
          </p:cNvPr>
          <p:cNvGrpSpPr/>
          <p:nvPr/>
        </p:nvGrpSpPr>
        <p:grpSpPr>
          <a:xfrm>
            <a:off x="1712643" y="1140583"/>
            <a:ext cx="1468501" cy="409011"/>
            <a:chOff x="1498603" y="1408278"/>
            <a:chExt cx="1468501" cy="409011"/>
          </a:xfrm>
        </p:grpSpPr>
        <p:sp>
          <p:nvSpPr>
            <p:cNvPr id="220" name="文字方塊 219">
              <a:extLst>
                <a:ext uri="{FF2B5EF4-FFF2-40B4-BE49-F238E27FC236}">
                  <a16:creationId xmlns:a16="http://schemas.microsoft.com/office/drawing/2014/main" id="{E1A40369-41A2-247A-A180-1856646581CD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21" name="文字方塊 220">
              <a:extLst>
                <a:ext uri="{FF2B5EF4-FFF2-40B4-BE49-F238E27FC236}">
                  <a16:creationId xmlns:a16="http://schemas.microsoft.com/office/drawing/2014/main" id="{7B66641E-6AE7-87C5-95DE-76D156103869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0896ADBF-5601-37E2-00DF-0266A0262D5C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3" name="群組 222">
            <a:extLst>
              <a:ext uri="{FF2B5EF4-FFF2-40B4-BE49-F238E27FC236}">
                <a16:creationId xmlns:a16="http://schemas.microsoft.com/office/drawing/2014/main" id="{877F6C52-A434-5D38-F0F2-6D5DDA838BE3}"/>
              </a:ext>
            </a:extLst>
          </p:cNvPr>
          <p:cNvGrpSpPr/>
          <p:nvPr/>
        </p:nvGrpSpPr>
        <p:grpSpPr>
          <a:xfrm>
            <a:off x="4620123" y="1139928"/>
            <a:ext cx="1468501" cy="409011"/>
            <a:chOff x="1498603" y="1408278"/>
            <a:chExt cx="1468501" cy="409011"/>
          </a:xfrm>
        </p:grpSpPr>
        <p:sp>
          <p:nvSpPr>
            <p:cNvPr id="224" name="文字方塊 223">
              <a:extLst>
                <a:ext uri="{FF2B5EF4-FFF2-40B4-BE49-F238E27FC236}">
                  <a16:creationId xmlns:a16="http://schemas.microsoft.com/office/drawing/2014/main" id="{AF2CD978-38C7-2735-C6C6-C90C91698874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25" name="文字方塊 224">
              <a:extLst>
                <a:ext uri="{FF2B5EF4-FFF2-40B4-BE49-F238E27FC236}">
                  <a16:creationId xmlns:a16="http://schemas.microsoft.com/office/drawing/2014/main" id="{50EF73F7-3BE7-7512-C519-382B0A77D506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字方塊 225">
                  <a:extLst>
                    <a:ext uri="{FF2B5EF4-FFF2-40B4-BE49-F238E27FC236}">
                      <a16:creationId xmlns:a16="http://schemas.microsoft.com/office/drawing/2014/main" id="{325EDD5E-764D-E8A4-ACAF-EDDFA9D66B53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C3AAFEA9-DCFB-F9F2-34B9-DBC33D4B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群組 227">
            <a:extLst>
              <a:ext uri="{FF2B5EF4-FFF2-40B4-BE49-F238E27FC236}">
                <a16:creationId xmlns:a16="http://schemas.microsoft.com/office/drawing/2014/main" id="{B8BDAE76-6AD4-5DAA-F69C-C845E7D12824}"/>
              </a:ext>
            </a:extLst>
          </p:cNvPr>
          <p:cNvGrpSpPr/>
          <p:nvPr/>
        </p:nvGrpSpPr>
        <p:grpSpPr>
          <a:xfrm>
            <a:off x="3108710" y="81456"/>
            <a:ext cx="1159169" cy="409011"/>
            <a:chOff x="1807935" y="1408278"/>
            <a:chExt cx="1159169" cy="409011"/>
          </a:xfrm>
        </p:grpSpPr>
        <p:sp>
          <p:nvSpPr>
            <p:cNvPr id="229" name="文字方塊 228">
              <a:extLst>
                <a:ext uri="{FF2B5EF4-FFF2-40B4-BE49-F238E27FC236}">
                  <a16:creationId xmlns:a16="http://schemas.microsoft.com/office/drawing/2014/main" id="{541FCABF-6D35-CE18-D194-56619AC3C295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字方塊 229">
                  <a:extLst>
                    <a:ext uri="{FF2B5EF4-FFF2-40B4-BE49-F238E27FC236}">
                      <a16:creationId xmlns:a16="http://schemas.microsoft.com/office/drawing/2014/main" id="{830103AF-F002-1CA5-7CB4-A4E96C3A59F1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0BDA2489-69E0-93FD-C75E-F10DA9A25B6C}"/>
              </a:ext>
            </a:extLst>
          </p:cNvPr>
          <p:cNvGrpSpPr/>
          <p:nvPr/>
        </p:nvGrpSpPr>
        <p:grpSpPr>
          <a:xfrm>
            <a:off x="9874247" y="734071"/>
            <a:ext cx="918190" cy="409011"/>
            <a:chOff x="9876755" y="634681"/>
            <a:chExt cx="918190" cy="409011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C625E4E2-9447-A831-5FB0-BA6F273BFDCA}"/>
                </a:ext>
              </a:extLst>
            </p:cNvPr>
            <p:cNvGrpSpPr/>
            <p:nvPr/>
          </p:nvGrpSpPr>
          <p:grpSpPr>
            <a:xfrm>
              <a:off x="10152928" y="634681"/>
              <a:ext cx="642017" cy="409011"/>
              <a:chOff x="1913836" y="1309536"/>
              <a:chExt cx="642017" cy="409011"/>
            </a:xfrm>
          </p:grpSpPr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A70F6327-2AF2-032B-7168-0940191E6F0D}"/>
                  </a:ext>
                </a:extLst>
              </p:cNvPr>
              <p:cNvGrpSpPr/>
              <p:nvPr/>
            </p:nvGrpSpPr>
            <p:grpSpPr>
              <a:xfrm>
                <a:off x="2050887" y="1309536"/>
                <a:ext cx="504966" cy="409011"/>
                <a:chOff x="2050887" y="1309536"/>
                <a:chExt cx="504966" cy="40901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文字方塊 25">
                      <a:extLst>
                        <a:ext uri="{FF2B5EF4-FFF2-40B4-BE49-F238E27FC236}">
                          <a16:creationId xmlns:a16="http://schemas.microsoft.com/office/drawing/2014/main" id="{5798F6B4-995F-BE60-AAFC-9B76764F4E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50887" y="1309536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dirty="0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17" name="文字方塊 216">
                      <a:extLst>
                        <a:ext uri="{FF2B5EF4-FFF2-40B4-BE49-F238E27FC236}">
                          <a16:creationId xmlns:a16="http://schemas.microsoft.com/office/drawing/2014/main" id="{75D1FF09-C02A-6A31-040B-23F0AF7506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50887" y="1309536"/>
                      <a:ext cx="295688" cy="400110"/>
                    </a:xfrm>
                    <a:prstGeom prst="rect">
                      <a:avLst/>
                    </a:prstGeom>
                    <a:blipFill>
                      <a:blip r:embed="rId4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7" name="TextBox 15">
                  <a:extLst>
                    <a:ext uri="{FF2B5EF4-FFF2-40B4-BE49-F238E27FC236}">
                      <a16:creationId xmlns:a16="http://schemas.microsoft.com/office/drawing/2014/main" id="{16FC1CA3-283B-ECB7-25DE-CF0D7B8C84E8}"/>
                    </a:ext>
                  </a:extLst>
                </p:cNvPr>
                <p:cNvSpPr txBox="1"/>
                <p:nvPr/>
              </p:nvSpPr>
              <p:spPr>
                <a:xfrm>
                  <a:off x="2311853" y="1318437"/>
                  <a:ext cx="244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ysClr val="windowText" lastClr="000000"/>
                      </a:solidFill>
                      <a:latin typeface="Lucida Calligraphy" panose="03010101010101010101" pitchFamily="66" charset="0"/>
                    </a:rPr>
                    <a:t>C</a:t>
                  </a:r>
                  <a:endParaRPr lang="zh-TW" altLang="en-US" sz="2000" b="1" dirty="0"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endParaRPr>
                </a:p>
              </p:txBody>
            </p:sp>
          </p:grpSp>
          <p:sp>
            <p:nvSpPr>
              <p:cNvPr id="25" name="TextBox 15">
                <a:extLst>
                  <a:ext uri="{FF2B5EF4-FFF2-40B4-BE49-F238E27FC236}">
                    <a16:creationId xmlns:a16="http://schemas.microsoft.com/office/drawing/2014/main" id="{307D3C6B-C103-D1D5-A795-392CC0C58990}"/>
                  </a:ext>
                </a:extLst>
              </p:cNvPr>
              <p:cNvSpPr txBox="1"/>
              <p:nvPr/>
            </p:nvSpPr>
            <p:spPr>
              <a:xfrm>
                <a:off x="1913836" y="1318437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S</a:t>
                </a:r>
                <a:endParaRPr lang="zh-TW" altLang="en-US" sz="2000" b="1" dirty="0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7EDD9632-CCC2-C679-AC99-E7C75C200318}"/>
                    </a:ext>
                  </a:extLst>
                </p:cNvPr>
                <p:cNvSpPr txBox="1"/>
                <p:nvPr/>
              </p:nvSpPr>
              <p:spPr>
                <a:xfrm>
                  <a:off x="9876755" y="63681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7EDD9632-CCC2-C679-AC99-E7C75C200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755" y="636817"/>
                  <a:ext cx="295688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4D710053-A5A2-84A6-9C5B-31E32E1694D0}"/>
              </a:ext>
            </a:extLst>
          </p:cNvPr>
          <p:cNvGrpSpPr/>
          <p:nvPr/>
        </p:nvGrpSpPr>
        <p:grpSpPr>
          <a:xfrm>
            <a:off x="10856854" y="734071"/>
            <a:ext cx="1027159" cy="402246"/>
            <a:chOff x="10856854" y="634681"/>
            <a:chExt cx="1027159" cy="402246"/>
          </a:xfrm>
        </p:grpSpPr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BF1F5924-94FE-B5FC-98ED-219555AF0546}"/>
                </a:ext>
              </a:extLst>
            </p:cNvPr>
            <p:cNvSpPr txBox="1"/>
            <p:nvPr/>
          </p:nvSpPr>
          <p:spPr>
            <a:xfrm>
              <a:off x="11077084" y="634681"/>
              <a:ext cx="8069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$ 28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8EFC9BCC-A30D-9692-77DB-2C64CE6BE070}"/>
                    </a:ext>
                  </a:extLst>
                </p:cNvPr>
                <p:cNvSpPr txBox="1"/>
                <p:nvPr/>
              </p:nvSpPr>
              <p:spPr>
                <a:xfrm>
                  <a:off x="10856854" y="63681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8EFC9BCC-A30D-9692-77DB-2C64CE6BE0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6854" y="636817"/>
                  <a:ext cx="295688" cy="400110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B524D818-C3A7-9820-B77F-9BE26EF40DFD}"/>
              </a:ext>
            </a:extLst>
          </p:cNvPr>
          <p:cNvSpPr txBox="1"/>
          <p:nvPr/>
        </p:nvSpPr>
        <p:spPr>
          <a:xfrm>
            <a:off x="2057223" y="1457869"/>
            <a:ext cx="621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1.5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99EABAC5-651E-B288-4CF0-DC773BD08566}"/>
              </a:ext>
            </a:extLst>
          </p:cNvPr>
          <p:cNvSpPr txBox="1"/>
          <p:nvPr/>
        </p:nvSpPr>
        <p:spPr>
          <a:xfrm>
            <a:off x="4869467" y="1457869"/>
            <a:ext cx="793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0.85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68" name="群組 167">
            <a:extLst>
              <a:ext uri="{FF2B5EF4-FFF2-40B4-BE49-F238E27FC236}">
                <a16:creationId xmlns:a16="http://schemas.microsoft.com/office/drawing/2014/main" id="{6EE69061-844D-7B72-D210-5068A89CCEC0}"/>
              </a:ext>
            </a:extLst>
          </p:cNvPr>
          <p:cNvGrpSpPr/>
          <p:nvPr/>
        </p:nvGrpSpPr>
        <p:grpSpPr>
          <a:xfrm>
            <a:off x="0" y="0"/>
            <a:ext cx="357790" cy="400110"/>
            <a:chOff x="9365100" y="4544873"/>
            <a:chExt cx="357790" cy="400110"/>
          </a:xfrm>
        </p:grpSpPr>
        <p:sp>
          <p:nvSpPr>
            <p:cNvPr id="169" name="橢圓 168">
              <a:extLst>
                <a:ext uri="{FF2B5EF4-FFF2-40B4-BE49-F238E27FC236}">
                  <a16:creationId xmlns:a16="http://schemas.microsoft.com/office/drawing/2014/main" id="{96FCFE3F-CE2A-7CB1-6402-82D2056FE536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74" name="文字方塊 173">
              <a:extLst>
                <a:ext uri="{FF2B5EF4-FFF2-40B4-BE49-F238E27FC236}">
                  <a16:creationId xmlns:a16="http://schemas.microsoft.com/office/drawing/2014/main" id="{AD8CD862-8B2D-D00D-89A5-0AA461EE7F50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EAD16851-BED3-C51C-6D4C-A33BAD95AF15}"/>
              </a:ext>
            </a:extLst>
          </p:cNvPr>
          <p:cNvGrpSpPr/>
          <p:nvPr/>
        </p:nvGrpSpPr>
        <p:grpSpPr>
          <a:xfrm>
            <a:off x="1793457" y="-2174"/>
            <a:ext cx="357790" cy="400110"/>
            <a:chOff x="9365100" y="4544873"/>
            <a:chExt cx="357790" cy="400110"/>
          </a:xfrm>
        </p:grpSpPr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C6BDBA69-A2B4-31AA-7D71-4A3A17266A25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BA90D753-5F7D-CCB7-B9AB-B7EF181997A9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79" name="群組 178">
            <a:extLst>
              <a:ext uri="{FF2B5EF4-FFF2-40B4-BE49-F238E27FC236}">
                <a16:creationId xmlns:a16="http://schemas.microsoft.com/office/drawing/2014/main" id="{C20510EA-50BF-C962-1A97-416E17FE528D}"/>
              </a:ext>
            </a:extLst>
          </p:cNvPr>
          <p:cNvGrpSpPr/>
          <p:nvPr/>
        </p:nvGrpSpPr>
        <p:grpSpPr>
          <a:xfrm>
            <a:off x="4620122" y="0"/>
            <a:ext cx="357790" cy="400110"/>
            <a:chOff x="9365100" y="4544873"/>
            <a:chExt cx="357790" cy="400110"/>
          </a:xfrm>
        </p:grpSpPr>
        <p:sp>
          <p:nvSpPr>
            <p:cNvPr id="180" name="橢圓 179">
              <a:extLst>
                <a:ext uri="{FF2B5EF4-FFF2-40B4-BE49-F238E27FC236}">
                  <a16:creationId xmlns:a16="http://schemas.microsoft.com/office/drawing/2014/main" id="{B981CF33-9776-730C-EABB-0757573D12CC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81" name="文字方塊 180">
              <a:extLst>
                <a:ext uri="{FF2B5EF4-FFF2-40B4-BE49-F238E27FC236}">
                  <a16:creationId xmlns:a16="http://schemas.microsoft.com/office/drawing/2014/main" id="{F6A6D6F3-965B-3BD9-177C-E27C039B6F7C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57A0AD0F-E6CB-F697-75AB-22AAAF50C8F8}"/>
              </a:ext>
            </a:extLst>
          </p:cNvPr>
          <p:cNvGrpSpPr/>
          <p:nvPr/>
        </p:nvGrpSpPr>
        <p:grpSpPr>
          <a:xfrm>
            <a:off x="7066259" y="0"/>
            <a:ext cx="357790" cy="400110"/>
            <a:chOff x="9365100" y="4544873"/>
            <a:chExt cx="357790" cy="400110"/>
          </a:xfrm>
        </p:grpSpPr>
        <p:sp>
          <p:nvSpPr>
            <p:cNvPr id="183" name="橢圓 182">
              <a:extLst>
                <a:ext uri="{FF2B5EF4-FFF2-40B4-BE49-F238E27FC236}">
                  <a16:creationId xmlns:a16="http://schemas.microsoft.com/office/drawing/2014/main" id="{3808B014-658A-822F-3D9A-CD84D6B22D92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84" name="文字方塊 183">
              <a:extLst>
                <a:ext uri="{FF2B5EF4-FFF2-40B4-BE49-F238E27FC236}">
                  <a16:creationId xmlns:a16="http://schemas.microsoft.com/office/drawing/2014/main" id="{241C37FF-447B-AC9F-6D4E-561712E9FF8E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85" name="群組 184">
            <a:extLst>
              <a:ext uri="{FF2B5EF4-FFF2-40B4-BE49-F238E27FC236}">
                <a16:creationId xmlns:a16="http://schemas.microsoft.com/office/drawing/2014/main" id="{3FD96D08-79BD-2193-A01D-8342C05AB695}"/>
              </a:ext>
            </a:extLst>
          </p:cNvPr>
          <p:cNvGrpSpPr/>
          <p:nvPr/>
        </p:nvGrpSpPr>
        <p:grpSpPr>
          <a:xfrm>
            <a:off x="9621815" y="0"/>
            <a:ext cx="357790" cy="400110"/>
            <a:chOff x="9365100" y="4544873"/>
            <a:chExt cx="357790" cy="400110"/>
          </a:xfrm>
        </p:grpSpPr>
        <p:sp>
          <p:nvSpPr>
            <p:cNvPr id="186" name="橢圓 185">
              <a:extLst>
                <a:ext uri="{FF2B5EF4-FFF2-40B4-BE49-F238E27FC236}">
                  <a16:creationId xmlns:a16="http://schemas.microsoft.com/office/drawing/2014/main" id="{323A990C-B17F-E218-AA0B-743E7464CCB1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87" name="文字方塊 186">
              <a:extLst>
                <a:ext uri="{FF2B5EF4-FFF2-40B4-BE49-F238E27FC236}">
                  <a16:creationId xmlns:a16="http://schemas.microsoft.com/office/drawing/2014/main" id="{415AFC6C-1BFB-A972-68FD-806F3082269C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90" name="群組 189">
            <a:extLst>
              <a:ext uri="{FF2B5EF4-FFF2-40B4-BE49-F238E27FC236}">
                <a16:creationId xmlns:a16="http://schemas.microsoft.com/office/drawing/2014/main" id="{6EFF8967-D45D-FECA-6F9E-68C4D9E472A3}"/>
              </a:ext>
            </a:extLst>
          </p:cNvPr>
          <p:cNvGrpSpPr/>
          <p:nvPr/>
        </p:nvGrpSpPr>
        <p:grpSpPr>
          <a:xfrm>
            <a:off x="9634288" y="1867855"/>
            <a:ext cx="1647804" cy="431816"/>
            <a:chOff x="9634288" y="1867855"/>
            <a:chExt cx="1647804" cy="431816"/>
          </a:xfrm>
        </p:grpSpPr>
        <p:grpSp>
          <p:nvGrpSpPr>
            <p:cNvPr id="162" name="群組 161">
              <a:extLst>
                <a:ext uri="{FF2B5EF4-FFF2-40B4-BE49-F238E27FC236}">
                  <a16:creationId xmlns:a16="http://schemas.microsoft.com/office/drawing/2014/main" id="{82567401-F4C0-F0CF-4C6C-0F31F1807B68}"/>
                </a:ext>
              </a:extLst>
            </p:cNvPr>
            <p:cNvGrpSpPr/>
            <p:nvPr/>
          </p:nvGrpSpPr>
          <p:grpSpPr>
            <a:xfrm>
              <a:off x="9634288" y="1867855"/>
              <a:ext cx="739813" cy="431816"/>
              <a:chOff x="9647139" y="1123902"/>
              <a:chExt cx="739813" cy="431816"/>
            </a:xfrm>
          </p:grpSpPr>
          <p:grpSp>
            <p:nvGrpSpPr>
              <p:cNvPr id="68" name="群組 67">
                <a:extLst>
                  <a:ext uri="{FF2B5EF4-FFF2-40B4-BE49-F238E27FC236}">
                    <a16:creationId xmlns:a16="http://schemas.microsoft.com/office/drawing/2014/main" id="{ADEBEE1C-ACDA-0992-C80E-4A4EB450F9E7}"/>
                  </a:ext>
                </a:extLst>
              </p:cNvPr>
              <p:cNvGrpSpPr/>
              <p:nvPr/>
            </p:nvGrpSpPr>
            <p:grpSpPr>
              <a:xfrm>
                <a:off x="9647139" y="1155608"/>
                <a:ext cx="490414" cy="400110"/>
                <a:chOff x="10318304" y="1139676"/>
                <a:chExt cx="490414" cy="400110"/>
              </a:xfrm>
            </p:grpSpPr>
            <p:sp>
              <p:nvSpPr>
                <p:cNvPr id="34" name="TextBox 15">
                  <a:extLst>
                    <a:ext uri="{FF2B5EF4-FFF2-40B4-BE49-F238E27FC236}">
                      <a16:creationId xmlns:a16="http://schemas.microsoft.com/office/drawing/2014/main" id="{4D9FB5C3-D5CB-25CF-1E16-E2A5172D21A1}"/>
                    </a:ext>
                  </a:extLst>
                </p:cNvPr>
                <p:cNvSpPr txBox="1"/>
                <p:nvPr/>
              </p:nvSpPr>
              <p:spPr>
                <a:xfrm>
                  <a:off x="10519888" y="1139676"/>
                  <a:ext cx="28883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ysClr val="windowText" lastClr="000000"/>
                      </a:solidFill>
                      <a:latin typeface="Lucida Calligraphy" panose="03010101010101010101" pitchFamily="66" charset="0"/>
                    </a:rPr>
                    <a:t>%</a:t>
                  </a:r>
                  <a:endParaRPr lang="zh-TW" altLang="en-US" sz="2000" b="1" dirty="0"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67" name="TextBox 15">
                  <a:extLst>
                    <a:ext uri="{FF2B5EF4-FFF2-40B4-BE49-F238E27FC236}">
                      <a16:creationId xmlns:a16="http://schemas.microsoft.com/office/drawing/2014/main" id="{53657911-4BA6-7C6E-8108-6EC8FFA29727}"/>
                    </a:ext>
                  </a:extLst>
                </p:cNvPr>
                <p:cNvSpPr txBox="1"/>
                <p:nvPr/>
              </p:nvSpPr>
              <p:spPr>
                <a:xfrm>
                  <a:off x="10318304" y="1139676"/>
                  <a:ext cx="244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ysClr val="windowText" lastClr="000000"/>
                      </a:solidFill>
                      <a:latin typeface="Lucida Calligraphy" panose="03010101010101010101" pitchFamily="66" charset="0"/>
                    </a:rPr>
                    <a:t>P</a:t>
                  </a:r>
                  <a:endParaRPr lang="zh-TW" altLang="en-US" sz="2000" b="1" dirty="0"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7BA133E6-4B0F-79BF-CD84-28E24F6E0D6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91264" y="112390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7BA133E6-4B0F-79BF-CD84-28E24F6E0D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91264" y="1123902"/>
                    <a:ext cx="295688" cy="400110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9" name="TextBox 15">
              <a:extLst>
                <a:ext uri="{FF2B5EF4-FFF2-40B4-BE49-F238E27FC236}">
                  <a16:creationId xmlns:a16="http://schemas.microsoft.com/office/drawing/2014/main" id="{3E2BB0CE-6F23-60F8-D034-B0FA10371DDE}"/>
                </a:ext>
              </a:extLst>
            </p:cNvPr>
            <p:cNvSpPr txBox="1"/>
            <p:nvPr/>
          </p:nvSpPr>
          <p:spPr>
            <a:xfrm>
              <a:off x="10993262" y="1899561"/>
              <a:ext cx="288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%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A182A49A-080F-9034-9C80-CC4FCC9E95AD}"/>
              </a:ext>
            </a:extLst>
          </p:cNvPr>
          <p:cNvSpPr/>
          <p:nvPr/>
        </p:nvSpPr>
        <p:spPr>
          <a:xfrm>
            <a:off x="132070" y="2288613"/>
            <a:ext cx="3635698" cy="89740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9766A9-EB54-21BC-AAB6-B4AE0E880EBF}"/>
              </a:ext>
            </a:extLst>
          </p:cNvPr>
          <p:cNvSpPr/>
          <p:nvPr/>
        </p:nvSpPr>
        <p:spPr>
          <a:xfrm>
            <a:off x="4579449" y="2299891"/>
            <a:ext cx="3542557" cy="897404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C5049783-7C7C-3B6D-F1D9-2FDDB2E3BDA2}"/>
              </a:ext>
            </a:extLst>
          </p:cNvPr>
          <p:cNvGrpSpPr/>
          <p:nvPr/>
        </p:nvGrpSpPr>
        <p:grpSpPr>
          <a:xfrm>
            <a:off x="2398311" y="2737250"/>
            <a:ext cx="1468501" cy="409011"/>
            <a:chOff x="1498603" y="1408278"/>
            <a:chExt cx="1468501" cy="40901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875D1B0-7B34-D4BE-62DB-DE895DE42912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E05999E3-7148-6F68-9CE6-C5627DDCE260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117E092-A202-C327-E954-1F518B0CE25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5">
            <a:extLst>
              <a:ext uri="{FF2B5EF4-FFF2-40B4-BE49-F238E27FC236}">
                <a16:creationId xmlns:a16="http://schemas.microsoft.com/office/drawing/2014/main" id="{6B8773BE-BC69-59F7-1262-E039AB622686}"/>
              </a:ext>
            </a:extLst>
          </p:cNvPr>
          <p:cNvSpPr txBox="1"/>
          <p:nvPr/>
        </p:nvSpPr>
        <p:spPr>
          <a:xfrm>
            <a:off x="132070" y="2741701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Growth Factor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98BE5211-12F7-383D-F1C0-E3D5E4DFAD23}"/>
              </a:ext>
            </a:extLst>
          </p:cNvPr>
          <p:cNvSpPr txBox="1"/>
          <p:nvPr/>
        </p:nvSpPr>
        <p:spPr>
          <a:xfrm>
            <a:off x="4496669" y="2741301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Decay Factor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3B4EC25-1B9B-C644-EEBF-A3FB24566650}"/>
              </a:ext>
            </a:extLst>
          </p:cNvPr>
          <p:cNvGrpSpPr/>
          <p:nvPr/>
        </p:nvGrpSpPr>
        <p:grpSpPr>
          <a:xfrm>
            <a:off x="6697358" y="2750614"/>
            <a:ext cx="1468501" cy="409011"/>
            <a:chOff x="1498603" y="1408278"/>
            <a:chExt cx="1468501" cy="409011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406EE547-5A01-7F44-F344-43F647BE1F89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507C1D8-C893-F1F4-DA2D-14D210C0EB27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DDBA86BA-BC69-EC1A-DF27-D270FE4BA94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C3AAFEA9-DCFB-F9F2-34B9-DBC33D4B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TextBox 15">
            <a:extLst>
              <a:ext uri="{FF2B5EF4-FFF2-40B4-BE49-F238E27FC236}">
                <a16:creationId xmlns:a16="http://schemas.microsoft.com/office/drawing/2014/main" id="{B26E18A2-2150-ADD5-DA25-C3EECF4FBA98}"/>
              </a:ext>
            </a:extLst>
          </p:cNvPr>
          <p:cNvSpPr txBox="1"/>
          <p:nvPr/>
        </p:nvSpPr>
        <p:spPr>
          <a:xfrm>
            <a:off x="273092" y="2341591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Growth Rate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E971E989-FEB5-39B5-424B-6173AA969195}"/>
              </a:ext>
            </a:extLst>
          </p:cNvPr>
          <p:cNvGrpSpPr/>
          <p:nvPr/>
        </p:nvGrpSpPr>
        <p:grpSpPr>
          <a:xfrm>
            <a:off x="2648646" y="2342253"/>
            <a:ext cx="1159169" cy="409011"/>
            <a:chOff x="1807935" y="1408278"/>
            <a:chExt cx="1159169" cy="409011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9A5B66D3-993C-58F1-FCE7-CD77CFB7A22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AEAD2FF-49DB-43CE-4857-6B60F08C6B15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FDA50572-10D8-DD6C-AE44-40764F0A2D06}"/>
              </a:ext>
            </a:extLst>
          </p:cNvPr>
          <p:cNvGrpSpPr/>
          <p:nvPr/>
        </p:nvGrpSpPr>
        <p:grpSpPr>
          <a:xfrm>
            <a:off x="6910279" y="2389589"/>
            <a:ext cx="1159169" cy="409011"/>
            <a:chOff x="1807935" y="1408278"/>
            <a:chExt cx="1159169" cy="409011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634EAE50-F579-3037-A65C-9A0AF67BC769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5BD34DF3-4D8A-346A-2C43-3D1BCB1EB673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C3AAFEA9-DCFB-F9F2-34B9-DBC33D4B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15">
            <a:extLst>
              <a:ext uri="{FF2B5EF4-FFF2-40B4-BE49-F238E27FC236}">
                <a16:creationId xmlns:a16="http://schemas.microsoft.com/office/drawing/2014/main" id="{5138CCB7-F25B-0B91-02F0-BBC198808C4D}"/>
              </a:ext>
            </a:extLst>
          </p:cNvPr>
          <p:cNvSpPr txBox="1"/>
          <p:nvPr/>
        </p:nvSpPr>
        <p:spPr>
          <a:xfrm>
            <a:off x="4620122" y="2350298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Decay Rate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F621DA83-1FB1-AE81-3C45-C149755780AE}"/>
              </a:ext>
            </a:extLst>
          </p:cNvPr>
          <p:cNvGrpSpPr/>
          <p:nvPr/>
        </p:nvGrpSpPr>
        <p:grpSpPr>
          <a:xfrm>
            <a:off x="2244081" y="1600596"/>
            <a:ext cx="6972798" cy="1235520"/>
            <a:chOff x="2244081" y="1501206"/>
            <a:chExt cx="6972798" cy="1235520"/>
          </a:xfrm>
        </p:grpSpPr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A2400B9C-7583-0355-1381-CEE19FF2DF97}"/>
                </a:ext>
              </a:extLst>
            </p:cNvPr>
            <p:cNvSpPr txBox="1"/>
            <p:nvPr/>
          </p:nvSpPr>
          <p:spPr>
            <a:xfrm>
              <a:off x="2244081" y="1657301"/>
              <a:ext cx="61492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b="0" i="0" dirty="0">
                  <a:solidFill>
                    <a:srgbClr val="262626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rPr>
                <a:t>一成本二標價，三折四售，五</a:t>
              </a:r>
              <a:r>
                <a:rPr lang="zh-TW" altLang="en-US" sz="2400" dirty="0">
                  <a:solidFill>
                    <a:srgbClr val="262626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倍</a:t>
              </a:r>
              <a:r>
                <a:rPr lang="zh-TW" altLang="en-US" sz="2400" b="0" i="0" dirty="0">
                  <a:solidFill>
                    <a:srgbClr val="262626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rPr>
                <a:t>利潤笑哈哈</a:t>
              </a:r>
              <a:endParaRPr lang="zh-HK" altLang="en-US" sz="2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FE153732-A1B1-F009-DB43-E37F498F1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rcRect l="14154" t="3420" r="14997" b="3454"/>
            <a:stretch/>
          </p:blipFill>
          <p:spPr>
            <a:xfrm rot="875256">
              <a:off x="8276915" y="1501206"/>
              <a:ext cx="939964" cy="1235520"/>
            </a:xfrm>
            <a:prstGeom prst="rect">
              <a:avLst/>
            </a:prstGeom>
          </p:spPr>
        </p:pic>
      </p:grpSp>
      <p:sp>
        <p:nvSpPr>
          <p:cNvPr id="40" name="TextBox 15">
            <a:extLst>
              <a:ext uri="{FF2B5EF4-FFF2-40B4-BE49-F238E27FC236}">
                <a16:creationId xmlns:a16="http://schemas.microsoft.com/office/drawing/2014/main" id="{866F2560-EA7E-C2B6-30BD-2FA927C1157B}"/>
              </a:ext>
            </a:extLst>
          </p:cNvPr>
          <p:cNvSpPr txBox="1"/>
          <p:nvPr/>
        </p:nvSpPr>
        <p:spPr>
          <a:xfrm>
            <a:off x="249676" y="4226"/>
            <a:ext cx="1301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CMDSP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80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03" grpId="0"/>
      <p:bldP spid="109" grpId="0"/>
      <p:bldP spid="41" grpId="0"/>
      <p:bldP spid="42" grpId="0"/>
      <p:bldP spid="44" grpId="0"/>
      <p:bldP spid="178" grpId="0"/>
      <p:bldP spid="80" grpId="0"/>
      <p:bldP spid="83" grpId="0"/>
      <p:bldP spid="6" grpId="0" animBg="1"/>
      <p:bldP spid="7" grpId="0" animBg="1"/>
      <p:bldP spid="13" grpId="0"/>
      <p:bldP spid="14" grpId="0"/>
      <p:bldP spid="21" grpId="0"/>
      <p:bldP spid="32" grpId="0"/>
      <p:bldP spid="4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0D08A-2879-187E-C94A-A168506D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232738-8586-51D4-9AD1-0FF2CB4E50A0}"/>
              </a:ext>
            </a:extLst>
          </p:cNvPr>
          <p:cNvSpPr/>
          <p:nvPr/>
        </p:nvSpPr>
        <p:spPr>
          <a:xfrm>
            <a:off x="9644972" y="681479"/>
            <a:ext cx="1211837" cy="32735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40ADD3D-422F-1E0E-1563-650FDCCD3B97}"/>
              </a:ext>
            </a:extLst>
          </p:cNvPr>
          <p:cNvGrpSpPr/>
          <p:nvPr/>
        </p:nvGrpSpPr>
        <p:grpSpPr>
          <a:xfrm>
            <a:off x="9899912" y="642967"/>
            <a:ext cx="918190" cy="409011"/>
            <a:chOff x="9876755" y="634681"/>
            <a:chExt cx="918190" cy="409011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2032C656-82E8-95D2-3A75-00ADB4010BB8}"/>
                </a:ext>
              </a:extLst>
            </p:cNvPr>
            <p:cNvGrpSpPr/>
            <p:nvPr/>
          </p:nvGrpSpPr>
          <p:grpSpPr>
            <a:xfrm>
              <a:off x="10152928" y="634681"/>
              <a:ext cx="642017" cy="409011"/>
              <a:chOff x="1913836" y="1309536"/>
              <a:chExt cx="642017" cy="409011"/>
            </a:xfrm>
          </p:grpSpPr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3B1AED6F-1A85-F1E8-5B2A-E970563A8C4A}"/>
                  </a:ext>
                </a:extLst>
              </p:cNvPr>
              <p:cNvGrpSpPr/>
              <p:nvPr/>
            </p:nvGrpSpPr>
            <p:grpSpPr>
              <a:xfrm>
                <a:off x="2050887" y="1309536"/>
                <a:ext cx="504966" cy="409011"/>
                <a:chOff x="2050887" y="1309536"/>
                <a:chExt cx="504966" cy="40901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文字方塊 17">
                      <a:extLst>
                        <a:ext uri="{FF2B5EF4-FFF2-40B4-BE49-F238E27FC236}">
                          <a16:creationId xmlns:a16="http://schemas.microsoft.com/office/drawing/2014/main" id="{63B94186-ECA2-6F42-D3A1-1040736596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50887" y="1309536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dirty="0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17" name="文字方塊 216">
                      <a:extLst>
                        <a:ext uri="{FF2B5EF4-FFF2-40B4-BE49-F238E27FC236}">
                          <a16:creationId xmlns:a16="http://schemas.microsoft.com/office/drawing/2014/main" id="{75D1FF09-C02A-6A31-040B-23F0AF7506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50887" y="1309536"/>
                      <a:ext cx="295688" cy="400110"/>
                    </a:xfrm>
                    <a:prstGeom prst="rect">
                      <a:avLst/>
                    </a:prstGeom>
                    <a:blipFill>
                      <a:blip r:embed="rId4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" name="TextBox 15">
                  <a:extLst>
                    <a:ext uri="{FF2B5EF4-FFF2-40B4-BE49-F238E27FC236}">
                      <a16:creationId xmlns:a16="http://schemas.microsoft.com/office/drawing/2014/main" id="{E54FBBE4-3269-E8EE-5B02-CB0ADC8D7B72}"/>
                    </a:ext>
                  </a:extLst>
                </p:cNvPr>
                <p:cNvSpPr txBox="1"/>
                <p:nvPr/>
              </p:nvSpPr>
              <p:spPr>
                <a:xfrm>
                  <a:off x="2311853" y="1318437"/>
                  <a:ext cx="244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ysClr val="windowText" lastClr="000000"/>
                      </a:solidFill>
                      <a:latin typeface="Lucida Calligraphy" panose="03010101010101010101" pitchFamily="66" charset="0"/>
                    </a:rPr>
                    <a:t>C</a:t>
                  </a:r>
                  <a:endParaRPr lang="zh-TW" altLang="en-US" sz="2000" b="1" dirty="0"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endParaRPr>
                </a:p>
              </p:txBody>
            </p:sp>
          </p:grp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A4B08CD3-2676-1CCD-B7E4-88093D054ACD}"/>
                  </a:ext>
                </a:extLst>
              </p:cNvPr>
              <p:cNvSpPr txBox="1"/>
              <p:nvPr/>
            </p:nvSpPr>
            <p:spPr>
              <a:xfrm>
                <a:off x="1913836" y="1318437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S</a:t>
                </a:r>
                <a:endParaRPr lang="zh-TW" altLang="en-US" sz="2000" b="1" dirty="0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E6335B5E-A579-A45C-735C-AE9AFCF2E696}"/>
                    </a:ext>
                  </a:extLst>
                </p:cNvPr>
                <p:cNvSpPr txBox="1"/>
                <p:nvPr/>
              </p:nvSpPr>
              <p:spPr>
                <a:xfrm>
                  <a:off x="9876755" y="63681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E6335B5E-A579-A45C-735C-AE9AFCF2E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755" y="636817"/>
                  <a:ext cx="295688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" name="圖片 36">
            <a:extLst>
              <a:ext uri="{FF2B5EF4-FFF2-40B4-BE49-F238E27FC236}">
                <a16:creationId xmlns:a16="http://schemas.microsoft.com/office/drawing/2014/main" id="{C539A2BD-0F4B-1A5F-CEA3-0A3EBEA56D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-4229" y="3346993"/>
            <a:ext cx="12192000" cy="3444187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3322E74A-89D5-91F7-D112-74764FDC49AA}"/>
              </a:ext>
            </a:extLst>
          </p:cNvPr>
          <p:cNvSpPr txBox="1"/>
          <p:nvPr/>
        </p:nvSpPr>
        <p:spPr>
          <a:xfrm>
            <a:off x="2156733" y="637111"/>
            <a:ext cx="104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$ 260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9B9B56F-E49D-B5D9-4098-98860C738D03}"/>
              </a:ext>
            </a:extLst>
          </p:cNvPr>
          <p:cNvGrpSpPr/>
          <p:nvPr/>
        </p:nvGrpSpPr>
        <p:grpSpPr>
          <a:xfrm>
            <a:off x="38543" y="634681"/>
            <a:ext cx="9861369" cy="410697"/>
            <a:chOff x="38543" y="634681"/>
            <a:chExt cx="9861369" cy="410697"/>
          </a:xfrm>
        </p:grpSpPr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312A4D79-39F0-3D96-9699-D7F464B4FD5E}"/>
                </a:ext>
              </a:extLst>
            </p:cNvPr>
            <p:cNvSpPr txBox="1"/>
            <p:nvPr/>
          </p:nvSpPr>
          <p:spPr>
            <a:xfrm>
              <a:off x="1819587" y="634681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M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3" name="TextBox 15">
              <a:extLst>
                <a:ext uri="{FF2B5EF4-FFF2-40B4-BE49-F238E27FC236}">
                  <a16:creationId xmlns:a16="http://schemas.microsoft.com/office/drawing/2014/main" id="{08F5763E-AF1B-96B6-24CC-EB0C8B6AA1B6}"/>
                </a:ext>
              </a:extLst>
            </p:cNvPr>
            <p:cNvSpPr txBox="1"/>
            <p:nvPr/>
          </p:nvSpPr>
          <p:spPr>
            <a:xfrm>
              <a:off x="4654484" y="645268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D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E2B3036D-3C88-F137-E948-5D87CF578EDB}"/>
                </a:ext>
              </a:extLst>
            </p:cNvPr>
            <p:cNvSpPr txBox="1"/>
            <p:nvPr/>
          </p:nvSpPr>
          <p:spPr>
            <a:xfrm>
              <a:off x="9655912" y="642967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P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5" name="TextBox 15">
              <a:extLst>
                <a:ext uri="{FF2B5EF4-FFF2-40B4-BE49-F238E27FC236}">
                  <a16:creationId xmlns:a16="http://schemas.microsoft.com/office/drawing/2014/main" id="{298F8EA6-1FE9-613D-C40F-4B44BA9D448C}"/>
                </a:ext>
              </a:extLst>
            </p:cNvPr>
            <p:cNvSpPr txBox="1"/>
            <p:nvPr/>
          </p:nvSpPr>
          <p:spPr>
            <a:xfrm>
              <a:off x="7080081" y="643910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S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82B38F1B-AB3F-1495-479B-1B364EE30B5A}"/>
                </a:ext>
              </a:extLst>
            </p:cNvPr>
            <p:cNvSpPr txBox="1"/>
            <p:nvPr/>
          </p:nvSpPr>
          <p:spPr>
            <a:xfrm>
              <a:off x="38543" y="645268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C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15381CAF-4321-B043-4AA7-DEAAC94EC745}"/>
              </a:ext>
            </a:extLst>
          </p:cNvPr>
          <p:cNvGrpSpPr/>
          <p:nvPr/>
        </p:nvGrpSpPr>
        <p:grpSpPr>
          <a:xfrm>
            <a:off x="1871742" y="1067778"/>
            <a:ext cx="1468501" cy="409011"/>
            <a:chOff x="1498603" y="1408278"/>
            <a:chExt cx="1468501" cy="409011"/>
          </a:xfrm>
        </p:grpSpPr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4FD9948E-8EAA-0838-E946-8B45BC7EC9C2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17951263-AEDA-E4E7-2E66-0D0E2629438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D5377B7B-9DD9-AEE0-5EB0-BAF94A1D449F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2" name="TextBox 15">
            <a:extLst>
              <a:ext uri="{FF2B5EF4-FFF2-40B4-BE49-F238E27FC236}">
                <a16:creationId xmlns:a16="http://schemas.microsoft.com/office/drawing/2014/main" id="{A521D5DF-AEEE-EC84-7D2A-2863E9D027DB}"/>
              </a:ext>
            </a:extLst>
          </p:cNvPr>
          <p:cNvSpPr txBox="1"/>
          <p:nvPr/>
        </p:nvSpPr>
        <p:spPr>
          <a:xfrm>
            <a:off x="1713013" y="1076679"/>
            <a:ext cx="2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C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84" name="群組 183">
            <a:extLst>
              <a:ext uri="{FF2B5EF4-FFF2-40B4-BE49-F238E27FC236}">
                <a16:creationId xmlns:a16="http://schemas.microsoft.com/office/drawing/2014/main" id="{E7849A63-1023-D775-3ACA-384E2C37A4F6}"/>
              </a:ext>
            </a:extLst>
          </p:cNvPr>
          <p:cNvGrpSpPr/>
          <p:nvPr/>
        </p:nvGrpSpPr>
        <p:grpSpPr>
          <a:xfrm>
            <a:off x="3082171" y="1063818"/>
            <a:ext cx="992611" cy="418886"/>
            <a:chOff x="3082171" y="1063818"/>
            <a:chExt cx="992611" cy="418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8D3413E2-A0CF-9CCF-7CDB-02574152E5A2}"/>
                    </a:ext>
                  </a:extLst>
                </p:cNvPr>
                <p:cNvSpPr txBox="1"/>
                <p:nvPr/>
              </p:nvSpPr>
              <p:spPr>
                <a:xfrm>
                  <a:off x="3082171" y="106381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8D3413E2-A0CF-9CCF-7CDB-02574152E5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2171" y="1063818"/>
                  <a:ext cx="295688" cy="400110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DD15CF6E-87FF-218B-52B5-19F02DAE0F80}"/>
                </a:ext>
              </a:extLst>
            </p:cNvPr>
            <p:cNvSpPr txBox="1"/>
            <p:nvPr/>
          </p:nvSpPr>
          <p:spPr>
            <a:xfrm>
              <a:off x="3346602" y="1082594"/>
              <a:ext cx="7281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260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EDEF8A1D-2EA1-97CF-22E6-8EA1089E8683}"/>
              </a:ext>
            </a:extLst>
          </p:cNvPr>
          <p:cNvGrpSpPr/>
          <p:nvPr/>
        </p:nvGrpSpPr>
        <p:grpSpPr>
          <a:xfrm>
            <a:off x="4553889" y="1066723"/>
            <a:ext cx="1468501" cy="409011"/>
            <a:chOff x="1498603" y="1408278"/>
            <a:chExt cx="1468501" cy="409011"/>
          </a:xfrm>
        </p:grpSpPr>
        <p:sp>
          <p:nvSpPr>
            <p:cNvPr id="129" name="文字方塊 128">
              <a:extLst>
                <a:ext uri="{FF2B5EF4-FFF2-40B4-BE49-F238E27FC236}">
                  <a16:creationId xmlns:a16="http://schemas.microsoft.com/office/drawing/2014/main" id="{E6ADEDE0-9B1B-F01D-C21C-AC5F06C60610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0" name="文字方塊 129">
              <a:extLst>
                <a:ext uri="{FF2B5EF4-FFF2-40B4-BE49-F238E27FC236}">
                  <a16:creationId xmlns:a16="http://schemas.microsoft.com/office/drawing/2014/main" id="{196034C6-E588-2C49-2BBD-4C63DA35D3D9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C747C84-10CF-8D39-9D60-5517B6DEFE82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C3AAFEA9-DCFB-F9F2-34B9-DBC33D4B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07CCA31E-8BAF-2836-CA91-F816EE3087C1}"/>
              </a:ext>
            </a:extLst>
          </p:cNvPr>
          <p:cNvGrpSpPr/>
          <p:nvPr/>
        </p:nvGrpSpPr>
        <p:grpSpPr>
          <a:xfrm>
            <a:off x="7069563" y="1042363"/>
            <a:ext cx="509893" cy="413645"/>
            <a:chOff x="2867966" y="1459294"/>
            <a:chExt cx="509893" cy="413645"/>
          </a:xfrm>
        </p:grpSpPr>
        <p:sp>
          <p:nvSpPr>
            <p:cNvPr id="134" name="TextBox 15">
              <a:extLst>
                <a:ext uri="{FF2B5EF4-FFF2-40B4-BE49-F238E27FC236}">
                  <a16:creationId xmlns:a16="http://schemas.microsoft.com/office/drawing/2014/main" id="{D2950964-79AA-DAA9-0C47-AB3A20F23268}"/>
                </a:ext>
              </a:extLst>
            </p:cNvPr>
            <p:cNvSpPr txBox="1"/>
            <p:nvPr/>
          </p:nvSpPr>
          <p:spPr>
            <a:xfrm>
              <a:off x="2867966" y="1472829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S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01BA3F13-FC1A-AD9A-A30E-48A0B90DF5FB}"/>
                    </a:ext>
                  </a:extLst>
                </p:cNvPr>
                <p:cNvSpPr txBox="1"/>
                <p:nvPr/>
              </p:nvSpPr>
              <p:spPr>
                <a:xfrm>
                  <a:off x="3082171" y="145929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01BA3F13-FC1A-AD9A-A30E-48A0B90DF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2171" y="1459294"/>
                  <a:ext cx="295688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0AE2EC0D-21DD-AAAC-8B70-EF2EE2FCC3CA}"/>
              </a:ext>
            </a:extLst>
          </p:cNvPr>
          <p:cNvSpPr txBox="1"/>
          <p:nvPr/>
        </p:nvSpPr>
        <p:spPr>
          <a:xfrm>
            <a:off x="7513608" y="1056585"/>
            <a:ext cx="699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260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499B1192-A51C-07BF-3671-7958DF88FBCB}"/>
              </a:ext>
            </a:extLst>
          </p:cNvPr>
          <p:cNvGrpSpPr/>
          <p:nvPr/>
        </p:nvGrpSpPr>
        <p:grpSpPr>
          <a:xfrm>
            <a:off x="8035097" y="1042363"/>
            <a:ext cx="1468501" cy="409011"/>
            <a:chOff x="1498603" y="1408278"/>
            <a:chExt cx="1468501" cy="409011"/>
          </a:xfrm>
        </p:grpSpPr>
        <p:sp>
          <p:nvSpPr>
            <p:cNvPr id="138" name="文字方塊 137">
              <a:extLst>
                <a:ext uri="{FF2B5EF4-FFF2-40B4-BE49-F238E27FC236}">
                  <a16:creationId xmlns:a16="http://schemas.microsoft.com/office/drawing/2014/main" id="{6FA1EB96-24A2-584E-8988-64E438F9C1A0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9" name="文字方塊 138">
              <a:extLst>
                <a:ext uri="{FF2B5EF4-FFF2-40B4-BE49-F238E27FC236}">
                  <a16:creationId xmlns:a16="http://schemas.microsoft.com/office/drawing/2014/main" id="{F12B177A-0E89-1175-798B-9813D83018BA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字方塊 139">
                  <a:extLst>
                    <a:ext uri="{FF2B5EF4-FFF2-40B4-BE49-F238E27FC236}">
                      <a16:creationId xmlns:a16="http://schemas.microsoft.com/office/drawing/2014/main" id="{7ECB70D6-549A-F221-C2D2-7D9EC8602B0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C3AAFEA9-DCFB-F9F2-34B9-DBC33D4B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5" name="群組 184">
            <a:extLst>
              <a:ext uri="{FF2B5EF4-FFF2-40B4-BE49-F238E27FC236}">
                <a16:creationId xmlns:a16="http://schemas.microsoft.com/office/drawing/2014/main" id="{E2088B9C-82F4-ADD9-3F39-B873F0B40AB7}"/>
              </a:ext>
            </a:extLst>
          </p:cNvPr>
          <p:cNvGrpSpPr/>
          <p:nvPr/>
        </p:nvGrpSpPr>
        <p:grpSpPr>
          <a:xfrm>
            <a:off x="2377383" y="4869044"/>
            <a:ext cx="1627230" cy="409011"/>
            <a:chOff x="2377383" y="4759715"/>
            <a:chExt cx="1627230" cy="409011"/>
          </a:xfrm>
        </p:grpSpPr>
        <p:grpSp>
          <p:nvGrpSpPr>
            <p:cNvPr id="145" name="群組 144">
              <a:extLst>
                <a:ext uri="{FF2B5EF4-FFF2-40B4-BE49-F238E27FC236}">
                  <a16:creationId xmlns:a16="http://schemas.microsoft.com/office/drawing/2014/main" id="{B46B485D-3527-4657-FB3E-DD0A488C02E3}"/>
                </a:ext>
              </a:extLst>
            </p:cNvPr>
            <p:cNvGrpSpPr/>
            <p:nvPr/>
          </p:nvGrpSpPr>
          <p:grpSpPr>
            <a:xfrm>
              <a:off x="2536112" y="4759715"/>
              <a:ext cx="1468501" cy="409011"/>
              <a:chOff x="1498603" y="1408278"/>
              <a:chExt cx="1468501" cy="409011"/>
            </a:xfrm>
          </p:grpSpPr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5D3E363B-735D-5D95-4D55-FBD086DE1597}"/>
                  </a:ext>
                </a:extLst>
              </p:cNvPr>
              <p:cNvSpPr txBox="1"/>
              <p:nvPr/>
            </p:nvSpPr>
            <p:spPr>
              <a:xfrm>
                <a:off x="1498603" y="1417179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759168D1-613C-C163-0073-7EA380C8A5E9}"/>
                  </a:ext>
                </a:extLst>
              </p:cNvPr>
              <p:cNvSpPr txBox="1"/>
              <p:nvPr/>
            </p:nvSpPr>
            <p:spPr>
              <a:xfrm>
                <a:off x="2008473" y="1417179"/>
                <a:ext cx="9586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30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%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文字方塊 147">
                    <a:extLst>
                      <a:ext uri="{FF2B5EF4-FFF2-40B4-BE49-F238E27FC236}">
                        <a16:creationId xmlns:a16="http://schemas.microsoft.com/office/drawing/2014/main" id="{7F403975-819E-9DF2-CD1F-94B2CA03E8A0}"/>
                      </a:ext>
                    </a:extLst>
                  </p:cNvPr>
                  <p:cNvSpPr txBox="1"/>
                  <p:nvPr/>
                </p:nvSpPr>
                <p:spPr>
                  <a:xfrm>
                    <a:off x="1807935" y="140827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4481E965-E09E-2040-EEE7-BF7DA5709C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7935" y="1408278"/>
                    <a:ext cx="295688" cy="40011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9" name="TextBox 15">
              <a:extLst>
                <a:ext uri="{FF2B5EF4-FFF2-40B4-BE49-F238E27FC236}">
                  <a16:creationId xmlns:a16="http://schemas.microsoft.com/office/drawing/2014/main" id="{820BD794-026B-4503-9432-9C34693F7AF6}"/>
                </a:ext>
              </a:extLst>
            </p:cNvPr>
            <p:cNvSpPr txBox="1"/>
            <p:nvPr/>
          </p:nvSpPr>
          <p:spPr>
            <a:xfrm>
              <a:off x="2377383" y="4768616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C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922FDD37-7E0B-256B-3195-9B0B9D92491A}"/>
                  </a:ext>
                </a:extLst>
              </p:cNvPr>
              <p:cNvSpPr txBox="1"/>
              <p:nvPr/>
            </p:nvSpPr>
            <p:spPr>
              <a:xfrm>
                <a:off x="3746541" y="48650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922FDD37-7E0B-256B-3195-9B0B9D924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41" y="4865084"/>
                <a:ext cx="295688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12C69B1C-3BA9-03AB-6A15-F97B6EC71697}"/>
              </a:ext>
            </a:extLst>
          </p:cNvPr>
          <p:cNvSpPr txBox="1"/>
          <p:nvPr/>
        </p:nvSpPr>
        <p:spPr>
          <a:xfrm>
            <a:off x="4010972" y="4883860"/>
            <a:ext cx="728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260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8AEDFE2B-14F1-2F93-CBA5-8751F87CEDCC}"/>
              </a:ext>
            </a:extLst>
          </p:cNvPr>
          <p:cNvGrpSpPr/>
          <p:nvPr/>
        </p:nvGrpSpPr>
        <p:grpSpPr>
          <a:xfrm>
            <a:off x="3532336" y="5260560"/>
            <a:ext cx="509893" cy="413645"/>
            <a:chOff x="2867966" y="1459294"/>
            <a:chExt cx="509893" cy="413645"/>
          </a:xfrm>
        </p:grpSpPr>
        <p:sp>
          <p:nvSpPr>
            <p:cNvPr id="153" name="TextBox 15">
              <a:extLst>
                <a:ext uri="{FF2B5EF4-FFF2-40B4-BE49-F238E27FC236}">
                  <a16:creationId xmlns:a16="http://schemas.microsoft.com/office/drawing/2014/main" id="{0BF0D036-5AB3-0B5B-7AB0-19605EA8426F}"/>
                </a:ext>
              </a:extLst>
            </p:cNvPr>
            <p:cNvSpPr txBox="1"/>
            <p:nvPr/>
          </p:nvSpPr>
          <p:spPr>
            <a:xfrm>
              <a:off x="2867966" y="1472829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C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字方塊 153">
                  <a:extLst>
                    <a:ext uri="{FF2B5EF4-FFF2-40B4-BE49-F238E27FC236}">
                      <a16:creationId xmlns:a16="http://schemas.microsoft.com/office/drawing/2014/main" id="{F16CBB59-FA8D-5A79-FB01-9414C9FADAB7}"/>
                    </a:ext>
                  </a:extLst>
                </p:cNvPr>
                <p:cNvSpPr txBox="1"/>
                <p:nvPr/>
              </p:nvSpPr>
              <p:spPr>
                <a:xfrm>
                  <a:off x="3082171" y="145929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4" name="文字方塊 153">
                  <a:extLst>
                    <a:ext uri="{FF2B5EF4-FFF2-40B4-BE49-F238E27FC236}">
                      <a16:creationId xmlns:a16="http://schemas.microsoft.com/office/drawing/2014/main" id="{F16CBB59-FA8D-5A79-FB01-9414C9FAD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2171" y="1459294"/>
                  <a:ext cx="295688" cy="40011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2CBD89E5-0E9C-9AE1-2C87-070C1F6E1BC7}"/>
              </a:ext>
            </a:extLst>
          </p:cNvPr>
          <p:cNvSpPr txBox="1"/>
          <p:nvPr/>
        </p:nvSpPr>
        <p:spPr>
          <a:xfrm>
            <a:off x="3997210" y="5278774"/>
            <a:ext cx="728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200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CBE88E31-B80D-093C-9D1D-DA1526EC1846}"/>
              </a:ext>
            </a:extLst>
          </p:cNvPr>
          <p:cNvGrpSpPr/>
          <p:nvPr/>
        </p:nvGrpSpPr>
        <p:grpSpPr>
          <a:xfrm>
            <a:off x="5999086" y="4877945"/>
            <a:ext cx="2434035" cy="414332"/>
            <a:chOff x="5999086" y="4768616"/>
            <a:chExt cx="2434035" cy="414332"/>
          </a:xfrm>
        </p:grpSpPr>
        <p:grpSp>
          <p:nvGrpSpPr>
            <p:cNvPr id="156" name="群組 155">
              <a:extLst>
                <a:ext uri="{FF2B5EF4-FFF2-40B4-BE49-F238E27FC236}">
                  <a16:creationId xmlns:a16="http://schemas.microsoft.com/office/drawing/2014/main" id="{A7EEB340-9B25-D8FA-169C-DAB1C52AF365}"/>
                </a:ext>
              </a:extLst>
            </p:cNvPr>
            <p:cNvGrpSpPr/>
            <p:nvPr/>
          </p:nvGrpSpPr>
          <p:grpSpPr>
            <a:xfrm>
              <a:off x="5999086" y="4768616"/>
              <a:ext cx="509893" cy="413645"/>
              <a:chOff x="2867966" y="1459294"/>
              <a:chExt cx="509893" cy="413645"/>
            </a:xfrm>
          </p:grpSpPr>
          <p:sp>
            <p:nvSpPr>
              <p:cNvPr id="157" name="TextBox 15">
                <a:extLst>
                  <a:ext uri="{FF2B5EF4-FFF2-40B4-BE49-F238E27FC236}">
                    <a16:creationId xmlns:a16="http://schemas.microsoft.com/office/drawing/2014/main" id="{C6466244-9D46-F7E2-3338-35FB9662DFAC}"/>
                  </a:ext>
                </a:extLst>
              </p:cNvPr>
              <p:cNvSpPr txBox="1"/>
              <p:nvPr/>
            </p:nvSpPr>
            <p:spPr>
              <a:xfrm>
                <a:off x="2867966" y="1472829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S</a:t>
                </a:r>
                <a:endParaRPr lang="zh-TW" altLang="en-US" sz="2000" b="1" dirty="0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FC0B4D7D-42FA-2D6B-707B-E017ECFF358E}"/>
                      </a:ext>
                    </a:extLst>
                  </p:cNvPr>
                  <p:cNvSpPr txBox="1"/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FC0B4D7D-42FA-2D6B-707B-E017ECFF35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41D69F18-7CDA-950B-2ECF-0F48FDCB7664}"/>
                </a:ext>
              </a:extLst>
            </p:cNvPr>
            <p:cNvSpPr txBox="1"/>
            <p:nvPr/>
          </p:nvSpPr>
          <p:spPr>
            <a:xfrm>
              <a:off x="6443131" y="4782838"/>
              <a:ext cx="6994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260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60" name="群組 159">
              <a:extLst>
                <a:ext uri="{FF2B5EF4-FFF2-40B4-BE49-F238E27FC236}">
                  <a16:creationId xmlns:a16="http://schemas.microsoft.com/office/drawing/2014/main" id="{377F9F08-AFF2-E9AC-DD54-95E7B023F683}"/>
                </a:ext>
              </a:extLst>
            </p:cNvPr>
            <p:cNvGrpSpPr/>
            <p:nvPr/>
          </p:nvGrpSpPr>
          <p:grpSpPr>
            <a:xfrm>
              <a:off x="6964620" y="4768616"/>
              <a:ext cx="1468501" cy="409011"/>
              <a:chOff x="1498603" y="1408278"/>
              <a:chExt cx="1468501" cy="409011"/>
            </a:xfrm>
          </p:grpSpPr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7556CD77-2C39-2456-DFE6-5ACFA9BE469D}"/>
                  </a:ext>
                </a:extLst>
              </p:cNvPr>
              <p:cNvSpPr txBox="1"/>
              <p:nvPr/>
            </p:nvSpPr>
            <p:spPr>
              <a:xfrm>
                <a:off x="1498603" y="1417179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62" name="文字方塊 161">
                <a:extLst>
                  <a:ext uri="{FF2B5EF4-FFF2-40B4-BE49-F238E27FC236}">
                    <a16:creationId xmlns:a16="http://schemas.microsoft.com/office/drawing/2014/main" id="{E1832E13-E8F4-79A1-DA89-52F9CFD3551C}"/>
                  </a:ext>
                </a:extLst>
              </p:cNvPr>
              <p:cNvSpPr txBox="1"/>
              <p:nvPr/>
            </p:nvSpPr>
            <p:spPr>
              <a:xfrm>
                <a:off x="2008473" y="1417179"/>
                <a:ext cx="9586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15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%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3" name="文字方塊 162">
                    <a:extLst>
                      <a:ext uri="{FF2B5EF4-FFF2-40B4-BE49-F238E27FC236}">
                        <a16:creationId xmlns:a16="http://schemas.microsoft.com/office/drawing/2014/main" id="{DB5E959E-FF5D-C403-B56B-200C7E9E2449}"/>
                      </a:ext>
                    </a:extLst>
                  </p:cNvPr>
                  <p:cNvSpPr txBox="1"/>
                  <p:nvPr/>
                </p:nvSpPr>
                <p:spPr>
                  <a:xfrm>
                    <a:off x="1807935" y="140827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8" name="文字方塊 77">
                    <a:extLst>
                      <a:ext uri="{FF2B5EF4-FFF2-40B4-BE49-F238E27FC236}">
                        <a16:creationId xmlns:a16="http://schemas.microsoft.com/office/drawing/2014/main" id="{C3AAFEA9-DCFB-F9F2-34B9-DBC33D4B32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7935" y="1408278"/>
                    <a:ext cx="295688" cy="40011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7" name="群組 186">
            <a:extLst>
              <a:ext uri="{FF2B5EF4-FFF2-40B4-BE49-F238E27FC236}">
                <a16:creationId xmlns:a16="http://schemas.microsoft.com/office/drawing/2014/main" id="{F12957CB-2FFB-6A28-FC72-1EB0E572330D}"/>
              </a:ext>
            </a:extLst>
          </p:cNvPr>
          <p:cNvGrpSpPr/>
          <p:nvPr/>
        </p:nvGrpSpPr>
        <p:grpSpPr>
          <a:xfrm>
            <a:off x="5993768" y="5250029"/>
            <a:ext cx="1148787" cy="421647"/>
            <a:chOff x="5993768" y="5140700"/>
            <a:chExt cx="1148787" cy="421647"/>
          </a:xfrm>
        </p:grpSpPr>
        <p:grpSp>
          <p:nvGrpSpPr>
            <p:cNvPr id="164" name="群組 163">
              <a:extLst>
                <a:ext uri="{FF2B5EF4-FFF2-40B4-BE49-F238E27FC236}">
                  <a16:creationId xmlns:a16="http://schemas.microsoft.com/office/drawing/2014/main" id="{76E94A12-C1B8-55D9-FC99-E4D1B613E3F4}"/>
                </a:ext>
              </a:extLst>
            </p:cNvPr>
            <p:cNvGrpSpPr/>
            <p:nvPr/>
          </p:nvGrpSpPr>
          <p:grpSpPr>
            <a:xfrm>
              <a:off x="5993768" y="5140700"/>
              <a:ext cx="509893" cy="413645"/>
              <a:chOff x="2867966" y="1459294"/>
              <a:chExt cx="509893" cy="413645"/>
            </a:xfrm>
          </p:grpSpPr>
          <p:sp>
            <p:nvSpPr>
              <p:cNvPr id="165" name="TextBox 15">
                <a:extLst>
                  <a:ext uri="{FF2B5EF4-FFF2-40B4-BE49-F238E27FC236}">
                    <a16:creationId xmlns:a16="http://schemas.microsoft.com/office/drawing/2014/main" id="{CE2DC2FE-3225-BDF7-2DED-9BC0B73E81B2}"/>
                  </a:ext>
                </a:extLst>
              </p:cNvPr>
              <p:cNvSpPr txBox="1"/>
              <p:nvPr/>
            </p:nvSpPr>
            <p:spPr>
              <a:xfrm>
                <a:off x="2867966" y="1472829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S</a:t>
                </a:r>
                <a:endParaRPr lang="zh-TW" altLang="en-US" sz="2000" b="1" dirty="0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6" name="文字方塊 165">
                    <a:extLst>
                      <a:ext uri="{FF2B5EF4-FFF2-40B4-BE49-F238E27FC236}">
                        <a16:creationId xmlns:a16="http://schemas.microsoft.com/office/drawing/2014/main" id="{4B3BB192-2010-141D-C1D0-B6C0528BF1B5}"/>
                      </a:ext>
                    </a:extLst>
                  </p:cNvPr>
                  <p:cNvSpPr txBox="1"/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66" name="文字方塊 165">
                    <a:extLst>
                      <a:ext uri="{FF2B5EF4-FFF2-40B4-BE49-F238E27FC236}">
                        <a16:creationId xmlns:a16="http://schemas.microsoft.com/office/drawing/2014/main" id="{4B3BB192-2010-141D-C1D0-B6C0528BF1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7" name="文字方塊 166">
              <a:extLst>
                <a:ext uri="{FF2B5EF4-FFF2-40B4-BE49-F238E27FC236}">
                  <a16:creationId xmlns:a16="http://schemas.microsoft.com/office/drawing/2014/main" id="{47E2EF9C-BE25-8C2F-086A-0B754575611E}"/>
                </a:ext>
              </a:extLst>
            </p:cNvPr>
            <p:cNvSpPr txBox="1"/>
            <p:nvPr/>
          </p:nvSpPr>
          <p:spPr>
            <a:xfrm>
              <a:off x="6443131" y="5162237"/>
              <a:ext cx="6994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221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41F5AE56-9B06-DFB7-C097-65F047F8E853}"/>
              </a:ext>
            </a:extLst>
          </p:cNvPr>
          <p:cNvGrpSpPr/>
          <p:nvPr/>
        </p:nvGrpSpPr>
        <p:grpSpPr>
          <a:xfrm>
            <a:off x="4400990" y="6023997"/>
            <a:ext cx="2003046" cy="443784"/>
            <a:chOff x="4400990" y="5914668"/>
            <a:chExt cx="2003046" cy="443784"/>
          </a:xfrm>
        </p:grpSpPr>
        <p:grpSp>
          <p:nvGrpSpPr>
            <p:cNvPr id="170" name="群組 169">
              <a:extLst>
                <a:ext uri="{FF2B5EF4-FFF2-40B4-BE49-F238E27FC236}">
                  <a16:creationId xmlns:a16="http://schemas.microsoft.com/office/drawing/2014/main" id="{85BCF53F-9FFA-8B8A-474E-E247926C5F38}"/>
                </a:ext>
              </a:extLst>
            </p:cNvPr>
            <p:cNvGrpSpPr/>
            <p:nvPr/>
          </p:nvGrpSpPr>
          <p:grpSpPr>
            <a:xfrm>
              <a:off x="4400990" y="5944807"/>
              <a:ext cx="509893" cy="413645"/>
              <a:chOff x="2867966" y="1459294"/>
              <a:chExt cx="509893" cy="413645"/>
            </a:xfrm>
          </p:grpSpPr>
          <p:sp>
            <p:nvSpPr>
              <p:cNvPr id="171" name="TextBox 15">
                <a:extLst>
                  <a:ext uri="{FF2B5EF4-FFF2-40B4-BE49-F238E27FC236}">
                    <a16:creationId xmlns:a16="http://schemas.microsoft.com/office/drawing/2014/main" id="{0B3331AE-AC6D-4BB6-E068-3E84B3222E3E}"/>
                  </a:ext>
                </a:extLst>
              </p:cNvPr>
              <p:cNvSpPr txBox="1"/>
              <p:nvPr/>
            </p:nvSpPr>
            <p:spPr>
              <a:xfrm>
                <a:off x="2867966" y="1472829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P</a:t>
                </a:r>
                <a:endParaRPr lang="zh-TW" altLang="en-US" sz="2000" b="1" dirty="0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2" name="文字方塊 171">
                    <a:extLst>
                      <a:ext uri="{FF2B5EF4-FFF2-40B4-BE49-F238E27FC236}">
                        <a16:creationId xmlns:a16="http://schemas.microsoft.com/office/drawing/2014/main" id="{D4816963-95AE-40A8-F0CF-CE74BE50EEC6}"/>
                      </a:ext>
                    </a:extLst>
                  </p:cNvPr>
                  <p:cNvSpPr txBox="1"/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72" name="文字方塊 171">
                    <a:extLst>
                      <a:ext uri="{FF2B5EF4-FFF2-40B4-BE49-F238E27FC236}">
                        <a16:creationId xmlns:a16="http://schemas.microsoft.com/office/drawing/2014/main" id="{D4816963-95AE-40A8-F0CF-CE74BE50EE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6" name="群組 175">
              <a:extLst>
                <a:ext uri="{FF2B5EF4-FFF2-40B4-BE49-F238E27FC236}">
                  <a16:creationId xmlns:a16="http://schemas.microsoft.com/office/drawing/2014/main" id="{0783D4D3-AB33-6676-A86B-E70402C11312}"/>
                </a:ext>
              </a:extLst>
            </p:cNvPr>
            <p:cNvGrpSpPr/>
            <p:nvPr/>
          </p:nvGrpSpPr>
          <p:grpSpPr>
            <a:xfrm>
              <a:off x="4858992" y="5914668"/>
              <a:ext cx="1545044" cy="424768"/>
              <a:chOff x="6271825" y="4244565"/>
              <a:chExt cx="1545044" cy="424768"/>
            </a:xfrm>
          </p:grpSpPr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275360A0-E224-B04A-63F7-E163FEC53B55}"/>
                  </a:ext>
                </a:extLst>
              </p:cNvPr>
              <p:cNvSpPr txBox="1"/>
              <p:nvPr/>
            </p:nvSpPr>
            <p:spPr>
              <a:xfrm>
                <a:off x="6271825" y="4269223"/>
                <a:ext cx="6994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rPr>
                  <a:t>221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" name="文字方塊 173">
                    <a:extLst>
                      <a:ext uri="{FF2B5EF4-FFF2-40B4-BE49-F238E27FC236}">
                        <a16:creationId xmlns:a16="http://schemas.microsoft.com/office/drawing/2014/main" id="{74DFC932-5972-8266-06AA-7A767A026C43}"/>
                      </a:ext>
                    </a:extLst>
                  </p:cNvPr>
                  <p:cNvSpPr txBox="1"/>
                  <p:nvPr/>
                </p:nvSpPr>
                <p:spPr>
                  <a:xfrm>
                    <a:off x="6860101" y="424456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74" name="文字方塊 173">
                    <a:extLst>
                      <a:ext uri="{FF2B5EF4-FFF2-40B4-BE49-F238E27FC236}">
                        <a16:creationId xmlns:a16="http://schemas.microsoft.com/office/drawing/2014/main" id="{74DFC932-5972-8266-06AA-7A767A026C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0101" y="4244565"/>
                    <a:ext cx="295688" cy="400110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51B80058-AF18-6CF1-B867-E213FD50BE2F}"/>
                  </a:ext>
                </a:extLst>
              </p:cNvPr>
              <p:cNvSpPr txBox="1"/>
              <p:nvPr/>
            </p:nvSpPr>
            <p:spPr>
              <a:xfrm>
                <a:off x="7088689" y="4266470"/>
                <a:ext cx="7281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rPr>
                  <a:t>200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79" name="群組 178">
            <a:extLst>
              <a:ext uri="{FF2B5EF4-FFF2-40B4-BE49-F238E27FC236}">
                <a16:creationId xmlns:a16="http://schemas.microsoft.com/office/drawing/2014/main" id="{41DD5B68-5FCE-EB6B-344E-0B4B8A193675}"/>
              </a:ext>
            </a:extLst>
          </p:cNvPr>
          <p:cNvGrpSpPr/>
          <p:nvPr/>
        </p:nvGrpSpPr>
        <p:grpSpPr>
          <a:xfrm>
            <a:off x="4615195" y="6420610"/>
            <a:ext cx="1050726" cy="404319"/>
            <a:chOff x="6028028" y="4641178"/>
            <a:chExt cx="1050726" cy="404319"/>
          </a:xfrm>
        </p:grpSpPr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06977160-14B0-6C1E-CBB1-7C1D3649EDA8}"/>
                </a:ext>
              </a:extLst>
            </p:cNvPr>
            <p:cNvSpPr txBox="1"/>
            <p:nvPr/>
          </p:nvSpPr>
          <p:spPr>
            <a:xfrm>
              <a:off x="6271825" y="4645387"/>
              <a:ext cx="8069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$ 21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字方塊 177">
                  <a:extLst>
                    <a:ext uri="{FF2B5EF4-FFF2-40B4-BE49-F238E27FC236}">
                      <a16:creationId xmlns:a16="http://schemas.microsoft.com/office/drawing/2014/main" id="{01EC3E71-42DB-E957-07BF-8724993C9743}"/>
                    </a:ext>
                  </a:extLst>
                </p:cNvPr>
                <p:cNvSpPr txBox="1"/>
                <p:nvPr/>
              </p:nvSpPr>
              <p:spPr>
                <a:xfrm>
                  <a:off x="6028028" y="46411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78" name="文字方塊 177">
                  <a:extLst>
                    <a:ext uri="{FF2B5EF4-FFF2-40B4-BE49-F238E27FC236}">
                      <a16:creationId xmlns:a16="http://schemas.microsoft.com/office/drawing/2014/main" id="{01EC3E71-42DB-E957-07BF-8724993C97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8028" y="4641178"/>
                  <a:ext cx="295688" cy="4001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A3DD48C4-C74B-208A-7775-CA12AA4BD2B5}"/>
              </a:ext>
            </a:extLst>
          </p:cNvPr>
          <p:cNvGrpSpPr/>
          <p:nvPr/>
        </p:nvGrpSpPr>
        <p:grpSpPr>
          <a:xfrm>
            <a:off x="4363996" y="5650139"/>
            <a:ext cx="1211837" cy="409011"/>
            <a:chOff x="9462050" y="3558445"/>
            <a:chExt cx="1211837" cy="409011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D2DD5E6-7B79-B585-3057-4D1D9BE9928B}"/>
                </a:ext>
              </a:extLst>
            </p:cNvPr>
            <p:cNvSpPr/>
            <p:nvPr/>
          </p:nvSpPr>
          <p:spPr>
            <a:xfrm>
              <a:off x="9462050" y="3596957"/>
              <a:ext cx="1211837" cy="32735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1ADCD203-E043-440D-8184-B4BBD0A0E78C}"/>
                </a:ext>
              </a:extLst>
            </p:cNvPr>
            <p:cNvGrpSpPr/>
            <p:nvPr/>
          </p:nvGrpSpPr>
          <p:grpSpPr>
            <a:xfrm>
              <a:off x="9716990" y="3558445"/>
              <a:ext cx="918190" cy="409011"/>
              <a:chOff x="9876755" y="634681"/>
              <a:chExt cx="918190" cy="409011"/>
            </a:xfrm>
          </p:grpSpPr>
          <p:grpSp>
            <p:nvGrpSpPr>
              <p:cNvPr id="30" name="群組 29">
                <a:extLst>
                  <a:ext uri="{FF2B5EF4-FFF2-40B4-BE49-F238E27FC236}">
                    <a16:creationId xmlns:a16="http://schemas.microsoft.com/office/drawing/2014/main" id="{1EDA2390-7A4E-25C0-3269-DBA89EE29C25}"/>
                  </a:ext>
                </a:extLst>
              </p:cNvPr>
              <p:cNvGrpSpPr/>
              <p:nvPr/>
            </p:nvGrpSpPr>
            <p:grpSpPr>
              <a:xfrm>
                <a:off x="10152928" y="634681"/>
                <a:ext cx="642017" cy="409011"/>
                <a:chOff x="1913836" y="1309536"/>
                <a:chExt cx="642017" cy="409011"/>
              </a:xfrm>
            </p:grpSpPr>
            <p:grpSp>
              <p:nvGrpSpPr>
                <p:cNvPr id="32" name="群組 31">
                  <a:extLst>
                    <a:ext uri="{FF2B5EF4-FFF2-40B4-BE49-F238E27FC236}">
                      <a16:creationId xmlns:a16="http://schemas.microsoft.com/office/drawing/2014/main" id="{04E82E95-A002-9062-4E4E-E2B39ECE374D}"/>
                    </a:ext>
                  </a:extLst>
                </p:cNvPr>
                <p:cNvGrpSpPr/>
                <p:nvPr/>
              </p:nvGrpSpPr>
              <p:grpSpPr>
                <a:xfrm>
                  <a:off x="2050887" y="1309536"/>
                  <a:ext cx="504966" cy="409011"/>
                  <a:chOff x="2050887" y="1309536"/>
                  <a:chExt cx="504966" cy="409011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文字方塊 33">
                        <a:extLst>
                          <a:ext uri="{FF2B5EF4-FFF2-40B4-BE49-F238E27FC236}">
                            <a16:creationId xmlns:a16="http://schemas.microsoft.com/office/drawing/2014/main" id="{2FEE1BF1-87D3-15F5-5E26-6AFEA8CCA92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50887" y="1309536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7" name="文字方塊 216">
                        <a:extLst>
                          <a:ext uri="{FF2B5EF4-FFF2-40B4-BE49-F238E27FC236}">
                            <a16:creationId xmlns:a16="http://schemas.microsoft.com/office/drawing/2014/main" id="{75D1FF09-C02A-6A31-040B-23F0AF7506B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050887" y="1309536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4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5" name="TextBox 15">
                    <a:extLst>
                      <a:ext uri="{FF2B5EF4-FFF2-40B4-BE49-F238E27FC236}">
                        <a16:creationId xmlns:a16="http://schemas.microsoft.com/office/drawing/2014/main" id="{CDDEA8A5-A796-B808-88DD-0BC5155B0096}"/>
                      </a:ext>
                    </a:extLst>
                  </p:cNvPr>
                  <p:cNvSpPr txBox="1"/>
                  <p:nvPr/>
                </p:nvSpPr>
                <p:spPr>
                  <a:xfrm>
                    <a:off x="2311853" y="1318437"/>
                    <a:ext cx="2440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ysClr val="windowText" lastClr="000000"/>
                        </a:solidFill>
                        <a:latin typeface="Lucida Calligraphy" panose="03010101010101010101" pitchFamily="66" charset="0"/>
                      </a:rPr>
                      <a:t>C</a:t>
                    </a:r>
                    <a:endParaRPr lang="zh-TW" altLang="en-US" sz="2000" b="1" dirty="0">
                      <a:solidFill>
                        <a:sysClr val="windowText" lastClr="0000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p:grpSp>
            <p:sp>
              <p:nvSpPr>
                <p:cNvPr id="33" name="TextBox 15">
                  <a:extLst>
                    <a:ext uri="{FF2B5EF4-FFF2-40B4-BE49-F238E27FC236}">
                      <a16:creationId xmlns:a16="http://schemas.microsoft.com/office/drawing/2014/main" id="{16F3D17C-2452-14BE-0799-ABBC00E17A8A}"/>
                    </a:ext>
                  </a:extLst>
                </p:cNvPr>
                <p:cNvSpPr txBox="1"/>
                <p:nvPr/>
              </p:nvSpPr>
              <p:spPr>
                <a:xfrm>
                  <a:off x="1913836" y="1318437"/>
                  <a:ext cx="244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ysClr val="windowText" lastClr="000000"/>
                      </a:solidFill>
                      <a:latin typeface="Lucida Calligraphy" panose="03010101010101010101" pitchFamily="66" charset="0"/>
                    </a:rPr>
                    <a:t>S</a:t>
                  </a:r>
                  <a:endParaRPr lang="zh-TW" altLang="en-US" sz="2000" b="1" dirty="0"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277E7247-DD04-4979-794B-0317213028AC}"/>
                      </a:ext>
                    </a:extLst>
                  </p:cNvPr>
                  <p:cNvSpPr txBox="1"/>
                  <p:nvPr/>
                </p:nvSpPr>
                <p:spPr>
                  <a:xfrm>
                    <a:off x="9876755" y="63681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277E7247-DD04-4979-794B-0317213028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76755" y="636817"/>
                    <a:ext cx="295688" cy="400110"/>
                  </a:xfrm>
                  <a:prstGeom prst="rect">
                    <a:avLst/>
                  </a:prstGeom>
                  <a:blipFill>
                    <a:blip r:embed="rId4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TextBox 15">
              <a:extLst>
                <a:ext uri="{FF2B5EF4-FFF2-40B4-BE49-F238E27FC236}">
                  <a16:creationId xmlns:a16="http://schemas.microsoft.com/office/drawing/2014/main" id="{80E87DE6-2524-64FE-52A5-14493DE2FB6A}"/>
                </a:ext>
              </a:extLst>
            </p:cNvPr>
            <p:cNvSpPr txBox="1"/>
            <p:nvPr/>
          </p:nvSpPr>
          <p:spPr>
            <a:xfrm>
              <a:off x="9497291" y="3567346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P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AB91D3AB-9436-EB26-7D53-1DC48B9CAFEF}"/>
              </a:ext>
            </a:extLst>
          </p:cNvPr>
          <p:cNvGrpSpPr/>
          <p:nvPr/>
        </p:nvGrpSpPr>
        <p:grpSpPr>
          <a:xfrm>
            <a:off x="2301862" y="4464974"/>
            <a:ext cx="4201799" cy="402090"/>
            <a:chOff x="2306091" y="3048768"/>
            <a:chExt cx="4201799" cy="402090"/>
          </a:xfrm>
        </p:grpSpPr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F59874EA-62B4-ED94-B4AF-83DB435B5A87}"/>
                </a:ext>
              </a:extLst>
            </p:cNvPr>
            <p:cNvSpPr txBox="1"/>
            <p:nvPr/>
          </p:nvSpPr>
          <p:spPr>
            <a:xfrm>
              <a:off x="2306091" y="3050748"/>
              <a:ext cx="42017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Let     be the cost of the cake.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D658C084-A094-CF14-8481-395F482C89C4}"/>
                </a:ext>
              </a:extLst>
            </p:cNvPr>
            <p:cNvSpPr txBox="1"/>
            <p:nvPr/>
          </p:nvSpPr>
          <p:spPr>
            <a:xfrm>
              <a:off x="2989966" y="3048768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C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6A326A00-ABE7-F372-81E6-6CD998635828}"/>
              </a:ext>
            </a:extLst>
          </p:cNvPr>
          <p:cNvGrpSpPr/>
          <p:nvPr/>
        </p:nvGrpSpPr>
        <p:grpSpPr>
          <a:xfrm>
            <a:off x="2019593" y="4450891"/>
            <a:ext cx="357790" cy="400110"/>
            <a:chOff x="9365100" y="4544873"/>
            <a:chExt cx="357790" cy="400110"/>
          </a:xfrm>
        </p:grpSpPr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1428CF3-6F1F-91BF-8148-B692DB8BC113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A35F9600-81EA-7436-E079-0BD920AAB896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2CD93521-3C4F-4D01-D2E5-C6C278E0D70C}"/>
              </a:ext>
            </a:extLst>
          </p:cNvPr>
          <p:cNvGrpSpPr/>
          <p:nvPr/>
        </p:nvGrpSpPr>
        <p:grpSpPr>
          <a:xfrm>
            <a:off x="1819055" y="3175323"/>
            <a:ext cx="357790" cy="400110"/>
            <a:chOff x="9365100" y="4544873"/>
            <a:chExt cx="357790" cy="400110"/>
          </a:xfrm>
        </p:grpSpPr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FCCA973B-E85C-B0AD-924F-77A074848DA4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964670E9-F9AA-2734-1DF4-DB87B557C14C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3DE7EEA0-B069-3614-3BB1-525A33B8B102}"/>
              </a:ext>
            </a:extLst>
          </p:cNvPr>
          <p:cNvGrpSpPr/>
          <p:nvPr/>
        </p:nvGrpSpPr>
        <p:grpSpPr>
          <a:xfrm>
            <a:off x="4521237" y="3669332"/>
            <a:ext cx="357790" cy="400110"/>
            <a:chOff x="9365100" y="4544873"/>
            <a:chExt cx="357790" cy="400110"/>
          </a:xfrm>
        </p:grpSpPr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40A50C3F-EF5E-39C7-61C7-DB6D4893EE53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BAD0BD72-E1A6-023F-A868-CEB6088262B2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3D1F211A-A7E5-803B-E023-29A8515A0A53}"/>
              </a:ext>
            </a:extLst>
          </p:cNvPr>
          <p:cNvGrpSpPr/>
          <p:nvPr/>
        </p:nvGrpSpPr>
        <p:grpSpPr>
          <a:xfrm>
            <a:off x="2867996" y="3674439"/>
            <a:ext cx="357790" cy="400110"/>
            <a:chOff x="9365100" y="4544873"/>
            <a:chExt cx="357790" cy="400110"/>
          </a:xfrm>
        </p:grpSpPr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59969755-1F0C-E719-ECE6-2CAF65369176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50C24890-6B76-2443-6F69-7A78144DD191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A0DFC5B4-BF37-56BF-EA72-331E76882B1F}"/>
              </a:ext>
            </a:extLst>
          </p:cNvPr>
          <p:cNvGrpSpPr/>
          <p:nvPr/>
        </p:nvGrpSpPr>
        <p:grpSpPr>
          <a:xfrm>
            <a:off x="8611881" y="3682328"/>
            <a:ext cx="357790" cy="400110"/>
            <a:chOff x="9365100" y="4544873"/>
            <a:chExt cx="357790" cy="400110"/>
          </a:xfrm>
        </p:grpSpPr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EDC79C37-1BDA-78C9-B604-814CB031E927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249150DC-1F73-98A5-73E8-0C855BDE5BB5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73908DD6-8BF3-2263-14D0-86AC2C2D99BB}"/>
              </a:ext>
            </a:extLst>
          </p:cNvPr>
          <p:cNvGrpSpPr/>
          <p:nvPr/>
        </p:nvGrpSpPr>
        <p:grpSpPr>
          <a:xfrm>
            <a:off x="2019593" y="4877945"/>
            <a:ext cx="357790" cy="400110"/>
            <a:chOff x="9365100" y="4544873"/>
            <a:chExt cx="357790" cy="400110"/>
          </a:xfrm>
        </p:grpSpPr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7961FF4C-B664-1850-16D0-F76F70857EF2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E55C37B8-AB53-0CD0-DE80-96B07A91AD1E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23AC5F45-37F6-CFCD-8BF3-C25C0D10CEF3}"/>
              </a:ext>
            </a:extLst>
          </p:cNvPr>
          <p:cNvGrpSpPr/>
          <p:nvPr/>
        </p:nvGrpSpPr>
        <p:grpSpPr>
          <a:xfrm>
            <a:off x="7435209" y="4625273"/>
            <a:ext cx="357790" cy="400110"/>
            <a:chOff x="9365100" y="4544873"/>
            <a:chExt cx="357790" cy="400110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070EFDD-9FA7-8DF0-A1C7-00578998C7A6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E4A7FCA4-FDBB-76CD-CEBA-45F36D4B9EE8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D5CD27FD-9DE1-D97C-C994-37F818DFF3EC}"/>
              </a:ext>
            </a:extLst>
          </p:cNvPr>
          <p:cNvGrpSpPr/>
          <p:nvPr/>
        </p:nvGrpSpPr>
        <p:grpSpPr>
          <a:xfrm>
            <a:off x="5683166" y="4883860"/>
            <a:ext cx="357790" cy="400110"/>
            <a:chOff x="9365100" y="4544873"/>
            <a:chExt cx="357790" cy="400110"/>
          </a:xfrm>
        </p:grpSpPr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2402008C-650F-C2F0-879F-24E431584AC9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6BA6AB27-00E7-32DC-EDD0-5F2F5C419CA3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2DD18F2E-F620-EE70-768F-1A83CFED362E}"/>
              </a:ext>
            </a:extLst>
          </p:cNvPr>
          <p:cNvGrpSpPr/>
          <p:nvPr/>
        </p:nvGrpSpPr>
        <p:grpSpPr>
          <a:xfrm>
            <a:off x="3996075" y="5678884"/>
            <a:ext cx="357790" cy="400110"/>
            <a:chOff x="9365100" y="4544873"/>
            <a:chExt cx="357790" cy="400110"/>
          </a:xfrm>
        </p:grpSpPr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83133962-18AC-55E1-B5E0-A8547B9DD7E8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5E17C8E2-C5D4-2853-C484-D703E055DD9C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C643FDF2-2321-4896-31DE-0FD86D6A6790}"/>
              </a:ext>
            </a:extLst>
          </p:cNvPr>
          <p:cNvGrpSpPr/>
          <p:nvPr/>
        </p:nvGrpSpPr>
        <p:grpSpPr>
          <a:xfrm>
            <a:off x="-4229" y="364644"/>
            <a:ext cx="10538698" cy="335206"/>
            <a:chOff x="-4229" y="265254"/>
            <a:chExt cx="10538698" cy="335206"/>
          </a:xfrm>
          <a:solidFill>
            <a:srgbClr val="FFFF00"/>
          </a:solidFill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E5F7C65A-286F-5054-3678-E04DF5524C0C}"/>
                </a:ext>
              </a:extLst>
            </p:cNvPr>
            <p:cNvSpPr/>
            <p:nvPr/>
          </p:nvSpPr>
          <p:spPr>
            <a:xfrm>
              <a:off x="-4229" y="265254"/>
              <a:ext cx="719606" cy="32735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90F4A8D-DEE1-19CD-B729-96FB9B5E804B}"/>
                </a:ext>
              </a:extLst>
            </p:cNvPr>
            <p:cNvSpPr/>
            <p:nvPr/>
          </p:nvSpPr>
          <p:spPr>
            <a:xfrm>
              <a:off x="7064245" y="269198"/>
              <a:ext cx="1811853" cy="32735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2FD54C4-542C-EB9A-B168-C5C073560F99}"/>
                </a:ext>
              </a:extLst>
            </p:cNvPr>
            <p:cNvSpPr/>
            <p:nvPr/>
          </p:nvSpPr>
          <p:spPr>
            <a:xfrm>
              <a:off x="9628542" y="273103"/>
              <a:ext cx="905927" cy="32735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81" name="TextBox 15">
            <a:extLst>
              <a:ext uri="{FF2B5EF4-FFF2-40B4-BE49-F238E27FC236}">
                <a16:creationId xmlns:a16="http://schemas.microsoft.com/office/drawing/2014/main" id="{6E3E9442-DACD-0DF3-F711-249CBDE59B5B}"/>
              </a:ext>
            </a:extLst>
          </p:cNvPr>
          <p:cNvSpPr txBox="1"/>
          <p:nvPr/>
        </p:nvSpPr>
        <p:spPr>
          <a:xfrm>
            <a:off x="9531597" y="333961"/>
            <a:ext cx="1063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Profit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2" name="TextBox 15">
            <a:extLst>
              <a:ext uri="{FF2B5EF4-FFF2-40B4-BE49-F238E27FC236}">
                <a16:creationId xmlns:a16="http://schemas.microsoft.com/office/drawing/2014/main" id="{5ED7BD9E-5839-ABE9-A498-FB01358AE9FE}"/>
              </a:ext>
            </a:extLst>
          </p:cNvPr>
          <p:cNvSpPr txBox="1"/>
          <p:nvPr/>
        </p:nvSpPr>
        <p:spPr>
          <a:xfrm>
            <a:off x="1718984" y="333961"/>
            <a:ext cx="2097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Marked Price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3" name="TextBox 15">
            <a:extLst>
              <a:ext uri="{FF2B5EF4-FFF2-40B4-BE49-F238E27FC236}">
                <a16:creationId xmlns:a16="http://schemas.microsoft.com/office/drawing/2014/main" id="{161F5D42-1961-C569-0403-3496A8F9E004}"/>
              </a:ext>
            </a:extLst>
          </p:cNvPr>
          <p:cNvSpPr txBox="1"/>
          <p:nvPr/>
        </p:nvSpPr>
        <p:spPr>
          <a:xfrm>
            <a:off x="-95036" y="336262"/>
            <a:ext cx="840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Cost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4" name="TextBox 15">
            <a:extLst>
              <a:ext uri="{FF2B5EF4-FFF2-40B4-BE49-F238E27FC236}">
                <a16:creationId xmlns:a16="http://schemas.microsoft.com/office/drawing/2014/main" id="{8F62840F-2491-05D0-71B4-107E534A0C32}"/>
              </a:ext>
            </a:extLst>
          </p:cNvPr>
          <p:cNvSpPr txBox="1"/>
          <p:nvPr/>
        </p:nvSpPr>
        <p:spPr>
          <a:xfrm>
            <a:off x="4491803" y="336262"/>
            <a:ext cx="1549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Discount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5" name="TextBox 15">
            <a:extLst>
              <a:ext uri="{FF2B5EF4-FFF2-40B4-BE49-F238E27FC236}">
                <a16:creationId xmlns:a16="http://schemas.microsoft.com/office/drawing/2014/main" id="{2F942800-D190-CB75-8322-C658C6058C76}"/>
              </a:ext>
            </a:extLst>
          </p:cNvPr>
          <p:cNvSpPr txBox="1"/>
          <p:nvPr/>
        </p:nvSpPr>
        <p:spPr>
          <a:xfrm>
            <a:off x="6986257" y="334904"/>
            <a:ext cx="1987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Selling Price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1BBFF38C-A669-C41F-CAC8-1664F7689479}"/>
              </a:ext>
            </a:extLst>
          </p:cNvPr>
          <p:cNvGrpSpPr/>
          <p:nvPr/>
        </p:nvGrpSpPr>
        <p:grpSpPr>
          <a:xfrm>
            <a:off x="5399566" y="99390"/>
            <a:ext cx="1464991" cy="405923"/>
            <a:chOff x="4756910" y="1063519"/>
            <a:chExt cx="1464991" cy="405923"/>
          </a:xfrm>
        </p:grpSpPr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3FCB622E-4878-A97D-3CF3-FD75EF047655}"/>
                </a:ext>
              </a:extLst>
            </p:cNvPr>
            <p:cNvSpPr txBox="1"/>
            <p:nvPr/>
          </p:nvSpPr>
          <p:spPr>
            <a:xfrm>
              <a:off x="4756910" y="1069332"/>
              <a:ext cx="730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 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46C122C1-1506-53DC-3C03-78690C3FB98C}"/>
                </a:ext>
              </a:extLst>
            </p:cNvPr>
            <p:cNvSpPr txBox="1"/>
            <p:nvPr/>
          </p:nvSpPr>
          <p:spPr>
            <a:xfrm>
              <a:off x="5379734" y="1063519"/>
              <a:ext cx="842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OFF</a:t>
              </a:r>
              <a:endParaRPr lang="zh-TW" altLang="en-US" sz="2000" b="1" dirty="0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3CD585CD-1977-DCD7-FC22-6C28E1458A39}"/>
              </a:ext>
            </a:extLst>
          </p:cNvPr>
          <p:cNvGrpSpPr/>
          <p:nvPr/>
        </p:nvGrpSpPr>
        <p:grpSpPr>
          <a:xfrm>
            <a:off x="3108710" y="81456"/>
            <a:ext cx="1159169" cy="409011"/>
            <a:chOff x="1807935" y="1408278"/>
            <a:chExt cx="1159169" cy="409011"/>
          </a:xfrm>
        </p:grpSpPr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0FA4C948-BD2D-7DF5-F65D-55657AEDB5A0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7D316B60-D335-9A98-0870-896F798D288E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2F256605-41E3-FC18-C5DE-B753B1A8474E}"/>
              </a:ext>
            </a:extLst>
          </p:cNvPr>
          <p:cNvGrpSpPr/>
          <p:nvPr/>
        </p:nvGrpSpPr>
        <p:grpSpPr>
          <a:xfrm>
            <a:off x="0" y="0"/>
            <a:ext cx="357790" cy="400110"/>
            <a:chOff x="9365100" y="4544873"/>
            <a:chExt cx="357790" cy="400110"/>
          </a:xfrm>
        </p:grpSpPr>
        <p:sp>
          <p:nvSpPr>
            <p:cNvPr id="93" name="橢圓 92">
              <a:extLst>
                <a:ext uri="{FF2B5EF4-FFF2-40B4-BE49-F238E27FC236}">
                  <a16:creationId xmlns:a16="http://schemas.microsoft.com/office/drawing/2014/main" id="{D0999967-B76C-B64D-BD15-CE06767370DC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83451F43-D370-3A6C-3B2F-D2D308E25A9B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BB5357FF-7F72-4F98-BF36-3BF692D9A254}"/>
              </a:ext>
            </a:extLst>
          </p:cNvPr>
          <p:cNvGrpSpPr/>
          <p:nvPr/>
        </p:nvGrpSpPr>
        <p:grpSpPr>
          <a:xfrm>
            <a:off x="1793457" y="-2174"/>
            <a:ext cx="357790" cy="400110"/>
            <a:chOff x="9365100" y="4544873"/>
            <a:chExt cx="357790" cy="400110"/>
          </a:xfrm>
        </p:grpSpPr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238D62A2-0CA1-5E67-CFBF-5D28D2B936EB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63586A5C-FCFD-F116-2A81-21EA2B2C79FD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3238D4A2-FDF0-5E3D-3B40-C42F25A37FBA}"/>
              </a:ext>
            </a:extLst>
          </p:cNvPr>
          <p:cNvGrpSpPr/>
          <p:nvPr/>
        </p:nvGrpSpPr>
        <p:grpSpPr>
          <a:xfrm>
            <a:off x="4620122" y="0"/>
            <a:ext cx="357790" cy="400110"/>
            <a:chOff x="9365100" y="4544873"/>
            <a:chExt cx="357790" cy="400110"/>
          </a:xfrm>
        </p:grpSpPr>
        <p:sp>
          <p:nvSpPr>
            <p:cNvPr id="99" name="橢圓 98">
              <a:extLst>
                <a:ext uri="{FF2B5EF4-FFF2-40B4-BE49-F238E27FC236}">
                  <a16:creationId xmlns:a16="http://schemas.microsoft.com/office/drawing/2014/main" id="{15D21B66-24D6-DAFE-ABB0-2F8EDA19EEBB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E7E95952-83BD-65BE-9DDA-E56B3B3900BB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33DE7B1A-D174-8DA7-C23F-D7C197617C02}"/>
              </a:ext>
            </a:extLst>
          </p:cNvPr>
          <p:cNvGrpSpPr/>
          <p:nvPr/>
        </p:nvGrpSpPr>
        <p:grpSpPr>
          <a:xfrm>
            <a:off x="7066259" y="0"/>
            <a:ext cx="357790" cy="400110"/>
            <a:chOff x="9365100" y="4544873"/>
            <a:chExt cx="357790" cy="400110"/>
          </a:xfrm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4751B022-3D6B-3D41-94B0-F21D5D339667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3FBF2BD-20F4-01E1-1438-26DE9FC5558D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D68B2611-BD68-79CB-3ABD-B3E860D58CFE}"/>
              </a:ext>
            </a:extLst>
          </p:cNvPr>
          <p:cNvGrpSpPr/>
          <p:nvPr/>
        </p:nvGrpSpPr>
        <p:grpSpPr>
          <a:xfrm>
            <a:off x="9621815" y="0"/>
            <a:ext cx="357790" cy="400110"/>
            <a:chOff x="9365100" y="4544873"/>
            <a:chExt cx="357790" cy="400110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8E53E435-F990-9058-C50D-BBCC3AA17271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1457D0D4-168B-6945-82B2-065626C890DE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pic>
        <p:nvPicPr>
          <p:cNvPr id="108" name="圖片 107">
            <a:extLst>
              <a:ext uri="{FF2B5EF4-FFF2-40B4-BE49-F238E27FC236}">
                <a16:creationId xmlns:a16="http://schemas.microsoft.com/office/drawing/2014/main" id="{33357536-C201-2EF9-C8FD-893034AF4C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969671" y="5728648"/>
            <a:ext cx="3134162" cy="1047896"/>
          </a:xfrm>
          <a:prstGeom prst="rect">
            <a:avLst/>
          </a:prstGeom>
        </p:spPr>
      </p:pic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47A88DBF-C995-2CBA-50B2-2C88889EEB40}"/>
              </a:ext>
            </a:extLst>
          </p:cNvPr>
          <p:cNvGrpSpPr/>
          <p:nvPr/>
        </p:nvGrpSpPr>
        <p:grpSpPr>
          <a:xfrm>
            <a:off x="987482" y="3675593"/>
            <a:ext cx="357790" cy="400110"/>
            <a:chOff x="9365100" y="4544873"/>
            <a:chExt cx="357790" cy="400110"/>
          </a:xfrm>
        </p:grpSpPr>
        <p:sp>
          <p:nvSpPr>
            <p:cNvPr id="182" name="橢圓 181">
              <a:extLst>
                <a:ext uri="{FF2B5EF4-FFF2-40B4-BE49-F238E27FC236}">
                  <a16:creationId xmlns:a16="http://schemas.microsoft.com/office/drawing/2014/main" id="{3703E8C0-D637-E3C8-255A-80207DA98E03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83" name="文字方塊 182">
              <a:extLst>
                <a:ext uri="{FF2B5EF4-FFF2-40B4-BE49-F238E27FC236}">
                  <a16:creationId xmlns:a16="http://schemas.microsoft.com/office/drawing/2014/main" id="{F8A735FD-9C43-6437-2435-D80BC61F69B0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FB72DBA5-3F19-F478-E23F-AD1651897282}"/>
              </a:ext>
            </a:extLst>
          </p:cNvPr>
          <p:cNvGrpSpPr/>
          <p:nvPr/>
        </p:nvGrpSpPr>
        <p:grpSpPr>
          <a:xfrm>
            <a:off x="2244081" y="1600596"/>
            <a:ext cx="6972798" cy="1235520"/>
            <a:chOff x="2244081" y="1501206"/>
            <a:chExt cx="6972798" cy="1235520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25F118E2-E826-B057-B803-07394247B631}"/>
                </a:ext>
              </a:extLst>
            </p:cNvPr>
            <p:cNvSpPr txBox="1"/>
            <p:nvPr/>
          </p:nvSpPr>
          <p:spPr>
            <a:xfrm>
              <a:off x="2244081" y="1657301"/>
              <a:ext cx="61492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b="0" i="0" dirty="0">
                  <a:solidFill>
                    <a:srgbClr val="262626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rPr>
                <a:t>一成本二標價，三折四售，五</a:t>
              </a:r>
              <a:r>
                <a:rPr lang="zh-TW" altLang="en-US" sz="2400" dirty="0">
                  <a:solidFill>
                    <a:srgbClr val="262626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倍</a:t>
              </a:r>
              <a:r>
                <a:rPr lang="zh-TW" altLang="en-US" sz="2400" b="0" i="0" dirty="0">
                  <a:solidFill>
                    <a:srgbClr val="262626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rPr>
                <a:t>利潤笑哈哈</a:t>
              </a:r>
              <a:endParaRPr lang="zh-HK" altLang="en-US" sz="2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82D2D841-B0C3-FD31-18CB-1FE3F24DD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rcRect l="14154" t="3420" r="14997" b="3454"/>
            <a:stretch/>
          </p:blipFill>
          <p:spPr>
            <a:xfrm rot="875256">
              <a:off x="8276915" y="1501206"/>
              <a:ext cx="939964" cy="1235520"/>
            </a:xfrm>
            <a:prstGeom prst="rect">
              <a:avLst/>
            </a:prstGeom>
          </p:spPr>
        </p:pic>
      </p:grpSp>
      <p:sp>
        <p:nvSpPr>
          <p:cNvPr id="9" name="TextBox 15">
            <a:extLst>
              <a:ext uri="{FF2B5EF4-FFF2-40B4-BE49-F238E27FC236}">
                <a16:creationId xmlns:a16="http://schemas.microsoft.com/office/drawing/2014/main" id="{27115173-BBAA-5384-79F2-C53BBD8F82B9}"/>
              </a:ext>
            </a:extLst>
          </p:cNvPr>
          <p:cNvSpPr txBox="1"/>
          <p:nvPr/>
        </p:nvSpPr>
        <p:spPr>
          <a:xfrm>
            <a:off x="237050" y="0"/>
            <a:ext cx="1301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CMDSP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27B6A6-0ED7-C7AC-12AF-E1C9B6E4BA10}"/>
              </a:ext>
            </a:extLst>
          </p:cNvPr>
          <p:cNvSpPr/>
          <p:nvPr/>
        </p:nvSpPr>
        <p:spPr>
          <a:xfrm>
            <a:off x="132070" y="2288613"/>
            <a:ext cx="3635698" cy="89740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2488FD-6B89-D92D-5A36-942928F01C40}"/>
              </a:ext>
            </a:extLst>
          </p:cNvPr>
          <p:cNvSpPr/>
          <p:nvPr/>
        </p:nvSpPr>
        <p:spPr>
          <a:xfrm>
            <a:off x="4579449" y="2299891"/>
            <a:ext cx="3542557" cy="897404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B1301F4-FEFD-3626-52B0-2D5E8326FE7E}"/>
              </a:ext>
            </a:extLst>
          </p:cNvPr>
          <p:cNvGrpSpPr/>
          <p:nvPr/>
        </p:nvGrpSpPr>
        <p:grpSpPr>
          <a:xfrm>
            <a:off x="2398311" y="2737250"/>
            <a:ext cx="1468501" cy="409011"/>
            <a:chOff x="1498603" y="1408278"/>
            <a:chExt cx="1468501" cy="409011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F5C9C55-906D-89E9-0F3D-0D9D734D1691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F6C47C8E-AC8C-E16F-3CFD-268A6F8E86C5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9A37C248-6245-158E-3C2E-CF37991B085A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15">
            <a:extLst>
              <a:ext uri="{FF2B5EF4-FFF2-40B4-BE49-F238E27FC236}">
                <a16:creationId xmlns:a16="http://schemas.microsoft.com/office/drawing/2014/main" id="{F60056A7-5DD6-944B-8266-D96C77B80730}"/>
              </a:ext>
            </a:extLst>
          </p:cNvPr>
          <p:cNvSpPr txBox="1"/>
          <p:nvPr/>
        </p:nvSpPr>
        <p:spPr>
          <a:xfrm>
            <a:off x="132070" y="2741701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Growth Factor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D020BE30-2E9B-0E59-28FA-700B35CED466}"/>
              </a:ext>
            </a:extLst>
          </p:cNvPr>
          <p:cNvSpPr txBox="1"/>
          <p:nvPr/>
        </p:nvSpPr>
        <p:spPr>
          <a:xfrm>
            <a:off x="4496669" y="2741301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Decay Factor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34F225F5-CD2F-2009-27EF-ECCC68BC4AEF}"/>
              </a:ext>
            </a:extLst>
          </p:cNvPr>
          <p:cNvGrpSpPr/>
          <p:nvPr/>
        </p:nvGrpSpPr>
        <p:grpSpPr>
          <a:xfrm>
            <a:off x="6697358" y="2750614"/>
            <a:ext cx="1468501" cy="409011"/>
            <a:chOff x="1498603" y="1408278"/>
            <a:chExt cx="1468501" cy="409011"/>
          </a:xfrm>
        </p:grpSpPr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369BA495-15A1-D405-C72C-9DB09EEB36BF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A3C51768-A1B6-06CD-0480-D896F371B7F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45DAC35B-2E35-4DC7-FF86-913885163B1B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C3AAFEA9-DCFB-F9F2-34B9-DBC33D4B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TextBox 15">
            <a:extLst>
              <a:ext uri="{FF2B5EF4-FFF2-40B4-BE49-F238E27FC236}">
                <a16:creationId xmlns:a16="http://schemas.microsoft.com/office/drawing/2014/main" id="{CB377CC1-6B8C-A0B3-9186-54AE1B25F013}"/>
              </a:ext>
            </a:extLst>
          </p:cNvPr>
          <p:cNvSpPr txBox="1"/>
          <p:nvPr/>
        </p:nvSpPr>
        <p:spPr>
          <a:xfrm>
            <a:off x="273092" y="2341591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Growth Rate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DCE73D9-2447-6ADB-5B5F-2F19BF6382E8}"/>
              </a:ext>
            </a:extLst>
          </p:cNvPr>
          <p:cNvGrpSpPr/>
          <p:nvPr/>
        </p:nvGrpSpPr>
        <p:grpSpPr>
          <a:xfrm>
            <a:off x="2648646" y="2342253"/>
            <a:ext cx="1159169" cy="409011"/>
            <a:chOff x="1807935" y="1408278"/>
            <a:chExt cx="1159169" cy="409011"/>
          </a:xfrm>
        </p:grpSpPr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A5AD9697-5C97-C057-A387-120EAD498E5C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85FA3943-1A6D-5E4F-44AD-9693192BCD10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8FEFCAD2-15A9-BE70-B3D5-9CF1DF2B899A}"/>
              </a:ext>
            </a:extLst>
          </p:cNvPr>
          <p:cNvGrpSpPr/>
          <p:nvPr/>
        </p:nvGrpSpPr>
        <p:grpSpPr>
          <a:xfrm>
            <a:off x="6910279" y="2389589"/>
            <a:ext cx="1159169" cy="409011"/>
            <a:chOff x="1807935" y="1408278"/>
            <a:chExt cx="1159169" cy="409011"/>
          </a:xfrm>
        </p:grpSpPr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4DAD271F-E5ED-11B5-4F5B-B485723A70CC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8ABFC3D4-D2A6-908C-B215-1ACA360CD273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C3AAFEA9-DCFB-F9F2-34B9-DBC33D4B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3" name="TextBox 15">
            <a:extLst>
              <a:ext uri="{FF2B5EF4-FFF2-40B4-BE49-F238E27FC236}">
                <a16:creationId xmlns:a16="http://schemas.microsoft.com/office/drawing/2014/main" id="{301CAE4C-E673-A4BC-34E2-E929B6B12E23}"/>
              </a:ext>
            </a:extLst>
          </p:cNvPr>
          <p:cNvSpPr txBox="1"/>
          <p:nvPr/>
        </p:nvSpPr>
        <p:spPr>
          <a:xfrm>
            <a:off x="4620122" y="2350298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Decay Rate</a:t>
            </a:r>
            <a:endParaRPr lang="zh-TW" altLang="en-US" sz="2000" b="1" dirty="0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4" name="筆跡 113">
                <a:extLst>
                  <a:ext uri="{FF2B5EF4-FFF2-40B4-BE49-F238E27FC236}">
                    <a16:creationId xmlns:a16="http://schemas.microsoft.com/office/drawing/2014/main" id="{EAF22843-AC8B-BC50-D5E5-4B58A87BF338}"/>
                  </a:ext>
                </a:extLst>
              </p14:cNvPr>
              <p14:cNvContentPartPr/>
              <p14:nvPr/>
            </p14:nvContentPartPr>
            <p14:xfrm>
              <a:off x="725195" y="5042279"/>
              <a:ext cx="972000" cy="45719"/>
            </p14:xfrm>
          </p:contentPart>
        </mc:Choice>
        <mc:Fallback xmlns="">
          <p:pic>
            <p:nvPicPr>
              <p:cNvPr id="114" name="筆跡 113">
                <a:extLst>
                  <a:ext uri="{FF2B5EF4-FFF2-40B4-BE49-F238E27FC236}">
                    <a16:creationId xmlns:a16="http://schemas.microsoft.com/office/drawing/2014/main" id="{EAF22843-AC8B-BC50-D5E5-4B58A87BF33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1175" y="-8673421"/>
                <a:ext cx="1079680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387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2" grpId="0"/>
      <p:bldP spid="136" grpId="0"/>
      <p:bldP spid="150" grpId="0"/>
      <p:bldP spid="151" grpId="0"/>
      <p:bldP spid="1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5">
            <a:extLst>
              <a:ext uri="{FF2B5EF4-FFF2-40B4-BE49-F238E27FC236}">
                <a16:creationId xmlns:a16="http://schemas.microsoft.com/office/drawing/2014/main" id="{C32E15CE-BF80-83F2-931A-BC0A192D0C44}"/>
              </a:ext>
            </a:extLst>
          </p:cNvPr>
          <p:cNvSpPr txBox="1"/>
          <p:nvPr/>
        </p:nvSpPr>
        <p:spPr>
          <a:xfrm>
            <a:off x="-240704" y="110553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Percentage Constant Rate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CAFBF375-537B-0B78-27A8-797BD9E20C2E}"/>
              </a:ext>
            </a:extLst>
          </p:cNvPr>
          <p:cNvSpPr txBox="1"/>
          <p:nvPr/>
        </p:nvSpPr>
        <p:spPr>
          <a:xfrm>
            <a:off x="2102770" y="3096462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7A1E283C-FA6A-DFA0-1D48-C7557A815F5A}"/>
              </a:ext>
            </a:extLst>
          </p:cNvPr>
          <p:cNvSpPr txBox="1"/>
          <p:nvPr/>
        </p:nvSpPr>
        <p:spPr>
          <a:xfrm>
            <a:off x="7032104" y="3096462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7BD8C760-9416-0BB7-88F5-DC740C9A0041}"/>
              </a:ext>
            </a:extLst>
          </p:cNvPr>
          <p:cNvGrpSpPr/>
          <p:nvPr/>
        </p:nvGrpSpPr>
        <p:grpSpPr>
          <a:xfrm>
            <a:off x="4331415" y="2992942"/>
            <a:ext cx="2357465" cy="503630"/>
            <a:chOff x="4076173" y="1237248"/>
            <a:chExt cx="2357465" cy="503630"/>
          </a:xfrm>
        </p:grpSpPr>
        <p:sp>
          <p:nvSpPr>
            <p:cNvPr id="6" name="TextBox 15">
              <a:extLst>
                <a:ext uri="{FF2B5EF4-FFF2-40B4-BE49-F238E27FC236}">
                  <a16:creationId xmlns:a16="http://schemas.microsoft.com/office/drawing/2014/main" id="{A86173FC-D6E7-5790-59BF-BAEB3E1A4317}"/>
                </a:ext>
              </a:extLst>
            </p:cNvPr>
            <p:cNvSpPr txBox="1"/>
            <p:nvPr/>
          </p:nvSpPr>
          <p:spPr>
            <a:xfrm>
              <a:off x="4076173" y="1340768"/>
              <a:ext cx="2232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Change factor</a:t>
              </a:r>
              <a:endParaRPr lang="zh-TW" altLang="en-US" sz="2000" b="1" dirty="0"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8D2E8400-8C0B-E985-EE82-1AF0710773BF}"/>
                </a:ext>
              </a:extLst>
            </p:cNvPr>
            <p:cNvSpPr txBox="1"/>
            <p:nvPr/>
          </p:nvSpPr>
          <p:spPr>
            <a:xfrm>
              <a:off x="6061588" y="1237248"/>
              <a:ext cx="3720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n</a:t>
              </a:r>
              <a:endPara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10" name="TextBox 15">
            <a:extLst>
              <a:ext uri="{FF2B5EF4-FFF2-40B4-BE49-F238E27FC236}">
                <a16:creationId xmlns:a16="http://schemas.microsoft.com/office/drawing/2014/main" id="{FB84D10A-640F-2AD6-0519-D1836C4EEA8B}"/>
              </a:ext>
            </a:extLst>
          </p:cNvPr>
          <p:cNvSpPr txBox="1"/>
          <p:nvPr/>
        </p:nvSpPr>
        <p:spPr>
          <a:xfrm>
            <a:off x="119336" y="371470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C624F54-F2CC-0D2E-9A10-105B05C57A5B}"/>
              </a:ext>
            </a:extLst>
          </p:cNvPr>
          <p:cNvSpPr txBox="1"/>
          <p:nvPr/>
        </p:nvSpPr>
        <p:spPr>
          <a:xfrm>
            <a:off x="2369873" y="3714709"/>
            <a:ext cx="1056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FD755C5-21E2-7118-6267-5391D0A51467}"/>
                  </a:ext>
                </a:extLst>
              </p:cNvPr>
              <p:cNvSpPr txBox="1"/>
              <p:nvPr/>
            </p:nvSpPr>
            <p:spPr>
              <a:xfrm>
                <a:off x="4943483" y="3714709"/>
                <a:ext cx="1008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10%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FD755C5-21E2-7118-6267-5391D0A51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483" y="3714709"/>
                <a:ext cx="1008112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05097515-ACFD-1D8D-F307-8185C5C67C15}"/>
              </a:ext>
            </a:extLst>
          </p:cNvPr>
          <p:cNvSpPr txBox="1"/>
          <p:nvPr/>
        </p:nvSpPr>
        <p:spPr>
          <a:xfrm>
            <a:off x="7931054" y="3714709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4D40B5F-9927-26A1-0A91-FA75A8DEA0A4}"/>
              </a:ext>
            </a:extLst>
          </p:cNvPr>
          <p:cNvSpPr txBox="1"/>
          <p:nvPr/>
        </p:nvSpPr>
        <p:spPr>
          <a:xfrm>
            <a:off x="761735" y="4217078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Value change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yearly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2B7AE6-0E4C-076E-0626-0E36BFE415E9}"/>
                  </a:ext>
                </a:extLst>
              </p:cNvPr>
              <p:cNvSpPr txBox="1"/>
              <p:nvPr/>
            </p:nvSpPr>
            <p:spPr>
              <a:xfrm>
                <a:off x="764838" y="4689196"/>
                <a:ext cx="4827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Starting time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Beginning of </a:t>
                </a:r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2021</a:t>
                </a:r>
                <a:endParaRPr lang="zh-TW" alt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2B7AE6-0E4C-076E-0626-0E36BFE41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38" y="4689196"/>
                <a:ext cx="482710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8400BA25-AF76-AD82-D219-DDC113D0D66D}"/>
                  </a:ext>
                </a:extLst>
              </p:cNvPr>
              <p:cNvSpPr txBox="1"/>
              <p:nvPr/>
            </p:nvSpPr>
            <p:spPr>
              <a:xfrm>
                <a:off x="517309" y="5161314"/>
                <a:ext cx="4827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Ending time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The end of </a:t>
                </a:r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2025</a:t>
                </a:r>
                <a:endParaRPr lang="zh-TW" alt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8400BA25-AF76-AD82-D219-DDC113D0D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09" y="5161314"/>
                <a:ext cx="482710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83DC28E-0ADC-732B-6D46-8D020D2B6B0A}"/>
              </a:ext>
            </a:extLst>
          </p:cNvPr>
          <p:cNvCxnSpPr>
            <a:cxnSpLocks/>
          </p:cNvCxnSpPr>
          <p:nvPr/>
        </p:nvCxnSpPr>
        <p:spPr>
          <a:xfrm>
            <a:off x="5714170" y="5161314"/>
            <a:ext cx="76365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365979A-8E23-6195-C772-41700F16AE50}"/>
              </a:ext>
            </a:extLst>
          </p:cNvPr>
          <p:cNvSpPr txBox="1"/>
          <p:nvPr/>
        </p:nvSpPr>
        <p:spPr>
          <a:xfrm>
            <a:off x="6630411" y="4965804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76CAEA7-3571-E1BC-3015-FD9D2CD88531}"/>
                  </a:ext>
                </a:extLst>
              </p:cNvPr>
              <p:cNvSpPr txBox="1"/>
              <p:nvPr/>
            </p:nvSpPr>
            <p:spPr>
              <a:xfrm>
                <a:off x="6911127" y="49505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76CAEA7-3571-E1BC-3015-FD9D2CD88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127" y="4950560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15770A57-3BF1-92A8-05E7-BA178E6A5F69}"/>
              </a:ext>
            </a:extLst>
          </p:cNvPr>
          <p:cNvSpPr txBox="1"/>
          <p:nvPr/>
        </p:nvSpPr>
        <p:spPr>
          <a:xfrm>
            <a:off x="7173636" y="4954816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5B05DB1D-FE72-4D58-0FDE-4BBADE3918B0}"/>
              </a:ext>
            </a:extLst>
          </p:cNvPr>
          <p:cNvSpPr txBox="1"/>
          <p:nvPr/>
        </p:nvSpPr>
        <p:spPr>
          <a:xfrm>
            <a:off x="623392" y="5619393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FB3FDFE0-F0B5-914E-F28E-42B0B32F0092}"/>
                  </a:ext>
                </a:extLst>
              </p:cNvPr>
              <p:cNvSpPr txBox="1"/>
              <p:nvPr/>
            </p:nvSpPr>
            <p:spPr>
              <a:xfrm>
                <a:off x="2487944" y="56152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FB3FDFE0-F0B5-914E-F28E-42B0B32F0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944" y="561524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9923FB97-1E5A-44B3-3D11-E71FA88D814F}"/>
              </a:ext>
            </a:extLst>
          </p:cNvPr>
          <p:cNvSpPr txBox="1"/>
          <p:nvPr/>
        </p:nvSpPr>
        <p:spPr>
          <a:xfrm>
            <a:off x="2753181" y="5621178"/>
            <a:ext cx="1080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1B675A9-42AD-65D5-7F73-89F122B62E3C}"/>
                  </a:ext>
                </a:extLst>
              </p:cNvPr>
              <p:cNvSpPr txBox="1"/>
              <p:nvPr/>
            </p:nvSpPr>
            <p:spPr>
              <a:xfrm>
                <a:off x="3667484" y="56050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1B675A9-42AD-65D5-7F73-89F122B62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484" y="5605050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1505DDE3-F8E1-64EA-9536-96BA1976FA40}"/>
              </a:ext>
            </a:extLst>
          </p:cNvPr>
          <p:cNvGrpSpPr/>
          <p:nvPr/>
        </p:nvGrpSpPr>
        <p:grpSpPr>
          <a:xfrm>
            <a:off x="3892024" y="5596695"/>
            <a:ext cx="1468501" cy="409011"/>
            <a:chOff x="1498603" y="1408278"/>
            <a:chExt cx="1468501" cy="409011"/>
          </a:xfrm>
        </p:grpSpPr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CD10CC0-3CA2-342B-68BE-DAED464B77FD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98841532-9022-22D7-A39C-572CB1F9039D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3C3D6161-0E5E-C7C5-85E9-D115F99C248B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3C3D6161-0E5E-C7C5-85E9-D115F99C24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62C6D17-DF12-3E54-7472-5CA0800A631B}"/>
              </a:ext>
            </a:extLst>
          </p:cNvPr>
          <p:cNvSpPr txBox="1"/>
          <p:nvPr/>
        </p:nvSpPr>
        <p:spPr>
          <a:xfrm>
            <a:off x="5007483" y="5475108"/>
            <a:ext cx="35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3AAD9CD-4FA8-CFE0-67B5-22F5A80A186A}"/>
                  </a:ext>
                </a:extLst>
              </p:cNvPr>
              <p:cNvSpPr txBox="1"/>
              <p:nvPr/>
            </p:nvSpPr>
            <p:spPr>
              <a:xfrm>
                <a:off x="2489239" y="60472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3AAD9CD-4FA8-CFE0-67B5-22F5A80A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39" y="6047210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3A72E8F6-2BEC-162A-C11B-623DC31CBC96}"/>
              </a:ext>
            </a:extLst>
          </p:cNvPr>
          <p:cNvSpPr txBox="1"/>
          <p:nvPr/>
        </p:nvSpPr>
        <p:spPr>
          <a:xfrm>
            <a:off x="2743846" y="6053226"/>
            <a:ext cx="1080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14641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63092968-C42B-6018-40CB-0966CA9B5785}"/>
              </a:ext>
            </a:extLst>
          </p:cNvPr>
          <p:cNvSpPr txBox="1"/>
          <p:nvPr/>
        </p:nvSpPr>
        <p:spPr>
          <a:xfrm>
            <a:off x="2102770" y="103126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9FD768D7-938F-2157-232B-B7CA7C8BDDAC}"/>
              </a:ext>
            </a:extLst>
          </p:cNvPr>
          <p:cNvSpPr txBox="1"/>
          <p:nvPr/>
        </p:nvSpPr>
        <p:spPr>
          <a:xfrm>
            <a:off x="7032104" y="1031267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6FF24838-C58C-4DF4-EBA8-6B9D6B0FE06B}"/>
              </a:ext>
            </a:extLst>
          </p:cNvPr>
          <p:cNvSpPr txBox="1"/>
          <p:nvPr/>
        </p:nvSpPr>
        <p:spPr>
          <a:xfrm>
            <a:off x="4331415" y="1031267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Change factor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1B85290F-5E80-81FF-A7FE-A22B36B87D20}"/>
              </a:ext>
            </a:extLst>
          </p:cNvPr>
          <p:cNvSpPr txBox="1"/>
          <p:nvPr/>
        </p:nvSpPr>
        <p:spPr>
          <a:xfrm>
            <a:off x="156490" y="150017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3DBD9A5E-E78C-FE0E-BAD9-1BAF2D71C067}"/>
              </a:ext>
            </a:extLst>
          </p:cNvPr>
          <p:cNvSpPr txBox="1"/>
          <p:nvPr/>
        </p:nvSpPr>
        <p:spPr>
          <a:xfrm>
            <a:off x="2460746" y="1502579"/>
            <a:ext cx="875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A69601D-26A7-7968-57B5-461C2E109A83}"/>
                  </a:ext>
                </a:extLst>
              </p:cNvPr>
              <p:cNvSpPr txBox="1"/>
              <p:nvPr/>
            </p:nvSpPr>
            <p:spPr>
              <a:xfrm>
                <a:off x="4980637" y="1500179"/>
                <a:ext cx="1008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10%</a:t>
                </a: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A69601D-26A7-7968-57B5-461C2E109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637" y="1500179"/>
                <a:ext cx="100811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2937B68D-569D-703D-E474-5A4378464B65}"/>
              </a:ext>
            </a:extLst>
          </p:cNvPr>
          <p:cNvSpPr txBox="1"/>
          <p:nvPr/>
        </p:nvSpPr>
        <p:spPr>
          <a:xfrm>
            <a:off x="7968208" y="1500179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6321C86D-7F8E-639B-5A58-C1E46D979EDD}"/>
              </a:ext>
            </a:extLst>
          </p:cNvPr>
          <p:cNvSpPr txBox="1"/>
          <p:nvPr/>
        </p:nvSpPr>
        <p:spPr>
          <a:xfrm>
            <a:off x="768558" y="2035188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5C60E8D3-98AD-78FD-DB42-6E05BE127733}"/>
                  </a:ext>
                </a:extLst>
              </p:cNvPr>
              <p:cNvSpPr txBox="1"/>
              <p:nvPr/>
            </p:nvSpPr>
            <p:spPr>
              <a:xfrm>
                <a:off x="2633110" y="20310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5C60E8D3-98AD-78FD-DB42-6E05BE127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110" y="2031041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45">
            <a:extLst>
              <a:ext uri="{FF2B5EF4-FFF2-40B4-BE49-F238E27FC236}">
                <a16:creationId xmlns:a16="http://schemas.microsoft.com/office/drawing/2014/main" id="{405B7225-0F8F-9348-218E-CCCCF7AB4090}"/>
              </a:ext>
            </a:extLst>
          </p:cNvPr>
          <p:cNvSpPr txBox="1"/>
          <p:nvPr/>
        </p:nvSpPr>
        <p:spPr>
          <a:xfrm>
            <a:off x="2911179" y="2031637"/>
            <a:ext cx="875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C30B5FD-EC72-6630-6C09-E24D9672FC8D}"/>
                  </a:ext>
                </a:extLst>
              </p:cNvPr>
              <p:cNvSpPr txBox="1"/>
              <p:nvPr/>
            </p:nvSpPr>
            <p:spPr>
              <a:xfrm>
                <a:off x="3667484" y="20154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C30B5FD-EC72-6630-6C09-E24D9672F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484" y="2015418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47">
            <a:extLst>
              <a:ext uri="{FF2B5EF4-FFF2-40B4-BE49-F238E27FC236}">
                <a16:creationId xmlns:a16="http://schemas.microsoft.com/office/drawing/2014/main" id="{9E56EB2C-A80E-1213-A375-1B4B0D0933AD}"/>
              </a:ext>
            </a:extLst>
          </p:cNvPr>
          <p:cNvGrpSpPr/>
          <p:nvPr/>
        </p:nvGrpSpPr>
        <p:grpSpPr>
          <a:xfrm>
            <a:off x="3892024" y="2007063"/>
            <a:ext cx="1468501" cy="409011"/>
            <a:chOff x="1498603" y="1408278"/>
            <a:chExt cx="1468501" cy="409011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90552673-6B91-9E86-145D-DC8CDA2C5196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9FE56436-327C-1671-D182-199E30BEB668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E1342D71-8951-3451-E38C-403846E8689A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E1342D71-8951-3451-E38C-403846E86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88E37447-D3FB-9943-D223-88681C41318D}"/>
                  </a:ext>
                </a:extLst>
              </p:cNvPr>
              <p:cNvSpPr txBox="1"/>
              <p:nvPr/>
            </p:nvSpPr>
            <p:spPr>
              <a:xfrm>
                <a:off x="2633110" y="24536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88E37447-D3FB-9943-D223-88681C413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110" y="2453692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>
            <a:extLst>
              <a:ext uri="{FF2B5EF4-FFF2-40B4-BE49-F238E27FC236}">
                <a16:creationId xmlns:a16="http://schemas.microsoft.com/office/drawing/2014/main" id="{B89CDC7A-8216-FAEE-9DCA-BF2C1101540E}"/>
              </a:ext>
            </a:extLst>
          </p:cNvPr>
          <p:cNvSpPr txBox="1"/>
          <p:nvPr/>
        </p:nvSpPr>
        <p:spPr>
          <a:xfrm>
            <a:off x="2898306" y="2453535"/>
            <a:ext cx="875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1100</a:t>
            </a:r>
          </a:p>
        </p:txBody>
      </p:sp>
    </p:spTree>
    <p:extLst>
      <p:ext uri="{BB962C8B-B14F-4D97-AF65-F5344CB8AC3E}">
        <p14:creationId xmlns:p14="http://schemas.microsoft.com/office/powerpoint/2010/main" val="61305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2" grpId="0"/>
      <p:bldP spid="33" grpId="0"/>
      <p:bldP spid="34" grpId="0"/>
      <p:bldP spid="35" grpId="0"/>
      <p:bldP spid="36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2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EF6613A-43CB-1D07-B892-89817758C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16632"/>
            <a:ext cx="6628571" cy="6666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EF957FCB-E0E6-7DD5-FC87-1775580CF88A}"/>
                  </a:ext>
                </a:extLst>
              </p14:cNvPr>
              <p14:cNvContentPartPr/>
              <p14:nvPr/>
            </p14:nvContentPartPr>
            <p14:xfrm>
              <a:off x="695400" y="286937"/>
              <a:ext cx="1692000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EF957FCB-E0E6-7DD5-FC87-1775580CF8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354" y="-13428763"/>
                <a:ext cx="179973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1EE7C259-DB3C-6638-A392-1757807C4A24}"/>
                  </a:ext>
                </a:extLst>
              </p14:cNvPr>
              <p14:cNvContentPartPr/>
              <p14:nvPr/>
            </p14:nvContentPartPr>
            <p14:xfrm>
              <a:off x="2783632" y="292013"/>
              <a:ext cx="2088232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1EE7C259-DB3C-6638-A392-1757807C4A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29607" y="-13423687"/>
                <a:ext cx="219592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8A849739-1A20-E18A-855F-F5800F7F678A}"/>
                  </a:ext>
                </a:extLst>
              </p14:cNvPr>
              <p14:cNvContentPartPr/>
              <p14:nvPr/>
            </p14:nvContentPartPr>
            <p14:xfrm>
              <a:off x="1631504" y="620688"/>
              <a:ext cx="1008112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8A849739-1A20-E18A-855F-F5800F7F67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7479" y="-13095012"/>
                <a:ext cx="111580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5">
            <a:extLst>
              <a:ext uri="{FF2B5EF4-FFF2-40B4-BE49-F238E27FC236}">
                <a16:creationId xmlns:a16="http://schemas.microsoft.com/office/drawing/2014/main" id="{E7D3390D-6687-482B-09BA-422D768901A4}"/>
              </a:ext>
            </a:extLst>
          </p:cNvPr>
          <p:cNvSpPr txBox="1"/>
          <p:nvPr/>
        </p:nvSpPr>
        <p:spPr>
          <a:xfrm>
            <a:off x="551384" y="1034208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927D6F7-6A7B-2930-B479-71B094337AA7}"/>
                  </a:ext>
                </a:extLst>
              </p:cNvPr>
              <p:cNvSpPr txBox="1"/>
              <p:nvPr/>
            </p:nvSpPr>
            <p:spPr>
              <a:xfrm>
                <a:off x="2271920" y="10238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927D6F7-6A7B-2930-B479-71B094337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920" y="102381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3A424A62-17D2-5F45-14EB-BC6CFA9D5DFE}"/>
              </a:ext>
            </a:extLst>
          </p:cNvPr>
          <p:cNvSpPr txBox="1"/>
          <p:nvPr/>
        </p:nvSpPr>
        <p:spPr>
          <a:xfrm>
            <a:off x="2567608" y="1036343"/>
            <a:ext cx="875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30EDE0A-10C3-5DF4-204C-7F9F25AFA867}"/>
                  </a:ext>
                </a:extLst>
              </p:cNvPr>
              <p:cNvSpPr txBox="1"/>
              <p:nvPr/>
            </p:nvSpPr>
            <p:spPr>
              <a:xfrm>
                <a:off x="3329353" y="10232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30EDE0A-10C3-5DF4-204C-7F9F25AFA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353" y="1023266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>
            <a:extLst>
              <a:ext uri="{FF2B5EF4-FFF2-40B4-BE49-F238E27FC236}">
                <a16:creationId xmlns:a16="http://schemas.microsoft.com/office/drawing/2014/main" id="{2D3C1B2B-1F7D-2D58-D99F-7DC996482C63}"/>
              </a:ext>
            </a:extLst>
          </p:cNvPr>
          <p:cNvGrpSpPr/>
          <p:nvPr/>
        </p:nvGrpSpPr>
        <p:grpSpPr>
          <a:xfrm>
            <a:off x="3553893" y="1014911"/>
            <a:ext cx="1468501" cy="409011"/>
            <a:chOff x="1498603" y="1408278"/>
            <a:chExt cx="1468501" cy="409011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C922A9E3-EC58-B475-A161-7115F17DAD25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F5FC2AC2-3381-B0FC-4E1B-94FA7E71E8C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B52A86A-2669-335A-09D1-578D6FCA9D59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B52A86A-2669-335A-09D1-578D6FCA9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20D4CE5-D7FD-6293-ACA1-03ABAD909948}"/>
                  </a:ext>
                </a:extLst>
              </p:cNvPr>
              <p:cNvSpPr txBox="1"/>
              <p:nvPr/>
            </p:nvSpPr>
            <p:spPr>
              <a:xfrm>
                <a:off x="2271920" y="14447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20D4CE5-D7FD-6293-ACA1-03ABAD909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920" y="1444714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729A3A25-8F96-1D9C-663B-FA3B74CC39E4}"/>
              </a:ext>
            </a:extLst>
          </p:cNvPr>
          <p:cNvSpPr txBox="1"/>
          <p:nvPr/>
        </p:nvSpPr>
        <p:spPr>
          <a:xfrm>
            <a:off x="2602076" y="1444714"/>
            <a:ext cx="875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6800</a:t>
            </a: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67DD6537-F6A9-A261-A4E3-8052508BE99B}"/>
              </a:ext>
            </a:extLst>
          </p:cNvPr>
          <p:cNvGrpSpPr/>
          <p:nvPr/>
        </p:nvGrpSpPr>
        <p:grpSpPr>
          <a:xfrm>
            <a:off x="259809" y="2204864"/>
            <a:ext cx="7050997" cy="2136810"/>
            <a:chOff x="259809" y="2204864"/>
            <a:chExt cx="7050997" cy="2136810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5C4F8240-DD0F-6EA9-80B4-3FC00C60D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59809" y="2204864"/>
              <a:ext cx="6761905" cy="1542857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D2C4F29D-16DF-82E9-3395-C73151BED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96520" y="2636912"/>
              <a:ext cx="2314286" cy="1704762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筆跡 26">
                <a:extLst>
                  <a:ext uri="{FF2B5EF4-FFF2-40B4-BE49-F238E27FC236}">
                    <a16:creationId xmlns:a16="http://schemas.microsoft.com/office/drawing/2014/main" id="{DC3E1557-4A9A-CC34-475F-A756E1C03F15}"/>
                  </a:ext>
                </a:extLst>
              </p14:cNvPr>
              <p14:cNvContentPartPr/>
              <p14:nvPr/>
            </p14:nvContentPartPr>
            <p14:xfrm>
              <a:off x="695400" y="2348880"/>
              <a:ext cx="1782104" cy="45719"/>
            </p14:xfrm>
          </p:contentPart>
        </mc:Choice>
        <mc:Fallback xmlns="">
          <p:pic>
            <p:nvPicPr>
              <p:cNvPr id="27" name="筆跡 26">
                <a:extLst>
                  <a:ext uri="{FF2B5EF4-FFF2-40B4-BE49-F238E27FC236}">
                    <a16:creationId xmlns:a16="http://schemas.microsoft.com/office/drawing/2014/main" id="{DC3E1557-4A9A-CC34-475F-A756E1C03F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1353" y="-11366820"/>
                <a:ext cx="188983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8" name="筆跡 27">
                <a:extLst>
                  <a:ext uri="{FF2B5EF4-FFF2-40B4-BE49-F238E27FC236}">
                    <a16:creationId xmlns:a16="http://schemas.microsoft.com/office/drawing/2014/main" id="{E993805F-74B0-8D29-1A80-6FD66EAA407D}"/>
                  </a:ext>
                </a:extLst>
              </p14:cNvPr>
              <p14:cNvContentPartPr/>
              <p14:nvPr/>
            </p14:nvContentPartPr>
            <p14:xfrm>
              <a:off x="2773217" y="2360840"/>
              <a:ext cx="2088232" cy="45719"/>
            </p14:xfrm>
          </p:contentPart>
        </mc:Choice>
        <mc:Fallback xmlns="">
          <p:pic>
            <p:nvPicPr>
              <p:cNvPr id="28" name="筆跡 27">
                <a:extLst>
                  <a:ext uri="{FF2B5EF4-FFF2-40B4-BE49-F238E27FC236}">
                    <a16:creationId xmlns:a16="http://schemas.microsoft.com/office/drawing/2014/main" id="{E993805F-74B0-8D29-1A80-6FD66EAA40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9192" y="-11354860"/>
                <a:ext cx="219592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92A0031E-8F55-7891-627A-6640A4345325}"/>
                  </a:ext>
                </a:extLst>
              </p14:cNvPr>
              <p14:cNvContentPartPr/>
              <p14:nvPr/>
            </p14:nvContentPartPr>
            <p14:xfrm>
              <a:off x="2207568" y="2673304"/>
              <a:ext cx="787156" cy="45719"/>
            </p14:xfrm>
          </p:contentPart>
        </mc:Choice>
        <mc:Fallback xmlns=""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92A0031E-8F55-7891-627A-6640A434532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53555" y="-11042396"/>
                <a:ext cx="89482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" name="筆跡 29">
                <a:extLst>
                  <a:ext uri="{FF2B5EF4-FFF2-40B4-BE49-F238E27FC236}">
                    <a16:creationId xmlns:a16="http://schemas.microsoft.com/office/drawing/2014/main" id="{DCFCDD2C-6A94-196F-3804-9F2E9C2AA492}"/>
                  </a:ext>
                </a:extLst>
              </p14:cNvPr>
              <p14:cNvContentPartPr/>
              <p14:nvPr/>
            </p14:nvContentPartPr>
            <p14:xfrm>
              <a:off x="2134063" y="2982256"/>
              <a:ext cx="1782104" cy="45719"/>
            </p14:xfrm>
          </p:contentPart>
        </mc:Choice>
        <mc:Fallback xmlns="">
          <p:pic>
            <p:nvPicPr>
              <p:cNvPr id="30" name="筆跡 29">
                <a:extLst>
                  <a:ext uri="{FF2B5EF4-FFF2-40B4-BE49-F238E27FC236}">
                    <a16:creationId xmlns:a16="http://schemas.microsoft.com/office/drawing/2014/main" id="{DCFCDD2C-6A94-196F-3804-9F2E9C2AA49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80038" y="-10733444"/>
                <a:ext cx="188979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1" name="筆跡 30">
                <a:extLst>
                  <a:ext uri="{FF2B5EF4-FFF2-40B4-BE49-F238E27FC236}">
                    <a16:creationId xmlns:a16="http://schemas.microsoft.com/office/drawing/2014/main" id="{F142725F-1705-4D71-A639-9ED24F578ADA}"/>
                  </a:ext>
                </a:extLst>
              </p14:cNvPr>
              <p14:cNvContentPartPr/>
              <p14:nvPr/>
            </p14:nvContentPartPr>
            <p14:xfrm>
              <a:off x="2035229" y="3279232"/>
              <a:ext cx="1589812" cy="45719"/>
            </p14:xfrm>
          </p:contentPart>
        </mc:Choice>
        <mc:Fallback xmlns="">
          <p:pic>
            <p:nvPicPr>
              <p:cNvPr id="31" name="筆跡 30">
                <a:extLst>
                  <a:ext uri="{FF2B5EF4-FFF2-40B4-BE49-F238E27FC236}">
                    <a16:creationId xmlns:a16="http://schemas.microsoft.com/office/drawing/2014/main" id="{F142725F-1705-4D71-A639-9ED24F578AD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81203" y="-10436468"/>
                <a:ext cx="169750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2" name="筆跡 31">
                <a:extLst>
                  <a:ext uri="{FF2B5EF4-FFF2-40B4-BE49-F238E27FC236}">
                    <a16:creationId xmlns:a16="http://schemas.microsoft.com/office/drawing/2014/main" id="{09100D7C-DBAD-4906-BA69-FE33C7B1E07C}"/>
                  </a:ext>
                </a:extLst>
              </p14:cNvPr>
              <p14:cNvContentPartPr/>
              <p14:nvPr/>
            </p14:nvContentPartPr>
            <p14:xfrm>
              <a:off x="1650949" y="3615632"/>
              <a:ext cx="1008112" cy="45719"/>
            </p14:xfrm>
          </p:contentPart>
        </mc:Choice>
        <mc:Fallback xmlns="">
          <p:pic>
            <p:nvPicPr>
              <p:cNvPr id="32" name="筆跡 31">
                <a:extLst>
                  <a:ext uri="{FF2B5EF4-FFF2-40B4-BE49-F238E27FC236}">
                    <a16:creationId xmlns:a16="http://schemas.microsoft.com/office/drawing/2014/main" id="{09100D7C-DBAD-4906-BA69-FE33C7B1E0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6924" y="-10100068"/>
                <a:ext cx="111580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15">
            <a:extLst>
              <a:ext uri="{FF2B5EF4-FFF2-40B4-BE49-F238E27FC236}">
                <a16:creationId xmlns:a16="http://schemas.microsoft.com/office/drawing/2014/main" id="{7A7F8476-C84D-EF66-DBF1-7EAD9555A2F8}"/>
              </a:ext>
            </a:extLst>
          </p:cNvPr>
          <p:cNvSpPr txBox="1"/>
          <p:nvPr/>
        </p:nvSpPr>
        <p:spPr>
          <a:xfrm>
            <a:off x="551384" y="4107761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E3D5EBB6-05A4-AC54-28B9-F23EC36F67BD}"/>
                  </a:ext>
                </a:extLst>
              </p:cNvPr>
              <p:cNvSpPr txBox="1"/>
              <p:nvPr/>
            </p:nvSpPr>
            <p:spPr>
              <a:xfrm>
                <a:off x="2271920" y="40973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E3D5EBB6-05A4-AC54-28B9-F23EC36F6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920" y="4097365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DC2383FB-5318-4D44-72FC-615766219062}"/>
              </a:ext>
            </a:extLst>
          </p:cNvPr>
          <p:cNvSpPr txBox="1"/>
          <p:nvPr/>
        </p:nvSpPr>
        <p:spPr>
          <a:xfrm>
            <a:off x="2567608" y="4116022"/>
            <a:ext cx="1091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EFC111C-53F8-0574-77F1-2DEFEBA07446}"/>
                  </a:ext>
                </a:extLst>
              </p:cNvPr>
              <p:cNvSpPr txBox="1"/>
              <p:nvPr/>
            </p:nvSpPr>
            <p:spPr>
              <a:xfrm>
                <a:off x="3500117" y="40918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EFC111C-53F8-0574-77F1-2DEFEBA07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117" y="409183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36">
            <a:extLst>
              <a:ext uri="{FF2B5EF4-FFF2-40B4-BE49-F238E27FC236}">
                <a16:creationId xmlns:a16="http://schemas.microsoft.com/office/drawing/2014/main" id="{38D6BB85-BBEB-FBF6-B3A2-2226F6F8F06D}"/>
              </a:ext>
            </a:extLst>
          </p:cNvPr>
          <p:cNvGrpSpPr/>
          <p:nvPr/>
        </p:nvGrpSpPr>
        <p:grpSpPr>
          <a:xfrm>
            <a:off x="3745798" y="4095973"/>
            <a:ext cx="1159269" cy="409011"/>
            <a:chOff x="1498603" y="1408278"/>
            <a:chExt cx="1159269" cy="409011"/>
          </a:xfrm>
        </p:grpSpPr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3AFCD1D5-2424-D91A-B421-E39C34BDA6FE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F43D080B-AD0F-4A28-E721-BB88673A9BAA}"/>
                </a:ext>
              </a:extLst>
            </p:cNvPr>
            <p:cNvSpPr txBox="1"/>
            <p:nvPr/>
          </p:nvSpPr>
          <p:spPr>
            <a:xfrm>
              <a:off x="2008473" y="1417179"/>
              <a:ext cx="649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A7BE4BA7-4BD9-53D9-998E-E289AB646C7A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A7BE4BA7-4BD9-53D9-998E-E289AB646C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49ACC4C9-5511-800B-AC18-374DDDCE1971}"/>
              </a:ext>
            </a:extLst>
          </p:cNvPr>
          <p:cNvSpPr txBox="1"/>
          <p:nvPr/>
        </p:nvSpPr>
        <p:spPr>
          <a:xfrm>
            <a:off x="4723649" y="3962133"/>
            <a:ext cx="296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1873CF7-117D-FD01-0D33-519F2B3B110C}"/>
                  </a:ext>
                </a:extLst>
              </p:cNvPr>
              <p:cNvSpPr txBox="1"/>
              <p:nvPr/>
            </p:nvSpPr>
            <p:spPr>
              <a:xfrm>
                <a:off x="4848676" y="3961370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1873CF7-117D-FD01-0D33-519F2B3B1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676" y="3961370"/>
                <a:ext cx="295688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F40FC865-A4B8-2212-24E4-AC71FF7F103A}"/>
              </a:ext>
            </a:extLst>
          </p:cNvPr>
          <p:cNvSpPr txBox="1"/>
          <p:nvPr/>
        </p:nvSpPr>
        <p:spPr>
          <a:xfrm>
            <a:off x="4976863" y="3961370"/>
            <a:ext cx="457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54B611FD-BEF6-71BD-E04B-8AAED40BE025}"/>
                  </a:ext>
                </a:extLst>
              </p:cNvPr>
              <p:cNvSpPr txBox="1"/>
              <p:nvPr/>
            </p:nvSpPr>
            <p:spPr>
              <a:xfrm>
                <a:off x="2271920" y="45686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54B611FD-BEF6-71BD-E04B-8AAED40BE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920" y="4568644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110F737D-93EC-01E5-C4B7-2A21EFE7C94C}"/>
              </a:ext>
            </a:extLst>
          </p:cNvPr>
          <p:cNvSpPr txBox="1"/>
          <p:nvPr/>
        </p:nvSpPr>
        <p:spPr>
          <a:xfrm>
            <a:off x="2556019" y="4587301"/>
            <a:ext cx="1091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25365</a:t>
            </a:r>
          </a:p>
        </p:txBody>
      </p:sp>
    </p:spTree>
    <p:extLst>
      <p:ext uri="{BB962C8B-B14F-4D97-AF65-F5344CB8AC3E}">
        <p14:creationId xmlns:p14="http://schemas.microsoft.com/office/powerpoint/2010/main" val="283633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20" grpId="0"/>
      <p:bldP spid="21" grpId="0"/>
      <p:bldP spid="33" grpId="0"/>
      <p:bldP spid="34" grpId="0"/>
      <p:bldP spid="35" grpId="0"/>
      <p:bldP spid="36" grpId="0"/>
      <p:bldP spid="41" grpId="0"/>
      <p:bldP spid="42" grpId="0"/>
      <p:bldP spid="43" grpId="0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899D8A3B-023F-BE2F-1AAE-68533B51DD3D}"/>
              </a:ext>
            </a:extLst>
          </p:cNvPr>
          <p:cNvSpPr txBox="1"/>
          <p:nvPr/>
        </p:nvSpPr>
        <p:spPr>
          <a:xfrm>
            <a:off x="2352869" y="356036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500F8E06-2B6B-0E15-1F76-14B87BF05079}"/>
              </a:ext>
            </a:extLst>
          </p:cNvPr>
          <p:cNvSpPr txBox="1"/>
          <p:nvPr/>
        </p:nvSpPr>
        <p:spPr>
          <a:xfrm>
            <a:off x="7282203" y="356036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78116E1F-52A5-1D09-DB89-E9FA535A801F}"/>
              </a:ext>
            </a:extLst>
          </p:cNvPr>
          <p:cNvGrpSpPr/>
          <p:nvPr/>
        </p:nvGrpSpPr>
        <p:grpSpPr>
          <a:xfrm>
            <a:off x="4581514" y="252516"/>
            <a:ext cx="2357465" cy="503630"/>
            <a:chOff x="4076173" y="1237248"/>
            <a:chExt cx="2357465" cy="503630"/>
          </a:xfrm>
        </p:grpSpPr>
        <p:sp>
          <p:nvSpPr>
            <p:cNvPr id="5" name="TextBox 15">
              <a:extLst>
                <a:ext uri="{FF2B5EF4-FFF2-40B4-BE49-F238E27FC236}">
                  <a16:creationId xmlns:a16="http://schemas.microsoft.com/office/drawing/2014/main" id="{8F4E144C-6012-7775-F7C6-E63AC7C5E5C0}"/>
                </a:ext>
              </a:extLst>
            </p:cNvPr>
            <p:cNvSpPr txBox="1"/>
            <p:nvPr/>
          </p:nvSpPr>
          <p:spPr>
            <a:xfrm>
              <a:off x="4076173" y="1340768"/>
              <a:ext cx="2232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Change factor</a:t>
              </a:r>
              <a:endParaRPr lang="zh-TW" altLang="en-US" sz="2000" b="1" dirty="0"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84E7C810-5C7C-6E00-22E6-AC527F5EFE7F}"/>
                </a:ext>
              </a:extLst>
            </p:cNvPr>
            <p:cNvSpPr txBox="1"/>
            <p:nvPr/>
          </p:nvSpPr>
          <p:spPr>
            <a:xfrm>
              <a:off x="6061588" y="1237248"/>
              <a:ext cx="3720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n</a:t>
              </a:r>
              <a:endPara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7" name="TextBox 15">
            <a:extLst>
              <a:ext uri="{FF2B5EF4-FFF2-40B4-BE49-F238E27FC236}">
                <a16:creationId xmlns:a16="http://schemas.microsoft.com/office/drawing/2014/main" id="{F7EB91B4-C679-A423-F572-707E38C4E6FE}"/>
              </a:ext>
            </a:extLst>
          </p:cNvPr>
          <p:cNvSpPr txBox="1"/>
          <p:nvPr/>
        </p:nvSpPr>
        <p:spPr>
          <a:xfrm>
            <a:off x="369435" y="974283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D02DBF-1C92-10A9-5B40-728B213F1FE6}"/>
              </a:ext>
            </a:extLst>
          </p:cNvPr>
          <p:cNvSpPr txBox="1"/>
          <p:nvPr/>
        </p:nvSpPr>
        <p:spPr>
          <a:xfrm>
            <a:off x="2986385" y="974283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5EF429C-CCB5-85C9-DC1A-E041F50D75F1}"/>
                  </a:ext>
                </a:extLst>
              </p:cNvPr>
              <p:cNvSpPr txBox="1"/>
              <p:nvPr/>
            </p:nvSpPr>
            <p:spPr>
              <a:xfrm>
                <a:off x="5193582" y="974283"/>
                <a:ext cx="1008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10%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5EF429C-CCB5-85C9-DC1A-E041F50D7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582" y="974283"/>
                <a:ext cx="1008112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BF32CE44-0448-870D-6447-A09A7D1CD0FE}"/>
              </a:ext>
            </a:extLst>
          </p:cNvPr>
          <p:cNvSpPr txBox="1"/>
          <p:nvPr/>
        </p:nvSpPr>
        <p:spPr>
          <a:xfrm>
            <a:off x="7886096" y="974283"/>
            <a:ext cx="1024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9680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2B42CFF7-DBC3-A2CC-F48C-29F4E8F6823F}"/>
              </a:ext>
            </a:extLst>
          </p:cNvPr>
          <p:cNvSpPr txBox="1"/>
          <p:nvPr/>
        </p:nvSpPr>
        <p:spPr>
          <a:xfrm>
            <a:off x="1011834" y="1476652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Value change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yearly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5">
                <a:extLst>
                  <a:ext uri="{FF2B5EF4-FFF2-40B4-BE49-F238E27FC236}">
                    <a16:creationId xmlns:a16="http://schemas.microsoft.com/office/drawing/2014/main" id="{444E3B4B-8AF4-6A40-DD80-B96A303D397A}"/>
                  </a:ext>
                </a:extLst>
              </p:cNvPr>
              <p:cNvSpPr txBox="1"/>
              <p:nvPr/>
            </p:nvSpPr>
            <p:spPr>
              <a:xfrm>
                <a:off x="1014937" y="1948770"/>
                <a:ext cx="4827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Starting time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Beginning of </a:t>
                </a:r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2021</a:t>
                </a:r>
                <a:endParaRPr lang="zh-TW" alt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TextBox 15">
                <a:extLst>
                  <a:ext uri="{FF2B5EF4-FFF2-40B4-BE49-F238E27FC236}">
                    <a16:creationId xmlns:a16="http://schemas.microsoft.com/office/drawing/2014/main" id="{444E3B4B-8AF4-6A40-DD80-B96A303D3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37" y="1948770"/>
                <a:ext cx="482710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5">
                <a:extLst>
                  <a:ext uri="{FF2B5EF4-FFF2-40B4-BE49-F238E27FC236}">
                    <a16:creationId xmlns:a16="http://schemas.microsoft.com/office/drawing/2014/main" id="{97687518-11C1-1377-4960-386EADC1B25E}"/>
                  </a:ext>
                </a:extLst>
              </p:cNvPr>
              <p:cNvSpPr txBox="1"/>
              <p:nvPr/>
            </p:nvSpPr>
            <p:spPr>
              <a:xfrm>
                <a:off x="767408" y="2420888"/>
                <a:ext cx="4827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Ending time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The end of </a:t>
                </a:r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2022</a:t>
                </a:r>
                <a:endParaRPr lang="zh-TW" alt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TextBox 15">
                <a:extLst>
                  <a:ext uri="{FF2B5EF4-FFF2-40B4-BE49-F238E27FC236}">
                    <a16:creationId xmlns:a16="http://schemas.microsoft.com/office/drawing/2014/main" id="{97687518-11C1-1377-4960-386EADC1B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2420888"/>
                <a:ext cx="482710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3B1A7F1-9F6C-9A9B-6AE4-C6A3030D2A19}"/>
              </a:ext>
            </a:extLst>
          </p:cNvPr>
          <p:cNvCxnSpPr>
            <a:cxnSpLocks/>
          </p:cNvCxnSpPr>
          <p:nvPr/>
        </p:nvCxnSpPr>
        <p:spPr>
          <a:xfrm>
            <a:off x="5964269" y="2420888"/>
            <a:ext cx="76365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099316C-430B-2152-0205-323DD6E48CAC}"/>
              </a:ext>
            </a:extLst>
          </p:cNvPr>
          <p:cNvSpPr txBox="1"/>
          <p:nvPr/>
        </p:nvSpPr>
        <p:spPr>
          <a:xfrm>
            <a:off x="6880510" y="2225378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70B5D5B-5F07-CF5A-B581-A0FA7EFFF819}"/>
                  </a:ext>
                </a:extLst>
              </p:cNvPr>
              <p:cNvSpPr txBox="1"/>
              <p:nvPr/>
            </p:nvSpPr>
            <p:spPr>
              <a:xfrm>
                <a:off x="7161226" y="22101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70B5D5B-5F07-CF5A-B581-A0FA7EFF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226" y="2210134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31441CE5-A108-3D46-D33B-EB3BD6FE0B89}"/>
              </a:ext>
            </a:extLst>
          </p:cNvPr>
          <p:cNvSpPr txBox="1"/>
          <p:nvPr/>
        </p:nvSpPr>
        <p:spPr>
          <a:xfrm>
            <a:off x="7415948" y="2225378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2D460B7-4EE3-D18B-547A-10EADFA725FC}"/>
              </a:ext>
            </a:extLst>
          </p:cNvPr>
          <p:cNvSpPr txBox="1"/>
          <p:nvPr/>
        </p:nvSpPr>
        <p:spPr>
          <a:xfrm>
            <a:off x="1127448" y="3067289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3D728720-4F2F-7F60-7569-E2D30F3F80A4}"/>
              </a:ext>
            </a:extLst>
          </p:cNvPr>
          <p:cNvGrpSpPr/>
          <p:nvPr/>
        </p:nvGrpSpPr>
        <p:grpSpPr>
          <a:xfrm>
            <a:off x="1322023" y="3069386"/>
            <a:ext cx="1468501" cy="409011"/>
            <a:chOff x="1498603" y="1408278"/>
            <a:chExt cx="1468501" cy="409011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D033FF50-CFD4-E66B-F3A8-E4DA489C65FE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4D5B22A-0A14-3452-3A20-708F4516C624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5B97D10C-5841-3A5F-0F97-5C0DB4CB9C86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5B97D10C-5841-3A5F-0F97-5C0DB4CB9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DC86BE9-8789-435E-A0C7-477CF63E9259}"/>
              </a:ext>
            </a:extLst>
          </p:cNvPr>
          <p:cNvSpPr txBox="1"/>
          <p:nvPr/>
        </p:nvSpPr>
        <p:spPr>
          <a:xfrm>
            <a:off x="2463475" y="2919948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1FDD2FC-9CEC-E221-2FBA-163BA2DC4024}"/>
                  </a:ext>
                </a:extLst>
              </p:cNvPr>
              <p:cNvSpPr txBox="1"/>
              <p:nvPr/>
            </p:nvSpPr>
            <p:spPr>
              <a:xfrm>
                <a:off x="2578232" y="30672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1FDD2FC-9CEC-E221-2FBA-163BA2DC4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232" y="3067289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7C017D-2E18-046C-B6B9-B6648485C24E}"/>
              </a:ext>
            </a:extLst>
          </p:cNvPr>
          <p:cNvSpPr txBox="1"/>
          <p:nvPr/>
        </p:nvSpPr>
        <p:spPr>
          <a:xfrm>
            <a:off x="2843218" y="3067289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9680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0963215-549D-D0CB-0B01-469E63F2406E}"/>
              </a:ext>
            </a:extLst>
          </p:cNvPr>
          <p:cNvSpPr txBox="1"/>
          <p:nvPr/>
        </p:nvSpPr>
        <p:spPr>
          <a:xfrm>
            <a:off x="1553922" y="3545019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5A50A232-93E2-E7C0-2241-553CA2C11290}"/>
              </a:ext>
            </a:extLst>
          </p:cNvPr>
          <p:cNvGrpSpPr/>
          <p:nvPr/>
        </p:nvGrpSpPr>
        <p:grpSpPr>
          <a:xfrm>
            <a:off x="1748497" y="3545019"/>
            <a:ext cx="815459" cy="400110"/>
            <a:chOff x="1377671" y="1369717"/>
            <a:chExt cx="815459" cy="400110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53E18FC5-B870-AD27-A203-3F87B26167A1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95594B4C-0512-9C4B-1FD6-33E5E76A1583}"/>
                </a:ext>
              </a:extLst>
            </p:cNvPr>
            <p:cNvSpPr txBox="1"/>
            <p:nvPr/>
          </p:nvSpPr>
          <p:spPr>
            <a:xfrm>
              <a:off x="1487488" y="1369717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1.1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59608B7-1633-B8B7-11FC-3B9370CAC765}"/>
              </a:ext>
            </a:extLst>
          </p:cNvPr>
          <p:cNvSpPr txBox="1"/>
          <p:nvPr/>
        </p:nvSpPr>
        <p:spPr>
          <a:xfrm>
            <a:off x="2387230" y="3400031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300176A-4B4A-6F2D-D178-AC972309601E}"/>
                  </a:ext>
                </a:extLst>
              </p:cNvPr>
              <p:cNvSpPr txBox="1"/>
              <p:nvPr/>
            </p:nvSpPr>
            <p:spPr>
              <a:xfrm>
                <a:off x="2578232" y="35415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300176A-4B4A-6F2D-D178-AC9723096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232" y="354150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59F02C5C-E58F-7792-04CE-2D202557578F}"/>
              </a:ext>
            </a:extLst>
          </p:cNvPr>
          <p:cNvSpPr txBox="1"/>
          <p:nvPr/>
        </p:nvSpPr>
        <p:spPr>
          <a:xfrm>
            <a:off x="2843218" y="3541504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9680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668A0C9-D95E-67B9-1DDE-3D737EEF5E78}"/>
              </a:ext>
            </a:extLst>
          </p:cNvPr>
          <p:cNvSpPr txBox="1"/>
          <p:nvPr/>
        </p:nvSpPr>
        <p:spPr>
          <a:xfrm>
            <a:off x="2232173" y="3941614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03D8E576-4ABE-3999-16FD-FB886EDC2132}"/>
                  </a:ext>
                </a:extLst>
              </p:cNvPr>
              <p:cNvSpPr txBox="1"/>
              <p:nvPr/>
            </p:nvSpPr>
            <p:spPr>
              <a:xfrm>
                <a:off x="2578232" y="39380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03D8E576-4ABE-3999-16FD-FB886EDC2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232" y="3938099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36">
            <a:extLst>
              <a:ext uri="{FF2B5EF4-FFF2-40B4-BE49-F238E27FC236}">
                <a16:creationId xmlns:a16="http://schemas.microsoft.com/office/drawing/2014/main" id="{AFE3159A-7149-8972-0C50-71867CBCE28E}"/>
              </a:ext>
            </a:extLst>
          </p:cNvPr>
          <p:cNvSpPr txBox="1"/>
          <p:nvPr/>
        </p:nvSpPr>
        <p:spPr>
          <a:xfrm>
            <a:off x="2859152" y="3941614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8000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CE446F95-0C1E-720E-2483-F0C21284245A}"/>
              </a:ext>
            </a:extLst>
          </p:cNvPr>
          <p:cNvSpPr txBox="1"/>
          <p:nvPr/>
        </p:nvSpPr>
        <p:spPr>
          <a:xfrm>
            <a:off x="369435" y="4435987"/>
            <a:ext cx="347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8000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671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20" grpId="0"/>
      <p:bldP spid="25" grpId="0"/>
      <p:bldP spid="26" grpId="0"/>
      <p:bldP spid="27" grpId="0"/>
      <p:bldP spid="28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DE9E2264-222D-EE3D-4DE3-EF7B6D2186BE}"/>
              </a:ext>
            </a:extLst>
          </p:cNvPr>
          <p:cNvGrpSpPr/>
          <p:nvPr/>
        </p:nvGrpSpPr>
        <p:grpSpPr>
          <a:xfrm>
            <a:off x="191344" y="116632"/>
            <a:ext cx="6976211" cy="1660619"/>
            <a:chOff x="191344" y="116632"/>
            <a:chExt cx="6976211" cy="1660619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AC416E2-A0B6-B818-02E5-7A42AEDF7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344" y="116632"/>
              <a:ext cx="6723809" cy="1304762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59573897-D3B5-EB83-B20E-28462BE24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9936" y="548680"/>
              <a:ext cx="1647619" cy="1228571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276FF10E-5E3F-F183-3372-A816D07132A2}"/>
                  </a:ext>
                </a:extLst>
              </p14:cNvPr>
              <p14:cNvContentPartPr/>
              <p14:nvPr/>
            </p14:nvContentPartPr>
            <p14:xfrm>
              <a:off x="2351584" y="332655"/>
              <a:ext cx="2088232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276FF10E-5E3F-F183-3372-A816D07132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97559" y="-13383045"/>
                <a:ext cx="219592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DF9C339A-F668-C6C6-3715-5F7A9F2D4F48}"/>
                  </a:ext>
                </a:extLst>
              </p14:cNvPr>
              <p14:cNvContentPartPr/>
              <p14:nvPr/>
            </p14:nvContentPartPr>
            <p14:xfrm>
              <a:off x="4799856" y="321580"/>
              <a:ext cx="1872208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DF9C339A-F668-C6C6-3715-5F7A9F2D4F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45829" y="-13394120"/>
                <a:ext cx="197990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69916A53-1555-9771-1954-8674C320505D}"/>
                  </a:ext>
                </a:extLst>
              </p14:cNvPr>
              <p14:cNvContentPartPr/>
              <p14:nvPr/>
            </p14:nvContentPartPr>
            <p14:xfrm>
              <a:off x="2135560" y="646977"/>
              <a:ext cx="936104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69916A53-1555-9771-1954-8674C320505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81554" y="-13068723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9AA7AE11-2FE8-FFF4-058F-0821A7A959E9}"/>
                  </a:ext>
                </a:extLst>
              </p14:cNvPr>
              <p14:cNvContentPartPr/>
              <p14:nvPr/>
            </p14:nvContentPartPr>
            <p14:xfrm>
              <a:off x="1703512" y="961299"/>
              <a:ext cx="648072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9AA7AE11-2FE8-FFF4-058F-0821A7A959E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49506" y="-12754401"/>
                <a:ext cx="7557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C5051781-452F-8415-CE94-ACF8D6811FEA}"/>
                  </a:ext>
                </a:extLst>
              </p14:cNvPr>
              <p14:cNvContentPartPr/>
              <p14:nvPr/>
            </p14:nvContentPartPr>
            <p14:xfrm>
              <a:off x="1631504" y="1262498"/>
              <a:ext cx="936104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C5051781-452F-8415-CE94-ACF8D6811FE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7477" y="-12453202"/>
                <a:ext cx="104379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5">
            <a:extLst>
              <a:ext uri="{FF2B5EF4-FFF2-40B4-BE49-F238E27FC236}">
                <a16:creationId xmlns:a16="http://schemas.microsoft.com/office/drawing/2014/main" id="{3B805AD9-DBAA-08E3-6152-F088D2989620}"/>
              </a:ext>
            </a:extLst>
          </p:cNvPr>
          <p:cNvSpPr txBox="1"/>
          <p:nvPr/>
        </p:nvSpPr>
        <p:spPr>
          <a:xfrm>
            <a:off x="360466" y="1742440"/>
            <a:ext cx="347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27936C1-7570-8267-6200-FF7A03C6BAE9}"/>
              </a:ext>
            </a:extLst>
          </p:cNvPr>
          <p:cNvSpPr txBox="1"/>
          <p:nvPr/>
        </p:nvSpPr>
        <p:spPr>
          <a:xfrm>
            <a:off x="551384" y="2280170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0B0E9677-C17F-F05D-9960-8C7AD389B80C}"/>
              </a:ext>
            </a:extLst>
          </p:cNvPr>
          <p:cNvGrpSpPr/>
          <p:nvPr/>
        </p:nvGrpSpPr>
        <p:grpSpPr>
          <a:xfrm>
            <a:off x="745959" y="2280170"/>
            <a:ext cx="1468501" cy="409011"/>
            <a:chOff x="1498603" y="1408278"/>
            <a:chExt cx="1468501" cy="409011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EC5D8B8-B30A-09BE-F950-00A4B1CCE87F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83A8EDA3-600D-D3D5-D259-27082EA7A99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101D4C10-7CF7-5F13-9DE0-4E0A747BD365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101D4C10-7CF7-5F13-9DE0-4E0A747BD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D1756AC-A928-FC94-20FA-BEF9D94583E7}"/>
              </a:ext>
            </a:extLst>
          </p:cNvPr>
          <p:cNvSpPr txBox="1"/>
          <p:nvPr/>
        </p:nvSpPr>
        <p:spPr>
          <a:xfrm>
            <a:off x="1864023" y="2142550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0C6E124-BEBD-AB91-885F-F0C3DA12E9E0}"/>
                  </a:ext>
                </a:extLst>
              </p:cNvPr>
              <p:cNvSpPr txBox="1"/>
              <p:nvPr/>
            </p:nvSpPr>
            <p:spPr>
              <a:xfrm>
                <a:off x="1998437" y="2142550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0C6E124-BEBD-AB91-885F-F0C3DA12E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437" y="2142550"/>
                <a:ext cx="29568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6AB1E3A4-1084-B758-2072-16FBD1D95DA6}"/>
              </a:ext>
            </a:extLst>
          </p:cNvPr>
          <p:cNvSpPr txBox="1"/>
          <p:nvPr/>
        </p:nvSpPr>
        <p:spPr>
          <a:xfrm>
            <a:off x="2126624" y="2142550"/>
            <a:ext cx="295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1A0B216-A7CE-121D-392E-A1A3B4B9FC38}"/>
                  </a:ext>
                </a:extLst>
              </p:cNvPr>
              <p:cNvSpPr txBox="1"/>
              <p:nvPr/>
            </p:nvSpPr>
            <p:spPr>
              <a:xfrm>
                <a:off x="2342647" y="22801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1A0B216-A7CE-121D-392E-A1A3B4B9F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647" y="2280170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670CE099-CCCF-4274-0FBF-73A576CEC70F}"/>
              </a:ext>
            </a:extLst>
          </p:cNvPr>
          <p:cNvSpPr txBox="1"/>
          <p:nvPr/>
        </p:nvSpPr>
        <p:spPr>
          <a:xfrm>
            <a:off x="2603612" y="2289071"/>
            <a:ext cx="119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58564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B9C77CD-6972-7452-2188-F9CBC9FC04FB}"/>
              </a:ext>
            </a:extLst>
          </p:cNvPr>
          <p:cNvSpPr txBox="1"/>
          <p:nvPr/>
        </p:nvSpPr>
        <p:spPr>
          <a:xfrm>
            <a:off x="1322638" y="2734283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25E3312-A09F-1DB4-DA35-7A06D7EC2030}"/>
              </a:ext>
            </a:extLst>
          </p:cNvPr>
          <p:cNvGrpSpPr/>
          <p:nvPr/>
        </p:nvGrpSpPr>
        <p:grpSpPr>
          <a:xfrm>
            <a:off x="1529818" y="2744156"/>
            <a:ext cx="815459" cy="400110"/>
            <a:chOff x="1377671" y="1369717"/>
            <a:chExt cx="815459" cy="400110"/>
          </a:xfrm>
        </p:grpSpPr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711389E9-6516-0306-07DD-E18EC85882F4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7A32D901-F676-C455-47CA-AE9E2CC04755}"/>
                </a:ext>
              </a:extLst>
            </p:cNvPr>
            <p:cNvSpPr txBox="1"/>
            <p:nvPr/>
          </p:nvSpPr>
          <p:spPr>
            <a:xfrm>
              <a:off x="1487488" y="1369717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1.1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38F9FC0-C5C3-25B8-449E-E4FD6AC7A584}"/>
              </a:ext>
            </a:extLst>
          </p:cNvPr>
          <p:cNvSpPr txBox="1"/>
          <p:nvPr/>
        </p:nvSpPr>
        <p:spPr>
          <a:xfrm>
            <a:off x="2168551" y="2599168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013028C-7077-7B81-DDA8-D22CD1C2876F}"/>
                  </a:ext>
                </a:extLst>
              </p:cNvPr>
              <p:cNvSpPr txBox="1"/>
              <p:nvPr/>
            </p:nvSpPr>
            <p:spPr>
              <a:xfrm>
                <a:off x="2336816" y="27352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013028C-7077-7B81-DDA8-D22CD1C28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816" y="2735255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A7A05F89-B481-15D4-6FC0-7B514A6C7881}"/>
              </a:ext>
            </a:extLst>
          </p:cNvPr>
          <p:cNvSpPr txBox="1"/>
          <p:nvPr/>
        </p:nvSpPr>
        <p:spPr>
          <a:xfrm>
            <a:off x="2597781" y="2744156"/>
            <a:ext cx="119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58564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260202A-0A91-DD42-A975-1CAD4FD2175A}"/>
              </a:ext>
            </a:extLst>
          </p:cNvPr>
          <p:cNvSpPr txBox="1"/>
          <p:nvPr/>
        </p:nvSpPr>
        <p:spPr>
          <a:xfrm>
            <a:off x="2019885" y="3280353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693DCBE0-9CA0-CB78-A82F-23824946ACDB}"/>
                  </a:ext>
                </a:extLst>
              </p:cNvPr>
              <p:cNvSpPr txBox="1"/>
              <p:nvPr/>
            </p:nvSpPr>
            <p:spPr>
              <a:xfrm>
                <a:off x="2347756" y="32561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693DCBE0-9CA0-CB78-A82F-23824946A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756" y="325615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B1B6A949-A921-0847-01F0-C72198EA6982}"/>
              </a:ext>
            </a:extLst>
          </p:cNvPr>
          <p:cNvSpPr txBox="1"/>
          <p:nvPr/>
        </p:nvSpPr>
        <p:spPr>
          <a:xfrm>
            <a:off x="2604687" y="3280353"/>
            <a:ext cx="119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40000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D644BAE8-0F52-8BC1-A5FD-9A5565C107C4}"/>
              </a:ext>
            </a:extLst>
          </p:cNvPr>
          <p:cNvSpPr txBox="1"/>
          <p:nvPr/>
        </p:nvSpPr>
        <p:spPr>
          <a:xfrm>
            <a:off x="475370" y="4037002"/>
            <a:ext cx="347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40000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868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1" grpId="0"/>
      <p:bldP spid="22" grpId="0"/>
      <p:bldP spid="23" grpId="0"/>
      <p:bldP spid="24" grpId="0"/>
      <p:bldP spid="28" grpId="0"/>
      <p:bldP spid="29" grpId="0"/>
      <p:bldP spid="30" grpId="0"/>
      <p:bldP spid="31" grpId="0"/>
      <p:bldP spid="32" grpId="0"/>
      <p:bldP spid="33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4CEAD1A7-4F04-3A79-274A-8225AB2AD673}"/>
              </a:ext>
            </a:extLst>
          </p:cNvPr>
          <p:cNvGrpSpPr/>
          <p:nvPr/>
        </p:nvGrpSpPr>
        <p:grpSpPr>
          <a:xfrm>
            <a:off x="191344" y="116632"/>
            <a:ext cx="8711862" cy="940760"/>
            <a:chOff x="191344" y="116632"/>
            <a:chExt cx="8711862" cy="94076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CEC12D9E-E368-B4B5-55CD-692DCB83A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344" y="116632"/>
              <a:ext cx="8266667" cy="685714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40E0FAC-AD9F-2097-98CE-6FFE138F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968" y="457392"/>
              <a:ext cx="3095238" cy="60000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FA9C5A91-CDA4-F668-3DE2-952B7A98698A}"/>
                  </a:ext>
                </a:extLst>
              </p14:cNvPr>
              <p14:cNvContentPartPr/>
              <p14:nvPr/>
            </p14:nvContentPartPr>
            <p14:xfrm>
              <a:off x="6600056" y="300810"/>
              <a:ext cx="1224136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FA9C5A91-CDA4-F668-3DE2-952B7A9869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6034" y="-13414890"/>
                <a:ext cx="133182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4C8271D7-0617-D545-A1DD-DFF4D3A09F31}"/>
                  </a:ext>
                </a:extLst>
              </p14:cNvPr>
              <p14:cNvContentPartPr/>
              <p14:nvPr/>
            </p14:nvContentPartPr>
            <p14:xfrm>
              <a:off x="2999656" y="300810"/>
              <a:ext cx="648072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4C8271D7-0617-D545-A1DD-DFF4D3A09F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45620" y="-13414890"/>
                <a:ext cx="75578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81E4D364-8708-678D-8639-344E1F55FF4D}"/>
                  </a:ext>
                </a:extLst>
              </p14:cNvPr>
              <p14:cNvContentPartPr/>
              <p14:nvPr/>
            </p14:nvContentPartPr>
            <p14:xfrm>
              <a:off x="1775520" y="620688"/>
              <a:ext cx="1728192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81E4D364-8708-678D-8639-344E1F55FF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21491" y="-13095012"/>
                <a:ext cx="183588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133E8C78-7C1C-BFC6-A967-C3047514258B}"/>
                  </a:ext>
                </a:extLst>
              </p14:cNvPr>
              <p14:cNvContentPartPr/>
              <p14:nvPr/>
            </p14:nvContentPartPr>
            <p14:xfrm>
              <a:off x="4151784" y="613822"/>
              <a:ext cx="648072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133E8C78-7C1C-BFC6-A967-C3047514258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97778" y="-13101878"/>
                <a:ext cx="75572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5">
            <a:extLst>
              <a:ext uri="{FF2B5EF4-FFF2-40B4-BE49-F238E27FC236}">
                <a16:creationId xmlns:a16="http://schemas.microsoft.com/office/drawing/2014/main" id="{0A9AFF1E-F1EA-DD9B-496B-3A1F9255D324}"/>
              </a:ext>
            </a:extLst>
          </p:cNvPr>
          <p:cNvSpPr txBox="1"/>
          <p:nvPr/>
        </p:nvSpPr>
        <p:spPr>
          <a:xfrm>
            <a:off x="8400257" y="85733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615507F-A181-B8FD-0B71-EC52DD5DF367}"/>
                  </a:ext>
                </a:extLst>
              </p:cNvPr>
              <p:cNvSpPr txBox="1"/>
              <p:nvPr/>
            </p:nvSpPr>
            <p:spPr>
              <a:xfrm>
                <a:off x="9904966" y="8573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615507F-A181-B8FD-0B71-EC52DD5DF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966" y="857337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837EAA59-7B4E-6F60-5376-F0BBC1B4CEAC}"/>
              </a:ext>
            </a:extLst>
          </p:cNvPr>
          <p:cNvSpPr txBox="1"/>
          <p:nvPr/>
        </p:nvSpPr>
        <p:spPr>
          <a:xfrm>
            <a:off x="10200654" y="857337"/>
            <a:ext cx="1090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12000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A194067-25E4-7152-D0E1-C1FD1218FE5F}"/>
              </a:ext>
            </a:extLst>
          </p:cNvPr>
          <p:cNvSpPr txBox="1"/>
          <p:nvPr/>
        </p:nvSpPr>
        <p:spPr>
          <a:xfrm>
            <a:off x="7752185" y="1398152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Change factor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8438EEE-A8F6-2573-2126-C05EE38D7E47}"/>
                  </a:ext>
                </a:extLst>
              </p:cNvPr>
              <p:cNvSpPr txBox="1"/>
              <p:nvPr/>
            </p:nvSpPr>
            <p:spPr>
              <a:xfrm>
                <a:off x="9904966" y="13981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8438EEE-A8F6-2573-2126-C05EE38D7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966" y="1398152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D51F0E1-652B-F1A0-0C3A-0A521AED43B6}"/>
                  </a:ext>
                </a:extLst>
              </p:cNvPr>
              <p:cNvSpPr txBox="1"/>
              <p:nvPr/>
            </p:nvSpPr>
            <p:spPr>
              <a:xfrm>
                <a:off x="10200654" y="1398152"/>
                <a:ext cx="10902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20%</a:t>
                </a: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D51F0E1-652B-F1A0-0C3A-0A521AED4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654" y="1398152"/>
                <a:ext cx="1090224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84FE6B11-8931-6AC0-2EF1-F315CC734755}"/>
              </a:ext>
            </a:extLst>
          </p:cNvPr>
          <p:cNvSpPr txBox="1"/>
          <p:nvPr/>
        </p:nvSpPr>
        <p:spPr>
          <a:xfrm>
            <a:off x="9616849" y="1928498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AC0D911-E421-EB34-6FA9-5E893A3DB680}"/>
                  </a:ext>
                </a:extLst>
              </p:cNvPr>
              <p:cNvSpPr txBox="1"/>
              <p:nvPr/>
            </p:nvSpPr>
            <p:spPr>
              <a:xfrm>
                <a:off x="9903352" y="19168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AC0D911-E421-EB34-6FA9-5E893A3DB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352" y="1916832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C97CA812-6325-DD25-A55C-27D34EEAC781}"/>
              </a:ext>
            </a:extLst>
          </p:cNvPr>
          <p:cNvSpPr txBox="1"/>
          <p:nvPr/>
        </p:nvSpPr>
        <p:spPr>
          <a:xfrm>
            <a:off x="10199040" y="1928498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DC0E2C1A-EE54-EB9B-6B4C-63C2C143CC2B}"/>
              </a:ext>
            </a:extLst>
          </p:cNvPr>
          <p:cNvSpPr txBox="1"/>
          <p:nvPr/>
        </p:nvSpPr>
        <p:spPr>
          <a:xfrm>
            <a:off x="8184233" y="2435512"/>
            <a:ext cx="187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F385CA3-80E0-A5E4-E14B-FF91EA2B0F0C}"/>
                  </a:ext>
                </a:extLst>
              </p:cNvPr>
              <p:cNvSpPr txBox="1"/>
              <p:nvPr/>
            </p:nvSpPr>
            <p:spPr>
              <a:xfrm>
                <a:off x="9903352" y="24355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F385CA3-80E0-A5E4-E14B-FF91EA2B0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352" y="243551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25CA5AC6-2A22-0814-39FA-6C060C195FD7}"/>
              </a:ext>
            </a:extLst>
          </p:cNvPr>
          <p:cNvSpPr txBox="1"/>
          <p:nvPr/>
        </p:nvSpPr>
        <p:spPr>
          <a:xfrm>
            <a:off x="10199040" y="2435512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849DF1E8-3DAB-B3A3-1FD2-58C5DA104A41}"/>
              </a:ext>
            </a:extLst>
          </p:cNvPr>
          <p:cNvSpPr txBox="1"/>
          <p:nvPr/>
        </p:nvSpPr>
        <p:spPr>
          <a:xfrm>
            <a:off x="371364" y="1057392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Value of television 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9FCAFDF8-F10C-5E04-AC94-4E755FFB62BB}"/>
                  </a:ext>
                </a:extLst>
              </p:cNvPr>
              <p:cNvSpPr txBox="1"/>
              <p:nvPr/>
            </p:nvSpPr>
            <p:spPr>
              <a:xfrm>
                <a:off x="348105" y="15768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9FCAFDF8-F10C-5E04-AC94-4E755FFB6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05" y="1576841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>
            <a:extLst>
              <a:ext uri="{FF2B5EF4-FFF2-40B4-BE49-F238E27FC236}">
                <a16:creationId xmlns:a16="http://schemas.microsoft.com/office/drawing/2014/main" id="{4FDD56B3-6CD9-E275-9A8C-E36E85BDE02B}"/>
              </a:ext>
            </a:extLst>
          </p:cNvPr>
          <p:cNvSpPr txBox="1"/>
          <p:nvPr/>
        </p:nvSpPr>
        <p:spPr>
          <a:xfrm>
            <a:off x="586969" y="1588730"/>
            <a:ext cx="1090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12000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7A82DB9-9988-CD1D-954E-2AFB875176E2}"/>
                  </a:ext>
                </a:extLst>
              </p:cNvPr>
              <p:cNvSpPr txBox="1"/>
              <p:nvPr/>
            </p:nvSpPr>
            <p:spPr>
              <a:xfrm>
                <a:off x="1495874" y="15773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7A82DB9-9988-CD1D-954E-2AFB87517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874" y="1577390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29C9DCD1-6F3E-78B3-7B5D-C54AD3F3AC0A}"/>
              </a:ext>
            </a:extLst>
          </p:cNvPr>
          <p:cNvGrpSpPr/>
          <p:nvPr/>
        </p:nvGrpSpPr>
        <p:grpSpPr>
          <a:xfrm>
            <a:off x="1720414" y="1569035"/>
            <a:ext cx="1468501" cy="409011"/>
            <a:chOff x="1498603" y="1408278"/>
            <a:chExt cx="1468501" cy="409011"/>
          </a:xfrm>
        </p:grpSpPr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CE33BE43-16E4-B3EB-82B7-E96A5D8AA16E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18495F2-25A9-85C0-A116-E40506B47B69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226BD41A-9151-6498-4D33-63D94701BE38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226BD41A-9151-6498-4D33-63D94701BE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01E8DB33-40BC-F46A-6ECF-8478CC37EF52}"/>
              </a:ext>
            </a:extLst>
          </p:cNvPr>
          <p:cNvSpPr txBox="1"/>
          <p:nvPr/>
        </p:nvSpPr>
        <p:spPr>
          <a:xfrm>
            <a:off x="2836131" y="1427317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917E9EB-85DB-D6DD-1B1F-20C6567209D3}"/>
                  </a:ext>
                </a:extLst>
              </p:cNvPr>
              <p:cNvSpPr txBox="1"/>
              <p:nvPr/>
            </p:nvSpPr>
            <p:spPr>
              <a:xfrm>
                <a:off x="348105" y="21081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917E9EB-85DB-D6DD-1B1F-20C656720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05" y="2108179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191F3393-DE5E-23AE-82EA-0DF7982D917E}"/>
              </a:ext>
            </a:extLst>
          </p:cNvPr>
          <p:cNvSpPr txBox="1"/>
          <p:nvPr/>
        </p:nvSpPr>
        <p:spPr>
          <a:xfrm>
            <a:off x="601547" y="2108179"/>
            <a:ext cx="1343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$4915.2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C7A1AC9-BC33-6CC5-4B1D-FB868F0E6273}"/>
              </a:ext>
            </a:extLst>
          </p:cNvPr>
          <p:cNvGrpSpPr/>
          <p:nvPr/>
        </p:nvGrpSpPr>
        <p:grpSpPr>
          <a:xfrm>
            <a:off x="188920" y="2990331"/>
            <a:ext cx="9301757" cy="963884"/>
            <a:chOff x="188920" y="2990331"/>
            <a:chExt cx="9301757" cy="963884"/>
          </a:xfrm>
        </p:grpSpPr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618D821A-E9C9-2E80-3A0F-5379B35A5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88920" y="2990331"/>
              <a:ext cx="8714286" cy="600000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576F72F7-4802-7578-9646-F5AD8B93D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166868" y="3411358"/>
              <a:ext cx="3323809" cy="54285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8" name="筆跡 57">
                <a:extLst>
                  <a:ext uri="{FF2B5EF4-FFF2-40B4-BE49-F238E27FC236}">
                    <a16:creationId xmlns:a16="http://schemas.microsoft.com/office/drawing/2014/main" id="{73E893BD-95C3-9E85-7BF5-275D48BAB07A}"/>
                  </a:ext>
                </a:extLst>
              </p14:cNvPr>
              <p14:cNvContentPartPr/>
              <p14:nvPr/>
            </p14:nvContentPartPr>
            <p14:xfrm>
              <a:off x="3188915" y="3147255"/>
              <a:ext cx="674837" cy="45719"/>
            </p14:xfrm>
          </p:contentPart>
        </mc:Choice>
        <mc:Fallback xmlns="">
          <p:pic>
            <p:nvPicPr>
              <p:cNvPr id="58" name="筆跡 57">
                <a:extLst>
                  <a:ext uri="{FF2B5EF4-FFF2-40B4-BE49-F238E27FC236}">
                    <a16:creationId xmlns:a16="http://schemas.microsoft.com/office/drawing/2014/main" id="{73E893BD-95C3-9E85-7BF5-275D48BAB07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34899" y="-10568445"/>
                <a:ext cx="7825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9" name="筆跡 58">
                <a:extLst>
                  <a:ext uri="{FF2B5EF4-FFF2-40B4-BE49-F238E27FC236}">
                    <a16:creationId xmlns:a16="http://schemas.microsoft.com/office/drawing/2014/main" id="{0C79BF16-0345-1334-E951-3C530456F166}"/>
                  </a:ext>
                </a:extLst>
              </p14:cNvPr>
              <p14:cNvContentPartPr/>
              <p14:nvPr/>
            </p14:nvContentPartPr>
            <p14:xfrm>
              <a:off x="6600056" y="3170114"/>
              <a:ext cx="2016224" cy="45719"/>
            </p14:xfrm>
          </p:contentPart>
        </mc:Choice>
        <mc:Fallback xmlns="">
          <p:pic>
            <p:nvPicPr>
              <p:cNvPr id="59" name="筆跡 58">
                <a:extLst>
                  <a:ext uri="{FF2B5EF4-FFF2-40B4-BE49-F238E27FC236}">
                    <a16:creationId xmlns:a16="http://schemas.microsoft.com/office/drawing/2014/main" id="{0C79BF16-0345-1334-E951-3C530456F16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031" y="-10545586"/>
                <a:ext cx="21239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0" name="筆跡 59">
                <a:extLst>
                  <a:ext uri="{FF2B5EF4-FFF2-40B4-BE49-F238E27FC236}">
                    <a16:creationId xmlns:a16="http://schemas.microsoft.com/office/drawing/2014/main" id="{04D20778-C6CD-D65B-6A4C-EF4BF04D2FFD}"/>
                  </a:ext>
                </a:extLst>
              </p14:cNvPr>
              <p14:cNvContentPartPr/>
              <p14:nvPr/>
            </p14:nvContentPartPr>
            <p14:xfrm>
              <a:off x="2230284" y="3465156"/>
              <a:ext cx="1201420" cy="45719"/>
            </p14:xfrm>
          </p:contentPart>
        </mc:Choice>
        <mc:Fallback xmlns="">
          <p:pic>
            <p:nvPicPr>
              <p:cNvPr id="60" name="筆跡 59">
                <a:extLst>
                  <a:ext uri="{FF2B5EF4-FFF2-40B4-BE49-F238E27FC236}">
                    <a16:creationId xmlns:a16="http://schemas.microsoft.com/office/drawing/2014/main" id="{04D20778-C6CD-D65B-6A4C-EF4BF04D2FF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176247" y="-10250544"/>
                <a:ext cx="130913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1" name="筆跡 60">
                <a:extLst>
                  <a:ext uri="{FF2B5EF4-FFF2-40B4-BE49-F238E27FC236}">
                    <a16:creationId xmlns:a16="http://schemas.microsoft.com/office/drawing/2014/main" id="{C3340939-CA0E-9E1B-06A3-80ACE3A1A755}"/>
                  </a:ext>
                </a:extLst>
              </p14:cNvPr>
              <p14:cNvContentPartPr/>
              <p14:nvPr/>
            </p14:nvContentPartPr>
            <p14:xfrm>
              <a:off x="3573955" y="3455289"/>
              <a:ext cx="972108" cy="45719"/>
            </p14:xfrm>
          </p:contentPart>
        </mc:Choice>
        <mc:Fallback xmlns="">
          <p:pic>
            <p:nvPicPr>
              <p:cNvPr id="61" name="筆跡 60">
                <a:extLst>
                  <a:ext uri="{FF2B5EF4-FFF2-40B4-BE49-F238E27FC236}">
                    <a16:creationId xmlns:a16="http://schemas.microsoft.com/office/drawing/2014/main" id="{C3340939-CA0E-9E1B-06A3-80ACE3A1A75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519929" y="-10260411"/>
                <a:ext cx="107980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62" name="TextBox 15">
            <a:extLst>
              <a:ext uri="{FF2B5EF4-FFF2-40B4-BE49-F238E27FC236}">
                <a16:creationId xmlns:a16="http://schemas.microsoft.com/office/drawing/2014/main" id="{56B06863-31B0-EB70-4037-8ACB5D3A22B7}"/>
              </a:ext>
            </a:extLst>
          </p:cNvPr>
          <p:cNvSpPr txBox="1"/>
          <p:nvPr/>
        </p:nvSpPr>
        <p:spPr>
          <a:xfrm>
            <a:off x="8400257" y="3625252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27CBE05D-1BF8-76A9-B17D-16E39BD88BCC}"/>
                  </a:ext>
                </a:extLst>
              </p:cNvPr>
              <p:cNvSpPr txBox="1"/>
              <p:nvPr/>
            </p:nvSpPr>
            <p:spPr>
              <a:xfrm>
                <a:off x="9904966" y="36252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27CBE05D-1BF8-76A9-B17D-16E39BD88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966" y="3625252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63">
            <a:extLst>
              <a:ext uri="{FF2B5EF4-FFF2-40B4-BE49-F238E27FC236}">
                <a16:creationId xmlns:a16="http://schemas.microsoft.com/office/drawing/2014/main" id="{93561355-BE80-D2A1-C481-1A41C79BA006}"/>
              </a:ext>
            </a:extLst>
          </p:cNvPr>
          <p:cNvSpPr txBox="1"/>
          <p:nvPr/>
        </p:nvSpPr>
        <p:spPr>
          <a:xfrm>
            <a:off x="10200654" y="3625252"/>
            <a:ext cx="50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65" name="TextBox 15">
            <a:extLst>
              <a:ext uri="{FF2B5EF4-FFF2-40B4-BE49-F238E27FC236}">
                <a16:creationId xmlns:a16="http://schemas.microsoft.com/office/drawing/2014/main" id="{D0B225AC-446C-9D78-9336-222807575F22}"/>
              </a:ext>
            </a:extLst>
          </p:cNvPr>
          <p:cNvSpPr txBox="1"/>
          <p:nvPr/>
        </p:nvSpPr>
        <p:spPr>
          <a:xfrm>
            <a:off x="7752185" y="4166067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Change factor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45BA54B7-F182-7030-D4D9-AE024C766130}"/>
                  </a:ext>
                </a:extLst>
              </p:cNvPr>
              <p:cNvSpPr txBox="1"/>
              <p:nvPr/>
            </p:nvSpPr>
            <p:spPr>
              <a:xfrm>
                <a:off x="9904966" y="41660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45BA54B7-F182-7030-D4D9-AE024C766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966" y="4166067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BBD2E0F1-A7EF-1081-1BE1-E73A7ED5A48B}"/>
                  </a:ext>
                </a:extLst>
              </p:cNvPr>
              <p:cNvSpPr txBox="1"/>
              <p:nvPr/>
            </p:nvSpPr>
            <p:spPr>
              <a:xfrm>
                <a:off x="10200654" y="4166067"/>
                <a:ext cx="10902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8%</a:t>
                </a: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BBD2E0F1-A7EF-1081-1BE1-E73A7ED5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654" y="4166067"/>
                <a:ext cx="1090224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字方塊 67">
            <a:extLst>
              <a:ext uri="{FF2B5EF4-FFF2-40B4-BE49-F238E27FC236}">
                <a16:creationId xmlns:a16="http://schemas.microsoft.com/office/drawing/2014/main" id="{E3CBBAE8-4A8E-BF4B-D220-D112C3D7CC8D}"/>
              </a:ext>
            </a:extLst>
          </p:cNvPr>
          <p:cNvSpPr txBox="1"/>
          <p:nvPr/>
        </p:nvSpPr>
        <p:spPr>
          <a:xfrm>
            <a:off x="9616849" y="4696413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8A0BA9A-A675-DED0-C894-7A367DFD92E6}"/>
                  </a:ext>
                </a:extLst>
              </p:cNvPr>
              <p:cNvSpPr txBox="1"/>
              <p:nvPr/>
            </p:nvSpPr>
            <p:spPr>
              <a:xfrm>
                <a:off x="9903352" y="46847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8A0BA9A-A675-DED0-C894-7A367DFD9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352" y="4684747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字方塊 69">
            <a:extLst>
              <a:ext uri="{FF2B5EF4-FFF2-40B4-BE49-F238E27FC236}">
                <a16:creationId xmlns:a16="http://schemas.microsoft.com/office/drawing/2014/main" id="{046784DB-536D-0695-11CD-773426ED0EB6}"/>
              </a:ext>
            </a:extLst>
          </p:cNvPr>
          <p:cNvSpPr txBox="1"/>
          <p:nvPr/>
        </p:nvSpPr>
        <p:spPr>
          <a:xfrm>
            <a:off x="10199040" y="4696413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71" name="TextBox 15">
            <a:extLst>
              <a:ext uri="{FF2B5EF4-FFF2-40B4-BE49-F238E27FC236}">
                <a16:creationId xmlns:a16="http://schemas.microsoft.com/office/drawing/2014/main" id="{927AAB12-ED4F-4907-FB38-D186E1E4667F}"/>
              </a:ext>
            </a:extLst>
          </p:cNvPr>
          <p:cNvSpPr txBox="1"/>
          <p:nvPr/>
        </p:nvSpPr>
        <p:spPr>
          <a:xfrm>
            <a:off x="8184233" y="5203427"/>
            <a:ext cx="187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FC40155E-EFA1-6024-3DA8-178FE323811E}"/>
                  </a:ext>
                </a:extLst>
              </p:cNvPr>
              <p:cNvSpPr txBox="1"/>
              <p:nvPr/>
            </p:nvSpPr>
            <p:spPr>
              <a:xfrm>
                <a:off x="9903352" y="52034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FC40155E-EFA1-6024-3DA8-178FE3238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352" y="5203427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字方塊 72">
            <a:extLst>
              <a:ext uri="{FF2B5EF4-FFF2-40B4-BE49-F238E27FC236}">
                <a16:creationId xmlns:a16="http://schemas.microsoft.com/office/drawing/2014/main" id="{39BB5F13-CB52-05F5-BC32-903FE5153BA5}"/>
              </a:ext>
            </a:extLst>
          </p:cNvPr>
          <p:cNvSpPr txBox="1"/>
          <p:nvPr/>
        </p:nvSpPr>
        <p:spPr>
          <a:xfrm>
            <a:off x="10199039" y="5203427"/>
            <a:ext cx="115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22000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74" name="TextBox 15">
            <a:extLst>
              <a:ext uri="{FF2B5EF4-FFF2-40B4-BE49-F238E27FC236}">
                <a16:creationId xmlns:a16="http://schemas.microsoft.com/office/drawing/2014/main" id="{96958BB5-EDED-A7BC-FEBA-718409E21BA1}"/>
              </a:ext>
            </a:extLst>
          </p:cNvPr>
          <p:cNvSpPr txBox="1"/>
          <p:nvPr/>
        </p:nvSpPr>
        <p:spPr>
          <a:xfrm>
            <a:off x="438980" y="3752421"/>
            <a:ext cx="6161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Alex’s monthly salary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years ago be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D3FEB577-B639-1B42-573D-D89FB61C6F80}"/>
              </a:ext>
            </a:extLst>
          </p:cNvPr>
          <p:cNvSpPr txBox="1"/>
          <p:nvPr/>
        </p:nvSpPr>
        <p:spPr>
          <a:xfrm>
            <a:off x="538054" y="4316133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429D9EB-9855-2248-4FF3-FC520EEEE3AB}"/>
              </a:ext>
            </a:extLst>
          </p:cNvPr>
          <p:cNvGrpSpPr/>
          <p:nvPr/>
        </p:nvGrpSpPr>
        <p:grpSpPr>
          <a:xfrm>
            <a:off x="732629" y="4316133"/>
            <a:ext cx="1211991" cy="409011"/>
            <a:chOff x="1498603" y="1408278"/>
            <a:chExt cx="1211991" cy="409011"/>
          </a:xfrm>
        </p:grpSpPr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D1DC11E1-C66C-C950-5F94-0650D0383406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A8FB5A61-3BC3-EFEB-F799-E3F76F646310}"/>
                </a:ext>
              </a:extLst>
            </p:cNvPr>
            <p:cNvSpPr txBox="1"/>
            <p:nvPr/>
          </p:nvSpPr>
          <p:spPr>
            <a:xfrm>
              <a:off x="2008474" y="1417179"/>
              <a:ext cx="7021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56077BC4-983A-8648-697E-68A8AD2E2F7C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56077BC4-983A-8648-697E-68A8AD2E2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0D1C3B1F-5DAA-948C-6837-BEB887518904}"/>
              </a:ext>
            </a:extLst>
          </p:cNvPr>
          <p:cNvSpPr txBox="1"/>
          <p:nvPr/>
        </p:nvSpPr>
        <p:spPr>
          <a:xfrm>
            <a:off x="1689378" y="4189112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D4D12D3B-5008-ACFC-E82B-488508E3B5C5}"/>
                  </a:ext>
                </a:extLst>
              </p:cNvPr>
              <p:cNvSpPr txBox="1"/>
              <p:nvPr/>
            </p:nvSpPr>
            <p:spPr>
              <a:xfrm>
                <a:off x="1881902" y="43151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D4D12D3B-5008-ACFC-E82B-488508E3B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902" y="4315135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文字方塊 81">
            <a:extLst>
              <a:ext uri="{FF2B5EF4-FFF2-40B4-BE49-F238E27FC236}">
                <a16:creationId xmlns:a16="http://schemas.microsoft.com/office/drawing/2014/main" id="{E8641744-ACF5-1A62-E53E-A5A7D1488561}"/>
              </a:ext>
            </a:extLst>
          </p:cNvPr>
          <p:cNvSpPr txBox="1"/>
          <p:nvPr/>
        </p:nvSpPr>
        <p:spPr>
          <a:xfrm>
            <a:off x="2182081" y="4325034"/>
            <a:ext cx="115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22000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52D36D26-8502-6B93-6E04-9A9521BB2F1C}"/>
              </a:ext>
            </a:extLst>
          </p:cNvPr>
          <p:cNvSpPr txBox="1"/>
          <p:nvPr/>
        </p:nvSpPr>
        <p:spPr>
          <a:xfrm>
            <a:off x="695400" y="4913232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80F6ABDF-A0A7-AA93-2732-C82830AEE2E4}"/>
              </a:ext>
            </a:extLst>
          </p:cNvPr>
          <p:cNvGrpSpPr/>
          <p:nvPr/>
        </p:nvGrpSpPr>
        <p:grpSpPr>
          <a:xfrm>
            <a:off x="902580" y="4923105"/>
            <a:ext cx="988584" cy="400110"/>
            <a:chOff x="1377671" y="1369717"/>
            <a:chExt cx="988584" cy="400110"/>
          </a:xfrm>
        </p:grpSpPr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3A969B91-0EDE-DF9A-B15C-6D7494B7FE9E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F4DB4DB1-B609-17C5-AEA0-9C3F79C6CCF9}"/>
                </a:ext>
              </a:extLst>
            </p:cNvPr>
            <p:cNvSpPr txBox="1"/>
            <p:nvPr/>
          </p:nvSpPr>
          <p:spPr>
            <a:xfrm>
              <a:off x="1487488" y="1369717"/>
              <a:ext cx="8787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1.08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8AA873BF-390C-0298-4BE1-BC472703517A}"/>
              </a:ext>
            </a:extLst>
          </p:cNvPr>
          <p:cNvSpPr txBox="1"/>
          <p:nvPr/>
        </p:nvSpPr>
        <p:spPr>
          <a:xfrm>
            <a:off x="1708810" y="4778117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B0F1AF6B-F685-BD5B-2A42-AB5C4DEDD7A6}"/>
                  </a:ext>
                </a:extLst>
              </p:cNvPr>
              <p:cNvSpPr txBox="1"/>
              <p:nvPr/>
            </p:nvSpPr>
            <p:spPr>
              <a:xfrm>
                <a:off x="1876351" y="49132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B0F1AF6B-F685-BD5B-2A42-AB5C4DEDD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351" y="4913232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文字方塊 89">
            <a:extLst>
              <a:ext uri="{FF2B5EF4-FFF2-40B4-BE49-F238E27FC236}">
                <a16:creationId xmlns:a16="http://schemas.microsoft.com/office/drawing/2014/main" id="{9D5E5BE9-7827-0174-C756-A75BCB4FE775}"/>
              </a:ext>
            </a:extLst>
          </p:cNvPr>
          <p:cNvSpPr txBox="1"/>
          <p:nvPr/>
        </p:nvSpPr>
        <p:spPr>
          <a:xfrm>
            <a:off x="2138040" y="4923105"/>
            <a:ext cx="119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22000</a:t>
            </a: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80558D53-D70C-7775-8BCF-4A41E7FB87D5}"/>
              </a:ext>
            </a:extLst>
          </p:cNvPr>
          <p:cNvSpPr txBox="1"/>
          <p:nvPr/>
        </p:nvSpPr>
        <p:spPr>
          <a:xfrm>
            <a:off x="1541304" y="5458330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31BE3B5-A75B-97CD-712D-A5247E869C3B}"/>
                  </a:ext>
                </a:extLst>
              </p:cNvPr>
              <p:cNvSpPr txBox="1"/>
              <p:nvPr/>
            </p:nvSpPr>
            <p:spPr>
              <a:xfrm>
                <a:off x="1869175" y="54341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31BE3B5-A75B-97CD-712D-A5247E869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175" y="5434128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" name="群組 93">
            <a:extLst>
              <a:ext uri="{FF2B5EF4-FFF2-40B4-BE49-F238E27FC236}">
                <a16:creationId xmlns:a16="http://schemas.microsoft.com/office/drawing/2014/main" id="{6ADBFBD9-DFE0-347E-B6AD-05FDFA5205B4}"/>
              </a:ext>
            </a:extLst>
          </p:cNvPr>
          <p:cNvGrpSpPr/>
          <p:nvPr/>
        </p:nvGrpSpPr>
        <p:grpSpPr>
          <a:xfrm>
            <a:off x="2182081" y="5458330"/>
            <a:ext cx="4336905" cy="400110"/>
            <a:chOff x="3153717" y="4870275"/>
            <a:chExt cx="4336905" cy="400110"/>
          </a:xfrm>
        </p:grpSpPr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EA08F0E2-0CFF-804F-5EE0-CD8AE427E148}"/>
                </a:ext>
              </a:extLst>
            </p:cNvPr>
            <p:cNvSpPr txBox="1"/>
            <p:nvPr/>
          </p:nvSpPr>
          <p:spPr>
            <a:xfrm>
              <a:off x="3153717" y="4870275"/>
              <a:ext cx="17573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$16200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7C3A540E-3556-1293-7399-526498482031}"/>
                </a:ext>
              </a:extLst>
            </p:cNvPr>
            <p:cNvSpPr txBox="1"/>
            <p:nvPr/>
          </p:nvSpPr>
          <p:spPr>
            <a:xfrm>
              <a:off x="4314592" y="4870275"/>
              <a:ext cx="31760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nearest dollar)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971558EA-F5FA-C14C-1120-6A4B50F28759}"/>
              </a:ext>
            </a:extLst>
          </p:cNvPr>
          <p:cNvGrpSpPr/>
          <p:nvPr/>
        </p:nvGrpSpPr>
        <p:grpSpPr>
          <a:xfrm>
            <a:off x="233855" y="6032258"/>
            <a:ext cx="7411122" cy="410107"/>
            <a:chOff x="420004" y="4149080"/>
            <a:chExt cx="7411122" cy="410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77F55330-2802-A681-6CCA-B072BBDA68E0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C6722676-F618-C741-C587-D206AB1A7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B1EF758E-6AF1-F8EB-AF22-00B28FB9C6F1}"/>
                </a:ext>
              </a:extLst>
            </p:cNvPr>
            <p:cNvSpPr txBox="1"/>
            <p:nvPr/>
          </p:nvSpPr>
          <p:spPr>
            <a:xfrm>
              <a:off x="744386" y="4159077"/>
              <a:ext cx="70867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Alex’s monthly salary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years ago is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$16200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37CBFF"/>
                  </a:solidFill>
                  <a:latin typeface="Lucida Calligraphy" panose="03010101010101010101" pitchFamily="66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072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21" grpId="0"/>
      <p:bldP spid="22" grpId="0"/>
      <p:bldP spid="23" grpId="0"/>
      <p:bldP spid="24" grpId="0"/>
      <p:bldP spid="25" grpId="0"/>
      <p:bldP spid="26" grpId="0"/>
      <p:bldP spid="30" grpId="0"/>
      <p:bldP spid="31" grpId="0"/>
      <p:bldP spid="32" grpId="0"/>
      <p:bldP spid="33" grpId="0"/>
      <p:bldP spid="38" grpId="0"/>
      <p:bldP spid="39" grpId="0"/>
      <p:bldP spid="40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80" grpId="0"/>
      <p:bldP spid="81" grpId="0"/>
      <p:bldP spid="82" grpId="0"/>
      <p:bldP spid="84" grpId="0"/>
      <p:bldP spid="88" grpId="0"/>
      <p:bldP spid="89" grpId="0"/>
      <p:bldP spid="90" grpId="0"/>
      <p:bldP spid="91" grpId="0"/>
      <p:bldP spid="9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CEFC83EE-B23A-A8E8-9D38-97D20A33D3DD}"/>
              </a:ext>
            </a:extLst>
          </p:cNvPr>
          <p:cNvGrpSpPr/>
          <p:nvPr/>
        </p:nvGrpSpPr>
        <p:grpSpPr>
          <a:xfrm>
            <a:off x="191344" y="116632"/>
            <a:ext cx="9077749" cy="1133333"/>
            <a:chOff x="191344" y="116632"/>
            <a:chExt cx="9077749" cy="1133333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E6D772C6-88B7-242C-9FDA-00F983F23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344" y="116632"/>
              <a:ext cx="8285714" cy="904762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3E94ACA4-4CD9-4612-CF0B-634E5DDF2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5760" y="792822"/>
              <a:ext cx="5333333" cy="45714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D0FC4C34-DBD8-0015-D9D8-EDB3ECFD6420}"/>
                  </a:ext>
                </a:extLst>
              </p14:cNvPr>
              <p14:cNvContentPartPr/>
              <p14:nvPr/>
            </p14:nvContentPartPr>
            <p14:xfrm>
              <a:off x="3143672" y="260648"/>
              <a:ext cx="1224136" cy="45719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D0FC4C34-DBD8-0015-D9D8-EDB3ECFD64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9634" y="-13455052"/>
                <a:ext cx="133185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D5A25AA6-B0F8-916D-57A5-33666919CE6E}"/>
                  </a:ext>
                </a:extLst>
              </p14:cNvPr>
              <p14:cNvContentPartPr/>
              <p14:nvPr/>
            </p14:nvContentPartPr>
            <p14:xfrm>
              <a:off x="4989669" y="260648"/>
              <a:ext cx="1224137" cy="45719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D5A25AA6-B0F8-916D-57A5-33666919CE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35647" y="-13455052"/>
                <a:ext cx="133182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5028CE4E-E28C-E171-B1FD-E9D2F4BA6B55}"/>
                  </a:ext>
                </a:extLst>
              </p14:cNvPr>
              <p14:cNvContentPartPr/>
              <p14:nvPr/>
            </p14:nvContentPartPr>
            <p14:xfrm>
              <a:off x="695400" y="569013"/>
              <a:ext cx="1728192" cy="45719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5028CE4E-E28C-E171-B1FD-E9D2F4BA6B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1383" y="-13146687"/>
                <a:ext cx="183586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4980BC61-0EA8-F8A1-A944-1D49EC9913FD}"/>
                  </a:ext>
                </a:extLst>
              </p14:cNvPr>
              <p14:cNvContentPartPr/>
              <p14:nvPr/>
            </p14:nvContentPartPr>
            <p14:xfrm>
              <a:off x="4175076" y="576367"/>
              <a:ext cx="1776908" cy="45719"/>
            </p14:xfrm>
          </p:contentPart>
        </mc:Choice>
        <mc:Fallback xmlns=""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4980BC61-0EA8-F8A1-A944-1D49EC9913F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21045" y="-13139333"/>
                <a:ext cx="18846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5BF111B7-F80A-3F05-999E-B65B94E53D8A}"/>
                  </a:ext>
                </a:extLst>
              </p14:cNvPr>
              <p14:cNvContentPartPr/>
              <p14:nvPr/>
            </p14:nvContentPartPr>
            <p14:xfrm>
              <a:off x="6960096" y="569013"/>
              <a:ext cx="743372" cy="45719"/>
            </p14:xfrm>
          </p:contentPart>
        </mc:Choice>
        <mc:Fallback xmlns=""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5BF111B7-F80A-3F05-999E-B65B94E53D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06098" y="-13146687"/>
                <a:ext cx="85100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15">
            <a:extLst>
              <a:ext uri="{FF2B5EF4-FFF2-40B4-BE49-F238E27FC236}">
                <a16:creationId xmlns:a16="http://schemas.microsoft.com/office/drawing/2014/main" id="{D772AA6A-E305-FB0F-9700-BE5A6828120C}"/>
              </a:ext>
            </a:extLst>
          </p:cNvPr>
          <p:cNvSpPr txBox="1"/>
          <p:nvPr/>
        </p:nvSpPr>
        <p:spPr>
          <a:xfrm>
            <a:off x="479376" y="127303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length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6F9E122-8F61-47E6-13FD-3E7F3343BA38}"/>
                  </a:ext>
                </a:extLst>
              </p:cNvPr>
              <p:cNvSpPr txBox="1"/>
              <p:nvPr/>
            </p:nvSpPr>
            <p:spPr>
              <a:xfrm>
                <a:off x="2056093" y="12730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6F9E122-8F61-47E6-13FD-3E7F3343B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093" y="1273035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A5259636-E5BB-812E-DAE9-2750D9120A3F}"/>
              </a:ext>
            </a:extLst>
          </p:cNvPr>
          <p:cNvSpPr txBox="1"/>
          <p:nvPr/>
        </p:nvSpPr>
        <p:spPr>
          <a:xfrm>
            <a:off x="2351781" y="1273035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26CBF051-E8EC-1943-132D-EEE45C660636}"/>
              </a:ext>
            </a:extLst>
          </p:cNvPr>
          <p:cNvSpPr txBox="1"/>
          <p:nvPr/>
        </p:nvSpPr>
        <p:spPr>
          <a:xfrm>
            <a:off x="4000325" y="1286851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length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682E4A91-CFCA-C121-3353-93B7B09706DE}"/>
                  </a:ext>
                </a:extLst>
              </p:cNvPr>
              <p:cNvSpPr txBox="1"/>
              <p:nvPr/>
            </p:nvSpPr>
            <p:spPr>
              <a:xfrm>
                <a:off x="5701935" y="12868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682E4A91-CFCA-C121-3353-93B7B0970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935" y="1286851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32692866-F24F-D692-B9C9-E90F2E694D74}"/>
              </a:ext>
            </a:extLst>
          </p:cNvPr>
          <p:cNvSpPr txBox="1"/>
          <p:nvPr/>
        </p:nvSpPr>
        <p:spPr>
          <a:xfrm>
            <a:off x="5997623" y="1286851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1E50BB6-EA60-0BFF-47CA-C8BDE07D7EB5}"/>
                  </a:ext>
                </a:extLst>
              </p:cNvPr>
              <p:cNvSpPr txBox="1"/>
              <p:nvPr/>
            </p:nvSpPr>
            <p:spPr>
              <a:xfrm>
                <a:off x="6404210" y="12819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1E50BB6-EA60-0BFF-47CA-C8BDE07D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210" y="128193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BEAE8FAB-70E4-E168-2387-5D71E7B0986A}"/>
              </a:ext>
            </a:extLst>
          </p:cNvPr>
          <p:cNvGrpSpPr/>
          <p:nvPr/>
        </p:nvGrpSpPr>
        <p:grpSpPr>
          <a:xfrm>
            <a:off x="6643723" y="1273035"/>
            <a:ext cx="1468501" cy="409011"/>
            <a:chOff x="1498603" y="1408278"/>
            <a:chExt cx="1468501" cy="409011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5BE831F5-4B0B-5A6F-41FB-08E55713485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6C546A35-3EAB-E8A1-8D93-3B6DA214CFCF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E849B3CE-F6F9-C3D9-6697-4F2AEB4C7DEF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E849B3CE-F6F9-C3D9-6697-4F2AEB4C7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15">
            <a:extLst>
              <a:ext uri="{FF2B5EF4-FFF2-40B4-BE49-F238E27FC236}">
                <a16:creationId xmlns:a16="http://schemas.microsoft.com/office/drawing/2014/main" id="{3361DBC9-329B-5D06-700C-CD7E57CD5454}"/>
              </a:ext>
            </a:extLst>
          </p:cNvPr>
          <p:cNvSpPr txBox="1"/>
          <p:nvPr/>
        </p:nvSpPr>
        <p:spPr>
          <a:xfrm>
            <a:off x="479376" y="1924786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Old width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B2ED0A74-6215-E269-ED76-7227186A6A66}"/>
                  </a:ext>
                </a:extLst>
              </p:cNvPr>
              <p:cNvSpPr txBox="1"/>
              <p:nvPr/>
            </p:nvSpPr>
            <p:spPr>
              <a:xfrm>
                <a:off x="2056093" y="19247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B2ED0A74-6215-E269-ED76-7227186A6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093" y="192478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6DD1933D-6579-42B0-2DF4-986E73172850}"/>
              </a:ext>
            </a:extLst>
          </p:cNvPr>
          <p:cNvSpPr txBox="1"/>
          <p:nvPr/>
        </p:nvSpPr>
        <p:spPr>
          <a:xfrm>
            <a:off x="2351781" y="1924786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1BA5A7C5-FB91-B2EC-0209-AA8783160452}"/>
              </a:ext>
            </a:extLst>
          </p:cNvPr>
          <p:cNvSpPr txBox="1"/>
          <p:nvPr/>
        </p:nvSpPr>
        <p:spPr>
          <a:xfrm>
            <a:off x="4007768" y="1924786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width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781AD653-21EE-D776-359C-0EE84C7F56F8}"/>
                  </a:ext>
                </a:extLst>
              </p:cNvPr>
              <p:cNvSpPr txBox="1"/>
              <p:nvPr/>
            </p:nvSpPr>
            <p:spPr>
              <a:xfrm>
                <a:off x="5701935" y="19247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781AD653-21EE-D776-359C-0EE84C7F5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935" y="192478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8C6A8CCA-A4C4-26B1-5084-6A27E56036CB}"/>
              </a:ext>
            </a:extLst>
          </p:cNvPr>
          <p:cNvSpPr txBox="1"/>
          <p:nvPr/>
        </p:nvSpPr>
        <p:spPr>
          <a:xfrm>
            <a:off x="5997623" y="1924786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CA03C93C-E8CD-3835-4567-BA38C485A7A4}"/>
                  </a:ext>
                </a:extLst>
              </p:cNvPr>
              <p:cNvSpPr txBox="1"/>
              <p:nvPr/>
            </p:nvSpPr>
            <p:spPr>
              <a:xfrm>
                <a:off x="6404210" y="19198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CA03C93C-E8CD-3835-4567-BA38C485A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210" y="1919871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39">
            <a:extLst>
              <a:ext uri="{FF2B5EF4-FFF2-40B4-BE49-F238E27FC236}">
                <a16:creationId xmlns:a16="http://schemas.microsoft.com/office/drawing/2014/main" id="{BDA30933-0907-F7BB-4B81-6D11682A8E61}"/>
              </a:ext>
            </a:extLst>
          </p:cNvPr>
          <p:cNvGrpSpPr/>
          <p:nvPr/>
        </p:nvGrpSpPr>
        <p:grpSpPr>
          <a:xfrm>
            <a:off x="6643723" y="1910970"/>
            <a:ext cx="1468501" cy="409011"/>
            <a:chOff x="1498603" y="1408278"/>
            <a:chExt cx="1468501" cy="409011"/>
          </a:xfrm>
        </p:grpSpPr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016196B6-7731-F333-9800-4C38E5D9C932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83936F3F-0C25-8559-F74F-09A18895BDEF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8D130A9A-51FA-75C1-5273-2871FACEB627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8D130A9A-51FA-75C1-5273-2871FACEB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TextBox 15">
            <a:extLst>
              <a:ext uri="{FF2B5EF4-FFF2-40B4-BE49-F238E27FC236}">
                <a16:creationId xmlns:a16="http://schemas.microsoft.com/office/drawing/2014/main" id="{94F993FF-54C4-B6A1-AA31-4C41F370E904}"/>
              </a:ext>
            </a:extLst>
          </p:cNvPr>
          <p:cNvSpPr txBox="1"/>
          <p:nvPr/>
        </p:nvSpPr>
        <p:spPr>
          <a:xfrm>
            <a:off x="551384" y="257653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Old area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BC154BE0-94D0-19D3-9E73-47ED672292BD}"/>
                  </a:ext>
                </a:extLst>
              </p:cNvPr>
              <p:cNvSpPr txBox="1"/>
              <p:nvPr/>
            </p:nvSpPr>
            <p:spPr>
              <a:xfrm>
                <a:off x="2056093" y="25765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BC154BE0-94D0-19D3-9E73-47ED67229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093" y="2576537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65A687E8-6A07-5194-134F-C2DB1E05AB1D}"/>
              </a:ext>
            </a:extLst>
          </p:cNvPr>
          <p:cNvSpPr txBox="1"/>
          <p:nvPr/>
        </p:nvSpPr>
        <p:spPr>
          <a:xfrm>
            <a:off x="2354737" y="2576537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BD0A3D6D-6782-48AF-47D8-555E1009686F}"/>
                  </a:ext>
                </a:extLst>
              </p:cNvPr>
              <p:cNvSpPr txBox="1"/>
              <p:nvPr/>
            </p:nvSpPr>
            <p:spPr>
              <a:xfrm>
                <a:off x="2779804" y="25765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BD0A3D6D-6782-48AF-47D8-555E10096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804" y="2576537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字方塊 48">
            <a:extLst>
              <a:ext uri="{FF2B5EF4-FFF2-40B4-BE49-F238E27FC236}">
                <a16:creationId xmlns:a16="http://schemas.microsoft.com/office/drawing/2014/main" id="{BC4BF1A0-E058-DF0B-C2E3-81397BBC6135}"/>
              </a:ext>
            </a:extLst>
          </p:cNvPr>
          <p:cNvSpPr txBox="1"/>
          <p:nvPr/>
        </p:nvSpPr>
        <p:spPr>
          <a:xfrm>
            <a:off x="3015254" y="2576537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68048935-00D7-751D-2B33-4EC12B5B0B89}"/>
              </a:ext>
            </a:extLst>
          </p:cNvPr>
          <p:cNvSpPr txBox="1"/>
          <p:nvPr/>
        </p:nvSpPr>
        <p:spPr>
          <a:xfrm>
            <a:off x="4158845" y="257972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area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2AF392A3-0703-89C2-C4B1-59D3C940D2F2}"/>
                  </a:ext>
                </a:extLst>
              </p:cNvPr>
              <p:cNvSpPr txBox="1"/>
              <p:nvPr/>
            </p:nvSpPr>
            <p:spPr>
              <a:xfrm>
                <a:off x="5721730" y="25704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2AF392A3-0703-89C2-C4B1-59D3C940D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730" y="2570416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15">
            <a:extLst>
              <a:ext uri="{FF2B5EF4-FFF2-40B4-BE49-F238E27FC236}">
                <a16:creationId xmlns:a16="http://schemas.microsoft.com/office/drawing/2014/main" id="{9F182B87-197E-4AB3-08D9-EF53F0424476}"/>
              </a:ext>
            </a:extLst>
          </p:cNvPr>
          <p:cNvSpPr txBox="1"/>
          <p:nvPr/>
        </p:nvSpPr>
        <p:spPr>
          <a:xfrm>
            <a:off x="6015539" y="2588618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length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DA948292-E513-9A50-D9D6-4576D469B1B9}"/>
                  </a:ext>
                </a:extLst>
              </p:cNvPr>
              <p:cNvSpPr txBox="1"/>
              <p:nvPr/>
            </p:nvSpPr>
            <p:spPr>
              <a:xfrm>
                <a:off x="7703468" y="25851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DA948292-E513-9A50-D9D6-4576D469B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468" y="2585107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15">
            <a:extLst>
              <a:ext uri="{FF2B5EF4-FFF2-40B4-BE49-F238E27FC236}">
                <a16:creationId xmlns:a16="http://schemas.microsoft.com/office/drawing/2014/main" id="{2AA3D1F1-2CA9-7E8F-3B9E-6F52AC28C2B2}"/>
              </a:ext>
            </a:extLst>
          </p:cNvPr>
          <p:cNvSpPr txBox="1"/>
          <p:nvPr/>
        </p:nvSpPr>
        <p:spPr>
          <a:xfrm>
            <a:off x="7929651" y="2588618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width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169A4D24-2FBB-9448-1091-7D19455EE57A}"/>
              </a:ext>
            </a:extLst>
          </p:cNvPr>
          <p:cNvSpPr txBox="1"/>
          <p:nvPr/>
        </p:nvSpPr>
        <p:spPr>
          <a:xfrm>
            <a:off x="191344" y="343340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area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1C401AC1-ED65-7E6E-2459-7F4DDEF3511D}"/>
                  </a:ext>
                </a:extLst>
              </p:cNvPr>
              <p:cNvSpPr txBox="1"/>
              <p:nvPr/>
            </p:nvSpPr>
            <p:spPr>
              <a:xfrm>
                <a:off x="1754229" y="34240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1C401AC1-ED65-7E6E-2459-7F4DDEF35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229" y="3424096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56">
            <a:extLst>
              <a:ext uri="{FF2B5EF4-FFF2-40B4-BE49-F238E27FC236}">
                <a16:creationId xmlns:a16="http://schemas.microsoft.com/office/drawing/2014/main" id="{485E972C-8225-2179-F5D4-1D7348AE0AC4}"/>
              </a:ext>
            </a:extLst>
          </p:cNvPr>
          <p:cNvSpPr txBox="1"/>
          <p:nvPr/>
        </p:nvSpPr>
        <p:spPr>
          <a:xfrm>
            <a:off x="2060475" y="3437912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93DD890-81B6-ADCD-5061-76470A80FDCC}"/>
                  </a:ext>
                </a:extLst>
              </p:cNvPr>
              <p:cNvSpPr txBox="1"/>
              <p:nvPr/>
            </p:nvSpPr>
            <p:spPr>
              <a:xfrm>
                <a:off x="2467062" y="34329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93DD890-81B6-ADCD-5061-76470A80F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7062" y="3432997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群組 58">
            <a:extLst>
              <a:ext uri="{FF2B5EF4-FFF2-40B4-BE49-F238E27FC236}">
                <a16:creationId xmlns:a16="http://schemas.microsoft.com/office/drawing/2014/main" id="{2241E711-8DB7-7164-64E1-9B8DF3511134}"/>
              </a:ext>
            </a:extLst>
          </p:cNvPr>
          <p:cNvGrpSpPr/>
          <p:nvPr/>
        </p:nvGrpSpPr>
        <p:grpSpPr>
          <a:xfrm>
            <a:off x="2706575" y="3424096"/>
            <a:ext cx="1468501" cy="409011"/>
            <a:chOff x="1498603" y="1408278"/>
            <a:chExt cx="1468501" cy="409011"/>
          </a:xfrm>
        </p:grpSpPr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253B09A9-8870-C115-2CD9-5EB642B4A92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E5EB7517-4F6C-583C-F907-B5FEDD9D1367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9BFBFF87-C920-AA78-1F2D-F11D82CF43B9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9BFBFF87-C920-AA78-1F2D-F11D82CF4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29CCB33E-85F7-451A-8B3C-1D943C9C9281}"/>
                  </a:ext>
                </a:extLst>
              </p:cNvPr>
              <p:cNvSpPr txBox="1"/>
              <p:nvPr/>
            </p:nvSpPr>
            <p:spPr>
              <a:xfrm>
                <a:off x="3935760" y="34329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29CCB33E-85F7-451A-8B3C-1D943C9C9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760" y="3432997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63">
            <a:extLst>
              <a:ext uri="{FF2B5EF4-FFF2-40B4-BE49-F238E27FC236}">
                <a16:creationId xmlns:a16="http://schemas.microsoft.com/office/drawing/2014/main" id="{3CCAC1A4-C2C2-2E66-8E07-1016B6D42E4D}"/>
              </a:ext>
            </a:extLst>
          </p:cNvPr>
          <p:cNvSpPr txBox="1"/>
          <p:nvPr/>
        </p:nvSpPr>
        <p:spPr>
          <a:xfrm>
            <a:off x="4193431" y="3436564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92610449-EC2E-4E73-701B-D5FAF116B6B8}"/>
                  </a:ext>
                </a:extLst>
              </p:cNvPr>
              <p:cNvSpPr txBox="1"/>
              <p:nvPr/>
            </p:nvSpPr>
            <p:spPr>
              <a:xfrm>
                <a:off x="4600018" y="34316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92610449-EC2E-4E73-701B-D5FAF116B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018" y="3431649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群組 65">
            <a:extLst>
              <a:ext uri="{FF2B5EF4-FFF2-40B4-BE49-F238E27FC236}">
                <a16:creationId xmlns:a16="http://schemas.microsoft.com/office/drawing/2014/main" id="{D9C4EF7F-C31C-2495-D08B-F304123269BE}"/>
              </a:ext>
            </a:extLst>
          </p:cNvPr>
          <p:cNvGrpSpPr/>
          <p:nvPr/>
        </p:nvGrpSpPr>
        <p:grpSpPr>
          <a:xfrm>
            <a:off x="4839531" y="3422748"/>
            <a:ext cx="1468501" cy="409011"/>
            <a:chOff x="1498603" y="1408278"/>
            <a:chExt cx="1468501" cy="409011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29B0E66C-1884-BDA9-0782-2090E2A49DF4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4CABC87C-1498-CBD5-70F5-C00F074D7AC0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37E42AA3-C62C-C0D3-EEA4-FDBD7555EBC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37E42AA3-C62C-C0D3-EEA4-FDBD7555EB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D8DB8BB7-CB95-A370-AC8C-11419309A2D2}"/>
                  </a:ext>
                </a:extLst>
              </p:cNvPr>
              <p:cNvSpPr txBox="1"/>
              <p:nvPr/>
            </p:nvSpPr>
            <p:spPr>
              <a:xfrm>
                <a:off x="1754229" y="40050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D8DB8BB7-CB95-A370-AC8C-11419309A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229" y="4005064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文字方塊 70">
            <a:extLst>
              <a:ext uri="{FF2B5EF4-FFF2-40B4-BE49-F238E27FC236}">
                <a16:creationId xmlns:a16="http://schemas.microsoft.com/office/drawing/2014/main" id="{52069DC8-FD91-A0FD-63EC-A37FBB88FB7B}"/>
              </a:ext>
            </a:extLst>
          </p:cNvPr>
          <p:cNvSpPr txBox="1"/>
          <p:nvPr/>
        </p:nvSpPr>
        <p:spPr>
          <a:xfrm>
            <a:off x="2049591" y="4016968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6B673CD6-7D20-FD49-16B3-5A3E05F10AB6}"/>
              </a:ext>
            </a:extLst>
          </p:cNvPr>
          <p:cNvGrpSpPr/>
          <p:nvPr/>
        </p:nvGrpSpPr>
        <p:grpSpPr>
          <a:xfrm>
            <a:off x="2405742" y="4025869"/>
            <a:ext cx="815459" cy="400110"/>
            <a:chOff x="1377671" y="1369717"/>
            <a:chExt cx="815459" cy="400110"/>
          </a:xfrm>
        </p:grpSpPr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31607D75-AE18-B82E-912C-EE1D0BF00F07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16F241BB-65D2-C087-FEE2-1BAB2EAC9B4E}"/>
                </a:ext>
              </a:extLst>
            </p:cNvPr>
            <p:cNvSpPr txBox="1"/>
            <p:nvPr/>
          </p:nvSpPr>
          <p:spPr>
            <a:xfrm>
              <a:off x="1487488" y="1369717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1.2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905DD2E-CE6E-F6EC-C489-66848245F744}"/>
                  </a:ext>
                </a:extLst>
              </p:cNvPr>
              <p:cNvSpPr txBox="1"/>
              <p:nvPr/>
            </p:nvSpPr>
            <p:spPr>
              <a:xfrm>
                <a:off x="3143672" y="40037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905DD2E-CE6E-F6EC-C489-66848245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2" y="4003705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76">
            <a:extLst>
              <a:ext uri="{FF2B5EF4-FFF2-40B4-BE49-F238E27FC236}">
                <a16:creationId xmlns:a16="http://schemas.microsoft.com/office/drawing/2014/main" id="{CC25AED2-5EF3-5100-FF2A-6DC64D304F8A}"/>
              </a:ext>
            </a:extLst>
          </p:cNvPr>
          <p:cNvSpPr txBox="1"/>
          <p:nvPr/>
        </p:nvSpPr>
        <p:spPr>
          <a:xfrm>
            <a:off x="3378148" y="4012606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4B6CB9FE-9A02-0968-A8AD-BFC4226C7652}"/>
              </a:ext>
            </a:extLst>
          </p:cNvPr>
          <p:cNvGrpSpPr/>
          <p:nvPr/>
        </p:nvGrpSpPr>
        <p:grpSpPr>
          <a:xfrm>
            <a:off x="3737156" y="4012606"/>
            <a:ext cx="988584" cy="400110"/>
            <a:chOff x="1377671" y="1369717"/>
            <a:chExt cx="988584" cy="400110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B5B82B37-97E0-25F6-B23F-FAE6E6F35C8B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F721A0AC-E552-26EE-FC5E-85470D9B7F24}"/>
                </a:ext>
              </a:extLst>
            </p:cNvPr>
            <p:cNvSpPr txBox="1"/>
            <p:nvPr/>
          </p:nvSpPr>
          <p:spPr>
            <a:xfrm>
              <a:off x="1487488" y="1369717"/>
              <a:ext cx="8787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0.85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0B26333-E971-0A64-97AE-5C744E5F8FEF}"/>
                  </a:ext>
                </a:extLst>
              </p:cNvPr>
              <p:cNvSpPr txBox="1"/>
              <p:nvPr/>
            </p:nvSpPr>
            <p:spPr>
              <a:xfrm>
                <a:off x="1754229" y="45767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0B26333-E971-0A64-97AE-5C744E5F8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229" y="4576719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群組 87">
            <a:extLst>
              <a:ext uri="{FF2B5EF4-FFF2-40B4-BE49-F238E27FC236}">
                <a16:creationId xmlns:a16="http://schemas.microsoft.com/office/drawing/2014/main" id="{9C71CF9C-D3C0-DB7C-8197-8D59FB707300}"/>
              </a:ext>
            </a:extLst>
          </p:cNvPr>
          <p:cNvGrpSpPr/>
          <p:nvPr/>
        </p:nvGrpSpPr>
        <p:grpSpPr>
          <a:xfrm>
            <a:off x="2053883" y="4483159"/>
            <a:ext cx="1338310" cy="506679"/>
            <a:chOff x="2250648" y="4844102"/>
            <a:chExt cx="1338310" cy="506679"/>
          </a:xfrm>
        </p:grpSpPr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9DF4EE5B-7840-321D-0525-D8B4FC24E0F1}"/>
                </a:ext>
              </a:extLst>
            </p:cNvPr>
            <p:cNvSpPr txBox="1"/>
            <p:nvPr/>
          </p:nvSpPr>
          <p:spPr>
            <a:xfrm>
              <a:off x="2250648" y="4946123"/>
              <a:ext cx="7056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204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6" name="TextBox 15">
              <a:extLst>
                <a:ext uri="{FF2B5EF4-FFF2-40B4-BE49-F238E27FC236}">
                  <a16:creationId xmlns:a16="http://schemas.microsoft.com/office/drawing/2014/main" id="{FDF1EB65-3205-8B2D-63D4-CEACC9C0F8ED}"/>
                </a:ext>
              </a:extLst>
            </p:cNvPr>
            <p:cNvSpPr txBox="1"/>
            <p:nvPr/>
          </p:nvSpPr>
          <p:spPr>
            <a:xfrm>
              <a:off x="284679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6555C274-71DE-2599-6599-F782E576B9DF}"/>
                </a:ext>
              </a:extLst>
            </p:cNvPr>
            <p:cNvSpPr txBox="1"/>
            <p:nvPr/>
          </p:nvSpPr>
          <p:spPr>
            <a:xfrm>
              <a:off x="326190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055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4" grpId="0"/>
      <p:bldP spid="45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63" grpId="0"/>
      <p:bldP spid="64" grpId="0"/>
      <p:bldP spid="65" grpId="0"/>
      <p:bldP spid="70" grpId="0"/>
      <p:bldP spid="71" grpId="0"/>
      <p:bldP spid="75" grpId="0"/>
      <p:bldP spid="77" grpId="0"/>
      <p:bldP spid="8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8DFB3BB-0786-1794-575D-E048B11DB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88640"/>
            <a:ext cx="8200000" cy="895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28B1B1C9-079E-6DF0-4C04-C58D6768AF69}"/>
                  </a:ext>
                </a:extLst>
              </p14:cNvPr>
              <p14:cNvContentPartPr/>
              <p14:nvPr/>
            </p14:nvContentPartPr>
            <p14:xfrm>
              <a:off x="3197858" y="286937"/>
              <a:ext cx="1818021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28B1B1C9-079E-6DF0-4C04-C58D6768AF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3815" y="-13428763"/>
                <a:ext cx="1925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837050D-E8C0-4B95-8904-38A3A9677383}"/>
                  </a:ext>
                </a:extLst>
              </p14:cNvPr>
              <p14:cNvContentPartPr/>
              <p14:nvPr/>
            </p14:nvContentPartPr>
            <p14:xfrm>
              <a:off x="5551482" y="286936"/>
              <a:ext cx="1336606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837050D-E8C0-4B95-8904-38A3A96773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97470" y="-13428764"/>
                <a:ext cx="1444269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群組 7">
            <a:extLst>
              <a:ext uri="{FF2B5EF4-FFF2-40B4-BE49-F238E27FC236}">
                <a16:creationId xmlns:a16="http://schemas.microsoft.com/office/drawing/2014/main" id="{1CEBEB58-908D-F4A2-84E9-60841E44C139}"/>
              </a:ext>
            </a:extLst>
          </p:cNvPr>
          <p:cNvGrpSpPr/>
          <p:nvPr/>
        </p:nvGrpSpPr>
        <p:grpSpPr>
          <a:xfrm>
            <a:off x="341133" y="286935"/>
            <a:ext cx="7915107" cy="360049"/>
            <a:chOff x="341133" y="286935"/>
            <a:chExt cx="7915107" cy="36004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49CE6304-A506-C6C9-83DD-A65EA79C572B}"/>
                    </a:ext>
                  </a:extLst>
                </p14:cNvPr>
                <p14:cNvContentPartPr/>
                <p14:nvPr/>
              </p14:nvContentPartPr>
              <p14:xfrm>
                <a:off x="7396474" y="286935"/>
                <a:ext cx="859766" cy="45719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49CE6304-A506-C6C9-83DD-A65EA79C572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42469" y="-13428765"/>
                  <a:ext cx="967417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22795E4B-6F1F-30DA-1F46-1FF6391B4112}"/>
                    </a:ext>
                  </a:extLst>
                </p14:cNvPr>
                <p14:cNvContentPartPr/>
                <p14:nvPr/>
              </p14:nvContentPartPr>
              <p14:xfrm>
                <a:off x="341133" y="601265"/>
                <a:ext cx="743372" cy="45719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22795E4B-6F1F-30DA-1F46-1FF6391B411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7135" y="-13114435"/>
                  <a:ext cx="851008" cy="274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F80A6C48-37AD-BF32-4B70-AC6298BABE57}"/>
                  </a:ext>
                </a:extLst>
              </p14:cNvPr>
              <p14:cNvContentPartPr/>
              <p14:nvPr/>
            </p14:nvContentPartPr>
            <p14:xfrm>
              <a:off x="3081740" y="590540"/>
              <a:ext cx="1728192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F80A6C48-37AD-BF32-4B70-AC6298BABE5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27723" y="-13125160"/>
                <a:ext cx="183586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6AD6D388-005E-05D3-EABA-AD1643B713C7}"/>
                  </a:ext>
                </a:extLst>
              </p14:cNvPr>
              <p14:cNvContentPartPr/>
              <p14:nvPr/>
            </p14:nvContentPartPr>
            <p14:xfrm>
              <a:off x="6600056" y="596215"/>
              <a:ext cx="1776908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6AD6D388-005E-05D3-EABA-AD1643B713C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46025" y="-13119485"/>
                <a:ext cx="18846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B68CB2A1-687D-F883-0FFE-4F144C96103C}"/>
                  </a:ext>
                </a:extLst>
              </p14:cNvPr>
              <p14:cNvContentPartPr/>
              <p14:nvPr/>
            </p14:nvContentPartPr>
            <p14:xfrm>
              <a:off x="1199456" y="901933"/>
              <a:ext cx="1368152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B68CB2A1-687D-F883-0FFE-4F144C96103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45436" y="-12813767"/>
                <a:ext cx="147583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5">
            <a:extLst>
              <a:ext uri="{FF2B5EF4-FFF2-40B4-BE49-F238E27FC236}">
                <a16:creationId xmlns:a16="http://schemas.microsoft.com/office/drawing/2014/main" id="{589C7DD9-05F7-C3EB-1768-BC93526A7C81}"/>
              </a:ext>
            </a:extLst>
          </p:cNvPr>
          <p:cNvSpPr txBox="1"/>
          <p:nvPr/>
        </p:nvSpPr>
        <p:spPr>
          <a:xfrm>
            <a:off x="344296" y="139591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length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CABB233-3471-392B-DEE6-F6B06C4767A1}"/>
                  </a:ext>
                </a:extLst>
              </p:cNvPr>
              <p:cNvSpPr txBox="1"/>
              <p:nvPr/>
            </p:nvSpPr>
            <p:spPr>
              <a:xfrm>
                <a:off x="1921013" y="13959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CABB233-3471-392B-DEE6-F6B06C476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013" y="1395915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00A4F439-CD25-B1BC-7494-5918ACEAA291}"/>
              </a:ext>
            </a:extLst>
          </p:cNvPr>
          <p:cNvSpPr txBox="1"/>
          <p:nvPr/>
        </p:nvSpPr>
        <p:spPr>
          <a:xfrm>
            <a:off x="2216701" y="1395915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F31F90-A988-3C04-F40C-8269AA7B2BF0}"/>
              </a:ext>
            </a:extLst>
          </p:cNvPr>
          <p:cNvSpPr txBox="1"/>
          <p:nvPr/>
        </p:nvSpPr>
        <p:spPr>
          <a:xfrm>
            <a:off x="3865245" y="1409731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length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5739938-C232-64D3-98CC-313F82BB320E}"/>
                  </a:ext>
                </a:extLst>
              </p:cNvPr>
              <p:cNvSpPr txBox="1"/>
              <p:nvPr/>
            </p:nvSpPr>
            <p:spPr>
              <a:xfrm>
                <a:off x="5566855" y="14097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5739938-C232-64D3-98CC-313F82BB3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855" y="140973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54A455A6-1750-3126-C855-76A3536C7A25}"/>
              </a:ext>
            </a:extLst>
          </p:cNvPr>
          <p:cNvSpPr txBox="1"/>
          <p:nvPr/>
        </p:nvSpPr>
        <p:spPr>
          <a:xfrm>
            <a:off x="5862543" y="1409731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4FB3784-374D-506B-C540-84E21923AA9F}"/>
                  </a:ext>
                </a:extLst>
              </p:cNvPr>
              <p:cNvSpPr txBox="1"/>
              <p:nvPr/>
            </p:nvSpPr>
            <p:spPr>
              <a:xfrm>
                <a:off x="6269130" y="14048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4FB3784-374D-506B-C540-84E21923A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130" y="140481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B96F1408-BDE5-6842-DDA3-E29314857646}"/>
              </a:ext>
            </a:extLst>
          </p:cNvPr>
          <p:cNvGrpSpPr/>
          <p:nvPr/>
        </p:nvGrpSpPr>
        <p:grpSpPr>
          <a:xfrm>
            <a:off x="6508643" y="1395915"/>
            <a:ext cx="1468501" cy="409011"/>
            <a:chOff x="1498603" y="1408278"/>
            <a:chExt cx="1468501" cy="409011"/>
          </a:xfrm>
        </p:grpSpPr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39953B16-E660-A297-1651-352DFBA0E0AB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A1E4157D-FA81-27CE-DA1D-F4C20E0FF22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FD1B33E2-BC32-1163-F1AF-4BE240B071A8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FD1B33E2-BC32-1163-F1AF-4BE240B071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TextBox 15">
            <a:extLst>
              <a:ext uri="{FF2B5EF4-FFF2-40B4-BE49-F238E27FC236}">
                <a16:creationId xmlns:a16="http://schemas.microsoft.com/office/drawing/2014/main" id="{2B62763A-990D-268B-11E6-B0C176813531}"/>
              </a:ext>
            </a:extLst>
          </p:cNvPr>
          <p:cNvSpPr txBox="1"/>
          <p:nvPr/>
        </p:nvSpPr>
        <p:spPr>
          <a:xfrm>
            <a:off x="335360" y="2047666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Old height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480C512-72AF-4A8C-8266-3099B8D777C4}"/>
                  </a:ext>
                </a:extLst>
              </p:cNvPr>
              <p:cNvSpPr txBox="1"/>
              <p:nvPr/>
            </p:nvSpPr>
            <p:spPr>
              <a:xfrm>
                <a:off x="1921013" y="20476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480C512-72AF-4A8C-8266-3099B8D77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013" y="2047666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497B2C16-AFEE-CDEE-A855-000A96A3670E}"/>
              </a:ext>
            </a:extLst>
          </p:cNvPr>
          <p:cNvSpPr txBox="1"/>
          <p:nvPr/>
        </p:nvSpPr>
        <p:spPr>
          <a:xfrm>
            <a:off x="2226116" y="2047666"/>
            <a:ext cx="413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1C5F46D7-5905-8C90-06E9-B273BF431C1D}"/>
              </a:ext>
            </a:extLst>
          </p:cNvPr>
          <p:cNvSpPr txBox="1"/>
          <p:nvPr/>
        </p:nvSpPr>
        <p:spPr>
          <a:xfrm>
            <a:off x="3791744" y="2047666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height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E2F77C29-01F3-B497-67F2-B969EB2111F8}"/>
                  </a:ext>
                </a:extLst>
              </p:cNvPr>
              <p:cNvSpPr txBox="1"/>
              <p:nvPr/>
            </p:nvSpPr>
            <p:spPr>
              <a:xfrm>
                <a:off x="5566855" y="20476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E2F77C29-01F3-B497-67F2-B969EB211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855" y="2047666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8D94D445-230A-1FE2-4033-53469B47C3E4}"/>
              </a:ext>
            </a:extLst>
          </p:cNvPr>
          <p:cNvSpPr txBox="1"/>
          <p:nvPr/>
        </p:nvSpPr>
        <p:spPr>
          <a:xfrm>
            <a:off x="5862543" y="2047666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5306A631-04BB-9AD7-7582-D91ECE45B0ED}"/>
              </a:ext>
            </a:extLst>
          </p:cNvPr>
          <p:cNvGrpSpPr/>
          <p:nvPr/>
        </p:nvGrpSpPr>
        <p:grpSpPr>
          <a:xfrm>
            <a:off x="6083724" y="2042751"/>
            <a:ext cx="1468501" cy="409011"/>
            <a:chOff x="1498603" y="1408278"/>
            <a:chExt cx="1468501" cy="409011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C72F5C18-27C9-6F38-5761-D02B3B2B7A77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A134530A-8395-8D52-8C06-0A50B55811F5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40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50F15103-D730-D986-06AA-907CAE30B389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50F15103-D730-D986-06AA-907CAE30B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7" name="圖片 46">
            <a:extLst>
              <a:ext uri="{FF2B5EF4-FFF2-40B4-BE49-F238E27FC236}">
                <a16:creationId xmlns:a16="http://schemas.microsoft.com/office/drawing/2014/main" id="{78180BF3-11D3-7373-6C15-889EAD3DE6E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04313" y="450401"/>
            <a:ext cx="645555" cy="301727"/>
          </a:xfrm>
          <a:prstGeom prst="rect">
            <a:avLst/>
          </a:prstGeom>
        </p:spPr>
      </p:pic>
      <p:sp>
        <p:nvSpPr>
          <p:cNvPr id="48" name="TextBox 15">
            <a:extLst>
              <a:ext uri="{FF2B5EF4-FFF2-40B4-BE49-F238E27FC236}">
                <a16:creationId xmlns:a16="http://schemas.microsoft.com/office/drawing/2014/main" id="{FE3A824E-C968-3207-AC21-5BB50225CA99}"/>
              </a:ext>
            </a:extLst>
          </p:cNvPr>
          <p:cNvSpPr txBox="1"/>
          <p:nvPr/>
        </p:nvSpPr>
        <p:spPr>
          <a:xfrm>
            <a:off x="420344" y="269941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Old area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946D4926-49FD-20CC-F2A7-F4E6C01FC926}"/>
                  </a:ext>
                </a:extLst>
              </p:cNvPr>
              <p:cNvSpPr txBox="1"/>
              <p:nvPr/>
            </p:nvSpPr>
            <p:spPr>
              <a:xfrm>
                <a:off x="1925053" y="26994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946D4926-49FD-20CC-F2A7-F4E6C01FC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053" y="2699417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15">
            <a:extLst>
              <a:ext uri="{FF2B5EF4-FFF2-40B4-BE49-F238E27FC236}">
                <a16:creationId xmlns:a16="http://schemas.microsoft.com/office/drawing/2014/main" id="{B8688AD3-6221-9E57-7CC9-3B42049A8C95}"/>
              </a:ext>
            </a:extLst>
          </p:cNvPr>
          <p:cNvSpPr txBox="1"/>
          <p:nvPr/>
        </p:nvSpPr>
        <p:spPr>
          <a:xfrm>
            <a:off x="3996248" y="269941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New area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11A8423C-FFFF-2E6C-5AB6-4D57A8D6A5F6}"/>
                  </a:ext>
                </a:extLst>
              </p:cNvPr>
              <p:cNvSpPr txBox="1"/>
              <p:nvPr/>
            </p:nvSpPr>
            <p:spPr>
              <a:xfrm>
                <a:off x="5559133" y="26901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11A8423C-FFFF-2E6C-5AB6-4D57A8D6A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133" y="2690104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群組 52">
            <a:extLst>
              <a:ext uri="{FF2B5EF4-FFF2-40B4-BE49-F238E27FC236}">
                <a16:creationId xmlns:a16="http://schemas.microsoft.com/office/drawing/2014/main" id="{823D1DD0-2117-601E-220D-25B849CBF78C}"/>
              </a:ext>
            </a:extLst>
          </p:cNvPr>
          <p:cNvGrpSpPr/>
          <p:nvPr/>
        </p:nvGrpSpPr>
        <p:grpSpPr>
          <a:xfrm>
            <a:off x="2210779" y="2517188"/>
            <a:ext cx="713657" cy="764567"/>
            <a:chOff x="2767073" y="4671588"/>
            <a:chExt cx="713657" cy="764567"/>
          </a:xfrm>
        </p:grpSpPr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1796E2CE-48DF-336B-B258-983D9566203C}"/>
                </a:ext>
              </a:extLst>
            </p:cNvPr>
            <p:cNvSpPr txBox="1"/>
            <p:nvPr/>
          </p:nvSpPr>
          <p:spPr>
            <a:xfrm>
              <a:off x="2767073" y="4671588"/>
              <a:ext cx="7136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</a:p>
          </p:txBody>
        </p:sp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1873FD3E-C823-EDDD-E8A8-F2233DD8EB85}"/>
                </a:ext>
              </a:extLst>
            </p:cNvPr>
            <p:cNvGrpSpPr/>
            <p:nvPr/>
          </p:nvGrpSpPr>
          <p:grpSpPr>
            <a:xfrm>
              <a:off x="2896107" y="5036045"/>
              <a:ext cx="490861" cy="400110"/>
              <a:chOff x="2896107" y="5036045"/>
              <a:chExt cx="490861" cy="400110"/>
            </a:xfrm>
          </p:grpSpPr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5B7BFE69-9933-00CF-6C54-C203D54F58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49086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CEF0747A-518F-6536-AC13-6CBEAD1211DC}"/>
                  </a:ext>
                </a:extLst>
              </p:cNvPr>
              <p:cNvSpPr txBox="1"/>
              <p:nvPr/>
            </p:nvSpPr>
            <p:spPr>
              <a:xfrm>
                <a:off x="2963412" y="5036045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33E6301C-3E00-D159-45E2-1046EBA55059}"/>
              </a:ext>
            </a:extLst>
          </p:cNvPr>
          <p:cNvSpPr txBox="1"/>
          <p:nvPr/>
        </p:nvSpPr>
        <p:spPr>
          <a:xfrm>
            <a:off x="5843995" y="2699417"/>
            <a:ext cx="72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180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5" name="TextBox 15">
            <a:extLst>
              <a:ext uri="{FF2B5EF4-FFF2-40B4-BE49-F238E27FC236}">
                <a16:creationId xmlns:a16="http://schemas.microsoft.com/office/drawing/2014/main" id="{896B2AC1-7F98-4410-B65E-98B77EC87A67}"/>
              </a:ext>
            </a:extLst>
          </p:cNvPr>
          <p:cNvSpPr txBox="1"/>
          <p:nvPr/>
        </p:nvSpPr>
        <p:spPr>
          <a:xfrm>
            <a:off x="71502" y="3406764"/>
            <a:ext cx="4363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original height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ED549387-EBFF-FACB-D5AB-7C0220B411E8}"/>
              </a:ext>
            </a:extLst>
          </p:cNvPr>
          <p:cNvSpPr txBox="1"/>
          <p:nvPr/>
        </p:nvSpPr>
        <p:spPr>
          <a:xfrm>
            <a:off x="342280" y="3955413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8570859A-E63C-0DC2-189B-56550BDF915B}"/>
                  </a:ext>
                </a:extLst>
              </p:cNvPr>
              <p:cNvSpPr txBox="1"/>
              <p:nvPr/>
            </p:nvSpPr>
            <p:spPr>
              <a:xfrm>
                <a:off x="748867" y="39504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8570859A-E63C-0DC2-189B-56550BDF9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67" y="3950498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群組 68">
            <a:extLst>
              <a:ext uri="{FF2B5EF4-FFF2-40B4-BE49-F238E27FC236}">
                <a16:creationId xmlns:a16="http://schemas.microsoft.com/office/drawing/2014/main" id="{02DA8920-B4FC-CED6-EB4F-52B9B8B45C7B}"/>
              </a:ext>
            </a:extLst>
          </p:cNvPr>
          <p:cNvGrpSpPr/>
          <p:nvPr/>
        </p:nvGrpSpPr>
        <p:grpSpPr>
          <a:xfrm>
            <a:off x="988380" y="3941597"/>
            <a:ext cx="1468501" cy="409011"/>
            <a:chOff x="1498603" y="1408278"/>
            <a:chExt cx="1468501" cy="409011"/>
          </a:xfrm>
        </p:grpSpPr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FC774000-0657-FA12-DD33-BCC0BF5CEF98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C24E4192-5323-FB61-3B8B-6315E0F0B06E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4481E965-E09E-2040-EEE7-BF7DA570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59E0F167-8786-49AE-FA99-A913CE825F05}"/>
                  </a:ext>
                </a:extLst>
              </p:cNvPr>
              <p:cNvSpPr txBox="1"/>
              <p:nvPr/>
            </p:nvSpPr>
            <p:spPr>
              <a:xfrm>
                <a:off x="2191969" y="39378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59E0F167-8786-49AE-FA99-A913CE825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969" y="3937862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字方塊 73">
            <a:extLst>
              <a:ext uri="{FF2B5EF4-FFF2-40B4-BE49-F238E27FC236}">
                <a16:creationId xmlns:a16="http://schemas.microsoft.com/office/drawing/2014/main" id="{A8E7A26B-AD30-1F4A-2078-081DBC20A6E6}"/>
              </a:ext>
            </a:extLst>
          </p:cNvPr>
          <p:cNvSpPr txBox="1"/>
          <p:nvPr/>
        </p:nvSpPr>
        <p:spPr>
          <a:xfrm>
            <a:off x="2456881" y="3937862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2428594A-E3F6-E138-3561-C6DAEFF6A119}"/>
              </a:ext>
            </a:extLst>
          </p:cNvPr>
          <p:cNvGrpSpPr/>
          <p:nvPr/>
        </p:nvGrpSpPr>
        <p:grpSpPr>
          <a:xfrm>
            <a:off x="2678062" y="3932947"/>
            <a:ext cx="1468501" cy="409011"/>
            <a:chOff x="1498603" y="1408278"/>
            <a:chExt cx="1468501" cy="409011"/>
          </a:xfrm>
        </p:grpSpPr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8EC55FA0-78D6-8688-0303-D6F263994A57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FDF3BA22-E581-B538-7ACF-645634634F30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40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C3AAFEA9-DCFB-F9F2-34B9-DBC33D4B32F5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C3AAFEA9-DCFB-F9F2-34B9-DBC33D4B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1CD55EA0-7B22-5503-3332-2878E7C4C64E}"/>
              </a:ext>
            </a:extLst>
          </p:cNvPr>
          <p:cNvCxnSpPr>
            <a:cxnSpLocks/>
          </p:cNvCxnSpPr>
          <p:nvPr/>
        </p:nvCxnSpPr>
        <p:spPr>
          <a:xfrm flipV="1">
            <a:off x="420344" y="4333057"/>
            <a:ext cx="3525492" cy="1755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177A893E-8B62-3577-5FBD-37725898FF1A}"/>
              </a:ext>
            </a:extLst>
          </p:cNvPr>
          <p:cNvSpPr txBox="1"/>
          <p:nvPr/>
        </p:nvSpPr>
        <p:spPr>
          <a:xfrm>
            <a:off x="2055700" y="4365752"/>
            <a:ext cx="310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6E6EC14E-59F9-0F2C-0C34-7A329112F3EA}"/>
                  </a:ext>
                </a:extLst>
              </p:cNvPr>
              <p:cNvSpPr txBox="1"/>
              <p:nvPr/>
            </p:nvSpPr>
            <p:spPr>
              <a:xfrm>
                <a:off x="4000875" y="41323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6E6EC14E-59F9-0F2C-0C34-7A329112F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875" y="4132339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文字方塊 82">
            <a:extLst>
              <a:ext uri="{FF2B5EF4-FFF2-40B4-BE49-F238E27FC236}">
                <a16:creationId xmlns:a16="http://schemas.microsoft.com/office/drawing/2014/main" id="{6DD6C5D4-4427-85DA-BE96-C5FCD9DD5122}"/>
              </a:ext>
            </a:extLst>
          </p:cNvPr>
          <p:cNvSpPr txBox="1"/>
          <p:nvPr/>
        </p:nvSpPr>
        <p:spPr>
          <a:xfrm>
            <a:off x="4285737" y="4141652"/>
            <a:ext cx="72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180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BF79DF75-18CB-05F0-9612-1EAB99436459}"/>
              </a:ext>
            </a:extLst>
          </p:cNvPr>
          <p:cNvSpPr txBox="1"/>
          <p:nvPr/>
        </p:nvSpPr>
        <p:spPr>
          <a:xfrm>
            <a:off x="1686881" y="4832088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F1DBEB95-4CE6-4E98-72BE-9F0884A13C51}"/>
              </a:ext>
            </a:extLst>
          </p:cNvPr>
          <p:cNvGrpSpPr/>
          <p:nvPr/>
        </p:nvGrpSpPr>
        <p:grpSpPr>
          <a:xfrm>
            <a:off x="2045471" y="4832537"/>
            <a:ext cx="815459" cy="400110"/>
            <a:chOff x="1377671" y="1369717"/>
            <a:chExt cx="815459" cy="400110"/>
          </a:xfrm>
        </p:grpSpPr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86A507A7-49EE-A6E7-C095-EF11C0379C8A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C9320F4D-EE77-C6AF-6D51-06943AC0C703}"/>
                </a:ext>
              </a:extLst>
            </p:cNvPr>
            <p:cNvSpPr txBox="1"/>
            <p:nvPr/>
          </p:nvSpPr>
          <p:spPr>
            <a:xfrm>
              <a:off x="1487488" y="1369717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1.5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5435984E-5A34-6B73-A70F-CFCC03F55AB1}"/>
                  </a:ext>
                </a:extLst>
              </p:cNvPr>
              <p:cNvSpPr txBox="1"/>
              <p:nvPr/>
            </p:nvSpPr>
            <p:spPr>
              <a:xfrm>
                <a:off x="2791706" y="48173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5435984E-5A34-6B73-A70F-CFCC03F55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706" y="4817393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文字方塊 88">
            <a:extLst>
              <a:ext uri="{FF2B5EF4-FFF2-40B4-BE49-F238E27FC236}">
                <a16:creationId xmlns:a16="http://schemas.microsoft.com/office/drawing/2014/main" id="{3DB9BC91-0B66-BB87-9E41-E78555D50B0A}"/>
              </a:ext>
            </a:extLst>
          </p:cNvPr>
          <p:cNvSpPr txBox="1"/>
          <p:nvPr/>
        </p:nvSpPr>
        <p:spPr>
          <a:xfrm>
            <a:off x="3056618" y="4817393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4F3BF18B-3F86-B862-1CFB-2DEBB7B90662}"/>
              </a:ext>
            </a:extLst>
          </p:cNvPr>
          <p:cNvGrpSpPr/>
          <p:nvPr/>
        </p:nvGrpSpPr>
        <p:grpSpPr>
          <a:xfrm>
            <a:off x="3283082" y="4817393"/>
            <a:ext cx="815459" cy="400110"/>
            <a:chOff x="1377671" y="1369717"/>
            <a:chExt cx="815459" cy="400110"/>
          </a:xfrm>
        </p:grpSpPr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65B1F08F-5B18-7607-AD5E-C31FB0A6FA12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C5F181E1-FADF-154C-2B8E-98732A7FCEFC}"/>
                </a:ext>
              </a:extLst>
            </p:cNvPr>
            <p:cNvSpPr txBox="1"/>
            <p:nvPr/>
          </p:nvSpPr>
          <p:spPr>
            <a:xfrm>
              <a:off x="1487488" y="1369717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0.6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E0E1762B-A946-662B-ECA8-0FCC2C1EBA4C}"/>
                  </a:ext>
                </a:extLst>
              </p:cNvPr>
              <p:cNvSpPr txBox="1"/>
              <p:nvPr/>
            </p:nvSpPr>
            <p:spPr>
              <a:xfrm>
                <a:off x="4000875" y="47991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E0E1762B-A946-662B-ECA8-0FCC2C1EB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875" y="4799179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文字方塊 94">
            <a:extLst>
              <a:ext uri="{FF2B5EF4-FFF2-40B4-BE49-F238E27FC236}">
                <a16:creationId xmlns:a16="http://schemas.microsoft.com/office/drawing/2014/main" id="{19230236-721F-AD10-A05D-16F923AA0F5A}"/>
              </a:ext>
            </a:extLst>
          </p:cNvPr>
          <p:cNvSpPr txBox="1"/>
          <p:nvPr/>
        </p:nvSpPr>
        <p:spPr>
          <a:xfrm>
            <a:off x="4285736" y="4817393"/>
            <a:ext cx="72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360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39810580-CA1A-C626-3738-59AA168F2AC6}"/>
              </a:ext>
            </a:extLst>
          </p:cNvPr>
          <p:cNvSpPr txBox="1"/>
          <p:nvPr/>
        </p:nvSpPr>
        <p:spPr>
          <a:xfrm>
            <a:off x="3693972" y="5374519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A5B7D5ED-FE93-2569-BE23-493BAEBF866A}"/>
                  </a:ext>
                </a:extLst>
              </p:cNvPr>
              <p:cNvSpPr txBox="1"/>
              <p:nvPr/>
            </p:nvSpPr>
            <p:spPr>
              <a:xfrm>
                <a:off x="4000875" y="53745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A5B7D5ED-FE93-2569-BE23-493BAEBF8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875" y="5374519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文字方塊 97">
            <a:extLst>
              <a:ext uri="{FF2B5EF4-FFF2-40B4-BE49-F238E27FC236}">
                <a16:creationId xmlns:a16="http://schemas.microsoft.com/office/drawing/2014/main" id="{A2903793-0214-A467-C464-5052C03172E8}"/>
              </a:ext>
            </a:extLst>
          </p:cNvPr>
          <p:cNvSpPr txBox="1"/>
          <p:nvPr/>
        </p:nvSpPr>
        <p:spPr>
          <a:xfrm>
            <a:off x="4285735" y="5383832"/>
            <a:ext cx="72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DA303AAE-8D35-D1D3-5DCE-90D93647437A}"/>
              </a:ext>
            </a:extLst>
          </p:cNvPr>
          <p:cNvGrpSpPr/>
          <p:nvPr/>
        </p:nvGrpSpPr>
        <p:grpSpPr>
          <a:xfrm>
            <a:off x="335360" y="5997492"/>
            <a:ext cx="7411122" cy="410107"/>
            <a:chOff x="420004" y="4149080"/>
            <a:chExt cx="7411122" cy="410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A5C1718F-3207-A1F7-65D3-1CF5C9A82A4F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C6722676-F618-C741-C587-D206AB1A7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CFF961E3-2E3D-D5C4-D1AA-FB891C91A855}"/>
                </a:ext>
              </a:extLst>
            </p:cNvPr>
            <p:cNvSpPr txBox="1"/>
            <p:nvPr/>
          </p:nvSpPr>
          <p:spPr>
            <a:xfrm>
              <a:off x="744386" y="4159077"/>
              <a:ext cx="70867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original height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is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20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cm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37CBFF"/>
                  </a:solidFill>
                  <a:latin typeface="Lucida Calligraphy" panose="03010101010101010101" pitchFamily="66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286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3" grpId="0"/>
      <p:bldP spid="24" grpId="0"/>
      <p:bldP spid="25" grpId="0"/>
      <p:bldP spid="26" grpId="0"/>
      <p:bldP spid="27" grpId="0"/>
      <p:bldP spid="28" grpId="0"/>
      <p:bldP spid="48" grpId="0"/>
      <p:bldP spid="49" grpId="0"/>
      <p:bldP spid="51" grpId="0"/>
      <p:bldP spid="52" grpId="0"/>
      <p:bldP spid="64" grpId="0"/>
      <p:bldP spid="65" grpId="0"/>
      <p:bldP spid="67" grpId="0"/>
      <p:bldP spid="68" grpId="0"/>
      <p:bldP spid="73" grpId="0"/>
      <p:bldP spid="74" grpId="0"/>
      <p:bldP spid="81" grpId="0"/>
      <p:bldP spid="82" grpId="0"/>
      <p:bldP spid="83" grpId="0"/>
      <p:bldP spid="84" grpId="0"/>
      <p:bldP spid="88" grpId="0"/>
      <p:bldP spid="89" grpId="0"/>
      <p:bldP spid="94" grpId="0"/>
      <p:bldP spid="95" grpId="0"/>
      <p:bldP spid="96" grpId="0"/>
      <p:bldP spid="97" grpId="0"/>
      <p:bldP spid="9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6456040" y="2918607"/>
            <a:ext cx="4211960" cy="1599417"/>
          </a:xfrm>
          <a:prstGeom prst="rect">
            <a:avLst/>
          </a:prstGeom>
          <a:solidFill>
            <a:srgbClr val="FF33CC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4" name="矩形 33"/>
          <p:cNvSpPr/>
          <p:nvPr/>
        </p:nvSpPr>
        <p:spPr>
          <a:xfrm>
            <a:off x="1542606" y="2285164"/>
            <a:ext cx="7577730" cy="622865"/>
          </a:xfrm>
          <a:prstGeom prst="rect">
            <a:avLst/>
          </a:prstGeom>
          <a:solidFill>
            <a:srgbClr val="FF33CC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矩形 31"/>
          <p:cNvSpPr/>
          <p:nvPr/>
        </p:nvSpPr>
        <p:spPr>
          <a:xfrm>
            <a:off x="6883838" y="1173501"/>
            <a:ext cx="3784162" cy="1098584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1"/>
          <a:stretch/>
        </p:blipFill>
        <p:spPr>
          <a:xfrm>
            <a:off x="1601530" y="28229"/>
            <a:ext cx="2390775" cy="1842517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3786732" y="1"/>
            <a:ext cx="6881268" cy="1173501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8" name="矩形 27"/>
          <p:cNvSpPr/>
          <p:nvPr/>
        </p:nvSpPr>
        <p:spPr>
          <a:xfrm>
            <a:off x="4350882" y="1728915"/>
            <a:ext cx="1892915" cy="4674938"/>
          </a:xfrm>
          <a:prstGeom prst="rect">
            <a:avLst/>
          </a:prstGeom>
          <a:solidFill>
            <a:srgbClr val="0070C0">
              <a:alpha val="1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7" name="矩形 26"/>
          <p:cNvSpPr/>
          <p:nvPr/>
        </p:nvSpPr>
        <p:spPr>
          <a:xfrm>
            <a:off x="1524000" y="1728916"/>
            <a:ext cx="2771800" cy="4674938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2950079"/>
            <a:ext cx="2160240" cy="328783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601529" y="4194757"/>
            <a:ext cx="2608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$ 1 000 000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600057" y="24376"/>
            <a:ext cx="4280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600" b="1" dirty="0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5 % per annum (p.a.) </a:t>
            </a:r>
            <a:endParaRPr lang="zh-HK" altLang="en-US" sz="3600" b="1" dirty="0">
              <a:ln w="13462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015385" y="1091432"/>
            <a:ext cx="3410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600" b="1" dirty="0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CC00FF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Simple Interest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6456040" y="4586107"/>
                <a:ext cx="410445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$ 1 000 000</m:t>
                      </m:r>
                      <m:r>
                        <a:rPr lang="en-US" altLang="zh-HK" sz="4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0" y="4586107"/>
                <a:ext cx="4104456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429221" y="5380837"/>
                <a:ext cx="410445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$ 1 000 000</m:t>
                      </m:r>
                      <m:r>
                        <a:rPr lang="en-US" altLang="zh-HK" sz="4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221" y="5380837"/>
                <a:ext cx="4104456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1919537" y="1613561"/>
            <a:ext cx="215475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Principal </a:t>
            </a:r>
          </a:p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(P)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359774" y="1601506"/>
            <a:ext cx="19494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Interest </a:t>
            </a:r>
          </a:p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(I)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7032105" y="1625754"/>
                <a:ext cx="260539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I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40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HK" sz="40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40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endParaRPr lang="zh-HK" altLang="en-US" sz="4000" b="1" dirty="0">
                  <a:ln w="12700">
                    <a:solidFill>
                      <a:schemeClr val="tx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05" y="1625754"/>
                <a:ext cx="2605393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/>
          <p:cNvSpPr txBox="1"/>
          <p:nvPr/>
        </p:nvSpPr>
        <p:spPr>
          <a:xfrm>
            <a:off x="3776890" y="-7153"/>
            <a:ext cx="289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Interest Rate :</a:t>
            </a:r>
            <a:endParaRPr lang="zh-HK" altLang="en-US" sz="3600" b="1" dirty="0">
              <a:ln w="13462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14022" y="548262"/>
            <a:ext cx="1115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(R%)</a:t>
            </a:r>
            <a:endParaRPr lang="zh-HK" altLang="en-US" sz="3600" b="1" dirty="0">
              <a:ln w="13462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9379499" y="1625754"/>
                <a:ext cx="110177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000" b="1" i="1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HK" sz="4000" b="1" i="1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5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HK" altLang="en-US" sz="4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499" y="1625754"/>
                <a:ext cx="1101775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圖片 2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927" y="4254410"/>
            <a:ext cx="720080" cy="1095946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4548886" y="4518024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$ 50 000</a:t>
            </a:r>
            <a:endParaRPr lang="zh-HK" altLang="en-US" sz="28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55" y="5285382"/>
            <a:ext cx="720080" cy="1095946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4500518" y="5509026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$ 50 000</a:t>
            </a:r>
            <a:endParaRPr lang="zh-HK" altLang="en-US" sz="28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6439698" y="2202856"/>
            <a:ext cx="2680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33CC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Amount (A)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FF33CC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6468454" y="2795306"/>
                <a:ext cx="19992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40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40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4000" b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B0F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rPr>
                      <m:t>I</m:t>
                    </m:r>
                  </m:oMath>
                </a14:m>
                <a:endParaRPr lang="zh-HK" altLang="en-US" sz="4000" b="1" dirty="0">
                  <a:ln w="12700">
                    <a:solidFill>
                      <a:schemeClr val="tx1"/>
                    </a:solidFill>
                    <a:prstDash val="solid"/>
                  </a:ln>
                  <a:solidFill>
                    <a:srgbClr val="FF33CC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454" y="2795306"/>
                <a:ext cx="1999266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6468455" y="3267513"/>
                <a:ext cx="425469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3600" b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rPr>
                      <m:t>P</m:t>
                    </m:r>
                    <m:r>
                      <m:rPr>
                        <m:nor/>
                      </m:rPr>
                      <a:rPr lang="en-US" altLang="zh-HK" sz="3600" b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%×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B05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zh-HK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455" y="3267513"/>
                <a:ext cx="4254691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6456041" y="3748490"/>
                <a:ext cx="423545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%×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B05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HK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3748490"/>
                <a:ext cx="4235455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59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4" grpId="0" animBg="1"/>
      <p:bldP spid="32" grpId="0" animBg="1"/>
      <p:bldP spid="31" grpId="0" animBg="1"/>
      <p:bldP spid="28" grpId="0" animBg="1"/>
      <p:bldP spid="27" grpId="0" animBg="1"/>
      <p:bldP spid="8" grpId="0"/>
      <p:bldP spid="10" grpId="0"/>
      <p:bldP spid="12" grpId="0"/>
      <p:bldP spid="17" grpId="0"/>
      <p:bldP spid="18" grpId="0"/>
      <p:bldP spid="20" grpId="0"/>
      <p:bldP spid="21" grpId="0"/>
      <p:bldP spid="22" grpId="0"/>
      <p:bldP spid="24" grpId="0"/>
      <p:bldP spid="25" grpId="0"/>
      <p:bldP spid="26" grpId="0"/>
      <p:bldP spid="14" grpId="0"/>
      <p:bldP spid="16" grpId="0"/>
      <p:bldP spid="33" grpId="0"/>
      <p:bldP spid="35" grpId="0"/>
      <p:bldP spid="36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542094DD-3C73-8F33-C792-2E51D837B066}"/>
              </a:ext>
            </a:extLst>
          </p:cNvPr>
          <p:cNvSpPr txBox="1"/>
          <p:nvPr/>
        </p:nvSpPr>
        <p:spPr>
          <a:xfrm>
            <a:off x="191344" y="116632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 err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Percentage_interest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4C76A6F-B78A-C682-E105-1355D8055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775" y="1376287"/>
            <a:ext cx="2520280" cy="857647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0010A6B9-814B-1C62-6EDC-7F6E0F8C985D}"/>
              </a:ext>
            </a:extLst>
          </p:cNvPr>
          <p:cNvSpPr txBox="1"/>
          <p:nvPr/>
        </p:nvSpPr>
        <p:spPr>
          <a:xfrm>
            <a:off x="1670722" y="2287341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4A00E677-7DDD-A83C-F334-39E3BE511BE9}"/>
              </a:ext>
            </a:extLst>
          </p:cNvPr>
          <p:cNvSpPr txBox="1"/>
          <p:nvPr/>
        </p:nvSpPr>
        <p:spPr>
          <a:xfrm>
            <a:off x="5735960" y="2287341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3729B557-ACF6-F075-DF7E-FC99C6BFBD42}"/>
              </a:ext>
            </a:extLst>
          </p:cNvPr>
          <p:cNvSpPr txBox="1"/>
          <p:nvPr/>
        </p:nvSpPr>
        <p:spPr>
          <a:xfrm>
            <a:off x="4007768" y="2287341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D3D32C50-8E31-9BF5-0D2C-9166B5F61DB9}"/>
              </a:ext>
            </a:extLst>
          </p:cNvPr>
          <p:cNvSpPr txBox="1"/>
          <p:nvPr/>
        </p:nvSpPr>
        <p:spPr>
          <a:xfrm>
            <a:off x="7464152" y="2287341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AB6AEE18-C978-269E-2B38-A0CEB8B2DEE9}"/>
              </a:ext>
            </a:extLst>
          </p:cNvPr>
          <p:cNvSpPr txBox="1"/>
          <p:nvPr/>
        </p:nvSpPr>
        <p:spPr>
          <a:xfrm>
            <a:off x="119336" y="274085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9EBBED-9FA0-5B38-2798-013295851968}"/>
              </a:ext>
            </a:extLst>
          </p:cNvPr>
          <p:cNvSpPr txBox="1"/>
          <p:nvPr/>
        </p:nvSpPr>
        <p:spPr>
          <a:xfrm>
            <a:off x="1971461" y="2740858"/>
            <a:ext cx="1054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$1000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7744C2-69FA-BAE8-0F23-C00D866510DE}"/>
              </a:ext>
            </a:extLst>
          </p:cNvPr>
          <p:cNvSpPr txBox="1"/>
          <p:nvPr/>
        </p:nvSpPr>
        <p:spPr>
          <a:xfrm>
            <a:off x="4151784" y="2740858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C115D0E-E95A-A30D-290A-BE198D0446EE}"/>
              </a:ext>
            </a:extLst>
          </p:cNvPr>
          <p:cNvSpPr txBox="1"/>
          <p:nvPr/>
        </p:nvSpPr>
        <p:spPr>
          <a:xfrm>
            <a:off x="6028854" y="2740858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4968B74-7ED2-E6DE-8FD3-738776DEB8C5}"/>
              </a:ext>
            </a:extLst>
          </p:cNvPr>
          <p:cNvSpPr txBox="1"/>
          <p:nvPr/>
        </p:nvSpPr>
        <p:spPr>
          <a:xfrm>
            <a:off x="7987915" y="2740858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E9755E08-E735-DCA2-C505-BCF8C095034A}"/>
              </a:ext>
            </a:extLst>
          </p:cNvPr>
          <p:cNvSpPr txBox="1"/>
          <p:nvPr/>
        </p:nvSpPr>
        <p:spPr>
          <a:xfrm>
            <a:off x="3575720" y="836712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Simple interest</a:t>
            </a:r>
            <a:endParaRPr lang="zh-TW" altLang="en-US" sz="2400" b="1" dirty="0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EF303E9-022E-59FE-5F8A-6ED4AC3EA437}"/>
              </a:ext>
            </a:extLst>
          </p:cNvPr>
          <p:cNvSpPr txBox="1"/>
          <p:nvPr/>
        </p:nvSpPr>
        <p:spPr>
          <a:xfrm>
            <a:off x="986645" y="3316923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8253E34-11B8-4F33-DDDC-CC8789460821}"/>
                  </a:ext>
                </a:extLst>
              </p:cNvPr>
              <p:cNvSpPr txBox="1"/>
              <p:nvPr/>
            </p:nvSpPr>
            <p:spPr>
              <a:xfrm>
                <a:off x="2279576" y="33169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8253E34-11B8-4F33-DDDC-CC8789460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3316923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ED1605DB-BCDD-7DDD-0731-C0F1FD7142D9}"/>
              </a:ext>
            </a:extLst>
          </p:cNvPr>
          <p:cNvSpPr txBox="1"/>
          <p:nvPr/>
        </p:nvSpPr>
        <p:spPr>
          <a:xfrm>
            <a:off x="2490673" y="3316923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7898EF1-0C87-2562-2BCB-B19A6DCE8513}"/>
                  </a:ext>
                </a:extLst>
              </p:cNvPr>
              <p:cNvSpPr txBox="1"/>
              <p:nvPr/>
            </p:nvSpPr>
            <p:spPr>
              <a:xfrm>
                <a:off x="3999013" y="33028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7898EF1-0C87-2562-2BCB-B19A6DCE8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013" y="3302884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15">
            <a:extLst>
              <a:ext uri="{FF2B5EF4-FFF2-40B4-BE49-F238E27FC236}">
                <a16:creationId xmlns:a16="http://schemas.microsoft.com/office/drawing/2014/main" id="{D861D589-8E75-B362-118B-950B0068F60C}"/>
              </a:ext>
            </a:extLst>
          </p:cNvPr>
          <p:cNvSpPr txBox="1"/>
          <p:nvPr/>
        </p:nvSpPr>
        <p:spPr>
          <a:xfrm>
            <a:off x="4223792" y="3323080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16F491E-FFE4-8BE6-1FDA-9E5C230D52B4}"/>
                  </a:ext>
                </a:extLst>
              </p:cNvPr>
              <p:cNvSpPr txBox="1"/>
              <p:nvPr/>
            </p:nvSpPr>
            <p:spPr>
              <a:xfrm>
                <a:off x="4979262" y="33169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16F491E-FFE4-8BE6-1FDA-9E5C230D5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262" y="3316923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15">
            <a:extLst>
              <a:ext uri="{FF2B5EF4-FFF2-40B4-BE49-F238E27FC236}">
                <a16:creationId xmlns:a16="http://schemas.microsoft.com/office/drawing/2014/main" id="{F9455F16-1B94-FA6B-227B-1EB62F5F0E2C}"/>
              </a:ext>
            </a:extLst>
          </p:cNvPr>
          <p:cNvSpPr txBox="1"/>
          <p:nvPr/>
        </p:nvSpPr>
        <p:spPr>
          <a:xfrm>
            <a:off x="5204041" y="3323080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B338ED4-B5D4-5858-390A-EA9A198E6E42}"/>
                  </a:ext>
                </a:extLst>
              </p:cNvPr>
              <p:cNvSpPr txBox="1"/>
              <p:nvPr/>
            </p:nvSpPr>
            <p:spPr>
              <a:xfrm>
                <a:off x="2279576" y="39160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B338ED4-B5D4-5858-390A-EA9A198E6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3916090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ED291618-7C2A-B9C6-B10C-CC0310C0418F}"/>
              </a:ext>
            </a:extLst>
          </p:cNvPr>
          <p:cNvSpPr txBox="1"/>
          <p:nvPr/>
        </p:nvSpPr>
        <p:spPr>
          <a:xfrm>
            <a:off x="2591840" y="3916090"/>
            <a:ext cx="879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A96CCEB-32AF-35AF-56C0-3EC9A1D01249}"/>
                  </a:ext>
                </a:extLst>
              </p:cNvPr>
              <p:cNvSpPr txBox="1"/>
              <p:nvPr/>
            </p:nvSpPr>
            <p:spPr>
              <a:xfrm>
                <a:off x="3339656" y="38929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A96CCEB-32AF-35AF-56C0-3EC9A1D01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656" y="3892988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51573812-5AD5-53F1-711D-82C92E779FA8}"/>
              </a:ext>
            </a:extLst>
          </p:cNvPr>
          <p:cNvSpPr txBox="1"/>
          <p:nvPr/>
        </p:nvSpPr>
        <p:spPr>
          <a:xfrm>
            <a:off x="3580094" y="3916090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DFBC4B2-FC35-48D5-C9BA-31464C6C25C0}"/>
                  </a:ext>
                </a:extLst>
              </p:cNvPr>
              <p:cNvSpPr txBox="1"/>
              <p:nvPr/>
            </p:nvSpPr>
            <p:spPr>
              <a:xfrm>
                <a:off x="4015866" y="38905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DFBC4B2-FC35-48D5-C9BA-31464C6C2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866" y="3890573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7645638C-6A70-7593-1596-A735710C4F9F}"/>
              </a:ext>
            </a:extLst>
          </p:cNvPr>
          <p:cNvSpPr txBox="1"/>
          <p:nvPr/>
        </p:nvSpPr>
        <p:spPr>
          <a:xfrm>
            <a:off x="4235314" y="3916090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06F3E776-1FF0-297B-BB41-AE82DDFA7BCD}"/>
                  </a:ext>
                </a:extLst>
              </p:cNvPr>
              <p:cNvSpPr txBox="1"/>
              <p:nvPr/>
            </p:nvSpPr>
            <p:spPr>
              <a:xfrm>
                <a:off x="2279576" y="45059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06F3E776-1FF0-297B-BB41-AE82DDFA7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450594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A516AEF8-9E4C-F00D-1867-07C71024AEF6}"/>
              </a:ext>
            </a:extLst>
          </p:cNvPr>
          <p:cNvSpPr txBox="1"/>
          <p:nvPr/>
        </p:nvSpPr>
        <p:spPr>
          <a:xfrm>
            <a:off x="2591840" y="4505942"/>
            <a:ext cx="762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$30</a:t>
            </a:r>
          </a:p>
        </p:txBody>
      </p:sp>
    </p:spTree>
    <p:extLst>
      <p:ext uri="{BB962C8B-B14F-4D97-AF65-F5344CB8AC3E}">
        <p14:creationId xmlns:p14="http://schemas.microsoft.com/office/powerpoint/2010/main" val="27069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518DE2D5-449E-90FF-57A0-A899A7FAA0BC}"/>
              </a:ext>
            </a:extLst>
          </p:cNvPr>
          <p:cNvGrpSpPr/>
          <p:nvPr/>
        </p:nvGrpSpPr>
        <p:grpSpPr>
          <a:xfrm>
            <a:off x="191344" y="0"/>
            <a:ext cx="3219048" cy="1387481"/>
            <a:chOff x="191344" y="0"/>
            <a:chExt cx="3219048" cy="1387481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0B0130FF-A6B5-21B8-8FDD-1F43ED3AB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344" y="44624"/>
              <a:ext cx="3219048" cy="1342857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1F11C97-F442-2EA7-2A17-E30A5FB2C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584" y="0"/>
              <a:ext cx="142857" cy="504762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1BF9ACC5-DFE3-EC6B-5F24-0A09842F1715}"/>
                  </a:ext>
                </a:extLst>
              </p14:cNvPr>
              <p14:cNvContentPartPr/>
              <p14:nvPr/>
            </p14:nvContentPartPr>
            <p14:xfrm>
              <a:off x="619400" y="255090"/>
              <a:ext cx="1732183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1BF9ACC5-DFE3-EC6B-5F24-0A09842F17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371" y="-13460610"/>
                <a:ext cx="183988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CE780682-9D3D-2667-79AE-DA6958080335}"/>
                  </a:ext>
                </a:extLst>
              </p14:cNvPr>
              <p14:cNvContentPartPr/>
              <p14:nvPr/>
            </p14:nvContentPartPr>
            <p14:xfrm>
              <a:off x="676559" y="605456"/>
              <a:ext cx="882937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CE780682-9D3D-2667-79AE-DA69580803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2546" y="-13110244"/>
                <a:ext cx="99060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5B9C2D1E-F4C7-5CA4-56EF-B2C22DF7CD98}"/>
                  </a:ext>
                </a:extLst>
              </p14:cNvPr>
              <p14:cNvContentPartPr/>
              <p14:nvPr/>
            </p14:nvContentPartPr>
            <p14:xfrm>
              <a:off x="1800868" y="583879"/>
              <a:ext cx="1414812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5B9C2D1E-F4C7-5CA4-56EF-B2C22DF7CD9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46840" y="-13131821"/>
                <a:ext cx="15225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660A9A9F-E2E4-742F-0DE8-50C7D647D689}"/>
                  </a:ext>
                </a:extLst>
              </p14:cNvPr>
              <p14:cNvContentPartPr/>
              <p14:nvPr/>
            </p14:nvContentPartPr>
            <p14:xfrm>
              <a:off x="676559" y="928649"/>
              <a:ext cx="1183557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660A9A9F-E2E4-742F-0DE8-50C7D647D6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2515" y="-12787051"/>
                <a:ext cx="129128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F54AA75C-FE28-DB37-FBBA-134635FC01BC}"/>
                  </a:ext>
                </a:extLst>
              </p14:cNvPr>
              <p14:cNvContentPartPr/>
              <p14:nvPr/>
            </p14:nvContentPartPr>
            <p14:xfrm>
              <a:off x="676559" y="1252113"/>
              <a:ext cx="2251089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F54AA75C-FE28-DB37-FBBA-134635FC01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2533" y="-12463587"/>
                <a:ext cx="235878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5">
            <a:extLst>
              <a:ext uri="{FF2B5EF4-FFF2-40B4-BE49-F238E27FC236}">
                <a16:creationId xmlns:a16="http://schemas.microsoft.com/office/drawing/2014/main" id="{EB2CFD00-8BE4-394D-3F81-0650C16B4DF4}"/>
              </a:ext>
            </a:extLst>
          </p:cNvPr>
          <p:cNvSpPr txBox="1"/>
          <p:nvPr/>
        </p:nvSpPr>
        <p:spPr>
          <a:xfrm>
            <a:off x="487518" y="1674369"/>
            <a:ext cx="229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Simple interest</a:t>
            </a:r>
            <a:endParaRPr lang="zh-TW" altLang="en-US" sz="2000" b="1" dirty="0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4D0CB64-3E65-9237-A444-99F7D15F4ED1}"/>
                  </a:ext>
                </a:extLst>
              </p:cNvPr>
              <p:cNvSpPr txBox="1"/>
              <p:nvPr/>
            </p:nvSpPr>
            <p:spPr>
              <a:xfrm>
                <a:off x="2639616" y="16743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4D0CB64-3E65-9237-A444-99F7D15F4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1674369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689C19D8-628E-EFB4-B442-69818E313A76}"/>
              </a:ext>
            </a:extLst>
          </p:cNvPr>
          <p:cNvSpPr txBox="1"/>
          <p:nvPr/>
        </p:nvSpPr>
        <p:spPr>
          <a:xfrm>
            <a:off x="2921968" y="1672428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F36F309-B43F-7E51-6C02-104CAD679822}"/>
                  </a:ext>
                </a:extLst>
              </p:cNvPr>
              <p:cNvSpPr txBox="1"/>
              <p:nvPr/>
            </p:nvSpPr>
            <p:spPr>
              <a:xfrm>
                <a:off x="3871605" y="16607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F36F309-B43F-7E51-6C02-104CAD679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605" y="1660738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C2EB4174-6413-5D99-889D-E19FD9A67ADB}"/>
              </a:ext>
            </a:extLst>
          </p:cNvPr>
          <p:cNvSpPr txBox="1"/>
          <p:nvPr/>
        </p:nvSpPr>
        <p:spPr>
          <a:xfrm>
            <a:off x="4112043" y="1672428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4%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6DD0605-5831-79E4-453C-AD210AC9FC35}"/>
                  </a:ext>
                </a:extLst>
              </p:cNvPr>
              <p:cNvSpPr txBox="1"/>
              <p:nvPr/>
            </p:nvSpPr>
            <p:spPr>
              <a:xfrm>
                <a:off x="4547815" y="16583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6DD0605-5831-79E4-453C-AD210AC9F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815" y="1658323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3A400D53-86F8-8769-1734-747C3B18F340}"/>
              </a:ext>
            </a:extLst>
          </p:cNvPr>
          <p:cNvSpPr txBox="1"/>
          <p:nvPr/>
        </p:nvSpPr>
        <p:spPr>
          <a:xfrm>
            <a:off x="4767263" y="1672428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9037ACFC-F175-B40F-EE25-E28EA261BCEF}"/>
                  </a:ext>
                </a:extLst>
              </p:cNvPr>
              <p:cNvSpPr txBox="1"/>
              <p:nvPr/>
            </p:nvSpPr>
            <p:spPr>
              <a:xfrm>
                <a:off x="2639616" y="21647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9037ACFC-F175-B40F-EE25-E28EA261B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216479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6C15F170-B4EA-43E4-F3EA-08C4B86FED8F}"/>
              </a:ext>
            </a:extLst>
          </p:cNvPr>
          <p:cNvSpPr txBox="1"/>
          <p:nvPr/>
        </p:nvSpPr>
        <p:spPr>
          <a:xfrm>
            <a:off x="2956362" y="2164794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$800</a:t>
            </a: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A0D8D9E4-EFC7-B6A1-584F-DCB66CD71F77}"/>
              </a:ext>
            </a:extLst>
          </p:cNvPr>
          <p:cNvGrpSpPr/>
          <p:nvPr/>
        </p:nvGrpSpPr>
        <p:grpSpPr>
          <a:xfrm>
            <a:off x="264867" y="2977354"/>
            <a:ext cx="3228571" cy="1387750"/>
            <a:chOff x="264867" y="2538542"/>
            <a:chExt cx="3228571" cy="1387750"/>
          </a:xfrm>
        </p:grpSpPr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298C5DE6-0F4B-0FE8-1BAD-A0476EE6A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64867" y="2621530"/>
              <a:ext cx="3228571" cy="1304762"/>
            </a:xfrm>
            <a:prstGeom prst="rect">
              <a:avLst/>
            </a:prstGeom>
          </p:spPr>
        </p:pic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60142445-EE14-3B55-E76F-6896070FF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4802" y="2538542"/>
              <a:ext cx="142857" cy="504762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5" name="筆跡 34">
                <a:extLst>
                  <a:ext uri="{FF2B5EF4-FFF2-40B4-BE49-F238E27FC236}">
                    <a16:creationId xmlns:a16="http://schemas.microsoft.com/office/drawing/2014/main" id="{CE785F3B-23A4-09F7-AB92-BF9EC25E2804}"/>
                  </a:ext>
                </a:extLst>
              </p14:cNvPr>
              <p14:cNvContentPartPr/>
              <p14:nvPr/>
            </p14:nvContentPartPr>
            <p14:xfrm>
              <a:off x="693404" y="3232156"/>
              <a:ext cx="1732183" cy="45719"/>
            </p14:xfrm>
          </p:contentPart>
        </mc:Choice>
        <mc:Fallback xmlns="">
          <p:pic>
            <p:nvPicPr>
              <p:cNvPr id="35" name="筆跡 34">
                <a:extLst>
                  <a:ext uri="{FF2B5EF4-FFF2-40B4-BE49-F238E27FC236}">
                    <a16:creationId xmlns:a16="http://schemas.microsoft.com/office/drawing/2014/main" id="{CE785F3B-23A4-09F7-AB92-BF9EC25E28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375" y="-10483544"/>
                <a:ext cx="183988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6" name="筆跡 35">
                <a:extLst>
                  <a:ext uri="{FF2B5EF4-FFF2-40B4-BE49-F238E27FC236}">
                    <a16:creationId xmlns:a16="http://schemas.microsoft.com/office/drawing/2014/main" id="{8CB0ECE3-146F-5B4F-A08F-56F040BD7F89}"/>
                  </a:ext>
                </a:extLst>
              </p14:cNvPr>
              <p14:cNvContentPartPr/>
              <p14:nvPr/>
            </p14:nvContentPartPr>
            <p14:xfrm>
              <a:off x="707923" y="3580126"/>
              <a:ext cx="995589" cy="45719"/>
            </p14:xfrm>
          </p:contentPart>
        </mc:Choice>
        <mc:Fallback xmlns="">
          <p:pic>
            <p:nvPicPr>
              <p:cNvPr id="36" name="筆跡 35">
                <a:extLst>
                  <a:ext uri="{FF2B5EF4-FFF2-40B4-BE49-F238E27FC236}">
                    <a16:creationId xmlns:a16="http://schemas.microsoft.com/office/drawing/2014/main" id="{8CB0ECE3-146F-5B4F-A08F-56F040BD7F8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3913" y="-10135574"/>
                <a:ext cx="110324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筆跡 36">
                <a:extLst>
                  <a:ext uri="{FF2B5EF4-FFF2-40B4-BE49-F238E27FC236}">
                    <a16:creationId xmlns:a16="http://schemas.microsoft.com/office/drawing/2014/main" id="{2E2C0698-5CA2-C5B7-0501-1DEBED6E00D4}"/>
                  </a:ext>
                </a:extLst>
              </p14:cNvPr>
              <p14:cNvContentPartPr/>
              <p14:nvPr/>
            </p14:nvContentPartPr>
            <p14:xfrm>
              <a:off x="1906334" y="3564663"/>
              <a:ext cx="1504058" cy="45719"/>
            </p14:xfrm>
          </p:contentPart>
        </mc:Choice>
        <mc:Fallback xmlns="">
          <p:pic>
            <p:nvPicPr>
              <p:cNvPr id="37" name="筆跡 36">
                <a:extLst>
                  <a:ext uri="{FF2B5EF4-FFF2-40B4-BE49-F238E27FC236}">
                    <a16:creationId xmlns:a16="http://schemas.microsoft.com/office/drawing/2014/main" id="{2E2C0698-5CA2-C5B7-0501-1DEBED6E00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52309" y="-10151037"/>
                <a:ext cx="161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8" name="筆跡 37">
                <a:extLst>
                  <a:ext uri="{FF2B5EF4-FFF2-40B4-BE49-F238E27FC236}">
                    <a16:creationId xmlns:a16="http://schemas.microsoft.com/office/drawing/2014/main" id="{F0B1ADD8-4CE9-8E10-B089-EFC16B73D0C3}"/>
                  </a:ext>
                </a:extLst>
              </p14:cNvPr>
              <p14:cNvContentPartPr/>
              <p14:nvPr/>
            </p14:nvContentPartPr>
            <p14:xfrm>
              <a:off x="707923" y="3908987"/>
              <a:ext cx="1183557" cy="45719"/>
            </p14:xfrm>
          </p:contentPart>
        </mc:Choice>
        <mc:Fallback xmlns="">
          <p:pic>
            <p:nvPicPr>
              <p:cNvPr id="38" name="筆跡 37">
                <a:extLst>
                  <a:ext uri="{FF2B5EF4-FFF2-40B4-BE49-F238E27FC236}">
                    <a16:creationId xmlns:a16="http://schemas.microsoft.com/office/drawing/2014/main" id="{F0B1ADD8-4CE9-8E10-B089-EFC16B73D0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3879" y="-9806713"/>
                <a:ext cx="129128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9" name="筆跡 38">
                <a:extLst>
                  <a:ext uri="{FF2B5EF4-FFF2-40B4-BE49-F238E27FC236}">
                    <a16:creationId xmlns:a16="http://schemas.microsoft.com/office/drawing/2014/main" id="{0AF37755-D9A9-EADD-7FE5-3B6ADCBEA9E9}"/>
                  </a:ext>
                </a:extLst>
              </p14:cNvPr>
              <p14:cNvContentPartPr/>
              <p14:nvPr/>
            </p14:nvContentPartPr>
            <p14:xfrm>
              <a:off x="1589484" y="4256957"/>
              <a:ext cx="1194148" cy="45719"/>
            </p14:xfrm>
          </p:contentPart>
        </mc:Choice>
        <mc:Fallback xmlns="">
          <p:pic>
            <p:nvPicPr>
              <p:cNvPr id="39" name="筆跡 38">
                <a:extLst>
                  <a:ext uri="{FF2B5EF4-FFF2-40B4-BE49-F238E27FC236}">
                    <a16:creationId xmlns:a16="http://schemas.microsoft.com/office/drawing/2014/main" id="{0AF37755-D9A9-EADD-7FE5-3B6ADCBEA9E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35483" y="-9458743"/>
                <a:ext cx="1301791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C82D38E8-389F-CC77-7AFB-17623C31B80D}"/>
              </a:ext>
            </a:extLst>
          </p:cNvPr>
          <p:cNvCxnSpPr>
            <a:cxnSpLocks/>
          </p:cNvCxnSpPr>
          <p:nvPr/>
        </p:nvCxnSpPr>
        <p:spPr>
          <a:xfrm>
            <a:off x="3028562" y="4256957"/>
            <a:ext cx="76365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15">
            <a:extLst>
              <a:ext uri="{FF2B5EF4-FFF2-40B4-BE49-F238E27FC236}">
                <a16:creationId xmlns:a16="http://schemas.microsoft.com/office/drawing/2014/main" id="{A243E14C-9978-B1BF-C429-938AC468789F}"/>
              </a:ext>
            </a:extLst>
          </p:cNvPr>
          <p:cNvSpPr txBox="1"/>
          <p:nvPr/>
        </p:nvSpPr>
        <p:spPr>
          <a:xfrm>
            <a:off x="3738368" y="4056902"/>
            <a:ext cx="2220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Total 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5772E1D-5256-E281-9F7C-FC63D716DC18}"/>
                  </a:ext>
                </a:extLst>
              </p:cNvPr>
              <p:cNvSpPr txBox="1"/>
              <p:nvPr/>
            </p:nvSpPr>
            <p:spPr>
              <a:xfrm>
                <a:off x="5810685" y="40561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5772E1D-5256-E281-9F7C-FC63D716D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685" y="4056173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15">
            <a:extLst>
              <a:ext uri="{FF2B5EF4-FFF2-40B4-BE49-F238E27FC236}">
                <a16:creationId xmlns:a16="http://schemas.microsoft.com/office/drawing/2014/main" id="{041FB2A3-B7B5-1562-8544-7DE7EEA897C0}"/>
              </a:ext>
            </a:extLst>
          </p:cNvPr>
          <p:cNvSpPr txBox="1"/>
          <p:nvPr/>
        </p:nvSpPr>
        <p:spPr>
          <a:xfrm>
            <a:off x="5986295" y="405843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3411D3AC-CC90-17A1-0B16-E4584A5EAE7F}"/>
                  </a:ext>
                </a:extLst>
              </p:cNvPr>
              <p:cNvSpPr txBox="1"/>
              <p:nvPr/>
            </p:nvSpPr>
            <p:spPr>
              <a:xfrm>
                <a:off x="7494635" y="40561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3411D3AC-CC90-17A1-0B16-E4584A5EA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4635" y="4056173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15">
            <a:extLst>
              <a:ext uri="{FF2B5EF4-FFF2-40B4-BE49-F238E27FC236}">
                <a16:creationId xmlns:a16="http://schemas.microsoft.com/office/drawing/2014/main" id="{6E8A71F0-6E01-1EC3-DCAE-D53BFEEFA554}"/>
              </a:ext>
            </a:extLst>
          </p:cNvPr>
          <p:cNvSpPr txBox="1"/>
          <p:nvPr/>
        </p:nvSpPr>
        <p:spPr>
          <a:xfrm>
            <a:off x="7666417" y="4056173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2" name="TextBox 15">
            <a:extLst>
              <a:ext uri="{FF2B5EF4-FFF2-40B4-BE49-F238E27FC236}">
                <a16:creationId xmlns:a16="http://schemas.microsoft.com/office/drawing/2014/main" id="{17AC3AA7-4B61-1187-F7C0-C23A2E3B17DE}"/>
              </a:ext>
            </a:extLst>
          </p:cNvPr>
          <p:cNvSpPr txBox="1"/>
          <p:nvPr/>
        </p:nvSpPr>
        <p:spPr>
          <a:xfrm>
            <a:off x="489588" y="4549141"/>
            <a:ext cx="2220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Total 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81D2AE3C-2E7E-6D14-0DC4-D88A36ABD384}"/>
                  </a:ext>
                </a:extLst>
              </p:cNvPr>
              <p:cNvSpPr txBox="1"/>
              <p:nvPr/>
            </p:nvSpPr>
            <p:spPr>
              <a:xfrm>
                <a:off x="2561905" y="45484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81D2AE3C-2E7E-6D14-0DC4-D88A36ABD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905" y="4548412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31A2036F-B1F6-0FF2-CAAE-CD14014D7933}"/>
              </a:ext>
            </a:extLst>
          </p:cNvPr>
          <p:cNvSpPr txBox="1"/>
          <p:nvPr/>
        </p:nvSpPr>
        <p:spPr>
          <a:xfrm>
            <a:off x="2839790" y="4549141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D64F7F00-8671-40D8-8709-73AF03108E2E}"/>
                  </a:ext>
                </a:extLst>
              </p:cNvPr>
              <p:cNvSpPr txBox="1"/>
              <p:nvPr/>
            </p:nvSpPr>
            <p:spPr>
              <a:xfrm>
                <a:off x="3766099" y="45155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D64F7F00-8671-40D8-8709-73AF03108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099" y="4515595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字方塊 55">
            <a:extLst>
              <a:ext uri="{FF2B5EF4-FFF2-40B4-BE49-F238E27FC236}">
                <a16:creationId xmlns:a16="http://schemas.microsoft.com/office/drawing/2014/main" id="{2F72E76B-3886-FDE1-7D58-4506BD925732}"/>
              </a:ext>
            </a:extLst>
          </p:cNvPr>
          <p:cNvSpPr txBox="1"/>
          <p:nvPr/>
        </p:nvSpPr>
        <p:spPr>
          <a:xfrm>
            <a:off x="3994133" y="4548412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C9B441D-F330-07F1-7ACB-367F7B546A3A}"/>
                  </a:ext>
                </a:extLst>
              </p:cNvPr>
              <p:cNvSpPr txBox="1"/>
              <p:nvPr/>
            </p:nvSpPr>
            <p:spPr>
              <a:xfrm>
                <a:off x="4943770" y="45367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C9B441D-F330-07F1-7ACB-367F7B546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770" y="4536722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字方塊 57">
            <a:extLst>
              <a:ext uri="{FF2B5EF4-FFF2-40B4-BE49-F238E27FC236}">
                <a16:creationId xmlns:a16="http://schemas.microsoft.com/office/drawing/2014/main" id="{F416E6F1-CD26-F39E-A134-DBBD70C71258}"/>
              </a:ext>
            </a:extLst>
          </p:cNvPr>
          <p:cNvSpPr txBox="1"/>
          <p:nvPr/>
        </p:nvSpPr>
        <p:spPr>
          <a:xfrm>
            <a:off x="5184208" y="4548412"/>
            <a:ext cx="766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1580C7C9-4268-C27C-CE88-64F08F44A531}"/>
                  </a:ext>
                </a:extLst>
              </p:cNvPr>
              <p:cNvSpPr txBox="1"/>
              <p:nvPr/>
            </p:nvSpPr>
            <p:spPr>
              <a:xfrm>
                <a:off x="5807968" y="45343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1580C7C9-4268-C27C-CE88-64F08F44A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68" y="4534307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字方塊 59">
            <a:extLst>
              <a:ext uri="{FF2B5EF4-FFF2-40B4-BE49-F238E27FC236}">
                <a16:creationId xmlns:a16="http://schemas.microsoft.com/office/drawing/2014/main" id="{1F2B610B-91F3-442F-8A4F-FB1EAEB5C349}"/>
              </a:ext>
            </a:extLst>
          </p:cNvPr>
          <p:cNvSpPr txBox="1"/>
          <p:nvPr/>
        </p:nvSpPr>
        <p:spPr>
          <a:xfrm>
            <a:off x="6027416" y="4548412"/>
            <a:ext cx="752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2.5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2822D8A3-75AB-5610-4DFF-C32AA3D7B147}"/>
                  </a:ext>
                </a:extLst>
              </p:cNvPr>
              <p:cNvSpPr txBox="1"/>
              <p:nvPr/>
            </p:nvSpPr>
            <p:spPr>
              <a:xfrm>
                <a:off x="2564504" y="50242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2822D8A3-75AB-5610-4DFF-C32AA3D7B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504" y="5024289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字方塊 61">
            <a:extLst>
              <a:ext uri="{FF2B5EF4-FFF2-40B4-BE49-F238E27FC236}">
                <a16:creationId xmlns:a16="http://schemas.microsoft.com/office/drawing/2014/main" id="{CDF57ABC-8755-D61D-048C-C4A9A11A14CA}"/>
              </a:ext>
            </a:extLst>
          </p:cNvPr>
          <p:cNvSpPr txBox="1"/>
          <p:nvPr/>
        </p:nvSpPr>
        <p:spPr>
          <a:xfrm>
            <a:off x="2839789" y="5023560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B460EDE3-16BA-708D-89C6-5E5DE05B1A44}"/>
                  </a:ext>
                </a:extLst>
              </p:cNvPr>
              <p:cNvSpPr txBox="1"/>
              <p:nvPr/>
            </p:nvSpPr>
            <p:spPr>
              <a:xfrm>
                <a:off x="3786994" y="49855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B460EDE3-16BA-708D-89C6-5E5DE05B1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994" y="4985517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字方塊 64">
            <a:extLst>
              <a:ext uri="{FF2B5EF4-FFF2-40B4-BE49-F238E27FC236}">
                <a16:creationId xmlns:a16="http://schemas.microsoft.com/office/drawing/2014/main" id="{3D7CF696-059F-F76D-B3F9-79A54F0B8440}"/>
              </a:ext>
            </a:extLst>
          </p:cNvPr>
          <p:cNvSpPr txBox="1"/>
          <p:nvPr/>
        </p:nvSpPr>
        <p:spPr>
          <a:xfrm>
            <a:off x="4028897" y="5021783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3750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16F1A5E4-82C1-DE51-96F1-6F6DD875AB6C}"/>
                  </a:ext>
                </a:extLst>
              </p:cNvPr>
              <p:cNvSpPr txBox="1"/>
              <p:nvPr/>
            </p:nvSpPr>
            <p:spPr>
              <a:xfrm>
                <a:off x="2564504" y="55084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16F1A5E4-82C1-DE51-96F1-6F6DD875A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504" y="5508409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字方塊 66">
            <a:extLst>
              <a:ext uri="{FF2B5EF4-FFF2-40B4-BE49-F238E27FC236}">
                <a16:creationId xmlns:a16="http://schemas.microsoft.com/office/drawing/2014/main" id="{4A3C887B-F678-C743-92C0-53E3C0BD7CE5}"/>
              </a:ext>
            </a:extLst>
          </p:cNvPr>
          <p:cNvSpPr txBox="1"/>
          <p:nvPr/>
        </p:nvSpPr>
        <p:spPr>
          <a:xfrm>
            <a:off x="2818831" y="5517232"/>
            <a:ext cx="1303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$13750</a:t>
            </a:r>
          </a:p>
        </p:txBody>
      </p:sp>
    </p:spTree>
    <p:extLst>
      <p:ext uri="{BB962C8B-B14F-4D97-AF65-F5344CB8AC3E}">
        <p14:creationId xmlns:p14="http://schemas.microsoft.com/office/powerpoint/2010/main" val="252113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46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5" grpId="0"/>
      <p:bldP spid="66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5">
            <a:extLst>
              <a:ext uri="{FF2B5EF4-FFF2-40B4-BE49-F238E27FC236}">
                <a16:creationId xmlns:a16="http://schemas.microsoft.com/office/drawing/2014/main" id="{D96FB42B-AFEC-8E13-0851-3A72B871DD69}"/>
              </a:ext>
            </a:extLst>
          </p:cNvPr>
          <p:cNvSpPr txBox="1"/>
          <p:nvPr/>
        </p:nvSpPr>
        <p:spPr>
          <a:xfrm>
            <a:off x="1670722" y="127922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C8708354-5F26-FFA0-9D37-088F1C14282A}"/>
              </a:ext>
            </a:extLst>
          </p:cNvPr>
          <p:cNvSpPr txBox="1"/>
          <p:nvPr/>
        </p:nvSpPr>
        <p:spPr>
          <a:xfrm>
            <a:off x="5735960" y="1279229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D0781294-9DE9-7AA8-1085-EF4FA4D3C334}"/>
              </a:ext>
            </a:extLst>
          </p:cNvPr>
          <p:cNvSpPr txBox="1"/>
          <p:nvPr/>
        </p:nvSpPr>
        <p:spPr>
          <a:xfrm>
            <a:off x="4007768" y="1279229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414B657C-07C6-8FB2-AD49-D96FD61CD9D9}"/>
              </a:ext>
            </a:extLst>
          </p:cNvPr>
          <p:cNvSpPr txBox="1"/>
          <p:nvPr/>
        </p:nvSpPr>
        <p:spPr>
          <a:xfrm>
            <a:off x="7464152" y="1279229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B2D7FF4B-958A-452A-D060-7A2FAB9526E3}"/>
              </a:ext>
            </a:extLst>
          </p:cNvPr>
          <p:cNvSpPr txBox="1"/>
          <p:nvPr/>
        </p:nvSpPr>
        <p:spPr>
          <a:xfrm>
            <a:off x="119336" y="1732746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8936F6-EFA0-C140-FE50-2E222E9B56CA}"/>
              </a:ext>
            </a:extLst>
          </p:cNvPr>
          <p:cNvSpPr txBox="1"/>
          <p:nvPr/>
        </p:nvSpPr>
        <p:spPr>
          <a:xfrm>
            <a:off x="2309920" y="1732746"/>
            <a:ext cx="37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CEE00DF-EFB4-B53B-CE30-03DB496C9519}"/>
              </a:ext>
            </a:extLst>
          </p:cNvPr>
          <p:cNvSpPr txBox="1"/>
          <p:nvPr/>
        </p:nvSpPr>
        <p:spPr>
          <a:xfrm>
            <a:off x="4151784" y="1732746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2283012-7470-E7E4-B985-5C850237664E}"/>
              </a:ext>
            </a:extLst>
          </p:cNvPr>
          <p:cNvSpPr txBox="1"/>
          <p:nvPr/>
        </p:nvSpPr>
        <p:spPr>
          <a:xfrm>
            <a:off x="6028854" y="1732746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8410380-112C-6244-C709-A768939F8B76}"/>
              </a:ext>
            </a:extLst>
          </p:cNvPr>
          <p:cNvSpPr txBox="1"/>
          <p:nvPr/>
        </p:nvSpPr>
        <p:spPr>
          <a:xfrm>
            <a:off x="7870049" y="1732746"/>
            <a:ext cx="700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$60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C7C366B9-6A0E-8135-F902-2E1A6D7710F0}"/>
              </a:ext>
            </a:extLst>
          </p:cNvPr>
          <p:cNvSpPr txBox="1"/>
          <p:nvPr/>
        </p:nvSpPr>
        <p:spPr>
          <a:xfrm>
            <a:off x="3575720" y="404664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Simple interest</a:t>
            </a:r>
            <a:endParaRPr lang="zh-TW" altLang="en-US" sz="2400" b="1" dirty="0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559B8E2-8148-C342-95CE-99BBA2EE519E}"/>
              </a:ext>
            </a:extLst>
          </p:cNvPr>
          <p:cNvSpPr txBox="1"/>
          <p:nvPr/>
        </p:nvSpPr>
        <p:spPr>
          <a:xfrm>
            <a:off x="1066636" y="2507001"/>
            <a:ext cx="37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1C8E923-4C8C-DB5C-7CAC-4DDACA2C210E}"/>
                  </a:ext>
                </a:extLst>
              </p:cNvPr>
              <p:cNvSpPr txBox="1"/>
              <p:nvPr/>
            </p:nvSpPr>
            <p:spPr>
              <a:xfrm>
                <a:off x="1330932" y="24953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1C8E923-4C8C-DB5C-7CAC-4DDACA2C2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932" y="2495311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911A7FC4-9E43-3079-38F6-E1AAF4F4BA5B}"/>
              </a:ext>
            </a:extLst>
          </p:cNvPr>
          <p:cNvSpPr txBox="1"/>
          <p:nvPr/>
        </p:nvSpPr>
        <p:spPr>
          <a:xfrm>
            <a:off x="1571370" y="2507001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385CF39-7595-283A-4FA2-F6393BFDB441}"/>
                  </a:ext>
                </a:extLst>
              </p:cNvPr>
              <p:cNvSpPr txBox="1"/>
              <p:nvPr/>
            </p:nvSpPr>
            <p:spPr>
              <a:xfrm>
                <a:off x="2007142" y="24928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385CF39-7595-283A-4FA2-F6393BFDB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142" y="2492896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945F8B51-9E12-C253-1302-C568930E9C89}"/>
              </a:ext>
            </a:extLst>
          </p:cNvPr>
          <p:cNvSpPr txBox="1"/>
          <p:nvPr/>
        </p:nvSpPr>
        <p:spPr>
          <a:xfrm>
            <a:off x="2226590" y="2507001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EAB5A06-C6A4-66A4-5FF7-952278E3048E}"/>
                  </a:ext>
                </a:extLst>
              </p:cNvPr>
              <p:cNvSpPr txBox="1"/>
              <p:nvPr/>
            </p:nvSpPr>
            <p:spPr>
              <a:xfrm>
                <a:off x="2504800" y="24928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EAB5A06-C6A4-66A4-5FF7-952278E30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800" y="2492896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62F914FE-9146-18E8-7EE8-779D4F334C0E}"/>
              </a:ext>
            </a:extLst>
          </p:cNvPr>
          <p:cNvSpPr txBox="1"/>
          <p:nvPr/>
        </p:nvSpPr>
        <p:spPr>
          <a:xfrm>
            <a:off x="2773962" y="2492896"/>
            <a:ext cx="700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$60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EB3F2E6-A139-CCB6-6F06-F53322BCD4D8}"/>
              </a:ext>
            </a:extLst>
          </p:cNvPr>
          <p:cNvSpPr txBox="1"/>
          <p:nvPr/>
        </p:nvSpPr>
        <p:spPr>
          <a:xfrm>
            <a:off x="1642864" y="3067096"/>
            <a:ext cx="965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0.03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92C01BC-1737-1CB8-6542-D17B745E3FF9}"/>
                  </a:ext>
                </a:extLst>
              </p:cNvPr>
              <p:cNvSpPr txBox="1"/>
              <p:nvPr/>
            </p:nvSpPr>
            <p:spPr>
              <a:xfrm>
                <a:off x="2507686" y="30670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92C01BC-1737-1CB8-6542-D17B745E3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86" y="3067096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166DCA96-78CA-A55B-BDCD-90DF9E1AD70B}"/>
              </a:ext>
            </a:extLst>
          </p:cNvPr>
          <p:cNvSpPr txBox="1"/>
          <p:nvPr/>
        </p:nvSpPr>
        <p:spPr>
          <a:xfrm>
            <a:off x="2768429" y="3067096"/>
            <a:ext cx="700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$60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726E1BD-47E6-3746-9CEA-2901D6CA1EA1}"/>
              </a:ext>
            </a:extLst>
          </p:cNvPr>
          <p:cNvSpPr txBox="1"/>
          <p:nvPr/>
        </p:nvSpPr>
        <p:spPr>
          <a:xfrm>
            <a:off x="2230981" y="3574494"/>
            <a:ext cx="37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AF42EC9-7A30-CAD8-94FD-9D3857F496D7}"/>
                  </a:ext>
                </a:extLst>
              </p:cNvPr>
              <p:cNvSpPr txBox="1"/>
              <p:nvPr/>
            </p:nvSpPr>
            <p:spPr>
              <a:xfrm>
                <a:off x="2507686" y="35744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AF42EC9-7A30-CAD8-94FD-9D3857F49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86" y="3574494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974419BD-C891-B8FF-4BA8-3291147E82E4}"/>
              </a:ext>
            </a:extLst>
          </p:cNvPr>
          <p:cNvSpPr txBox="1"/>
          <p:nvPr/>
        </p:nvSpPr>
        <p:spPr>
          <a:xfrm>
            <a:off x="2784127" y="3574494"/>
            <a:ext cx="908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2000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54D2CE4-814D-7F34-A532-60A84201B023}"/>
              </a:ext>
            </a:extLst>
          </p:cNvPr>
          <p:cNvGrpSpPr/>
          <p:nvPr/>
        </p:nvGrpSpPr>
        <p:grpSpPr>
          <a:xfrm>
            <a:off x="119336" y="4182450"/>
            <a:ext cx="7411122" cy="410107"/>
            <a:chOff x="420004" y="4149080"/>
            <a:chExt cx="7411122" cy="410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FE05FB66-CF60-9E3D-EC08-E67756F196BE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C6722676-F618-C741-C587-D206AB1A7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DA7E3886-8A58-2F97-F8B1-96AC67DE0EAD}"/>
                </a:ext>
              </a:extLst>
            </p:cNvPr>
            <p:cNvSpPr txBox="1"/>
            <p:nvPr/>
          </p:nvSpPr>
          <p:spPr>
            <a:xfrm>
              <a:off x="744386" y="4159077"/>
              <a:ext cx="70867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Principal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is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$2000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37CBFF"/>
                  </a:solidFill>
                  <a:latin typeface="Lucida Calligraphy" panose="03010101010101010101" pitchFamily="66" charset="0"/>
                </a:rPr>
                <a:t> </a:t>
              </a:r>
            </a:p>
          </p:txBody>
        </p:sp>
      </p:grpSp>
      <p:pic>
        <p:nvPicPr>
          <p:cNvPr id="31" name="圖片 30">
            <a:extLst>
              <a:ext uri="{FF2B5EF4-FFF2-40B4-BE49-F238E27FC236}">
                <a16:creationId xmlns:a16="http://schemas.microsoft.com/office/drawing/2014/main" id="{44CDFA3B-6AFB-7EB0-5A2E-AAF731565F37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028854" y="3059491"/>
            <a:ext cx="3190476" cy="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9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F48864B-A3E4-23C8-7FD0-B29EB086C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6632"/>
            <a:ext cx="3076190" cy="12857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417A128E-D736-57DF-D493-EAF52D36E934}"/>
                  </a:ext>
                </a:extLst>
              </p14:cNvPr>
              <p14:cNvContentPartPr/>
              <p14:nvPr/>
            </p14:nvContentPartPr>
            <p14:xfrm>
              <a:off x="479376" y="255090"/>
              <a:ext cx="1732183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417A128E-D736-57DF-D493-EAF52D36E9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347" y="-13460610"/>
                <a:ext cx="183988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DA4C24A2-FDB1-9270-1E35-A042C18F338A}"/>
                  </a:ext>
                </a:extLst>
              </p14:cNvPr>
              <p14:cNvContentPartPr/>
              <p14:nvPr/>
            </p14:nvContentPartPr>
            <p14:xfrm>
              <a:off x="1055440" y="1268760"/>
              <a:ext cx="738921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DA4C24A2-FDB1-9270-1E35-A042C18F33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1425" y="-12446940"/>
                <a:ext cx="84659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428EC4E3-8503-8D2E-EB23-B9B1B59F7911}"/>
                  </a:ext>
                </a:extLst>
              </p14:cNvPr>
              <p14:cNvContentPartPr/>
              <p14:nvPr/>
            </p14:nvContentPartPr>
            <p14:xfrm>
              <a:off x="1660844" y="583879"/>
              <a:ext cx="1414812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428EC4E3-8503-8D2E-EB23-B9B1B59F79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06816" y="-13131821"/>
                <a:ext cx="15225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BC27B4E8-E353-0752-F969-7B50FD50E3C1}"/>
                  </a:ext>
                </a:extLst>
              </p14:cNvPr>
              <p14:cNvContentPartPr/>
              <p14:nvPr/>
            </p14:nvContentPartPr>
            <p14:xfrm>
              <a:off x="536535" y="928649"/>
              <a:ext cx="1455009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BC27B4E8-E353-0752-F969-7B50FD50E3C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2486" y="-12787051"/>
                <a:ext cx="156274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5">
            <a:extLst>
              <a:ext uri="{FF2B5EF4-FFF2-40B4-BE49-F238E27FC236}">
                <a16:creationId xmlns:a16="http://schemas.microsoft.com/office/drawing/2014/main" id="{4815FFAF-769B-ED6D-6B3F-00E5047C9704}"/>
              </a:ext>
            </a:extLst>
          </p:cNvPr>
          <p:cNvSpPr txBox="1"/>
          <p:nvPr/>
        </p:nvSpPr>
        <p:spPr>
          <a:xfrm>
            <a:off x="191344" y="1920965"/>
            <a:ext cx="2712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687178C-333E-6EDA-706F-105F5AEFF261}"/>
              </a:ext>
            </a:extLst>
          </p:cNvPr>
          <p:cNvSpPr txBox="1"/>
          <p:nvPr/>
        </p:nvSpPr>
        <p:spPr>
          <a:xfrm>
            <a:off x="290265" y="2388212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33EB1C1-212C-D065-07EF-166B4D414A67}"/>
                  </a:ext>
                </a:extLst>
              </p:cNvPr>
              <p:cNvSpPr txBox="1"/>
              <p:nvPr/>
            </p:nvSpPr>
            <p:spPr>
              <a:xfrm>
                <a:off x="1239902" y="23765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33EB1C1-212C-D065-07EF-166B4D414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902" y="2376522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9CAC5509-3FD3-A788-2FE3-27B405C20146}"/>
              </a:ext>
            </a:extLst>
          </p:cNvPr>
          <p:cNvSpPr txBox="1"/>
          <p:nvPr/>
        </p:nvSpPr>
        <p:spPr>
          <a:xfrm>
            <a:off x="1480340" y="2388212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x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EBE79ED-3553-1B33-1E37-55020306C9C7}"/>
                  </a:ext>
                </a:extLst>
              </p:cNvPr>
              <p:cNvSpPr txBox="1"/>
              <p:nvPr/>
            </p:nvSpPr>
            <p:spPr>
              <a:xfrm>
                <a:off x="1916112" y="23741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EBE79ED-3553-1B33-1E37-55020306C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112" y="2374107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4A9826D7-FF8A-0305-128D-1B78FDE4067D}"/>
              </a:ext>
            </a:extLst>
          </p:cNvPr>
          <p:cNvSpPr txBox="1"/>
          <p:nvPr/>
        </p:nvSpPr>
        <p:spPr>
          <a:xfrm>
            <a:off x="2135560" y="2388212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6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65886E7-0A65-53BA-D32C-97575A4ACE97}"/>
                  </a:ext>
                </a:extLst>
              </p:cNvPr>
              <p:cNvSpPr txBox="1"/>
              <p:nvPr/>
            </p:nvSpPr>
            <p:spPr>
              <a:xfrm>
                <a:off x="2423592" y="23741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65886E7-0A65-53BA-D32C-97575A4AC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2374107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E725B855-3A73-DB94-628D-8B786C56CBB0}"/>
              </a:ext>
            </a:extLst>
          </p:cNvPr>
          <p:cNvSpPr txBox="1"/>
          <p:nvPr/>
        </p:nvSpPr>
        <p:spPr>
          <a:xfrm>
            <a:off x="2700033" y="2374107"/>
            <a:ext cx="908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9000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5DADD9-AE5B-F0A4-9438-51967AE86950}"/>
              </a:ext>
            </a:extLst>
          </p:cNvPr>
          <p:cNvSpPr txBox="1"/>
          <p:nvPr/>
        </p:nvSpPr>
        <p:spPr>
          <a:xfrm>
            <a:off x="1916112" y="2827249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x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81204F33-8F7F-F962-8B90-78D22055A8D3}"/>
                  </a:ext>
                </a:extLst>
              </p:cNvPr>
              <p:cNvSpPr txBox="1"/>
              <p:nvPr/>
            </p:nvSpPr>
            <p:spPr>
              <a:xfrm>
                <a:off x="2425529" y="28024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81204F33-8F7F-F962-8B90-78D22055A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529" y="2802427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43739F93-4462-1764-5458-4ED37093269C}"/>
              </a:ext>
            </a:extLst>
          </p:cNvPr>
          <p:cNvSpPr txBox="1"/>
          <p:nvPr/>
        </p:nvSpPr>
        <p:spPr>
          <a:xfrm>
            <a:off x="2670577" y="2831213"/>
            <a:ext cx="908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0.03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AA1B789-6218-97E1-2816-013C45CE2AAF}"/>
              </a:ext>
            </a:extLst>
          </p:cNvPr>
          <p:cNvSpPr txBox="1"/>
          <p:nvPr/>
        </p:nvSpPr>
        <p:spPr>
          <a:xfrm>
            <a:off x="2135560" y="3249212"/>
            <a:ext cx="37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22B79EF-594F-2394-360B-43162FDA8439}"/>
                  </a:ext>
                </a:extLst>
              </p:cNvPr>
              <p:cNvSpPr txBox="1"/>
              <p:nvPr/>
            </p:nvSpPr>
            <p:spPr>
              <a:xfrm>
                <a:off x="2425529" y="32375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22B79EF-594F-2394-360B-43162FDA8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529" y="3237500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C187E1C0-CA0E-3B13-A53C-CDBDECB3989D}"/>
              </a:ext>
            </a:extLst>
          </p:cNvPr>
          <p:cNvSpPr txBox="1"/>
          <p:nvPr/>
        </p:nvSpPr>
        <p:spPr>
          <a:xfrm>
            <a:off x="2670577" y="3266286"/>
            <a:ext cx="340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CA8381A1-F216-D2B5-C2E2-615C70FA4262}"/>
              </a:ext>
            </a:extLst>
          </p:cNvPr>
          <p:cNvGrpSpPr/>
          <p:nvPr/>
        </p:nvGrpSpPr>
        <p:grpSpPr>
          <a:xfrm>
            <a:off x="357459" y="3666965"/>
            <a:ext cx="2599944" cy="410107"/>
            <a:chOff x="420004" y="4149080"/>
            <a:chExt cx="2599944" cy="410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D76AFEBC-8624-DAAD-8AB2-6E5001E98471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C6722676-F618-C741-C587-D206AB1A7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BE915D97-8011-6EB9-2B6E-9D51B38F1A22}"/>
                </a:ext>
              </a:extLst>
            </p:cNvPr>
            <p:cNvSpPr txBox="1"/>
            <p:nvPr/>
          </p:nvSpPr>
          <p:spPr>
            <a:xfrm>
              <a:off x="744386" y="4159077"/>
              <a:ext cx="22755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rate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is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3%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37CBFF"/>
                  </a:solidFill>
                  <a:latin typeface="Lucida Calligraphy" panose="03010101010101010101" pitchFamily="66" charset="0"/>
                </a:rPr>
                <a:t> </a:t>
              </a:r>
            </a:p>
          </p:txBody>
        </p:sp>
      </p:grpSp>
      <p:pic>
        <p:nvPicPr>
          <p:cNvPr id="31" name="圖片 30">
            <a:extLst>
              <a:ext uri="{FF2B5EF4-FFF2-40B4-BE49-F238E27FC236}">
                <a16:creationId xmlns:a16="http://schemas.microsoft.com/office/drawing/2014/main" id="{43210BF1-9996-5057-DEDC-A5286E09A466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519936" y="116632"/>
            <a:ext cx="3352381" cy="1285714"/>
          </a:xfrm>
          <a:prstGeom prst="rect">
            <a:avLst/>
          </a:prstGeom>
        </p:spPr>
      </p:pic>
      <p:sp>
        <p:nvSpPr>
          <p:cNvPr id="32" name="TextBox 15">
            <a:extLst>
              <a:ext uri="{FF2B5EF4-FFF2-40B4-BE49-F238E27FC236}">
                <a16:creationId xmlns:a16="http://schemas.microsoft.com/office/drawing/2014/main" id="{3126FFE9-4699-4621-595C-35AB3675046F}"/>
              </a:ext>
            </a:extLst>
          </p:cNvPr>
          <p:cNvSpPr txBox="1"/>
          <p:nvPr/>
        </p:nvSpPr>
        <p:spPr>
          <a:xfrm>
            <a:off x="5750809" y="2003944"/>
            <a:ext cx="4161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number of year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3" name="筆跡 32">
                <a:extLst>
                  <a:ext uri="{FF2B5EF4-FFF2-40B4-BE49-F238E27FC236}">
                    <a16:creationId xmlns:a16="http://schemas.microsoft.com/office/drawing/2014/main" id="{432B339B-F5AE-C23E-164A-5A0811466162}"/>
                  </a:ext>
                </a:extLst>
              </p14:cNvPr>
              <p14:cNvContentPartPr/>
              <p14:nvPr/>
            </p14:nvContentPartPr>
            <p14:xfrm>
              <a:off x="6020001" y="249280"/>
              <a:ext cx="1732183" cy="45719"/>
            </p14:xfrm>
          </p:contentPart>
        </mc:Choice>
        <mc:Fallback xmlns="">
          <p:pic>
            <p:nvPicPr>
              <p:cNvPr id="33" name="筆跡 32">
                <a:extLst>
                  <a:ext uri="{FF2B5EF4-FFF2-40B4-BE49-F238E27FC236}">
                    <a16:creationId xmlns:a16="http://schemas.microsoft.com/office/drawing/2014/main" id="{432B339B-F5AE-C23E-164A-5A08114661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5972" y="-13466420"/>
                <a:ext cx="183988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筆跡 33">
                <a:extLst>
                  <a:ext uri="{FF2B5EF4-FFF2-40B4-BE49-F238E27FC236}">
                    <a16:creationId xmlns:a16="http://schemas.microsoft.com/office/drawing/2014/main" id="{52EE88BE-B012-B1AC-1A9A-FF16C1FD9CDA}"/>
                  </a:ext>
                </a:extLst>
              </p14:cNvPr>
              <p14:cNvContentPartPr/>
              <p14:nvPr/>
            </p14:nvContentPartPr>
            <p14:xfrm>
              <a:off x="6020001" y="583609"/>
              <a:ext cx="1012103" cy="45719"/>
            </p14:xfrm>
          </p:contentPart>
        </mc:Choice>
        <mc:Fallback xmlns="">
          <p:pic>
            <p:nvPicPr>
              <p:cNvPr id="34" name="筆跡 33">
                <a:extLst>
                  <a:ext uri="{FF2B5EF4-FFF2-40B4-BE49-F238E27FC236}">
                    <a16:creationId xmlns:a16="http://schemas.microsoft.com/office/drawing/2014/main" id="{52EE88BE-B012-B1AC-1A9A-FF16C1FD9CD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965993" y="-13132091"/>
                <a:ext cx="11197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筆跡 34">
                <a:extLst>
                  <a:ext uri="{FF2B5EF4-FFF2-40B4-BE49-F238E27FC236}">
                    <a16:creationId xmlns:a16="http://schemas.microsoft.com/office/drawing/2014/main" id="{D7D76FBF-198F-1EF2-D300-6DE448E0D517}"/>
                  </a:ext>
                </a:extLst>
              </p14:cNvPr>
              <p14:cNvContentPartPr/>
              <p14:nvPr/>
            </p14:nvContentPartPr>
            <p14:xfrm>
              <a:off x="5951984" y="895078"/>
              <a:ext cx="1455009" cy="45719"/>
            </p14:xfrm>
          </p:contentPart>
        </mc:Choice>
        <mc:Fallback xmlns="">
          <p:pic>
            <p:nvPicPr>
              <p:cNvPr id="35" name="筆跡 34">
                <a:extLst>
                  <a:ext uri="{FF2B5EF4-FFF2-40B4-BE49-F238E27FC236}">
                    <a16:creationId xmlns:a16="http://schemas.microsoft.com/office/drawing/2014/main" id="{D7D76FBF-198F-1EF2-D300-6DE448E0D51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97935" y="-12820622"/>
                <a:ext cx="156274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6" name="筆跡 35">
                <a:extLst>
                  <a:ext uri="{FF2B5EF4-FFF2-40B4-BE49-F238E27FC236}">
                    <a16:creationId xmlns:a16="http://schemas.microsoft.com/office/drawing/2014/main" id="{241331C3-AAC0-9420-6978-B709687FE605}"/>
                  </a:ext>
                </a:extLst>
              </p14:cNvPr>
              <p14:cNvContentPartPr/>
              <p14:nvPr/>
            </p14:nvContentPartPr>
            <p14:xfrm>
              <a:off x="6816079" y="1229407"/>
              <a:ext cx="2056237" cy="45719"/>
            </p14:xfrm>
          </p:contentPart>
        </mc:Choice>
        <mc:Fallback xmlns="">
          <p:pic>
            <p:nvPicPr>
              <p:cNvPr id="36" name="筆跡 35">
                <a:extLst>
                  <a:ext uri="{FF2B5EF4-FFF2-40B4-BE49-F238E27FC236}">
                    <a16:creationId xmlns:a16="http://schemas.microsoft.com/office/drawing/2014/main" id="{241331C3-AAC0-9420-6978-B709687FE60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762053" y="-12486293"/>
                <a:ext cx="216392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文字方塊 36">
            <a:extLst>
              <a:ext uri="{FF2B5EF4-FFF2-40B4-BE49-F238E27FC236}">
                <a16:creationId xmlns:a16="http://schemas.microsoft.com/office/drawing/2014/main" id="{DC6D2B89-8804-2F36-9287-15644A6391FE}"/>
              </a:ext>
            </a:extLst>
          </p:cNvPr>
          <p:cNvSpPr txBox="1"/>
          <p:nvPr/>
        </p:nvSpPr>
        <p:spPr>
          <a:xfrm>
            <a:off x="5834881" y="2482107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12000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55DBF0D-CBD5-96F0-4ED8-A563BFFB6BD4}"/>
                  </a:ext>
                </a:extLst>
              </p:cNvPr>
              <p:cNvSpPr txBox="1"/>
              <p:nvPr/>
            </p:nvSpPr>
            <p:spPr>
              <a:xfrm>
                <a:off x="6784518" y="24704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55DBF0D-CBD5-96F0-4ED8-A563BFFB6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518" y="2470417"/>
                <a:ext cx="295688" cy="400110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7BFD9217-6A79-11C2-FBB0-BA4B156D3940}"/>
              </a:ext>
            </a:extLst>
          </p:cNvPr>
          <p:cNvSpPr txBox="1"/>
          <p:nvPr/>
        </p:nvSpPr>
        <p:spPr>
          <a:xfrm>
            <a:off x="7024956" y="2482107"/>
            <a:ext cx="908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2.5%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53FBFA46-AAAA-4EF6-65A4-5E33254F2E6A}"/>
                  </a:ext>
                </a:extLst>
              </p:cNvPr>
              <p:cNvSpPr txBox="1"/>
              <p:nvPr/>
            </p:nvSpPr>
            <p:spPr>
              <a:xfrm>
                <a:off x="7752184" y="24680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53FBFA46-AAAA-4EF6-65A4-5E33254F2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184" y="2468002"/>
                <a:ext cx="295688" cy="400110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083B8A18-0186-73CD-A435-9DFEC0D3D68C}"/>
              </a:ext>
            </a:extLst>
          </p:cNvPr>
          <p:cNvSpPr txBox="1"/>
          <p:nvPr/>
        </p:nvSpPr>
        <p:spPr>
          <a:xfrm>
            <a:off x="8027823" y="2473852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1E1B35F-5368-636A-5C1F-E79C1720B333}"/>
                  </a:ext>
                </a:extLst>
              </p:cNvPr>
              <p:cNvSpPr txBox="1"/>
              <p:nvPr/>
            </p:nvSpPr>
            <p:spPr>
              <a:xfrm>
                <a:off x="8335372" y="24570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1E1B35F-5368-636A-5C1F-E79C1720B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2" y="2457086"/>
                <a:ext cx="295688" cy="400110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54E22C8C-94FC-BDD9-0674-45EA93FCD93A}"/>
              </a:ext>
            </a:extLst>
          </p:cNvPr>
          <p:cNvSpPr txBox="1"/>
          <p:nvPr/>
        </p:nvSpPr>
        <p:spPr>
          <a:xfrm>
            <a:off x="8605632" y="2476550"/>
            <a:ext cx="908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3000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4160F70-6A83-D25E-B87B-2EB7E62DF43A}"/>
              </a:ext>
            </a:extLst>
          </p:cNvPr>
          <p:cNvSpPr txBox="1"/>
          <p:nvPr/>
        </p:nvSpPr>
        <p:spPr>
          <a:xfrm>
            <a:off x="8037322" y="2868112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AD6068B1-D002-63F6-0151-EFBB3A1D4FE5}"/>
                  </a:ext>
                </a:extLst>
              </p:cNvPr>
              <p:cNvSpPr txBox="1"/>
              <p:nvPr/>
            </p:nvSpPr>
            <p:spPr>
              <a:xfrm>
                <a:off x="8344620" y="28513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AD6068B1-D002-63F6-0151-EFBB3A1D4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620" y="2851346"/>
                <a:ext cx="295688" cy="400110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44410F0D-523D-830C-06D2-596639D371D5}"/>
              </a:ext>
            </a:extLst>
          </p:cNvPr>
          <p:cNvSpPr txBox="1"/>
          <p:nvPr/>
        </p:nvSpPr>
        <p:spPr>
          <a:xfrm>
            <a:off x="8649129" y="2871580"/>
            <a:ext cx="545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1D83BBCE-11FE-DA11-1D45-3A1777BB3C07}"/>
              </a:ext>
            </a:extLst>
          </p:cNvPr>
          <p:cNvGrpSpPr/>
          <p:nvPr/>
        </p:nvGrpSpPr>
        <p:grpSpPr>
          <a:xfrm>
            <a:off x="5818986" y="3306925"/>
            <a:ext cx="3947484" cy="410107"/>
            <a:chOff x="420004" y="4149080"/>
            <a:chExt cx="3947484" cy="410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3BC50483-32DE-5BF7-1FBD-76B088F56B63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C6722676-F618-C741-C587-D206AB1A7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B22D2DDA-A766-17EE-EE8C-2D27D26E32F6}"/>
                </a:ext>
              </a:extLst>
            </p:cNvPr>
            <p:cNvSpPr txBox="1"/>
            <p:nvPr/>
          </p:nvSpPr>
          <p:spPr>
            <a:xfrm>
              <a:off x="744385" y="4159077"/>
              <a:ext cx="36231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number of year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is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37CBFF"/>
                  </a:solidFill>
                  <a:latin typeface="Lucida Calligraphy" panose="03010101010101010101" pitchFamily="66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41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2" grpId="0"/>
      <p:bldP spid="37" grpId="0"/>
      <p:bldP spid="38" grpId="0"/>
      <p:bldP spid="39" grpId="0"/>
      <p:bldP spid="40" grpId="0"/>
      <p:bldP spid="41" grpId="0"/>
      <p:bldP spid="43" grpId="0"/>
      <p:bldP spid="44" grpId="0"/>
      <p:bldP spid="45" grpId="0"/>
      <p:bldP spid="46" grpId="0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5B7681A3-FA1B-054B-8374-2068984C3430}"/>
              </a:ext>
            </a:extLst>
          </p:cNvPr>
          <p:cNvSpPr txBox="1"/>
          <p:nvPr/>
        </p:nvSpPr>
        <p:spPr>
          <a:xfrm>
            <a:off x="1814738" y="98072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19FE5376-117E-EFFE-6782-33038C2A2237}"/>
              </a:ext>
            </a:extLst>
          </p:cNvPr>
          <p:cNvSpPr txBox="1"/>
          <p:nvPr/>
        </p:nvSpPr>
        <p:spPr>
          <a:xfrm>
            <a:off x="5879976" y="980728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22C185DE-1C86-0B30-491E-5058CE006A24}"/>
              </a:ext>
            </a:extLst>
          </p:cNvPr>
          <p:cNvSpPr txBox="1"/>
          <p:nvPr/>
        </p:nvSpPr>
        <p:spPr>
          <a:xfrm>
            <a:off x="4151784" y="980728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A8A877F5-1BB3-60D7-7B67-629A32F9E915}"/>
              </a:ext>
            </a:extLst>
          </p:cNvPr>
          <p:cNvSpPr txBox="1"/>
          <p:nvPr/>
        </p:nvSpPr>
        <p:spPr>
          <a:xfrm>
            <a:off x="7608168" y="980728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8D9FABAF-250C-A6D8-125D-0AA4C1A82D90}"/>
              </a:ext>
            </a:extLst>
          </p:cNvPr>
          <p:cNvSpPr txBox="1"/>
          <p:nvPr/>
        </p:nvSpPr>
        <p:spPr>
          <a:xfrm>
            <a:off x="263352" y="143424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88532F-7E2D-57BE-BBAF-259663A50EE6}"/>
              </a:ext>
            </a:extLst>
          </p:cNvPr>
          <p:cNvSpPr txBox="1"/>
          <p:nvPr/>
        </p:nvSpPr>
        <p:spPr>
          <a:xfrm>
            <a:off x="2042130" y="1434245"/>
            <a:ext cx="1298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$10000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15F7988-E039-90B9-5BFF-526628884111}"/>
              </a:ext>
            </a:extLst>
          </p:cNvPr>
          <p:cNvSpPr txBox="1"/>
          <p:nvPr/>
        </p:nvSpPr>
        <p:spPr>
          <a:xfrm>
            <a:off x="4295800" y="1434245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22EA79C-8A7D-83C4-17F0-65E340614AE0}"/>
              </a:ext>
            </a:extLst>
          </p:cNvPr>
          <p:cNvSpPr txBox="1"/>
          <p:nvPr/>
        </p:nvSpPr>
        <p:spPr>
          <a:xfrm>
            <a:off x="6172870" y="1434245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731C9BA-6C86-A859-C124-ACC41A9B1952}"/>
              </a:ext>
            </a:extLst>
          </p:cNvPr>
          <p:cNvSpPr txBox="1"/>
          <p:nvPr/>
        </p:nvSpPr>
        <p:spPr>
          <a:xfrm>
            <a:off x="8131931" y="1434245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FB866AB8-57FD-C26B-448C-EF8A9BFBBA76}"/>
              </a:ext>
            </a:extLst>
          </p:cNvPr>
          <p:cNvSpPr txBox="1"/>
          <p:nvPr/>
        </p:nvSpPr>
        <p:spPr>
          <a:xfrm>
            <a:off x="3491004" y="260648"/>
            <a:ext cx="3325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Compound interest</a:t>
            </a:r>
            <a:endParaRPr lang="zh-TW" altLang="en-US" sz="24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A6CC0C0A-F102-48F5-6832-146E97D3913F}"/>
              </a:ext>
            </a:extLst>
          </p:cNvPr>
          <p:cNvSpPr txBox="1"/>
          <p:nvPr/>
        </p:nvSpPr>
        <p:spPr>
          <a:xfrm>
            <a:off x="655494" y="2069647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34541E6-B825-B2C3-4B67-06573C1AC084}"/>
                  </a:ext>
                </a:extLst>
              </p:cNvPr>
              <p:cNvSpPr txBox="1"/>
              <p:nvPr/>
            </p:nvSpPr>
            <p:spPr>
              <a:xfrm>
                <a:off x="1948425" y="20696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34541E6-B825-B2C3-4B67-06573C1A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425" y="2069647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5">
            <a:extLst>
              <a:ext uri="{FF2B5EF4-FFF2-40B4-BE49-F238E27FC236}">
                <a16:creationId xmlns:a16="http://schemas.microsoft.com/office/drawing/2014/main" id="{69FA78AA-0251-6E95-8931-20133C91BB19}"/>
              </a:ext>
            </a:extLst>
          </p:cNvPr>
          <p:cNvSpPr txBox="1"/>
          <p:nvPr/>
        </p:nvSpPr>
        <p:spPr>
          <a:xfrm>
            <a:off x="2159522" y="206964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69A8B76-FD17-AE79-5A2C-643F7BF569AF}"/>
                  </a:ext>
                </a:extLst>
              </p:cNvPr>
              <p:cNvSpPr txBox="1"/>
              <p:nvPr/>
            </p:nvSpPr>
            <p:spPr>
              <a:xfrm>
                <a:off x="3667862" y="20556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69A8B76-FD17-AE79-5A2C-643F7BF56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62" y="2055608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>
            <a:extLst>
              <a:ext uri="{FF2B5EF4-FFF2-40B4-BE49-F238E27FC236}">
                <a16:creationId xmlns:a16="http://schemas.microsoft.com/office/drawing/2014/main" id="{7D2F02AA-EFD3-0EC4-82C9-DD05B9CD2474}"/>
              </a:ext>
            </a:extLst>
          </p:cNvPr>
          <p:cNvGrpSpPr/>
          <p:nvPr/>
        </p:nvGrpSpPr>
        <p:grpSpPr>
          <a:xfrm>
            <a:off x="3892641" y="2060746"/>
            <a:ext cx="1257405" cy="409011"/>
            <a:chOff x="1498603" y="1408278"/>
            <a:chExt cx="1257405" cy="409011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6D395D3-9FF0-2BF0-4D26-C2383E1EED4B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396DF2CD-2B32-43CA-5AB9-56838C6786FB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2FD0C72-D18D-1212-7BC9-82E2B7D8D7C6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2FD0C72-D18D-1212-7BC9-82E2B7D8D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E4DA8C1-6B86-C49C-2C3E-E0CE2C8DE6A5}"/>
              </a:ext>
            </a:extLst>
          </p:cNvPr>
          <p:cNvSpPr txBox="1"/>
          <p:nvPr/>
        </p:nvSpPr>
        <p:spPr>
          <a:xfrm>
            <a:off x="4828745" y="1915758"/>
            <a:ext cx="4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23F7D55-A803-F3FA-5719-5F3A1DB5E008}"/>
                  </a:ext>
                </a:extLst>
              </p:cNvPr>
              <p:cNvSpPr txBox="1"/>
              <p:nvPr/>
            </p:nvSpPr>
            <p:spPr>
              <a:xfrm>
                <a:off x="1940228" y="26457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23F7D55-A803-F3FA-5719-5F3A1DB5E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228" y="2645712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683D1831-C41A-E03C-86DB-3A8ECDBFF363}"/>
              </a:ext>
            </a:extLst>
          </p:cNvPr>
          <p:cNvSpPr txBox="1"/>
          <p:nvPr/>
        </p:nvSpPr>
        <p:spPr>
          <a:xfrm>
            <a:off x="2235916" y="2645997"/>
            <a:ext cx="1110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49859FD9-0688-D714-52C0-3C6B2D039A0E}"/>
                  </a:ext>
                </a:extLst>
              </p:cNvPr>
              <p:cNvSpPr txBox="1"/>
              <p:nvPr/>
            </p:nvSpPr>
            <p:spPr>
              <a:xfrm>
                <a:off x="3170200" y="26227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49859FD9-0688-D714-52C0-3C6B2D039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200" y="2622772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3">
            <a:extLst>
              <a:ext uri="{FF2B5EF4-FFF2-40B4-BE49-F238E27FC236}">
                <a16:creationId xmlns:a16="http://schemas.microsoft.com/office/drawing/2014/main" id="{65C811D4-4ED3-1784-24CF-687C311C8A0E}"/>
              </a:ext>
            </a:extLst>
          </p:cNvPr>
          <p:cNvGrpSpPr/>
          <p:nvPr/>
        </p:nvGrpSpPr>
        <p:grpSpPr>
          <a:xfrm>
            <a:off x="3389578" y="2627910"/>
            <a:ext cx="1257405" cy="409011"/>
            <a:chOff x="1498603" y="1408278"/>
            <a:chExt cx="1257405" cy="409011"/>
          </a:xfrm>
        </p:grpSpPr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EEEC03ED-CD83-468C-3126-0EAD7E60CA34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FFA8D4D5-190E-3951-E771-F9221D0EEB9A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873F41AA-CD73-0834-8229-B9B85151C681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873F41AA-CD73-0834-8229-B9B85151C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F3F0FEB-673A-7176-D7EF-108B418E1BCB}"/>
              </a:ext>
            </a:extLst>
          </p:cNvPr>
          <p:cNvSpPr txBox="1"/>
          <p:nvPr/>
        </p:nvSpPr>
        <p:spPr>
          <a:xfrm>
            <a:off x="4346982" y="2523164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E8FC5E1-EDAF-8A82-EF58-E53E5BC6D066}"/>
                  </a:ext>
                </a:extLst>
              </p:cNvPr>
              <p:cNvSpPr txBox="1"/>
              <p:nvPr/>
            </p:nvSpPr>
            <p:spPr>
              <a:xfrm>
                <a:off x="5002202" y="20501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E8FC5E1-EDAF-8A82-EF58-E53E5BC6D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202" y="205018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15">
            <a:extLst>
              <a:ext uri="{FF2B5EF4-FFF2-40B4-BE49-F238E27FC236}">
                <a16:creationId xmlns:a16="http://schemas.microsoft.com/office/drawing/2014/main" id="{38110C74-DFA4-4568-17CE-CC12ACB9E52A}"/>
              </a:ext>
            </a:extLst>
          </p:cNvPr>
          <p:cNvSpPr txBox="1"/>
          <p:nvPr/>
        </p:nvSpPr>
        <p:spPr>
          <a:xfrm>
            <a:off x="5187149" y="207231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121A0FD-A181-BFFD-B29C-2EF78D73C1A5}"/>
                  </a:ext>
                </a:extLst>
              </p:cNvPr>
              <p:cNvSpPr txBox="1"/>
              <p:nvPr/>
            </p:nvSpPr>
            <p:spPr>
              <a:xfrm>
                <a:off x="4542901" y="26235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121A0FD-A181-BFFD-B29C-2EF78D73C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901" y="262358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15">
            <a:extLst>
              <a:ext uri="{FF2B5EF4-FFF2-40B4-BE49-F238E27FC236}">
                <a16:creationId xmlns:a16="http://schemas.microsoft.com/office/drawing/2014/main" id="{67E18590-8649-31F0-53FB-01E1F6A59AFE}"/>
              </a:ext>
            </a:extLst>
          </p:cNvPr>
          <p:cNvSpPr txBox="1"/>
          <p:nvPr/>
        </p:nvSpPr>
        <p:spPr>
          <a:xfrm>
            <a:off x="4799856" y="2645712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5DA2078-4475-66AB-5DAD-122AFAA71798}"/>
                  </a:ext>
                </a:extLst>
              </p:cNvPr>
              <p:cNvSpPr txBox="1"/>
              <p:nvPr/>
            </p:nvSpPr>
            <p:spPr>
              <a:xfrm>
                <a:off x="1948425" y="31008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5DA2078-4475-66AB-5DAD-122AFAA71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425" y="3100898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2D926AFB-3043-BD53-5B2E-8ED084286704}"/>
              </a:ext>
            </a:extLst>
          </p:cNvPr>
          <p:cNvSpPr txBox="1"/>
          <p:nvPr/>
        </p:nvSpPr>
        <p:spPr>
          <a:xfrm>
            <a:off x="2235916" y="3116142"/>
            <a:ext cx="900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$609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838C926F-A838-FABC-4CA9-F32AB2BC0E3D}"/>
              </a:ext>
            </a:extLst>
          </p:cNvPr>
          <p:cNvSpPr txBox="1"/>
          <p:nvPr/>
        </p:nvSpPr>
        <p:spPr>
          <a:xfrm>
            <a:off x="551384" y="3649278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C7D4A64-0905-E904-6955-0F2C6763CF5D}"/>
                  </a:ext>
                </a:extLst>
              </p:cNvPr>
              <p:cNvSpPr txBox="1"/>
              <p:nvPr/>
            </p:nvSpPr>
            <p:spPr>
              <a:xfrm>
                <a:off x="1948425" y="36492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C7D4A64-0905-E904-6955-0F2C6763C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425" y="364927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15">
            <a:extLst>
              <a:ext uri="{FF2B5EF4-FFF2-40B4-BE49-F238E27FC236}">
                <a16:creationId xmlns:a16="http://schemas.microsoft.com/office/drawing/2014/main" id="{2343726F-5BCA-693F-36AA-529BCB65D944}"/>
              </a:ext>
            </a:extLst>
          </p:cNvPr>
          <p:cNvSpPr txBox="1"/>
          <p:nvPr/>
        </p:nvSpPr>
        <p:spPr>
          <a:xfrm>
            <a:off x="2159522" y="364927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A989E908-8778-489E-0EFC-6A57C3BCBAEC}"/>
                  </a:ext>
                </a:extLst>
              </p:cNvPr>
              <p:cNvSpPr txBox="1"/>
              <p:nvPr/>
            </p:nvSpPr>
            <p:spPr>
              <a:xfrm>
                <a:off x="3667862" y="3635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A989E908-8778-489E-0EFC-6A57C3BCB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62" y="363523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9313396E-D138-2AFB-3C31-5899A2358C9F}"/>
              </a:ext>
            </a:extLst>
          </p:cNvPr>
          <p:cNvGrpSpPr/>
          <p:nvPr/>
        </p:nvGrpSpPr>
        <p:grpSpPr>
          <a:xfrm>
            <a:off x="3892641" y="3640377"/>
            <a:ext cx="1257405" cy="409011"/>
            <a:chOff x="1498603" y="1408278"/>
            <a:chExt cx="1257405" cy="409011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033F8331-8AE9-EEB0-D5D7-3C4B17823FE1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AAA50739-7D27-4B76-CEE4-03C89E699779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D5B9CCD-FE7E-008F-1CE8-A76C8752D88D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D5B9CCD-FE7E-008F-1CE8-A76C8752D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CD7248A-FDED-0369-4DD5-CBB9A15AC134}"/>
              </a:ext>
            </a:extLst>
          </p:cNvPr>
          <p:cNvSpPr txBox="1"/>
          <p:nvPr/>
        </p:nvSpPr>
        <p:spPr>
          <a:xfrm>
            <a:off x="4828745" y="3495389"/>
            <a:ext cx="4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6C95E85-E42E-FC60-5AED-F597B8130FA9}"/>
                  </a:ext>
                </a:extLst>
              </p:cNvPr>
              <p:cNvSpPr txBox="1"/>
              <p:nvPr/>
            </p:nvSpPr>
            <p:spPr>
              <a:xfrm>
                <a:off x="1948425" y="41426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6C95E85-E42E-FC60-5AED-F597B8130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425" y="4142648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7284F9A3-790B-876F-2FD9-86018C2412E9}"/>
              </a:ext>
            </a:extLst>
          </p:cNvPr>
          <p:cNvSpPr txBox="1"/>
          <p:nvPr/>
        </p:nvSpPr>
        <p:spPr>
          <a:xfrm>
            <a:off x="2235916" y="4137510"/>
            <a:ext cx="1110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9F60AFDE-B02C-5D19-2CC8-79EC79149919}"/>
                  </a:ext>
                </a:extLst>
              </p:cNvPr>
              <p:cNvSpPr txBox="1"/>
              <p:nvPr/>
            </p:nvSpPr>
            <p:spPr>
              <a:xfrm>
                <a:off x="3170200" y="41142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9F60AFDE-B02C-5D19-2CC8-79EC79149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200" y="411428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C8F49C7E-6373-3BCB-C8B0-09F4035D7441}"/>
              </a:ext>
            </a:extLst>
          </p:cNvPr>
          <p:cNvGrpSpPr/>
          <p:nvPr/>
        </p:nvGrpSpPr>
        <p:grpSpPr>
          <a:xfrm>
            <a:off x="3389578" y="4119423"/>
            <a:ext cx="1257405" cy="409011"/>
            <a:chOff x="1498603" y="1408278"/>
            <a:chExt cx="1257405" cy="409011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061701F2-D180-8C3E-6E16-5D3BAFCF8DDE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B9EFAC4D-A8E9-6CFE-CB89-30800E52CAD5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B2482D84-BA23-BA92-6846-36164C31F296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B2482D84-BA23-BA92-6846-36164C31F2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8D69606-06FF-5648-3DF7-AC23C77A4F33}"/>
              </a:ext>
            </a:extLst>
          </p:cNvPr>
          <p:cNvSpPr txBox="1"/>
          <p:nvPr/>
        </p:nvSpPr>
        <p:spPr>
          <a:xfrm>
            <a:off x="4346982" y="4014677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5ECC39F-CF97-EEA0-8D81-D32514108E05}"/>
              </a:ext>
            </a:extLst>
          </p:cNvPr>
          <p:cNvSpPr txBox="1"/>
          <p:nvPr/>
        </p:nvSpPr>
        <p:spPr>
          <a:xfrm>
            <a:off x="2213260" y="4593331"/>
            <a:ext cx="1306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$10609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3C81FB8A-61D3-F1CD-19A3-5B83D87886AA}"/>
                  </a:ext>
                </a:extLst>
              </p:cNvPr>
              <p:cNvSpPr txBox="1"/>
              <p:nvPr/>
            </p:nvSpPr>
            <p:spPr>
              <a:xfrm>
                <a:off x="1940228" y="45805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3C81FB8A-61D3-F1CD-19A3-5B83D8788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228" y="4580577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15">
            <a:extLst>
              <a:ext uri="{FF2B5EF4-FFF2-40B4-BE49-F238E27FC236}">
                <a16:creationId xmlns:a16="http://schemas.microsoft.com/office/drawing/2014/main" id="{0945FCD5-9A0B-4930-69B1-50BD68CDAEFC}"/>
              </a:ext>
            </a:extLst>
          </p:cNvPr>
          <p:cNvSpPr txBox="1"/>
          <p:nvPr/>
        </p:nvSpPr>
        <p:spPr>
          <a:xfrm>
            <a:off x="647354" y="5131120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B4705D5-54E9-4C3E-3290-FD2F5BE9B50D}"/>
                  </a:ext>
                </a:extLst>
              </p:cNvPr>
              <p:cNvSpPr txBox="1"/>
              <p:nvPr/>
            </p:nvSpPr>
            <p:spPr>
              <a:xfrm>
                <a:off x="1940285" y="51311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B4705D5-54E9-4C3E-3290-FD2F5BE9B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285" y="5131120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15">
            <a:extLst>
              <a:ext uri="{FF2B5EF4-FFF2-40B4-BE49-F238E27FC236}">
                <a16:creationId xmlns:a16="http://schemas.microsoft.com/office/drawing/2014/main" id="{12DF24A7-7E50-FA89-30C7-BC6265DC7D4D}"/>
              </a:ext>
            </a:extLst>
          </p:cNvPr>
          <p:cNvSpPr txBox="1"/>
          <p:nvPr/>
        </p:nvSpPr>
        <p:spPr>
          <a:xfrm>
            <a:off x="2154620" y="5118366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F7A244DD-C492-94C4-9F5F-5551CE7DED48}"/>
                  </a:ext>
                </a:extLst>
              </p:cNvPr>
              <p:cNvSpPr txBox="1"/>
              <p:nvPr/>
            </p:nvSpPr>
            <p:spPr>
              <a:xfrm>
                <a:off x="3529862" y="51082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F7A244DD-C492-94C4-9F5F-5551CE7DE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862" y="5108280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15">
            <a:extLst>
              <a:ext uri="{FF2B5EF4-FFF2-40B4-BE49-F238E27FC236}">
                <a16:creationId xmlns:a16="http://schemas.microsoft.com/office/drawing/2014/main" id="{1A9B212D-AAEE-1C7E-D19F-DD12177E9ACC}"/>
              </a:ext>
            </a:extLst>
          </p:cNvPr>
          <p:cNvSpPr txBox="1"/>
          <p:nvPr/>
        </p:nvSpPr>
        <p:spPr>
          <a:xfrm>
            <a:off x="3714809" y="5130410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DF647546-1E21-789B-5DA5-62D8404469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31633" y="4947564"/>
            <a:ext cx="3142857" cy="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9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20" grpId="0"/>
      <p:bldP spid="21" grpId="0"/>
      <p:bldP spid="22" grpId="0"/>
      <p:bldP spid="23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3" grpId="0"/>
      <p:bldP spid="44" grpId="0"/>
      <p:bldP spid="45" grpId="0"/>
      <p:bldP spid="46" grpId="0"/>
      <p:bldP spid="51" grpId="0"/>
      <p:bldP spid="52" grpId="0"/>
      <p:bldP spid="53" grpId="0"/>
      <p:bldP spid="57" grpId="0"/>
      <p:bldP spid="58" grpId="0"/>
      <p:bldP spid="59" grpId="0"/>
      <p:bldP spid="60" grpId="0"/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>
            <a:extLst>
              <a:ext uri="{FF2B5EF4-FFF2-40B4-BE49-F238E27FC236}">
                <a16:creationId xmlns:a16="http://schemas.microsoft.com/office/drawing/2014/main" id="{98A10A1C-E944-6F57-8F42-B054F5DCD802}"/>
              </a:ext>
            </a:extLst>
          </p:cNvPr>
          <p:cNvGrpSpPr/>
          <p:nvPr/>
        </p:nvGrpSpPr>
        <p:grpSpPr>
          <a:xfrm>
            <a:off x="263352" y="188640"/>
            <a:ext cx="8716497" cy="1259461"/>
            <a:chOff x="263352" y="188640"/>
            <a:chExt cx="8716497" cy="1259461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B131952B-E7CD-087E-4186-D1901E0FC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352" y="188640"/>
              <a:ext cx="7876190" cy="857143"/>
            </a:xfrm>
            <a:prstGeom prst="rect">
              <a:avLst/>
            </a:prstGeom>
          </p:spPr>
        </p:pic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7986E7F5-7887-ED7C-C1E3-8A715743D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56040" y="476672"/>
              <a:ext cx="2523809" cy="971429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筆跡 23">
                <a:extLst>
                  <a:ext uri="{FF2B5EF4-FFF2-40B4-BE49-F238E27FC236}">
                    <a16:creationId xmlns:a16="http://schemas.microsoft.com/office/drawing/2014/main" id="{7BD26E70-6045-D5F2-FF59-9A933095C481}"/>
                  </a:ext>
                </a:extLst>
              </p14:cNvPr>
              <p14:cNvContentPartPr/>
              <p14:nvPr/>
            </p14:nvContentPartPr>
            <p14:xfrm>
              <a:off x="695401" y="260648"/>
              <a:ext cx="720080" cy="45719"/>
            </p14:xfrm>
          </p:contentPart>
        </mc:Choice>
        <mc:Fallback xmlns="">
          <p:pic>
            <p:nvPicPr>
              <p:cNvPr id="24" name="筆跡 23">
                <a:extLst>
                  <a:ext uri="{FF2B5EF4-FFF2-40B4-BE49-F238E27FC236}">
                    <a16:creationId xmlns:a16="http://schemas.microsoft.com/office/drawing/2014/main" id="{7BD26E70-6045-D5F2-FF59-9A933095C4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395" y="-13455052"/>
                <a:ext cx="82773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筆跡 24">
                <a:extLst>
                  <a:ext uri="{FF2B5EF4-FFF2-40B4-BE49-F238E27FC236}">
                    <a16:creationId xmlns:a16="http://schemas.microsoft.com/office/drawing/2014/main" id="{7C0974D9-5B23-D029-F183-AD09298C4B3B}"/>
                  </a:ext>
                </a:extLst>
              </p14:cNvPr>
              <p14:cNvContentPartPr/>
              <p14:nvPr/>
            </p14:nvContentPartPr>
            <p14:xfrm>
              <a:off x="2711624" y="283507"/>
              <a:ext cx="792088" cy="45719"/>
            </p14:xfrm>
          </p:contentPart>
        </mc:Choice>
        <mc:Fallback xmlns="">
          <p:pic>
            <p:nvPicPr>
              <p:cNvPr id="25" name="筆跡 24">
                <a:extLst>
                  <a:ext uri="{FF2B5EF4-FFF2-40B4-BE49-F238E27FC236}">
                    <a16:creationId xmlns:a16="http://schemas.microsoft.com/office/drawing/2014/main" id="{7C0974D9-5B23-D029-F183-AD09298C4B3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7618" y="-13432193"/>
                <a:ext cx="89974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筆跡 25">
                <a:extLst>
                  <a:ext uri="{FF2B5EF4-FFF2-40B4-BE49-F238E27FC236}">
                    <a16:creationId xmlns:a16="http://schemas.microsoft.com/office/drawing/2014/main" id="{BB4E4F30-B5F6-0F41-D243-7079197C4DC7}"/>
                  </a:ext>
                </a:extLst>
              </p14:cNvPr>
              <p14:cNvContentPartPr/>
              <p14:nvPr/>
            </p14:nvContentPartPr>
            <p14:xfrm>
              <a:off x="3935760" y="286937"/>
              <a:ext cx="648072" cy="45719"/>
            </p14:xfrm>
          </p:contentPart>
        </mc:Choice>
        <mc:Fallback xmlns="">
          <p:pic>
            <p:nvPicPr>
              <p:cNvPr id="26" name="筆跡 25">
                <a:extLst>
                  <a:ext uri="{FF2B5EF4-FFF2-40B4-BE49-F238E27FC236}">
                    <a16:creationId xmlns:a16="http://schemas.microsoft.com/office/drawing/2014/main" id="{BB4E4F30-B5F6-0F41-D243-7079197C4DC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81754" y="-13428763"/>
                <a:ext cx="7557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筆跡 27">
                <a:extLst>
                  <a:ext uri="{FF2B5EF4-FFF2-40B4-BE49-F238E27FC236}">
                    <a16:creationId xmlns:a16="http://schemas.microsoft.com/office/drawing/2014/main" id="{43805712-C62E-2240-7174-CE5C78FDA683}"/>
                  </a:ext>
                </a:extLst>
              </p14:cNvPr>
              <p14:cNvContentPartPr/>
              <p14:nvPr/>
            </p14:nvContentPartPr>
            <p14:xfrm>
              <a:off x="1113484" y="594351"/>
              <a:ext cx="950067" cy="45719"/>
            </p14:xfrm>
          </p:contentPart>
        </mc:Choice>
        <mc:Fallback xmlns="">
          <p:pic>
            <p:nvPicPr>
              <p:cNvPr id="28" name="筆跡 27">
                <a:extLst>
                  <a:ext uri="{FF2B5EF4-FFF2-40B4-BE49-F238E27FC236}">
                    <a16:creationId xmlns:a16="http://schemas.microsoft.com/office/drawing/2014/main" id="{43805712-C62E-2240-7174-CE5C78FDA6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9482" y="-13121349"/>
                <a:ext cx="10577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7E06CAA6-F677-B989-88FD-7090A7DE5E1E}"/>
                  </a:ext>
                </a:extLst>
              </p14:cNvPr>
              <p14:cNvContentPartPr/>
              <p14:nvPr/>
            </p14:nvContentPartPr>
            <p14:xfrm>
              <a:off x="1113484" y="882335"/>
              <a:ext cx="1886172" cy="45719"/>
            </p14:xfrm>
          </p:contentPart>
        </mc:Choice>
        <mc:Fallback xmlns=""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7E06CAA6-F677-B989-88FD-7090A7DE5E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9460" y="-12833365"/>
                <a:ext cx="199386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2B8D7047-2F15-E2AB-7201-DE94815E03FC}"/>
              </a:ext>
            </a:extLst>
          </p:cNvPr>
          <p:cNvSpPr txBox="1"/>
          <p:nvPr/>
        </p:nvSpPr>
        <p:spPr>
          <a:xfrm>
            <a:off x="-15574" y="1268760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62CCCE36-7DE9-0E7B-CE61-2072495DD210}"/>
              </a:ext>
            </a:extLst>
          </p:cNvPr>
          <p:cNvSpPr txBox="1"/>
          <p:nvPr/>
        </p:nvSpPr>
        <p:spPr>
          <a:xfrm>
            <a:off x="677244" y="1235845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5353F568-2226-9891-6F3E-C296C2DD2891}"/>
                  </a:ext>
                </a:extLst>
              </p:cNvPr>
              <p:cNvSpPr txBox="1"/>
              <p:nvPr/>
            </p:nvSpPr>
            <p:spPr>
              <a:xfrm>
                <a:off x="2074285" y="12358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5353F568-2226-9891-6F3E-C296C2DD2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285" y="1235845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15">
            <a:extLst>
              <a:ext uri="{FF2B5EF4-FFF2-40B4-BE49-F238E27FC236}">
                <a16:creationId xmlns:a16="http://schemas.microsoft.com/office/drawing/2014/main" id="{C3CFDC86-618E-6841-BEFC-48EBEBFFF56C}"/>
              </a:ext>
            </a:extLst>
          </p:cNvPr>
          <p:cNvSpPr txBox="1"/>
          <p:nvPr/>
        </p:nvSpPr>
        <p:spPr>
          <a:xfrm>
            <a:off x="2285382" y="123584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9964E713-876A-B78E-D948-2BDEFF69CAB1}"/>
                  </a:ext>
                </a:extLst>
              </p:cNvPr>
              <p:cNvSpPr txBox="1"/>
              <p:nvPr/>
            </p:nvSpPr>
            <p:spPr>
              <a:xfrm>
                <a:off x="3793722" y="12218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9964E713-876A-B78E-D948-2BDEFF69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722" y="122180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3EB844C8-2DB7-CD75-167D-004B4E5D47C8}"/>
              </a:ext>
            </a:extLst>
          </p:cNvPr>
          <p:cNvGrpSpPr/>
          <p:nvPr/>
        </p:nvGrpSpPr>
        <p:grpSpPr>
          <a:xfrm>
            <a:off x="4018501" y="1226944"/>
            <a:ext cx="1257405" cy="409011"/>
            <a:chOff x="1498603" y="1408278"/>
            <a:chExt cx="1257405" cy="409011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D50E03BA-234F-678F-B9E7-CE9CFC02B3FD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0D61135A-7810-DE90-696E-981C57CF8264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672FFDBD-2EA5-4D4C-4E5F-23CE5D2A1920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672FFDBD-2EA5-4D4C-4E5F-23CE5D2A1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C85036E-A813-939E-F084-5F0AD2674A6D}"/>
              </a:ext>
            </a:extLst>
          </p:cNvPr>
          <p:cNvSpPr txBox="1"/>
          <p:nvPr/>
        </p:nvSpPr>
        <p:spPr>
          <a:xfrm>
            <a:off x="4954605" y="1081956"/>
            <a:ext cx="4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ECBAFBA3-0B7D-53D6-BF2A-76B3CF98B891}"/>
                  </a:ext>
                </a:extLst>
              </p:cNvPr>
              <p:cNvSpPr txBox="1"/>
              <p:nvPr/>
            </p:nvSpPr>
            <p:spPr>
              <a:xfrm>
                <a:off x="2079997" y="17394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ECBAFBA3-0B7D-53D6-BF2A-76B3CF98B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997" y="1739478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2DA52BF5-52DA-43B1-3F26-F9A845A21A7C}"/>
              </a:ext>
            </a:extLst>
          </p:cNvPr>
          <p:cNvSpPr txBox="1"/>
          <p:nvPr/>
        </p:nvSpPr>
        <p:spPr>
          <a:xfrm>
            <a:off x="2369973" y="1760281"/>
            <a:ext cx="1110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6626CE1B-0C4C-E336-5641-43E6AF8EE502}"/>
                  </a:ext>
                </a:extLst>
              </p:cNvPr>
              <p:cNvSpPr txBox="1"/>
              <p:nvPr/>
            </p:nvSpPr>
            <p:spPr>
              <a:xfrm>
                <a:off x="3304257" y="17370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6626CE1B-0C4C-E336-5641-43E6AF8EE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257" y="173705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群組 42">
            <a:extLst>
              <a:ext uri="{FF2B5EF4-FFF2-40B4-BE49-F238E27FC236}">
                <a16:creationId xmlns:a16="http://schemas.microsoft.com/office/drawing/2014/main" id="{E0CC42A1-C334-AE2F-03E4-4F5724739633}"/>
              </a:ext>
            </a:extLst>
          </p:cNvPr>
          <p:cNvGrpSpPr/>
          <p:nvPr/>
        </p:nvGrpSpPr>
        <p:grpSpPr>
          <a:xfrm>
            <a:off x="3523635" y="1742194"/>
            <a:ext cx="1430969" cy="409011"/>
            <a:chOff x="1498603" y="1408278"/>
            <a:chExt cx="1430969" cy="409011"/>
          </a:xfrm>
        </p:grpSpPr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72073815-3C75-9CA2-0A97-FFEFB71ABEF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47C7F502-4368-C1B6-C5D2-B05C56CC9B51}"/>
                </a:ext>
              </a:extLst>
            </p:cNvPr>
            <p:cNvSpPr txBox="1"/>
            <p:nvPr/>
          </p:nvSpPr>
          <p:spPr>
            <a:xfrm>
              <a:off x="2008473" y="1417179"/>
              <a:ext cx="9210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2FED2E7B-7FAE-1FE5-95EE-029C836448C7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2FED2E7B-7FAE-1FE5-95EE-029C83644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AF80CDA-4B05-062C-758E-0AAE32DD5D0A}"/>
              </a:ext>
            </a:extLst>
          </p:cNvPr>
          <p:cNvSpPr txBox="1"/>
          <p:nvPr/>
        </p:nvSpPr>
        <p:spPr>
          <a:xfrm>
            <a:off x="4655840" y="1637448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3EEC6EF4-61B6-17EA-2185-A9C8A2A5D62E}"/>
                  </a:ext>
                </a:extLst>
              </p:cNvPr>
              <p:cNvSpPr txBox="1"/>
              <p:nvPr/>
            </p:nvSpPr>
            <p:spPr>
              <a:xfrm>
                <a:off x="2074285" y="22768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3EEC6EF4-61B6-17EA-2185-A9C8A2A5D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285" y="2276872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字方塊 48">
            <a:extLst>
              <a:ext uri="{FF2B5EF4-FFF2-40B4-BE49-F238E27FC236}">
                <a16:creationId xmlns:a16="http://schemas.microsoft.com/office/drawing/2014/main" id="{411CA6FB-106A-9535-0AC1-D860DD98DD26}"/>
              </a:ext>
            </a:extLst>
          </p:cNvPr>
          <p:cNvSpPr txBox="1"/>
          <p:nvPr/>
        </p:nvSpPr>
        <p:spPr>
          <a:xfrm>
            <a:off x="2378976" y="2276872"/>
            <a:ext cx="1241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$13310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DFF3FEC-986D-4852-2252-5354F2D01B39}"/>
              </a:ext>
            </a:extLst>
          </p:cNvPr>
          <p:cNvSpPr txBox="1"/>
          <p:nvPr/>
        </p:nvSpPr>
        <p:spPr>
          <a:xfrm>
            <a:off x="-15574" y="3084422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51" name="TextBox 15">
            <a:extLst>
              <a:ext uri="{FF2B5EF4-FFF2-40B4-BE49-F238E27FC236}">
                <a16:creationId xmlns:a16="http://schemas.microsoft.com/office/drawing/2014/main" id="{B2218F36-4FCE-FE45-1CD2-DF2FABCB68B3}"/>
              </a:ext>
            </a:extLst>
          </p:cNvPr>
          <p:cNvSpPr txBox="1"/>
          <p:nvPr/>
        </p:nvSpPr>
        <p:spPr>
          <a:xfrm>
            <a:off x="695401" y="3083594"/>
            <a:ext cx="2877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Compound interest</a:t>
            </a:r>
            <a:endParaRPr lang="zh-TW" altLang="en-US" sz="20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5E838CEE-60D1-C56D-7755-A072F1288D3C}"/>
                  </a:ext>
                </a:extLst>
              </p:cNvPr>
              <p:cNvSpPr txBox="1"/>
              <p:nvPr/>
            </p:nvSpPr>
            <p:spPr>
              <a:xfrm>
                <a:off x="3452101" y="30699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5E838CEE-60D1-C56D-7755-A072F128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101" y="3069973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15">
            <a:extLst>
              <a:ext uri="{FF2B5EF4-FFF2-40B4-BE49-F238E27FC236}">
                <a16:creationId xmlns:a16="http://schemas.microsoft.com/office/drawing/2014/main" id="{53E0133E-D6C2-CF14-CD3C-4439363EDBEC}"/>
              </a:ext>
            </a:extLst>
          </p:cNvPr>
          <p:cNvSpPr txBox="1"/>
          <p:nvPr/>
        </p:nvSpPr>
        <p:spPr>
          <a:xfrm>
            <a:off x="3620335" y="3090956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8B23DD60-8FD2-51BD-C673-72ED817A6CE6}"/>
                  </a:ext>
                </a:extLst>
              </p:cNvPr>
              <p:cNvSpPr txBox="1"/>
              <p:nvPr/>
            </p:nvSpPr>
            <p:spPr>
              <a:xfrm>
                <a:off x="4995577" y="30808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8B23DD60-8FD2-51BD-C673-72ED817A6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577" y="308087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15">
            <a:extLst>
              <a:ext uri="{FF2B5EF4-FFF2-40B4-BE49-F238E27FC236}">
                <a16:creationId xmlns:a16="http://schemas.microsoft.com/office/drawing/2014/main" id="{B52E567E-1452-8E47-050F-C5EEF293453A}"/>
              </a:ext>
            </a:extLst>
          </p:cNvPr>
          <p:cNvSpPr txBox="1"/>
          <p:nvPr/>
        </p:nvSpPr>
        <p:spPr>
          <a:xfrm>
            <a:off x="5180524" y="3103000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58912BF7-C439-E81F-CBF9-79B8E38BC5F6}"/>
                  </a:ext>
                </a:extLst>
              </p:cNvPr>
              <p:cNvSpPr txBox="1"/>
              <p:nvPr/>
            </p:nvSpPr>
            <p:spPr>
              <a:xfrm>
                <a:off x="3452101" y="36153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58912BF7-C439-E81F-CBF9-79B8E38BC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101" y="3615392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56">
            <a:extLst>
              <a:ext uri="{FF2B5EF4-FFF2-40B4-BE49-F238E27FC236}">
                <a16:creationId xmlns:a16="http://schemas.microsoft.com/office/drawing/2014/main" id="{117F9AB8-68E6-C186-34AB-4218B260D9F4}"/>
              </a:ext>
            </a:extLst>
          </p:cNvPr>
          <p:cNvSpPr txBox="1"/>
          <p:nvPr/>
        </p:nvSpPr>
        <p:spPr>
          <a:xfrm>
            <a:off x="3747789" y="3627707"/>
            <a:ext cx="1110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13310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FD527A5D-F448-65C4-CEFE-DA43932645D3}"/>
                  </a:ext>
                </a:extLst>
              </p:cNvPr>
              <p:cNvSpPr txBox="1"/>
              <p:nvPr/>
            </p:nvSpPr>
            <p:spPr>
              <a:xfrm>
                <a:off x="4710555" y="35961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FD527A5D-F448-65C4-CEFE-DA4393264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555" y="3596120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58">
            <a:extLst>
              <a:ext uri="{FF2B5EF4-FFF2-40B4-BE49-F238E27FC236}">
                <a16:creationId xmlns:a16="http://schemas.microsoft.com/office/drawing/2014/main" id="{45A92915-7A14-9432-A155-9723CD720157}"/>
              </a:ext>
            </a:extLst>
          </p:cNvPr>
          <p:cNvSpPr txBox="1"/>
          <p:nvPr/>
        </p:nvSpPr>
        <p:spPr>
          <a:xfrm>
            <a:off x="4954604" y="3620956"/>
            <a:ext cx="1110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FF898D87-55BF-54D1-9226-919FAB605041}"/>
                  </a:ext>
                </a:extLst>
              </p:cNvPr>
              <p:cNvSpPr txBox="1"/>
              <p:nvPr/>
            </p:nvSpPr>
            <p:spPr>
              <a:xfrm>
                <a:off x="3452101" y="41246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FF898D87-55BF-54D1-9226-919FAB605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101" y="4124621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60">
            <a:extLst>
              <a:ext uri="{FF2B5EF4-FFF2-40B4-BE49-F238E27FC236}">
                <a16:creationId xmlns:a16="http://schemas.microsoft.com/office/drawing/2014/main" id="{934D4032-8CF0-D725-E260-513C0E6DE706}"/>
              </a:ext>
            </a:extLst>
          </p:cNvPr>
          <p:cNvSpPr txBox="1"/>
          <p:nvPr/>
        </p:nvSpPr>
        <p:spPr>
          <a:xfrm>
            <a:off x="3747789" y="4143686"/>
            <a:ext cx="1241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$3310</a:t>
            </a:r>
          </a:p>
        </p:txBody>
      </p:sp>
    </p:spTree>
    <p:extLst>
      <p:ext uri="{BB962C8B-B14F-4D97-AF65-F5344CB8AC3E}">
        <p14:creationId xmlns:p14="http://schemas.microsoft.com/office/powerpoint/2010/main" val="126142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9" grpId="0"/>
      <p:bldP spid="40" grpId="0"/>
      <p:bldP spid="41" grpId="0"/>
      <p:bldP spid="42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5557895" y="-21254"/>
            <a:ext cx="1115465" cy="3586251"/>
          </a:xfrm>
          <a:prstGeom prst="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0" name="矩形 59"/>
          <p:cNvSpPr/>
          <p:nvPr/>
        </p:nvSpPr>
        <p:spPr>
          <a:xfrm>
            <a:off x="6710624" y="-25961"/>
            <a:ext cx="3489833" cy="3586251"/>
          </a:xfrm>
          <a:prstGeom prst="rect">
            <a:avLst/>
          </a:prstGeom>
          <a:solidFill>
            <a:srgbClr val="FF33C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8" name="矩形 57"/>
          <p:cNvSpPr/>
          <p:nvPr/>
        </p:nvSpPr>
        <p:spPr>
          <a:xfrm>
            <a:off x="5028659" y="3909322"/>
            <a:ext cx="5580112" cy="2784031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1" name="矩形 30"/>
          <p:cNvSpPr/>
          <p:nvPr/>
        </p:nvSpPr>
        <p:spPr>
          <a:xfrm>
            <a:off x="9728257" y="9864"/>
            <a:ext cx="876875" cy="2958708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1"/>
          <a:stretch/>
        </p:blipFill>
        <p:spPr>
          <a:xfrm>
            <a:off x="1460107" y="-19368"/>
            <a:ext cx="2390775" cy="184251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11" y="1734223"/>
            <a:ext cx="1851776" cy="2818362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524756" y="2741651"/>
            <a:ext cx="2608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$ 1 000 000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866748" y="-128167"/>
            <a:ext cx="718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33CC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FF33CC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4007768" y="638277"/>
            <a:ext cx="1444626" cy="1095946"/>
            <a:chOff x="2570892" y="1528983"/>
            <a:chExt cx="1444626" cy="1095946"/>
          </a:xfrm>
        </p:grpSpPr>
        <p:pic>
          <p:nvPicPr>
            <p:cNvPr id="41" name="圖片 40"/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0" r="9725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9933" y="1528983"/>
              <a:ext cx="720080" cy="1095946"/>
            </a:xfrm>
            <a:prstGeom prst="rect">
              <a:avLst/>
            </a:prstGeom>
          </p:spPr>
        </p:pic>
        <p:sp>
          <p:nvSpPr>
            <p:cNvPr id="42" name="文字方塊 41"/>
            <p:cNvSpPr txBox="1"/>
            <p:nvPr/>
          </p:nvSpPr>
          <p:spPr>
            <a:xfrm>
              <a:off x="2570892" y="1792597"/>
              <a:ext cx="14446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800" b="1" dirty="0">
                  <a:ln w="12700">
                    <a:solidFill>
                      <a:schemeClr val="tx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$ 50 000</a:t>
              </a:r>
              <a:endParaRPr lang="zh-HK" alt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6631912" y="290358"/>
                <a:ext cx="410445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$ 1 000 000</m:t>
                      </m:r>
                      <m:r>
                        <a:rPr lang="en-US" altLang="zh-HK" sz="4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912" y="290358"/>
                <a:ext cx="4104456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6605124" y="1033238"/>
                <a:ext cx="272865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50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000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124" y="1033238"/>
                <a:ext cx="2728651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9159347" y="995968"/>
                <a:ext cx="153365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347" y="995968"/>
                <a:ext cx="1533652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/>
          <p:cNvSpPr txBox="1"/>
          <p:nvPr/>
        </p:nvSpPr>
        <p:spPr>
          <a:xfrm>
            <a:off x="8328555" y="4458519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</a:t>
            </a:r>
            <a:endParaRPr lang="zh-HK" alt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6647846" y="1697103"/>
                <a:ext cx="271384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102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500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846" y="1697103"/>
                <a:ext cx="2713842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圖片 4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386" y="1520808"/>
            <a:ext cx="801896" cy="1220468"/>
          </a:xfrm>
          <a:prstGeom prst="rect">
            <a:avLst/>
          </a:prstGeom>
        </p:spPr>
      </p:pic>
      <p:sp>
        <p:nvSpPr>
          <p:cNvPr id="50" name="文字方塊 49"/>
          <p:cNvSpPr txBox="1"/>
          <p:nvPr/>
        </p:nvSpPr>
        <p:spPr>
          <a:xfrm>
            <a:off x="3964916" y="1777828"/>
            <a:ext cx="15311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$ 52 500</a:t>
            </a:r>
            <a:endParaRPr lang="zh-HK" altLang="en-US" sz="3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1451669" y="2741651"/>
                <a:ext cx="27204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50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000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669" y="2741651"/>
                <a:ext cx="2720403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/>
          <p:cNvSpPr txBox="1"/>
          <p:nvPr/>
        </p:nvSpPr>
        <p:spPr>
          <a:xfrm>
            <a:off x="5602463" y="1059941"/>
            <a:ext cx="1021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 </a:t>
            </a:r>
            <a:r>
              <a:rPr lang="en-US" altLang="zh-HK" sz="4000" b="1" dirty="0" err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Yr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623800" y="1710139"/>
            <a:ext cx="1021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 </a:t>
            </a:r>
            <a:r>
              <a:rPr lang="en-US" altLang="zh-HK" sz="4000" b="1" dirty="0" err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Yr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9934950" y="-93086"/>
            <a:ext cx="527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</a:t>
            </a:r>
            <a:endParaRPr lang="zh-HK" altLang="en-US" sz="3600" b="1" dirty="0">
              <a:ln w="13462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5170541" y="4659957"/>
                <a:ext cx="34115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%)</m:t>
                    </m:r>
                  </m:oMath>
                </a14:m>
                <a:endParaRPr lang="zh-HK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41" y="4659957"/>
                <a:ext cx="3411510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/>
          <p:cNvSpPr txBox="1"/>
          <p:nvPr/>
        </p:nvSpPr>
        <p:spPr>
          <a:xfrm>
            <a:off x="5422366" y="2348270"/>
            <a:ext cx="1425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3 </a:t>
            </a:r>
            <a:r>
              <a:rPr lang="en-US" altLang="zh-HK" sz="4000" b="1" dirty="0" err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Yr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170542" y="5254644"/>
                <a:ext cx="51411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1 000 000 </a:t>
                </a:r>
                <a14:m>
                  <m:oMath xmlns:m="http://schemas.openxmlformats.org/officeDocument/2006/math"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%)</m:t>
                    </m:r>
                  </m:oMath>
                </a14:m>
                <a:endParaRPr lang="zh-HK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42" y="5254644"/>
                <a:ext cx="5141151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/>
          <p:cNvSpPr txBox="1"/>
          <p:nvPr/>
        </p:nvSpPr>
        <p:spPr>
          <a:xfrm>
            <a:off x="10043837" y="500891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20</a:t>
            </a:r>
            <a:endParaRPr lang="zh-HK" altLang="en-US" sz="3200" b="1" dirty="0">
              <a:solidFill>
                <a:srgbClr val="7030A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565198" y="-208724"/>
            <a:ext cx="1021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6641647" y="2331695"/>
                <a:ext cx="27314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157 625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647" y="2331695"/>
                <a:ext cx="2731475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9173031" y="1657731"/>
                <a:ext cx="153365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031" y="1657731"/>
                <a:ext cx="1533652" cy="7694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9159347" y="2276873"/>
                <a:ext cx="153365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347" y="2276873"/>
                <a:ext cx="1533652" cy="76944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圖片 5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571" y="2456479"/>
            <a:ext cx="889550" cy="1353876"/>
          </a:xfrm>
          <a:prstGeom prst="rect">
            <a:avLst/>
          </a:prstGeom>
        </p:spPr>
      </p:pic>
      <p:sp>
        <p:nvSpPr>
          <p:cNvPr id="54" name="文字方塊 53"/>
          <p:cNvSpPr txBox="1"/>
          <p:nvPr/>
        </p:nvSpPr>
        <p:spPr>
          <a:xfrm>
            <a:off x="3850882" y="331357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glow rad="228600">
                    <a:srgbClr val="FFFF00">
                      <a:alpha val="40000"/>
                    </a:srgbClr>
                  </a:glow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$ 55 125</a:t>
            </a:r>
            <a:endParaRPr lang="zh-HK" altLang="en-US" sz="32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glow rad="228600">
                  <a:srgbClr val="FFFF00">
                    <a:alpha val="40000"/>
                  </a:srgbClr>
                </a:glow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5354431" y="2977986"/>
            <a:ext cx="1425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20 </a:t>
            </a:r>
            <a:r>
              <a:rPr lang="en-US" altLang="zh-HK" sz="4000" b="1" dirty="0" err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Yr</a:t>
            </a:r>
            <a:endParaRPr lang="zh-HK" alt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6549297" y="2968572"/>
                <a:ext cx="38177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33CC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$ 2 653 297.705</m:t>
                      </m:r>
                    </m:oMath>
                  </m:oMathPara>
                </a14:m>
                <a:endParaRPr lang="zh-HK" altLang="en-US" sz="4400" b="1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297" y="2968572"/>
                <a:ext cx="3817701" cy="7078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5183524" y="5868834"/>
                <a:ext cx="46512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4000" b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FF33CC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rPr>
                      <m:t>$ 2 653 297.705</m:t>
                    </m:r>
                  </m:oMath>
                </a14:m>
                <a:endParaRPr lang="zh-HK" altLang="en-US" sz="4400" b="1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524" y="5868834"/>
                <a:ext cx="4651269" cy="7078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58"/>
          <p:cNvSpPr txBox="1"/>
          <p:nvPr/>
        </p:nvSpPr>
        <p:spPr>
          <a:xfrm>
            <a:off x="5183523" y="3974053"/>
            <a:ext cx="3768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Compound Interest : </a:t>
            </a:r>
          </a:p>
        </p:txBody>
      </p:sp>
    </p:spTree>
    <p:extLst>
      <p:ext uri="{BB962C8B-B14F-4D97-AF65-F5344CB8AC3E}">
        <p14:creationId xmlns:p14="http://schemas.microsoft.com/office/powerpoint/2010/main" val="111843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33333E-6 L -0.17708 0.2905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54" y="1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0" grpId="0" animBg="1"/>
      <p:bldP spid="58" grpId="0" animBg="1"/>
      <p:bldP spid="31" grpId="0" animBg="1"/>
      <p:bldP spid="8" grpId="0"/>
      <p:bldP spid="33" grpId="0"/>
      <p:bldP spid="43" grpId="0"/>
      <p:bldP spid="44" grpId="0"/>
      <p:bldP spid="45" grpId="0"/>
      <p:bldP spid="47" grpId="0"/>
      <p:bldP spid="48" grpId="0"/>
      <p:bldP spid="50" grpId="0"/>
      <p:bldP spid="52" grpId="0"/>
      <p:bldP spid="22" grpId="0"/>
      <p:bldP spid="23" grpId="0"/>
      <p:bldP spid="27" grpId="0"/>
      <p:bldP spid="28" grpId="0"/>
      <p:bldP spid="29" grpId="0"/>
      <p:bldP spid="30" grpId="0"/>
      <p:bldP spid="34" grpId="0"/>
      <p:bldP spid="35" grpId="0"/>
      <p:bldP spid="39" grpId="0"/>
      <p:bldP spid="40" grpId="0"/>
      <p:bldP spid="51" grpId="0"/>
      <p:bldP spid="54" grpId="0"/>
      <p:bldP spid="55" grpId="0"/>
      <p:bldP spid="56" grpId="0"/>
      <p:bldP spid="57" grpId="0"/>
      <p:bldP spid="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326C7139-42C1-E178-F348-C1DC340CA77C}"/>
              </a:ext>
            </a:extLst>
          </p:cNvPr>
          <p:cNvSpPr txBox="1"/>
          <p:nvPr/>
        </p:nvSpPr>
        <p:spPr>
          <a:xfrm>
            <a:off x="3635020" y="260648"/>
            <a:ext cx="3325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Compound interest</a:t>
            </a:r>
            <a:endParaRPr lang="zh-TW" altLang="en-US" sz="24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379B669E-3BD1-0473-21DF-74CD8D02C882}"/>
              </a:ext>
            </a:extLst>
          </p:cNvPr>
          <p:cNvSpPr txBox="1"/>
          <p:nvPr/>
        </p:nvSpPr>
        <p:spPr>
          <a:xfrm>
            <a:off x="3969147" y="2439828"/>
            <a:ext cx="648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</a:t>
            </a:r>
            <a:endParaRPr lang="zh-TW" altLang="en-US" sz="24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2181BFF-9635-D432-57C8-A8759C7E5647}"/>
                  </a:ext>
                </a:extLst>
              </p:cNvPr>
              <p:cNvSpPr txBox="1"/>
              <p:nvPr/>
            </p:nvSpPr>
            <p:spPr>
              <a:xfrm>
                <a:off x="4469374" y="24398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2181BFF-9635-D432-57C8-A8759C7E5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374" y="2439828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15">
            <a:extLst>
              <a:ext uri="{FF2B5EF4-FFF2-40B4-BE49-F238E27FC236}">
                <a16:creationId xmlns:a16="http://schemas.microsoft.com/office/drawing/2014/main" id="{B51C306F-A419-68A3-A95C-8AD19A179CAF}"/>
              </a:ext>
            </a:extLst>
          </p:cNvPr>
          <p:cNvSpPr txBox="1"/>
          <p:nvPr/>
        </p:nvSpPr>
        <p:spPr>
          <a:xfrm>
            <a:off x="4655840" y="2439827"/>
            <a:ext cx="648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zh-TW" altLang="en-US" sz="24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4D1FB0DE-9318-9115-F595-A2BCA64E541F}"/>
              </a:ext>
            </a:extLst>
          </p:cNvPr>
          <p:cNvGrpSpPr/>
          <p:nvPr/>
        </p:nvGrpSpPr>
        <p:grpSpPr>
          <a:xfrm>
            <a:off x="5015880" y="2230931"/>
            <a:ext cx="1304453" cy="843970"/>
            <a:chOff x="1991544" y="3652151"/>
            <a:chExt cx="1304453" cy="843970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3D0B239-4CF0-32EC-A49D-E08FAE3C1E99}"/>
                </a:ext>
              </a:extLst>
            </p:cNvPr>
            <p:cNvSpPr txBox="1"/>
            <p:nvPr/>
          </p:nvSpPr>
          <p:spPr>
            <a:xfrm>
              <a:off x="1991544" y="3861048"/>
              <a:ext cx="5020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4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E663612-4297-EED7-F508-0F207ABC10E8}"/>
                    </a:ext>
                  </a:extLst>
                </p:cNvPr>
                <p:cNvSpPr txBox="1"/>
                <p:nvPr/>
              </p:nvSpPr>
              <p:spPr>
                <a:xfrm>
                  <a:off x="2345761" y="386104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E663612-4297-EED7-F508-0F207ABC1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5761" y="3861048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02C56B5C-AAA4-CDFB-250F-6C479CE2091A}"/>
                </a:ext>
              </a:extLst>
            </p:cNvPr>
            <p:cNvGrpSpPr/>
            <p:nvPr/>
          </p:nvGrpSpPr>
          <p:grpSpPr>
            <a:xfrm>
              <a:off x="2605854" y="3652151"/>
              <a:ext cx="591829" cy="843970"/>
              <a:chOff x="2822990" y="4626188"/>
              <a:chExt cx="591829" cy="843970"/>
            </a:xfrm>
          </p:grpSpPr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379E562-70E7-B7D4-7595-009D37ABF0B1}"/>
                  </a:ext>
                </a:extLst>
              </p:cNvPr>
              <p:cNvSpPr txBox="1"/>
              <p:nvPr/>
            </p:nvSpPr>
            <p:spPr>
              <a:xfrm>
                <a:off x="2822990" y="4626188"/>
                <a:ext cx="5918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4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rPr>
                  <a:t>r%</a:t>
                </a:r>
              </a:p>
            </p:txBody>
          </p:sp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E32D9482-F35E-3E70-E80D-DD4ECC0E5358}"/>
                  </a:ext>
                </a:extLst>
              </p:cNvPr>
              <p:cNvGrpSpPr/>
              <p:nvPr/>
            </p:nvGrpSpPr>
            <p:grpSpPr>
              <a:xfrm>
                <a:off x="2876159" y="5008493"/>
                <a:ext cx="404278" cy="461665"/>
                <a:chOff x="2876159" y="5008493"/>
                <a:chExt cx="404278" cy="461665"/>
              </a:xfrm>
            </p:grpSpPr>
            <p:cxnSp>
              <p:nvCxnSpPr>
                <p:cNvPr id="11" name="直線接點 10">
                  <a:extLst>
                    <a:ext uri="{FF2B5EF4-FFF2-40B4-BE49-F238E27FC236}">
                      <a16:creationId xmlns:a16="http://schemas.microsoft.com/office/drawing/2014/main" id="{938DCB87-A46E-46F5-3D3C-E9109DD182B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56696680-1D5C-8570-78E3-B607BCA7809D}"/>
                    </a:ext>
                  </a:extLst>
                </p:cNvPr>
                <p:cNvSpPr txBox="1"/>
                <p:nvPr/>
              </p:nvSpPr>
              <p:spPr>
                <a:xfrm>
                  <a:off x="2876159" y="5008493"/>
                  <a:ext cx="40427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4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7C80"/>
                      </a:solidFill>
                      <a:latin typeface="Lucida Calligraphy" panose="03010101010101010101" pitchFamily="66" charset="0"/>
                    </a:rPr>
                    <a:t>n</a:t>
                  </a:r>
                </a:p>
              </p:txBody>
            </p:sp>
          </p:grpSp>
        </p:grp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B34CC031-893C-6AD7-80EA-BD97BFC5F7D5}"/>
                </a:ext>
              </a:extLst>
            </p:cNvPr>
            <p:cNvSpPr txBox="1"/>
            <p:nvPr/>
          </p:nvSpPr>
          <p:spPr>
            <a:xfrm>
              <a:off x="3002327" y="3861048"/>
              <a:ext cx="2936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en-HK" sz="24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5F058DC-5279-09AC-75A6-36D019FCE621}"/>
              </a:ext>
            </a:extLst>
          </p:cNvPr>
          <p:cNvSpPr txBox="1"/>
          <p:nvPr/>
        </p:nvSpPr>
        <p:spPr>
          <a:xfrm>
            <a:off x="6113342" y="2204864"/>
            <a:ext cx="310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16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n</a:t>
            </a:r>
            <a:endParaRPr lang="zh-TW" altLang="en-US" sz="16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B7C0DD1-13DA-C748-AEDA-F1AAB060A57E}"/>
                  </a:ext>
                </a:extLst>
              </p:cNvPr>
              <p:cNvSpPr txBox="1"/>
              <p:nvPr/>
            </p:nvSpPr>
            <p:spPr>
              <a:xfrm>
                <a:off x="6292375" y="2204864"/>
                <a:ext cx="2956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6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B7C0DD1-13DA-C748-AEDA-F1AAB060A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375" y="2204864"/>
                <a:ext cx="29568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28A1A603-351D-56CF-1CDF-637CE91EA488}"/>
              </a:ext>
            </a:extLst>
          </p:cNvPr>
          <p:cNvSpPr txBox="1"/>
          <p:nvPr/>
        </p:nvSpPr>
        <p:spPr>
          <a:xfrm>
            <a:off x="6469387" y="2204864"/>
            <a:ext cx="310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16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</a:t>
            </a:r>
            <a:endParaRPr lang="zh-TW" altLang="en-US" sz="16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E334F19-EFF4-9EEF-B089-ECF60446F6A5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3647728" y="2901493"/>
            <a:ext cx="645455" cy="5275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15">
            <a:extLst>
              <a:ext uri="{FF2B5EF4-FFF2-40B4-BE49-F238E27FC236}">
                <a16:creationId xmlns:a16="http://schemas.microsoft.com/office/drawing/2014/main" id="{247EFAB8-4254-3BC0-A194-9EFB009B7FFB}"/>
              </a:ext>
            </a:extLst>
          </p:cNvPr>
          <p:cNvSpPr txBox="1"/>
          <p:nvPr/>
        </p:nvSpPr>
        <p:spPr>
          <a:xfrm>
            <a:off x="2891644" y="3463291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9461E900-9032-5C65-55C9-E228A92DD5D8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600785" y="2901492"/>
            <a:ext cx="379091" cy="105501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15">
            <a:extLst>
              <a:ext uri="{FF2B5EF4-FFF2-40B4-BE49-F238E27FC236}">
                <a16:creationId xmlns:a16="http://schemas.microsoft.com/office/drawing/2014/main" id="{130B2AF0-1185-C3C6-00BC-E9CF3D3F60CA}"/>
              </a:ext>
            </a:extLst>
          </p:cNvPr>
          <p:cNvSpPr txBox="1"/>
          <p:nvPr/>
        </p:nvSpPr>
        <p:spPr>
          <a:xfrm>
            <a:off x="3713913" y="399079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5030ECD-3578-6A67-C030-8AB8E6E6DA97}"/>
              </a:ext>
            </a:extLst>
          </p:cNvPr>
          <p:cNvCxnSpPr>
            <a:cxnSpLocks/>
          </p:cNvCxnSpPr>
          <p:nvPr/>
        </p:nvCxnSpPr>
        <p:spPr>
          <a:xfrm>
            <a:off x="4970228" y="1548149"/>
            <a:ext cx="807551" cy="70406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15">
            <a:extLst>
              <a:ext uri="{FF2B5EF4-FFF2-40B4-BE49-F238E27FC236}">
                <a16:creationId xmlns:a16="http://schemas.microsoft.com/office/drawing/2014/main" id="{CCB5D5E7-FC2C-41A3-6276-1D51ED1B309D}"/>
              </a:ext>
            </a:extLst>
          </p:cNvPr>
          <p:cNvSpPr txBox="1"/>
          <p:nvPr/>
        </p:nvSpPr>
        <p:spPr>
          <a:xfrm>
            <a:off x="4400597" y="1185100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F48E7158-7B40-F368-42DB-634762EE23E8}"/>
              </a:ext>
            </a:extLst>
          </p:cNvPr>
          <p:cNvCxnSpPr>
            <a:cxnSpLocks/>
          </p:cNvCxnSpPr>
          <p:nvPr/>
        </p:nvCxnSpPr>
        <p:spPr>
          <a:xfrm flipH="1" flipV="1">
            <a:off x="5867255" y="3018469"/>
            <a:ext cx="306243" cy="76463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8D0407E3-FB9F-30D0-54D2-EB8C3925D954}"/>
              </a:ext>
            </a:extLst>
          </p:cNvPr>
          <p:cNvCxnSpPr>
            <a:cxnSpLocks/>
          </p:cNvCxnSpPr>
          <p:nvPr/>
        </p:nvCxnSpPr>
        <p:spPr>
          <a:xfrm flipV="1">
            <a:off x="6218956" y="2519176"/>
            <a:ext cx="69021" cy="126392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15">
            <a:extLst>
              <a:ext uri="{FF2B5EF4-FFF2-40B4-BE49-F238E27FC236}">
                <a16:creationId xmlns:a16="http://schemas.microsoft.com/office/drawing/2014/main" id="{6110D6C9-4562-0796-0E07-3373B912F421}"/>
              </a:ext>
            </a:extLst>
          </p:cNvPr>
          <p:cNvSpPr txBox="1"/>
          <p:nvPr/>
        </p:nvSpPr>
        <p:spPr>
          <a:xfrm>
            <a:off x="5511764" y="3818249"/>
            <a:ext cx="1656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Number of times compound in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 year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05CF9627-1692-0BFC-0169-095AA0C5A843}"/>
              </a:ext>
            </a:extLst>
          </p:cNvPr>
          <p:cNvCxnSpPr>
            <a:cxnSpLocks/>
          </p:cNvCxnSpPr>
          <p:nvPr/>
        </p:nvCxnSpPr>
        <p:spPr>
          <a:xfrm flipH="1">
            <a:off x="6649517" y="1598641"/>
            <a:ext cx="598611" cy="61424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15">
            <a:extLst>
              <a:ext uri="{FF2B5EF4-FFF2-40B4-BE49-F238E27FC236}">
                <a16:creationId xmlns:a16="http://schemas.microsoft.com/office/drawing/2014/main" id="{189956DD-3CCC-EDD4-1D9D-5481FD8E0C7B}"/>
              </a:ext>
            </a:extLst>
          </p:cNvPr>
          <p:cNvSpPr txBox="1"/>
          <p:nvPr/>
        </p:nvSpPr>
        <p:spPr>
          <a:xfrm>
            <a:off x="7022167" y="1210346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9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5" grpId="0"/>
      <p:bldP spid="16" grpId="0"/>
      <p:bldP spid="17" grpId="0"/>
      <p:bldP spid="21" grpId="0"/>
      <p:bldP spid="25" grpId="0"/>
      <p:bldP spid="30" grpId="0"/>
      <p:bldP spid="35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524000" y="5094219"/>
            <a:ext cx="9144000" cy="1269977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矩形 19"/>
          <p:cNvSpPr/>
          <p:nvPr/>
        </p:nvSpPr>
        <p:spPr>
          <a:xfrm>
            <a:off x="1510135" y="3593608"/>
            <a:ext cx="9144000" cy="1240248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矩形 18"/>
          <p:cNvSpPr/>
          <p:nvPr/>
        </p:nvSpPr>
        <p:spPr>
          <a:xfrm>
            <a:off x="1520074" y="2078259"/>
            <a:ext cx="9144000" cy="133445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8" name="矩形 17"/>
          <p:cNvSpPr/>
          <p:nvPr/>
        </p:nvSpPr>
        <p:spPr>
          <a:xfrm>
            <a:off x="1524000" y="844702"/>
            <a:ext cx="9144000" cy="1045502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8782183" y="764705"/>
            <a:ext cx="327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</a:t>
            </a:r>
            <a:endParaRPr lang="zh-HK" alt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09908" y="996394"/>
                <a:ext cx="34115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%)</m:t>
                    </m:r>
                  </m:oMath>
                </a14:m>
                <a:endParaRPr lang="zh-HK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908" y="996394"/>
                <a:ext cx="341151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5641945" y="2097552"/>
                <a:ext cx="3813288" cy="1155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</a:t>
                </a:r>
                <a14:m>
                  <m:oMath xmlns:m="http://schemas.openxmlformats.org/officeDocument/2006/math"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48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rgbClr val="FFFF00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HK" sz="48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HK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945" y="2097552"/>
                <a:ext cx="3813288" cy="1155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9284693" y="1988841"/>
            <a:ext cx="327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</a:t>
            </a:r>
            <a:endParaRPr lang="zh-HK" altLang="en-US" sz="3200" b="1" u="sng" dirty="0">
              <a:solidFill>
                <a:srgbClr val="FFFF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555237" y="-28898"/>
            <a:ext cx="3768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Compound Interest : 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7667742" y="52580"/>
            <a:ext cx="29963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u="sng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 = no. of period</a:t>
            </a:r>
            <a:endParaRPr lang="zh-HK" altLang="en-US" sz="3200" b="1" u="sng" dirty="0">
              <a:solidFill>
                <a:srgbClr val="7030A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279576" y="816373"/>
            <a:ext cx="2576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3200" b="1" dirty="0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Compounded</a:t>
            </a:r>
            <a:r>
              <a:rPr lang="en-US" altLang="zh-HK" sz="3200" b="1" dirty="0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</a:p>
          <a:p>
            <a:pPr algn="ctr"/>
            <a:r>
              <a:rPr lang="en-US" altLang="zh-HK" sz="3200" b="1" dirty="0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Yearly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2279576" y="2135758"/>
            <a:ext cx="2576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3200" b="1" dirty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</a:rPr>
              <a:t>Compounded</a:t>
            </a:r>
            <a:r>
              <a:rPr lang="en-US" altLang="zh-HK" sz="3200" b="1" dirty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</a:rPr>
              <a:t> </a:t>
            </a:r>
          </a:p>
          <a:p>
            <a:pPr algn="ctr"/>
            <a:r>
              <a:rPr lang="en-US" altLang="zh-HK" sz="3200" b="1" dirty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</a:rPr>
              <a:t>Half - Yearly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5641945" y="3569378"/>
                <a:ext cx="3813288" cy="1155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</a:t>
                </a:r>
                <a14:m>
                  <m:oMath xmlns:m="http://schemas.openxmlformats.org/officeDocument/2006/math"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48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rgbClr val="00B050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altLang="zh-HK" sz="48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HK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945" y="3569378"/>
                <a:ext cx="3813288" cy="11557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9284693" y="3460667"/>
            <a:ext cx="420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 </a:t>
            </a:r>
            <a:endParaRPr lang="zh-HK" altLang="en-US" sz="3200" b="1" u="sng" dirty="0">
              <a:solidFill>
                <a:srgbClr val="00B05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279576" y="3583574"/>
            <a:ext cx="2576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3200" b="1" dirty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</a:rPr>
              <a:t>Compounded</a:t>
            </a:r>
            <a:r>
              <a:rPr lang="en-US" altLang="zh-HK" sz="3200" b="1" dirty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 </a:t>
            </a:r>
          </a:p>
          <a:p>
            <a:pPr algn="ctr"/>
            <a:r>
              <a:rPr lang="en-US" altLang="zh-HK" sz="3200" b="1" dirty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Quarterly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5641945" y="5081546"/>
                <a:ext cx="3813288" cy="1155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 dirty="0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</a:t>
                </a:r>
                <a14:m>
                  <m:oMath xmlns:m="http://schemas.openxmlformats.org/officeDocument/2006/math"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48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rgbClr val="00B0F0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𝟏𝟐</m:t>
                        </m:r>
                      </m:den>
                    </m:f>
                    <m:r>
                      <a:rPr lang="en-US" altLang="zh-HK" sz="48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HK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945" y="5081546"/>
                <a:ext cx="3813288" cy="11557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/>
          <p:cNvSpPr txBox="1"/>
          <p:nvPr/>
        </p:nvSpPr>
        <p:spPr>
          <a:xfrm>
            <a:off x="9284694" y="4972835"/>
            <a:ext cx="1119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 </a:t>
            </a:r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x</a:t>
            </a:r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US" altLang="zh-HK" sz="3200" b="1" u="sng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12</a:t>
            </a:r>
            <a:endParaRPr lang="zh-HK" altLang="en-US" sz="3200" b="1" u="sng" dirty="0">
              <a:solidFill>
                <a:srgbClr val="00B0F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279576" y="5095742"/>
            <a:ext cx="2576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3200" b="1" dirty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</a:rPr>
              <a:t>Compounded</a:t>
            </a:r>
            <a:r>
              <a:rPr lang="en-US" altLang="zh-HK" sz="3200" b="1" dirty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 </a:t>
            </a:r>
          </a:p>
          <a:p>
            <a:pPr algn="ctr"/>
            <a:r>
              <a:rPr lang="en-US" altLang="zh-HK" sz="3200" b="1" dirty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9597280" y="1988840"/>
            <a:ext cx="675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x</a:t>
            </a:r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US" altLang="zh-HK" sz="3200" b="1" u="sng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</a:t>
            </a:r>
            <a:endParaRPr lang="zh-HK" altLang="en-US" sz="3200" b="1" u="sng" dirty="0">
              <a:solidFill>
                <a:srgbClr val="FFFF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495600" y="3159631"/>
            <a:ext cx="2160240" cy="4571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6" name="矩形 25"/>
          <p:cNvSpPr/>
          <p:nvPr/>
        </p:nvSpPr>
        <p:spPr>
          <a:xfrm>
            <a:off x="2783632" y="4615074"/>
            <a:ext cx="1584176" cy="45719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9599040" y="3464305"/>
            <a:ext cx="675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x</a:t>
            </a:r>
            <a:r>
              <a:rPr lang="en-US" altLang="zh-HK" sz="32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US" altLang="zh-HK" sz="3200" b="1" u="sng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4</a:t>
            </a:r>
            <a:endParaRPr lang="zh-HK" altLang="en-US" sz="3200" b="1" u="sng" dirty="0">
              <a:solidFill>
                <a:srgbClr val="00B05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813449" y="6127241"/>
            <a:ext cx="1512168" cy="5839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9" name="矩形 28"/>
          <p:cNvSpPr/>
          <p:nvPr/>
        </p:nvSpPr>
        <p:spPr>
          <a:xfrm>
            <a:off x="3072676" y="1830570"/>
            <a:ext cx="1007101" cy="4571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0" name="矩形 29"/>
          <p:cNvSpPr/>
          <p:nvPr/>
        </p:nvSpPr>
        <p:spPr>
          <a:xfrm>
            <a:off x="8547242" y="3263353"/>
            <a:ext cx="410417" cy="4571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1" name="矩形 30"/>
          <p:cNvSpPr/>
          <p:nvPr/>
        </p:nvSpPr>
        <p:spPr>
          <a:xfrm>
            <a:off x="8612625" y="4740187"/>
            <a:ext cx="279648" cy="45719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矩形 31"/>
          <p:cNvSpPr/>
          <p:nvPr/>
        </p:nvSpPr>
        <p:spPr>
          <a:xfrm>
            <a:off x="8522494" y="6249985"/>
            <a:ext cx="498924" cy="4571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8671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19" grpId="0" animBg="1"/>
      <p:bldP spid="18" grpId="0" animBg="1"/>
      <p:bldP spid="3" grpId="0"/>
      <p:bldP spid="4" grpId="0"/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2" grpId="0"/>
      <p:bldP spid="25" grpId="0" animBg="1"/>
      <p:bldP spid="26" grpId="0" animBg="1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02D4B9A2-A784-8DB8-89B3-D96D7984E229}"/>
              </a:ext>
            </a:extLst>
          </p:cNvPr>
          <p:cNvGrpSpPr/>
          <p:nvPr/>
        </p:nvGrpSpPr>
        <p:grpSpPr>
          <a:xfrm>
            <a:off x="263352" y="116632"/>
            <a:ext cx="8371428" cy="1781659"/>
            <a:chOff x="1910286" y="2667095"/>
            <a:chExt cx="8371428" cy="1781659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0F07C44E-C005-94EF-2146-47BA18736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0286" y="2667095"/>
              <a:ext cx="8371428" cy="1523810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3761B55-AC31-CF9B-44B7-EB1E26A5D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7768" y="2924944"/>
              <a:ext cx="5171429" cy="152381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7013282D-94D7-5FCC-FC5D-EBAB0A3BD6B1}"/>
                  </a:ext>
                </a:extLst>
              </p14:cNvPr>
              <p14:cNvContentPartPr/>
              <p14:nvPr/>
            </p14:nvContentPartPr>
            <p14:xfrm>
              <a:off x="2135560" y="253349"/>
              <a:ext cx="504056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7013282D-94D7-5FCC-FC5D-EBAB0A3BD6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1554" y="-13462351"/>
                <a:ext cx="6117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D1E0C5DF-416E-745A-EEF7-40C8B9531C5B}"/>
                  </a:ext>
                </a:extLst>
              </p14:cNvPr>
              <p14:cNvContentPartPr/>
              <p14:nvPr/>
            </p14:nvContentPartPr>
            <p14:xfrm>
              <a:off x="3143672" y="268196"/>
              <a:ext cx="576064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D1E0C5DF-416E-745A-EEF7-40C8B9531C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89666" y="-13447504"/>
                <a:ext cx="6837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D2C50188-019F-CACA-2DF4-42AE2B4B0ED3}"/>
                  </a:ext>
                </a:extLst>
              </p14:cNvPr>
              <p14:cNvContentPartPr/>
              <p14:nvPr/>
            </p14:nvContentPartPr>
            <p14:xfrm>
              <a:off x="4115780" y="268195"/>
              <a:ext cx="684076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D2C50188-019F-CACA-2DF4-42AE2B4B0ED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61774" y="-13447505"/>
                <a:ext cx="79172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D5B9A216-2F2B-F28A-08BB-0E0D53EEC278}"/>
                  </a:ext>
                </a:extLst>
              </p14:cNvPr>
              <p14:cNvContentPartPr/>
              <p14:nvPr/>
            </p14:nvContentPartPr>
            <p14:xfrm>
              <a:off x="5676158" y="272430"/>
              <a:ext cx="603992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D5B9A216-2F2B-F28A-08BB-0E0D53EEC2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22166" y="-13443270"/>
                <a:ext cx="7116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37434DCA-254A-4087-5B79-02BCE8B3F79A}"/>
                  </a:ext>
                </a:extLst>
              </p14:cNvPr>
              <p14:cNvContentPartPr/>
              <p14:nvPr/>
            </p14:nvContentPartPr>
            <p14:xfrm>
              <a:off x="1127448" y="862097"/>
              <a:ext cx="969829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37434DCA-254A-4087-5B79-02BCE8B3F79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3429" y="-12853603"/>
                <a:ext cx="10775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B31DBC77-F9EE-F1B4-9013-1B370FD1E588}"/>
                  </a:ext>
                </a:extLst>
              </p14:cNvPr>
              <p14:cNvContentPartPr/>
              <p14:nvPr/>
            </p14:nvContentPartPr>
            <p14:xfrm>
              <a:off x="1127448" y="1205550"/>
              <a:ext cx="825814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B31DBC77-F9EE-F1B4-9013-1B370FD1E58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73450" y="-12510150"/>
                <a:ext cx="93345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7723A33C-983A-41CE-5527-13E1C393EE73}"/>
                  </a:ext>
                </a:extLst>
              </p14:cNvPr>
              <p14:cNvContentPartPr/>
              <p14:nvPr/>
            </p14:nvContentPartPr>
            <p14:xfrm>
              <a:off x="1131321" y="1503284"/>
              <a:ext cx="788215" cy="45719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7723A33C-983A-41CE-5527-13E1C393EE7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7309" y="-12212416"/>
                <a:ext cx="89587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9B902BDF-184B-9028-130C-D22F1C2FF03C}"/>
              </a:ext>
            </a:extLst>
          </p:cNvPr>
          <p:cNvSpPr txBox="1"/>
          <p:nvPr/>
        </p:nvSpPr>
        <p:spPr>
          <a:xfrm>
            <a:off x="-7185" y="1890000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0C4E3DE-6428-5C19-859C-2E415C718225}"/>
              </a:ext>
            </a:extLst>
          </p:cNvPr>
          <p:cNvSpPr txBox="1"/>
          <p:nvPr/>
        </p:nvSpPr>
        <p:spPr>
          <a:xfrm>
            <a:off x="676869" y="1877811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D0D187C-ADB0-E810-0EF2-03FB9B687912}"/>
                  </a:ext>
                </a:extLst>
              </p:cNvPr>
              <p:cNvSpPr txBox="1"/>
              <p:nvPr/>
            </p:nvSpPr>
            <p:spPr>
              <a:xfrm>
                <a:off x="2073910" y="18778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D0D187C-ADB0-E810-0EF2-03FB9B687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910" y="187781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2F679225-1C62-CAEA-9653-C2339E159AA1}"/>
              </a:ext>
            </a:extLst>
          </p:cNvPr>
          <p:cNvSpPr txBox="1"/>
          <p:nvPr/>
        </p:nvSpPr>
        <p:spPr>
          <a:xfrm>
            <a:off x="2360834" y="1875986"/>
            <a:ext cx="925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5342624-52E0-A8D1-ACC7-F524AD7569B7}"/>
                  </a:ext>
                </a:extLst>
              </p:cNvPr>
              <p:cNvSpPr txBox="1"/>
              <p:nvPr/>
            </p:nvSpPr>
            <p:spPr>
              <a:xfrm>
                <a:off x="3136016" y="18669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5342624-52E0-A8D1-ACC7-F524AD756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016" y="186691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7B0B9ED1-BC4C-AB6C-317B-F14D9626A9BF}"/>
              </a:ext>
            </a:extLst>
          </p:cNvPr>
          <p:cNvSpPr txBox="1"/>
          <p:nvPr/>
        </p:nvSpPr>
        <p:spPr>
          <a:xfrm>
            <a:off x="3383474" y="1882702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20A43E65-3CE2-F6A6-D3FF-0B24F81FC14B}"/>
                  </a:ext>
                </a:extLst>
              </p:cNvPr>
              <p:cNvSpPr txBox="1"/>
              <p:nvPr/>
            </p:nvSpPr>
            <p:spPr>
              <a:xfrm>
                <a:off x="3686794" y="18669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20A43E65-3CE2-F6A6-D3FF-0B24F81FC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794" y="1866916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5B0560E7-9FB2-1F0D-358E-7D63BA11EE55}"/>
              </a:ext>
            </a:extLst>
          </p:cNvPr>
          <p:cNvCxnSpPr>
            <a:cxnSpLocks/>
          </p:cNvCxnSpPr>
          <p:nvPr/>
        </p:nvCxnSpPr>
        <p:spPr>
          <a:xfrm flipV="1">
            <a:off x="4035053" y="2061517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15">
            <a:extLst>
              <a:ext uri="{FF2B5EF4-FFF2-40B4-BE49-F238E27FC236}">
                <a16:creationId xmlns:a16="http://schemas.microsoft.com/office/drawing/2014/main" id="{9AABB40E-BAFE-BBE0-94DC-CEC8F08A89C6}"/>
              </a:ext>
            </a:extLst>
          </p:cNvPr>
          <p:cNvSpPr txBox="1"/>
          <p:nvPr/>
        </p:nvSpPr>
        <p:spPr>
          <a:xfrm>
            <a:off x="3937918" y="1699029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12%</a:t>
            </a: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F6F38D6A-0270-009D-B7F6-E4127A973541}"/>
              </a:ext>
            </a:extLst>
          </p:cNvPr>
          <p:cNvSpPr txBox="1"/>
          <p:nvPr/>
        </p:nvSpPr>
        <p:spPr>
          <a:xfrm>
            <a:off x="4095934" y="2066971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67B5D1B-BCF1-2DC0-C768-088BED0F16F3}"/>
              </a:ext>
            </a:extLst>
          </p:cNvPr>
          <p:cNvSpPr txBox="1"/>
          <p:nvPr/>
        </p:nvSpPr>
        <p:spPr>
          <a:xfrm>
            <a:off x="4527384" y="1877112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0BD1D6B-5D9D-1FAC-9DEB-5F989E80D13C}"/>
              </a:ext>
            </a:extLst>
          </p:cNvPr>
          <p:cNvSpPr txBox="1"/>
          <p:nvPr/>
        </p:nvSpPr>
        <p:spPr>
          <a:xfrm>
            <a:off x="4613499" y="1713027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900812D-55F6-D47C-3B05-1F22B72F5564}"/>
                  </a:ext>
                </a:extLst>
              </p:cNvPr>
              <p:cNvSpPr txBox="1"/>
              <p:nvPr/>
            </p:nvSpPr>
            <p:spPr>
              <a:xfrm>
                <a:off x="4762340" y="1690938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900812D-55F6-D47C-3B05-1F22B72F5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340" y="1690938"/>
                <a:ext cx="295688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FFB71D0B-EA73-0573-7EC3-E1675AA83891}"/>
              </a:ext>
            </a:extLst>
          </p:cNvPr>
          <p:cNvSpPr txBox="1"/>
          <p:nvPr/>
        </p:nvSpPr>
        <p:spPr>
          <a:xfrm>
            <a:off x="4899872" y="1707698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05DE0EE9-24A8-5EB7-11DA-A432B28C12E3}"/>
                  </a:ext>
                </a:extLst>
              </p:cNvPr>
              <p:cNvSpPr txBox="1"/>
              <p:nvPr/>
            </p:nvSpPr>
            <p:spPr>
              <a:xfrm>
                <a:off x="2073910" y="24221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05DE0EE9-24A8-5EB7-11DA-A432B28C1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910" y="2422194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45">
            <a:extLst>
              <a:ext uri="{FF2B5EF4-FFF2-40B4-BE49-F238E27FC236}">
                <a16:creationId xmlns:a16="http://schemas.microsoft.com/office/drawing/2014/main" id="{C9AF8638-56C2-0F9D-F4CD-1B1A4F9033C3}"/>
              </a:ext>
            </a:extLst>
          </p:cNvPr>
          <p:cNvGrpSpPr/>
          <p:nvPr/>
        </p:nvGrpSpPr>
        <p:grpSpPr>
          <a:xfrm>
            <a:off x="2337986" y="2419840"/>
            <a:ext cx="4794548" cy="406264"/>
            <a:chOff x="7248626" y="6480754"/>
            <a:chExt cx="4794548" cy="406264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FAD9E481-EA09-5167-1037-B5983926E0DD}"/>
                </a:ext>
              </a:extLst>
            </p:cNvPr>
            <p:cNvSpPr txBox="1"/>
            <p:nvPr/>
          </p:nvSpPr>
          <p:spPr>
            <a:xfrm>
              <a:off x="8600038" y="6486908"/>
              <a:ext cx="34431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nearest integer)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3AECD4A1-92C3-C8DA-B471-C672A0DF8430}"/>
                </a:ext>
              </a:extLst>
            </p:cNvPr>
            <p:cNvSpPr txBox="1"/>
            <p:nvPr/>
          </p:nvSpPr>
          <p:spPr>
            <a:xfrm>
              <a:off x="7248626" y="6480754"/>
              <a:ext cx="12234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Handwriting" panose="03010101010101010101" pitchFamily="66" charset="0"/>
                </a:rPr>
                <a:t>$11348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9545E254-8A4E-E773-D9B5-A726C9DFFD36}"/>
              </a:ext>
            </a:extLst>
          </p:cNvPr>
          <p:cNvSpPr txBox="1"/>
          <p:nvPr/>
        </p:nvSpPr>
        <p:spPr>
          <a:xfrm>
            <a:off x="-7185" y="3146074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52" name="TextBox 15">
            <a:extLst>
              <a:ext uri="{FF2B5EF4-FFF2-40B4-BE49-F238E27FC236}">
                <a16:creationId xmlns:a16="http://schemas.microsoft.com/office/drawing/2014/main" id="{F68B231F-20AB-EF75-C0D7-91BE6C4A40F5}"/>
              </a:ext>
            </a:extLst>
          </p:cNvPr>
          <p:cNvSpPr txBox="1"/>
          <p:nvPr/>
        </p:nvSpPr>
        <p:spPr>
          <a:xfrm>
            <a:off x="678309" y="3122080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0FE6CBBB-40B9-CA3F-97F4-9A645A43AFF7}"/>
                  </a:ext>
                </a:extLst>
              </p:cNvPr>
              <p:cNvSpPr txBox="1"/>
              <p:nvPr/>
            </p:nvSpPr>
            <p:spPr>
              <a:xfrm>
                <a:off x="2075350" y="31220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0FE6CBBB-40B9-CA3F-97F4-9A645A43A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350" y="3122080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79364743-28AB-2658-A95B-254B3095CC92}"/>
              </a:ext>
            </a:extLst>
          </p:cNvPr>
          <p:cNvSpPr txBox="1"/>
          <p:nvPr/>
        </p:nvSpPr>
        <p:spPr>
          <a:xfrm>
            <a:off x="2362274" y="3120255"/>
            <a:ext cx="925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194513A2-6850-C499-5F1F-F2D39C3EE3BA}"/>
                  </a:ext>
                </a:extLst>
              </p:cNvPr>
              <p:cNvSpPr txBox="1"/>
              <p:nvPr/>
            </p:nvSpPr>
            <p:spPr>
              <a:xfrm>
                <a:off x="3137456" y="31111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194513A2-6850-C499-5F1F-F2D39C3EE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456" y="3111185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字方塊 55">
            <a:extLst>
              <a:ext uri="{FF2B5EF4-FFF2-40B4-BE49-F238E27FC236}">
                <a16:creationId xmlns:a16="http://schemas.microsoft.com/office/drawing/2014/main" id="{7EC12EA1-735E-82D9-F5C6-A08E73977690}"/>
              </a:ext>
            </a:extLst>
          </p:cNvPr>
          <p:cNvSpPr txBox="1"/>
          <p:nvPr/>
        </p:nvSpPr>
        <p:spPr>
          <a:xfrm>
            <a:off x="3384914" y="3126971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CCE75729-A5DC-8538-5A99-8E9B4EDDD16E}"/>
                  </a:ext>
                </a:extLst>
              </p:cNvPr>
              <p:cNvSpPr txBox="1"/>
              <p:nvPr/>
            </p:nvSpPr>
            <p:spPr>
              <a:xfrm>
                <a:off x="3688234" y="31111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CCE75729-A5DC-8538-5A99-8E9B4EDDD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234" y="3111185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439F1A3C-A438-4CF1-9BEC-3079AA87C91A}"/>
              </a:ext>
            </a:extLst>
          </p:cNvPr>
          <p:cNvCxnSpPr>
            <a:cxnSpLocks/>
          </p:cNvCxnSpPr>
          <p:nvPr/>
        </p:nvCxnSpPr>
        <p:spPr>
          <a:xfrm flipV="1">
            <a:off x="4036493" y="3305786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15">
            <a:extLst>
              <a:ext uri="{FF2B5EF4-FFF2-40B4-BE49-F238E27FC236}">
                <a16:creationId xmlns:a16="http://schemas.microsoft.com/office/drawing/2014/main" id="{D7B8AC7A-80A0-871D-AE7E-10FCFE208CF5}"/>
              </a:ext>
            </a:extLst>
          </p:cNvPr>
          <p:cNvSpPr txBox="1"/>
          <p:nvPr/>
        </p:nvSpPr>
        <p:spPr>
          <a:xfrm>
            <a:off x="3939358" y="2953403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12%</a:t>
            </a:r>
          </a:p>
        </p:txBody>
      </p:sp>
      <p:sp>
        <p:nvSpPr>
          <p:cNvPr id="60" name="TextBox 15">
            <a:extLst>
              <a:ext uri="{FF2B5EF4-FFF2-40B4-BE49-F238E27FC236}">
                <a16:creationId xmlns:a16="http://schemas.microsoft.com/office/drawing/2014/main" id="{730100E5-10C9-F21D-E8AE-573293F0E82D}"/>
              </a:ext>
            </a:extLst>
          </p:cNvPr>
          <p:cNvSpPr txBox="1"/>
          <p:nvPr/>
        </p:nvSpPr>
        <p:spPr>
          <a:xfrm>
            <a:off x="4097374" y="3311240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984D694-ACDC-86CD-57E4-A292EAEE4DD7}"/>
              </a:ext>
            </a:extLst>
          </p:cNvPr>
          <p:cNvSpPr txBox="1"/>
          <p:nvPr/>
        </p:nvSpPr>
        <p:spPr>
          <a:xfrm>
            <a:off x="4528824" y="3121381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1F0A862C-B20F-E237-141E-FE4B18195F76}"/>
              </a:ext>
            </a:extLst>
          </p:cNvPr>
          <p:cNvSpPr txBox="1"/>
          <p:nvPr/>
        </p:nvSpPr>
        <p:spPr>
          <a:xfrm>
            <a:off x="4614939" y="2957296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48484431-1F54-66D0-489A-C19D936EAB7C}"/>
                  </a:ext>
                </a:extLst>
              </p:cNvPr>
              <p:cNvSpPr txBox="1"/>
              <p:nvPr/>
            </p:nvSpPr>
            <p:spPr>
              <a:xfrm>
                <a:off x="4763780" y="2951967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48484431-1F54-66D0-489A-C19D936EA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780" y="2951967"/>
                <a:ext cx="295688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63">
            <a:extLst>
              <a:ext uri="{FF2B5EF4-FFF2-40B4-BE49-F238E27FC236}">
                <a16:creationId xmlns:a16="http://schemas.microsoft.com/office/drawing/2014/main" id="{44E17B63-E904-1125-DDE4-D9D95447BCB5}"/>
              </a:ext>
            </a:extLst>
          </p:cNvPr>
          <p:cNvSpPr txBox="1"/>
          <p:nvPr/>
        </p:nvSpPr>
        <p:spPr>
          <a:xfrm>
            <a:off x="4901312" y="2961189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4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F3AB8932-71B4-1914-0124-E71E31EE4698}"/>
                  </a:ext>
                </a:extLst>
              </p:cNvPr>
              <p:cNvSpPr txBox="1"/>
              <p:nvPr/>
            </p:nvSpPr>
            <p:spPr>
              <a:xfrm>
                <a:off x="2075350" y="36664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F3AB8932-71B4-1914-0124-E71E31EE4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350" y="3666463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群組 65">
            <a:extLst>
              <a:ext uri="{FF2B5EF4-FFF2-40B4-BE49-F238E27FC236}">
                <a16:creationId xmlns:a16="http://schemas.microsoft.com/office/drawing/2014/main" id="{D8A2CA2A-6067-F69D-C3E7-D5F433CAF438}"/>
              </a:ext>
            </a:extLst>
          </p:cNvPr>
          <p:cNvGrpSpPr/>
          <p:nvPr/>
        </p:nvGrpSpPr>
        <p:grpSpPr>
          <a:xfrm>
            <a:off x="2339426" y="3664109"/>
            <a:ext cx="4793108" cy="406264"/>
            <a:chOff x="7248626" y="6480754"/>
            <a:chExt cx="4793108" cy="406264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3F0F9200-B053-4C61-6C1E-94429CDE55D6}"/>
                </a:ext>
              </a:extLst>
            </p:cNvPr>
            <p:cNvSpPr txBox="1"/>
            <p:nvPr/>
          </p:nvSpPr>
          <p:spPr>
            <a:xfrm>
              <a:off x="8600038" y="6486908"/>
              <a:ext cx="3441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cor. to nearest integer)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994C589B-1773-3FB0-1923-61866CFE72A7}"/>
                </a:ext>
              </a:extLst>
            </p:cNvPr>
            <p:cNvSpPr txBox="1"/>
            <p:nvPr/>
          </p:nvSpPr>
          <p:spPr>
            <a:xfrm>
              <a:off x="7248626" y="6480754"/>
              <a:ext cx="12234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Handwriting" panose="03010101010101010101" pitchFamily="66" charset="0"/>
                </a:rPr>
                <a:t>$11406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7CC404C8-5C15-7E85-5613-61FFC3A7BD0C}"/>
              </a:ext>
            </a:extLst>
          </p:cNvPr>
          <p:cNvSpPr txBox="1"/>
          <p:nvPr/>
        </p:nvSpPr>
        <p:spPr>
          <a:xfrm>
            <a:off x="-8625" y="452092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c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70" name="TextBox 15">
            <a:extLst>
              <a:ext uri="{FF2B5EF4-FFF2-40B4-BE49-F238E27FC236}">
                <a16:creationId xmlns:a16="http://schemas.microsoft.com/office/drawing/2014/main" id="{607D7E76-9276-85A2-E6BE-6CBB03C5A5A6}"/>
              </a:ext>
            </a:extLst>
          </p:cNvPr>
          <p:cNvSpPr txBox="1"/>
          <p:nvPr/>
        </p:nvSpPr>
        <p:spPr>
          <a:xfrm>
            <a:off x="676869" y="4496931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004CE82-18F6-0B10-1BE0-AAB45C994FA8}"/>
                  </a:ext>
                </a:extLst>
              </p:cNvPr>
              <p:cNvSpPr txBox="1"/>
              <p:nvPr/>
            </p:nvSpPr>
            <p:spPr>
              <a:xfrm>
                <a:off x="2073910" y="4496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004CE82-18F6-0B10-1BE0-AAB45C994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910" y="4496931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字方塊 71">
            <a:extLst>
              <a:ext uri="{FF2B5EF4-FFF2-40B4-BE49-F238E27FC236}">
                <a16:creationId xmlns:a16="http://schemas.microsoft.com/office/drawing/2014/main" id="{5BE4ABA5-A3AD-E0C0-4A35-0C4E24D722C8}"/>
              </a:ext>
            </a:extLst>
          </p:cNvPr>
          <p:cNvSpPr txBox="1"/>
          <p:nvPr/>
        </p:nvSpPr>
        <p:spPr>
          <a:xfrm>
            <a:off x="2360834" y="4495106"/>
            <a:ext cx="925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9962AF90-3168-BCEF-DF05-DBAA0B7483E1}"/>
                  </a:ext>
                </a:extLst>
              </p:cNvPr>
              <p:cNvSpPr txBox="1"/>
              <p:nvPr/>
            </p:nvSpPr>
            <p:spPr>
              <a:xfrm>
                <a:off x="3136016" y="44860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9962AF90-3168-BCEF-DF05-DBAA0B748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016" y="4486036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字方塊 73">
            <a:extLst>
              <a:ext uri="{FF2B5EF4-FFF2-40B4-BE49-F238E27FC236}">
                <a16:creationId xmlns:a16="http://schemas.microsoft.com/office/drawing/2014/main" id="{FB604026-7DA2-1052-F260-B75967C8946D}"/>
              </a:ext>
            </a:extLst>
          </p:cNvPr>
          <p:cNvSpPr txBox="1"/>
          <p:nvPr/>
        </p:nvSpPr>
        <p:spPr>
          <a:xfrm>
            <a:off x="3383474" y="4501822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5C0F5B55-A040-A28A-1B37-FDE1D419AAA2}"/>
                  </a:ext>
                </a:extLst>
              </p:cNvPr>
              <p:cNvSpPr txBox="1"/>
              <p:nvPr/>
            </p:nvSpPr>
            <p:spPr>
              <a:xfrm>
                <a:off x="3686794" y="44860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5C0F5B55-A040-A28A-1B37-FDE1D419A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794" y="4486036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82D388C9-E15B-74CB-BAE6-3111A731BFEB}"/>
              </a:ext>
            </a:extLst>
          </p:cNvPr>
          <p:cNvCxnSpPr>
            <a:cxnSpLocks/>
          </p:cNvCxnSpPr>
          <p:nvPr/>
        </p:nvCxnSpPr>
        <p:spPr>
          <a:xfrm flipV="1">
            <a:off x="4035053" y="4680637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15">
            <a:extLst>
              <a:ext uri="{FF2B5EF4-FFF2-40B4-BE49-F238E27FC236}">
                <a16:creationId xmlns:a16="http://schemas.microsoft.com/office/drawing/2014/main" id="{100609A7-54E0-C071-5180-57F7E4BBB952}"/>
              </a:ext>
            </a:extLst>
          </p:cNvPr>
          <p:cNvSpPr txBox="1"/>
          <p:nvPr/>
        </p:nvSpPr>
        <p:spPr>
          <a:xfrm>
            <a:off x="3937918" y="4328254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12%</a:t>
            </a:r>
          </a:p>
        </p:txBody>
      </p:sp>
      <p:sp>
        <p:nvSpPr>
          <p:cNvPr id="78" name="TextBox 15">
            <a:extLst>
              <a:ext uri="{FF2B5EF4-FFF2-40B4-BE49-F238E27FC236}">
                <a16:creationId xmlns:a16="http://schemas.microsoft.com/office/drawing/2014/main" id="{9C9EA821-0C2E-409E-3CEB-4DB41D6F9B20}"/>
              </a:ext>
            </a:extLst>
          </p:cNvPr>
          <p:cNvSpPr txBox="1"/>
          <p:nvPr/>
        </p:nvSpPr>
        <p:spPr>
          <a:xfrm>
            <a:off x="4007768" y="4686091"/>
            <a:ext cx="56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FA2680DA-4A79-2691-A582-34E8982B5775}"/>
              </a:ext>
            </a:extLst>
          </p:cNvPr>
          <p:cNvSpPr txBox="1"/>
          <p:nvPr/>
        </p:nvSpPr>
        <p:spPr>
          <a:xfrm>
            <a:off x="4527384" y="4496232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2208AE63-8459-FD5D-CD86-BB92E3DB6CDA}"/>
              </a:ext>
            </a:extLst>
          </p:cNvPr>
          <p:cNvSpPr txBox="1"/>
          <p:nvPr/>
        </p:nvSpPr>
        <p:spPr>
          <a:xfrm>
            <a:off x="4613499" y="4332147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072166CC-F1CE-8168-0393-8DA96BC6EADE}"/>
                  </a:ext>
                </a:extLst>
              </p:cNvPr>
              <p:cNvSpPr txBox="1"/>
              <p:nvPr/>
            </p:nvSpPr>
            <p:spPr>
              <a:xfrm>
                <a:off x="4762340" y="4326818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072166CC-F1CE-8168-0393-8DA96BC6E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340" y="4326818"/>
                <a:ext cx="295688" cy="30777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文字方塊 81">
            <a:extLst>
              <a:ext uri="{FF2B5EF4-FFF2-40B4-BE49-F238E27FC236}">
                <a16:creationId xmlns:a16="http://schemas.microsoft.com/office/drawing/2014/main" id="{6BFCDE9B-0DAB-093B-9BB3-4C36CCFD2D54}"/>
              </a:ext>
            </a:extLst>
          </p:cNvPr>
          <p:cNvSpPr txBox="1"/>
          <p:nvPr/>
        </p:nvSpPr>
        <p:spPr>
          <a:xfrm>
            <a:off x="4899872" y="4336040"/>
            <a:ext cx="438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12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456B2E15-78BC-D042-4096-D9E19EC08EB5}"/>
                  </a:ext>
                </a:extLst>
              </p:cNvPr>
              <p:cNvSpPr txBox="1"/>
              <p:nvPr/>
            </p:nvSpPr>
            <p:spPr>
              <a:xfrm>
                <a:off x="2073910" y="50413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456B2E15-78BC-D042-4096-D9E19EC08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910" y="5041314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群組 83">
            <a:extLst>
              <a:ext uri="{FF2B5EF4-FFF2-40B4-BE49-F238E27FC236}">
                <a16:creationId xmlns:a16="http://schemas.microsoft.com/office/drawing/2014/main" id="{E05EC14F-5A5C-EB59-20B1-645A3B3E35D4}"/>
              </a:ext>
            </a:extLst>
          </p:cNvPr>
          <p:cNvGrpSpPr/>
          <p:nvPr/>
        </p:nvGrpSpPr>
        <p:grpSpPr>
          <a:xfrm>
            <a:off x="2337986" y="5038960"/>
            <a:ext cx="4694118" cy="406264"/>
            <a:chOff x="7248626" y="6480754"/>
            <a:chExt cx="4694118" cy="406264"/>
          </a:xfrm>
        </p:grpSpPr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FB6950F6-707A-22B8-DDB3-D44A9A830645}"/>
                </a:ext>
              </a:extLst>
            </p:cNvPr>
            <p:cNvSpPr txBox="1"/>
            <p:nvPr/>
          </p:nvSpPr>
          <p:spPr>
            <a:xfrm>
              <a:off x="8600038" y="6486908"/>
              <a:ext cx="33427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nearest integer)</a:t>
              </a: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1AFF8481-6904-CC6C-B04C-34324CA07B58}"/>
                </a:ext>
              </a:extLst>
            </p:cNvPr>
            <p:cNvSpPr txBox="1"/>
            <p:nvPr/>
          </p:nvSpPr>
          <p:spPr>
            <a:xfrm>
              <a:off x="7248626" y="6480754"/>
              <a:ext cx="12234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Handwriting" panose="03010101010101010101" pitchFamily="66" charset="0"/>
                </a:rPr>
                <a:t>$11446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226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33" grpId="0"/>
      <p:bldP spid="34" grpId="0"/>
      <p:bldP spid="35" grpId="0"/>
      <p:bldP spid="36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7" grpId="0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1A67FDDB-D1A9-0CE2-BE73-8FF2B30B0BC1}"/>
              </a:ext>
            </a:extLst>
          </p:cNvPr>
          <p:cNvSpPr txBox="1"/>
          <p:nvPr/>
        </p:nvSpPr>
        <p:spPr>
          <a:xfrm>
            <a:off x="47328" y="18864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Simple interest</a:t>
            </a:r>
            <a:endParaRPr lang="zh-TW" altLang="en-US" sz="2400" b="1" dirty="0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738541A3-0E91-2DE2-5387-9756630510DD}"/>
              </a:ext>
            </a:extLst>
          </p:cNvPr>
          <p:cNvSpPr txBox="1"/>
          <p:nvPr/>
        </p:nvSpPr>
        <p:spPr>
          <a:xfrm>
            <a:off x="911424" y="1458100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Present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D4B2E543-9932-A56B-7368-8E8A2D96A855}"/>
              </a:ext>
            </a:extLst>
          </p:cNvPr>
          <p:cNvCxnSpPr>
            <a:cxnSpLocks/>
          </p:cNvCxnSpPr>
          <p:nvPr/>
        </p:nvCxnSpPr>
        <p:spPr>
          <a:xfrm>
            <a:off x="2341275" y="1658155"/>
            <a:ext cx="1296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711D62B-FBAB-FE0A-1D12-212778CD2B31}"/>
              </a:ext>
            </a:extLst>
          </p:cNvPr>
          <p:cNvGrpSpPr/>
          <p:nvPr/>
        </p:nvGrpSpPr>
        <p:grpSpPr>
          <a:xfrm>
            <a:off x="2341195" y="1258045"/>
            <a:ext cx="1248499" cy="400110"/>
            <a:chOff x="3047301" y="3215653"/>
            <a:chExt cx="1248499" cy="400110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44E6CFE-E9D4-544C-EB48-0D22E71CC03E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endParaRPr lang="zh-HK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17569D4-05B4-DF0A-1650-C7AE92BE913C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17569D4-05B4-DF0A-1650-C7AE92BE91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126A370F-2605-8331-D70A-C95D5339D9EE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10%</a:t>
              </a: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79F7976F-A553-7F79-7B3A-D9469B85E6B2}"/>
              </a:ext>
            </a:extLst>
          </p:cNvPr>
          <p:cNvGrpSpPr/>
          <p:nvPr/>
        </p:nvGrpSpPr>
        <p:grpSpPr>
          <a:xfrm>
            <a:off x="2341195" y="1658155"/>
            <a:ext cx="1248499" cy="400110"/>
            <a:chOff x="3047301" y="3215653"/>
            <a:chExt cx="1248499" cy="400110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257CE0A3-2D4A-E1C7-C64F-A93F8D019B63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I</a:t>
              </a:r>
              <a:endParaRPr lang="zh-HK" altLang="en-US" sz="2000" dirty="0">
                <a:solidFill>
                  <a:srgbClr val="00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E837E134-B53D-1D71-E286-A209568CF87D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E837E134-B53D-1D71-E286-A209568CF8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5">
              <a:extLst>
                <a:ext uri="{FF2B5EF4-FFF2-40B4-BE49-F238E27FC236}">
                  <a16:creationId xmlns:a16="http://schemas.microsoft.com/office/drawing/2014/main" id="{7F80DF54-64F6-8AF1-37C2-9568E87B6350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100</a:t>
              </a: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51D71DF9-A171-418F-19D6-DAE1FCB7C58D}"/>
              </a:ext>
            </a:extLst>
          </p:cNvPr>
          <p:cNvGrpSpPr/>
          <p:nvPr/>
        </p:nvGrpSpPr>
        <p:grpSpPr>
          <a:xfrm>
            <a:off x="973123" y="2306227"/>
            <a:ext cx="1392515" cy="400110"/>
            <a:chOff x="3012629" y="3215653"/>
            <a:chExt cx="1392515" cy="400110"/>
          </a:xfrm>
        </p:grpSpPr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ADDD2A09-9662-6D44-946B-BAF528EE4FF4}"/>
                </a:ext>
              </a:extLst>
            </p:cNvPr>
            <p:cNvSpPr txBox="1"/>
            <p:nvPr/>
          </p:nvSpPr>
          <p:spPr>
            <a:xfrm>
              <a:off x="3012629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zh-HK" altLang="en-US" sz="2000" dirty="0">
                <a:solidFill>
                  <a:srgbClr val="FF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076D49A8-6D93-6FA7-A97F-1A209FA060AC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076D49A8-6D93-6FA7-A97F-1A209FA060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BE0AA446-29C9-98CE-748C-E93AA48A85B4}"/>
                </a:ext>
              </a:extLst>
            </p:cNvPr>
            <p:cNvSpPr txBox="1"/>
            <p:nvPr/>
          </p:nvSpPr>
          <p:spPr>
            <a:xfrm>
              <a:off x="3503712" y="3215653"/>
              <a:ext cx="901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1000</a:t>
              </a:r>
            </a:p>
          </p:txBody>
        </p:sp>
      </p:grpSp>
      <p:sp>
        <p:nvSpPr>
          <p:cNvPr id="23" name="TextBox 15">
            <a:extLst>
              <a:ext uri="{FF2B5EF4-FFF2-40B4-BE49-F238E27FC236}">
                <a16:creationId xmlns:a16="http://schemas.microsoft.com/office/drawing/2014/main" id="{B89B0AD3-9EBB-77B1-DDDF-2674465C2600}"/>
              </a:ext>
            </a:extLst>
          </p:cNvPr>
          <p:cNvSpPr txBox="1"/>
          <p:nvPr/>
        </p:nvSpPr>
        <p:spPr>
          <a:xfrm>
            <a:off x="3589694" y="1350379"/>
            <a:ext cx="1548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End of 1</a:t>
            </a:r>
            <a:r>
              <a:rPr lang="en-US" altLang="zh-HK" sz="2000" b="1" baseline="300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st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B5D23EE7-5889-4CCF-DFBF-6D3EF0B0F16D}"/>
              </a:ext>
            </a:extLst>
          </p:cNvPr>
          <p:cNvGrpSpPr/>
          <p:nvPr/>
        </p:nvGrpSpPr>
        <p:grpSpPr>
          <a:xfrm>
            <a:off x="3667522" y="2306227"/>
            <a:ext cx="1392515" cy="400110"/>
            <a:chOff x="3012629" y="3215653"/>
            <a:chExt cx="1392515" cy="400110"/>
          </a:xfrm>
        </p:grpSpPr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F2EE802C-8768-E4E5-9237-D6EC81562C2D}"/>
                </a:ext>
              </a:extLst>
            </p:cNvPr>
            <p:cNvSpPr txBox="1"/>
            <p:nvPr/>
          </p:nvSpPr>
          <p:spPr>
            <a:xfrm>
              <a:off x="3012629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zh-HK" altLang="en-US" sz="2000" dirty="0">
                <a:solidFill>
                  <a:srgbClr val="FF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9A330821-F52E-4C31-D359-3A756C0080BA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9A330821-F52E-4C31-D359-3A756C0080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8DAC7E73-7EED-2452-EDB6-CF01C8E27913}"/>
                </a:ext>
              </a:extLst>
            </p:cNvPr>
            <p:cNvSpPr txBox="1"/>
            <p:nvPr/>
          </p:nvSpPr>
          <p:spPr>
            <a:xfrm>
              <a:off x="3503712" y="3215653"/>
              <a:ext cx="901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1000</a:t>
              </a:r>
            </a:p>
          </p:txBody>
        </p:sp>
      </p:grp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B60C7DAE-8D2D-B600-897C-3748E5218214}"/>
              </a:ext>
            </a:extLst>
          </p:cNvPr>
          <p:cNvCxnSpPr>
            <a:cxnSpLocks/>
          </p:cNvCxnSpPr>
          <p:nvPr/>
        </p:nvCxnSpPr>
        <p:spPr>
          <a:xfrm>
            <a:off x="5169332" y="1660738"/>
            <a:ext cx="1296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BA26226B-08F1-C7F3-3B8C-5D1024B37A70}"/>
              </a:ext>
            </a:extLst>
          </p:cNvPr>
          <p:cNvGrpSpPr/>
          <p:nvPr/>
        </p:nvGrpSpPr>
        <p:grpSpPr>
          <a:xfrm>
            <a:off x="5169252" y="1260628"/>
            <a:ext cx="1248499" cy="400110"/>
            <a:chOff x="3047301" y="3215653"/>
            <a:chExt cx="1248499" cy="400110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ECE315D6-BFE4-538B-E722-79BDE9243480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endParaRPr lang="zh-HK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76E4CB94-B440-72BF-D0CE-9D78B654C2BD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76E4CB94-B440-72BF-D0CE-9D78B654C2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15">
              <a:extLst>
                <a:ext uri="{FF2B5EF4-FFF2-40B4-BE49-F238E27FC236}">
                  <a16:creationId xmlns:a16="http://schemas.microsoft.com/office/drawing/2014/main" id="{20F3CDD3-C016-CB8C-36A5-66043DE4BD06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10%</a:t>
              </a: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4789A353-EFF0-1D66-59A8-FB6FE34E73BD}"/>
              </a:ext>
            </a:extLst>
          </p:cNvPr>
          <p:cNvGrpSpPr/>
          <p:nvPr/>
        </p:nvGrpSpPr>
        <p:grpSpPr>
          <a:xfrm>
            <a:off x="5169252" y="1660738"/>
            <a:ext cx="1248499" cy="400110"/>
            <a:chOff x="3047301" y="3215653"/>
            <a:chExt cx="1248499" cy="400110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21D659CC-CB02-ADBE-5F34-6DAF02C6E6BA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I</a:t>
              </a:r>
              <a:endParaRPr lang="zh-HK" altLang="en-US" sz="2000" dirty="0">
                <a:solidFill>
                  <a:srgbClr val="00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EC68B052-AEF2-EF7F-B183-71D69A7371AE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EC68B052-AEF2-EF7F-B183-71D69A7371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Box 15">
              <a:extLst>
                <a:ext uri="{FF2B5EF4-FFF2-40B4-BE49-F238E27FC236}">
                  <a16:creationId xmlns:a16="http://schemas.microsoft.com/office/drawing/2014/main" id="{5230CFB9-9640-7713-F5E0-F3F80D1BFCD1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100</a:t>
              </a:r>
            </a:p>
          </p:txBody>
        </p:sp>
      </p:grpSp>
      <p:sp>
        <p:nvSpPr>
          <p:cNvPr id="37" name="TextBox 15">
            <a:extLst>
              <a:ext uri="{FF2B5EF4-FFF2-40B4-BE49-F238E27FC236}">
                <a16:creationId xmlns:a16="http://schemas.microsoft.com/office/drawing/2014/main" id="{F8E1C19C-6A72-2D40-B576-3FE3133FF089}"/>
              </a:ext>
            </a:extLst>
          </p:cNvPr>
          <p:cNvSpPr txBox="1"/>
          <p:nvPr/>
        </p:nvSpPr>
        <p:spPr>
          <a:xfrm>
            <a:off x="6417751" y="1352962"/>
            <a:ext cx="1548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End of 2</a:t>
            </a:r>
            <a:r>
              <a:rPr lang="en-US" altLang="zh-HK" sz="2000" b="1" baseline="300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nd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 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E9451E7D-07A3-74E3-DD5A-385A1D24E8AB}"/>
              </a:ext>
            </a:extLst>
          </p:cNvPr>
          <p:cNvGrpSpPr/>
          <p:nvPr/>
        </p:nvGrpSpPr>
        <p:grpSpPr>
          <a:xfrm>
            <a:off x="6495579" y="2308810"/>
            <a:ext cx="1392515" cy="400110"/>
            <a:chOff x="3012629" y="3215653"/>
            <a:chExt cx="1392515" cy="400110"/>
          </a:xfrm>
        </p:grpSpPr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9A26D7B0-9AA0-BD48-8571-97F6DA744F25}"/>
                </a:ext>
              </a:extLst>
            </p:cNvPr>
            <p:cNvSpPr txBox="1"/>
            <p:nvPr/>
          </p:nvSpPr>
          <p:spPr>
            <a:xfrm>
              <a:off x="3012629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zh-HK" altLang="en-US" sz="2000" dirty="0">
                <a:solidFill>
                  <a:srgbClr val="FF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F35B1146-0EF4-79F2-FA66-77531FDCAE82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F35B1146-0EF4-79F2-FA66-77531FDCA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15">
              <a:extLst>
                <a:ext uri="{FF2B5EF4-FFF2-40B4-BE49-F238E27FC236}">
                  <a16:creationId xmlns:a16="http://schemas.microsoft.com/office/drawing/2014/main" id="{77FF1A5A-917F-E789-4D5A-74D1EEA6B048}"/>
                </a:ext>
              </a:extLst>
            </p:cNvPr>
            <p:cNvSpPr txBox="1"/>
            <p:nvPr/>
          </p:nvSpPr>
          <p:spPr>
            <a:xfrm>
              <a:off x="3503712" y="3215653"/>
              <a:ext cx="901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1000</a:t>
              </a:r>
            </a:p>
          </p:txBody>
        </p:sp>
      </p:grp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F51E7244-498C-8022-99AD-84C6376E132B}"/>
              </a:ext>
            </a:extLst>
          </p:cNvPr>
          <p:cNvCxnSpPr>
            <a:cxnSpLocks/>
          </p:cNvCxnSpPr>
          <p:nvPr/>
        </p:nvCxnSpPr>
        <p:spPr>
          <a:xfrm>
            <a:off x="7997389" y="1658155"/>
            <a:ext cx="1296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ECF777F2-555C-F98B-BFFD-CD6431CDF4EB}"/>
              </a:ext>
            </a:extLst>
          </p:cNvPr>
          <p:cNvGrpSpPr/>
          <p:nvPr/>
        </p:nvGrpSpPr>
        <p:grpSpPr>
          <a:xfrm>
            <a:off x="7997309" y="1258045"/>
            <a:ext cx="1248499" cy="400110"/>
            <a:chOff x="3047301" y="3215653"/>
            <a:chExt cx="1248499" cy="400110"/>
          </a:xfrm>
        </p:grpSpPr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EEEDDFEE-751C-1E0E-550F-8A4BA53D9FCA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endParaRPr lang="zh-HK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83B8B119-2161-752F-35BB-D19C4C76D340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83B8B119-2161-752F-35BB-D19C4C76D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TextBox 15">
              <a:extLst>
                <a:ext uri="{FF2B5EF4-FFF2-40B4-BE49-F238E27FC236}">
                  <a16:creationId xmlns:a16="http://schemas.microsoft.com/office/drawing/2014/main" id="{9EC15528-2D18-3483-28BD-A5D06CE15FF8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10%</a:t>
              </a:r>
            </a:p>
          </p:txBody>
        </p:sp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63ED1664-6D83-9775-0674-F542991CA96D}"/>
              </a:ext>
            </a:extLst>
          </p:cNvPr>
          <p:cNvGrpSpPr/>
          <p:nvPr/>
        </p:nvGrpSpPr>
        <p:grpSpPr>
          <a:xfrm>
            <a:off x="7997309" y="1658155"/>
            <a:ext cx="1248499" cy="400110"/>
            <a:chOff x="3047301" y="3215653"/>
            <a:chExt cx="1248499" cy="400110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E9652D2C-0BB3-3AE9-FAB8-F9E76EBF4B54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I</a:t>
              </a:r>
              <a:endParaRPr lang="zh-HK" altLang="en-US" sz="2000" dirty="0">
                <a:solidFill>
                  <a:srgbClr val="00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603015B6-C40E-5D5A-D168-DA7BD6676FD6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603015B6-C40E-5D5A-D168-DA7BD6676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15">
              <a:extLst>
                <a:ext uri="{FF2B5EF4-FFF2-40B4-BE49-F238E27FC236}">
                  <a16:creationId xmlns:a16="http://schemas.microsoft.com/office/drawing/2014/main" id="{02B09604-32CF-895A-435A-D95D72EEEDE5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100</a:t>
              </a:r>
            </a:p>
          </p:txBody>
        </p:sp>
      </p:grpSp>
      <p:sp>
        <p:nvSpPr>
          <p:cNvPr id="51" name="TextBox 15">
            <a:extLst>
              <a:ext uri="{FF2B5EF4-FFF2-40B4-BE49-F238E27FC236}">
                <a16:creationId xmlns:a16="http://schemas.microsoft.com/office/drawing/2014/main" id="{520CF847-4B72-34A9-FD68-0C1BDE9C22A2}"/>
              </a:ext>
            </a:extLst>
          </p:cNvPr>
          <p:cNvSpPr txBox="1"/>
          <p:nvPr/>
        </p:nvSpPr>
        <p:spPr>
          <a:xfrm>
            <a:off x="9245808" y="1350379"/>
            <a:ext cx="1548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End of 3</a:t>
            </a:r>
            <a:r>
              <a:rPr lang="en-US" altLang="zh-HK" sz="2000" b="1" baseline="300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rd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 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39FD968F-5881-CB34-7EA3-F24B20A87928}"/>
              </a:ext>
            </a:extLst>
          </p:cNvPr>
          <p:cNvGrpSpPr/>
          <p:nvPr/>
        </p:nvGrpSpPr>
        <p:grpSpPr>
          <a:xfrm>
            <a:off x="9323636" y="2306227"/>
            <a:ext cx="1392515" cy="400110"/>
            <a:chOff x="3012629" y="3215653"/>
            <a:chExt cx="1392515" cy="400110"/>
          </a:xfrm>
        </p:grpSpPr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AD769830-BDF0-864B-04B8-5DB01FFE4696}"/>
                </a:ext>
              </a:extLst>
            </p:cNvPr>
            <p:cNvSpPr txBox="1"/>
            <p:nvPr/>
          </p:nvSpPr>
          <p:spPr>
            <a:xfrm>
              <a:off x="3012629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zh-HK" altLang="en-US" sz="2000" dirty="0">
                <a:solidFill>
                  <a:srgbClr val="FF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28B7BF86-2A17-E34C-7BD0-CE207F37D4C6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28B7BF86-2A17-E34C-7BD0-CE207F37D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TextBox 15">
              <a:extLst>
                <a:ext uri="{FF2B5EF4-FFF2-40B4-BE49-F238E27FC236}">
                  <a16:creationId xmlns:a16="http://schemas.microsoft.com/office/drawing/2014/main" id="{70E6B2DC-F9B4-C50C-0F14-78212F3E9B68}"/>
                </a:ext>
              </a:extLst>
            </p:cNvPr>
            <p:cNvSpPr txBox="1"/>
            <p:nvPr/>
          </p:nvSpPr>
          <p:spPr>
            <a:xfrm>
              <a:off x="3503712" y="3215653"/>
              <a:ext cx="901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1000</a:t>
              </a:r>
            </a:p>
          </p:txBody>
        </p:sp>
      </p:grpSp>
      <p:sp>
        <p:nvSpPr>
          <p:cNvPr id="56" name="TextBox 15">
            <a:extLst>
              <a:ext uri="{FF2B5EF4-FFF2-40B4-BE49-F238E27FC236}">
                <a16:creationId xmlns:a16="http://schemas.microsoft.com/office/drawing/2014/main" id="{6002EC5E-5A90-0E08-2BF9-C75C91E9C5F8}"/>
              </a:ext>
            </a:extLst>
          </p:cNvPr>
          <p:cNvSpPr txBox="1"/>
          <p:nvPr/>
        </p:nvSpPr>
        <p:spPr>
          <a:xfrm>
            <a:off x="119336" y="3140968"/>
            <a:ext cx="3325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Compound interest</a:t>
            </a:r>
            <a:endParaRPr lang="zh-TW" altLang="en-US" sz="24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7" name="TextBox 15">
            <a:extLst>
              <a:ext uri="{FF2B5EF4-FFF2-40B4-BE49-F238E27FC236}">
                <a16:creationId xmlns:a16="http://schemas.microsoft.com/office/drawing/2014/main" id="{D6F968E5-2EAF-D5E5-777F-9FAC4DAE06D5}"/>
              </a:ext>
            </a:extLst>
          </p:cNvPr>
          <p:cNvSpPr txBox="1"/>
          <p:nvPr/>
        </p:nvSpPr>
        <p:spPr>
          <a:xfrm>
            <a:off x="911424" y="4105462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Present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A73765E6-8FC4-961E-5150-39132669BC04}"/>
              </a:ext>
            </a:extLst>
          </p:cNvPr>
          <p:cNvCxnSpPr>
            <a:cxnSpLocks/>
          </p:cNvCxnSpPr>
          <p:nvPr/>
        </p:nvCxnSpPr>
        <p:spPr>
          <a:xfrm>
            <a:off x="2341275" y="4305517"/>
            <a:ext cx="1296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487B90E9-DF50-EAA5-30CC-50DDD9D96A1E}"/>
              </a:ext>
            </a:extLst>
          </p:cNvPr>
          <p:cNvGrpSpPr/>
          <p:nvPr/>
        </p:nvGrpSpPr>
        <p:grpSpPr>
          <a:xfrm>
            <a:off x="2341195" y="3905407"/>
            <a:ext cx="1248499" cy="400110"/>
            <a:chOff x="3047301" y="3215653"/>
            <a:chExt cx="1248499" cy="400110"/>
          </a:xfrm>
        </p:grpSpPr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C932F4FD-BA9E-0184-B6B2-3494BEE188C9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endParaRPr lang="zh-HK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92ADA8FA-722F-7650-D8B7-F56AFF18F2D7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92ADA8FA-722F-7650-D8B7-F56AFF18F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Box 15">
              <a:extLst>
                <a:ext uri="{FF2B5EF4-FFF2-40B4-BE49-F238E27FC236}">
                  <a16:creationId xmlns:a16="http://schemas.microsoft.com/office/drawing/2014/main" id="{C73543BA-0333-C3C3-4492-2F288C9066C2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10%</a:t>
              </a: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57B67433-B088-9F1C-EEB1-A7B2D42872F7}"/>
              </a:ext>
            </a:extLst>
          </p:cNvPr>
          <p:cNvGrpSpPr/>
          <p:nvPr/>
        </p:nvGrpSpPr>
        <p:grpSpPr>
          <a:xfrm>
            <a:off x="2341195" y="4305517"/>
            <a:ext cx="1248499" cy="400110"/>
            <a:chOff x="3047301" y="3215653"/>
            <a:chExt cx="1248499" cy="400110"/>
          </a:xfrm>
        </p:grpSpPr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62367F7-9F52-0FB5-9555-EF8899F2619C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I</a:t>
              </a:r>
              <a:endParaRPr lang="zh-HK" altLang="en-US" sz="2000" dirty="0">
                <a:solidFill>
                  <a:srgbClr val="00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C16ADC1F-0136-2336-1567-290D6308B337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C16ADC1F-0136-2336-1567-290D6308B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TextBox 15">
              <a:extLst>
                <a:ext uri="{FF2B5EF4-FFF2-40B4-BE49-F238E27FC236}">
                  <a16:creationId xmlns:a16="http://schemas.microsoft.com/office/drawing/2014/main" id="{D8E84B92-8A29-36EE-AF56-B9E1989577BA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100</a:t>
              </a:r>
            </a:p>
          </p:txBody>
        </p:sp>
      </p:grp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CFC7819E-1CE2-3D19-FE10-D7863994095B}"/>
              </a:ext>
            </a:extLst>
          </p:cNvPr>
          <p:cNvGrpSpPr/>
          <p:nvPr/>
        </p:nvGrpSpPr>
        <p:grpSpPr>
          <a:xfrm>
            <a:off x="973123" y="4953589"/>
            <a:ext cx="1392515" cy="400110"/>
            <a:chOff x="3012629" y="3215653"/>
            <a:chExt cx="1392515" cy="400110"/>
          </a:xfrm>
        </p:grpSpPr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C5B64E74-1F31-7BCD-2195-03D6CDF89E2C}"/>
                </a:ext>
              </a:extLst>
            </p:cNvPr>
            <p:cNvSpPr txBox="1"/>
            <p:nvPr/>
          </p:nvSpPr>
          <p:spPr>
            <a:xfrm>
              <a:off x="3012629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zh-HK" altLang="en-US" sz="2000" dirty="0">
                <a:solidFill>
                  <a:srgbClr val="FF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AC6C7813-99FB-ACE6-D5D9-D6102E863747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AC6C7813-99FB-ACE6-D5D9-D6102E863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TextBox 15">
              <a:extLst>
                <a:ext uri="{FF2B5EF4-FFF2-40B4-BE49-F238E27FC236}">
                  <a16:creationId xmlns:a16="http://schemas.microsoft.com/office/drawing/2014/main" id="{45FB1306-646C-2E4A-6716-BECC19173537}"/>
                </a:ext>
              </a:extLst>
            </p:cNvPr>
            <p:cNvSpPr txBox="1"/>
            <p:nvPr/>
          </p:nvSpPr>
          <p:spPr>
            <a:xfrm>
              <a:off x="3503712" y="3215653"/>
              <a:ext cx="901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1000</a:t>
              </a:r>
            </a:p>
          </p:txBody>
        </p:sp>
      </p:grpSp>
      <p:sp>
        <p:nvSpPr>
          <p:cNvPr id="71" name="TextBox 15">
            <a:extLst>
              <a:ext uri="{FF2B5EF4-FFF2-40B4-BE49-F238E27FC236}">
                <a16:creationId xmlns:a16="http://schemas.microsoft.com/office/drawing/2014/main" id="{3D1B6509-577F-5085-E0A5-93E38A142AC2}"/>
              </a:ext>
            </a:extLst>
          </p:cNvPr>
          <p:cNvSpPr txBox="1"/>
          <p:nvPr/>
        </p:nvSpPr>
        <p:spPr>
          <a:xfrm>
            <a:off x="3589694" y="3997741"/>
            <a:ext cx="1548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End of 1</a:t>
            </a:r>
            <a:r>
              <a:rPr lang="en-US" altLang="zh-HK" sz="2000" b="1" baseline="300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st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A1772B47-6F47-0597-BC41-B589609F12D5}"/>
              </a:ext>
            </a:extLst>
          </p:cNvPr>
          <p:cNvGrpSpPr/>
          <p:nvPr/>
        </p:nvGrpSpPr>
        <p:grpSpPr>
          <a:xfrm>
            <a:off x="3667522" y="4953589"/>
            <a:ext cx="1392515" cy="400110"/>
            <a:chOff x="3012629" y="3215653"/>
            <a:chExt cx="1392515" cy="400110"/>
          </a:xfrm>
        </p:grpSpPr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3CA5BADC-A1EB-A8A2-6902-8488198002FD}"/>
                </a:ext>
              </a:extLst>
            </p:cNvPr>
            <p:cNvSpPr txBox="1"/>
            <p:nvPr/>
          </p:nvSpPr>
          <p:spPr>
            <a:xfrm>
              <a:off x="3012629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zh-HK" altLang="en-US" sz="2000" dirty="0">
                <a:solidFill>
                  <a:srgbClr val="FF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089DD876-8B82-7450-2DFF-37CC98145952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089DD876-8B82-7450-2DFF-37CC981459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TextBox 15">
              <a:extLst>
                <a:ext uri="{FF2B5EF4-FFF2-40B4-BE49-F238E27FC236}">
                  <a16:creationId xmlns:a16="http://schemas.microsoft.com/office/drawing/2014/main" id="{78A18221-DB7D-9217-192B-8D0B25BDCDBE}"/>
                </a:ext>
              </a:extLst>
            </p:cNvPr>
            <p:cNvSpPr txBox="1"/>
            <p:nvPr/>
          </p:nvSpPr>
          <p:spPr>
            <a:xfrm>
              <a:off x="3503712" y="3215653"/>
              <a:ext cx="901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1000</a:t>
              </a:r>
            </a:p>
          </p:txBody>
        </p:sp>
      </p:grp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D1F62209-6A83-53B7-8A61-D290D04011B1}"/>
              </a:ext>
            </a:extLst>
          </p:cNvPr>
          <p:cNvCxnSpPr>
            <a:cxnSpLocks/>
          </p:cNvCxnSpPr>
          <p:nvPr/>
        </p:nvCxnSpPr>
        <p:spPr>
          <a:xfrm>
            <a:off x="5169332" y="4308100"/>
            <a:ext cx="1296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DA770909-749D-B08E-9B83-10CB7BD39B89}"/>
              </a:ext>
            </a:extLst>
          </p:cNvPr>
          <p:cNvGrpSpPr/>
          <p:nvPr/>
        </p:nvGrpSpPr>
        <p:grpSpPr>
          <a:xfrm>
            <a:off x="5169252" y="3907990"/>
            <a:ext cx="1248499" cy="400110"/>
            <a:chOff x="3047301" y="3215653"/>
            <a:chExt cx="1248499" cy="400110"/>
          </a:xfrm>
        </p:grpSpPr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A89B7C9-7DD9-4C9C-98A5-54DB6BE3151C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endParaRPr lang="zh-HK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1CCCCEAE-3F8F-1467-232D-3F78E25597EF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1CCCCEAE-3F8F-1467-232D-3F78E2559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TextBox 15">
              <a:extLst>
                <a:ext uri="{FF2B5EF4-FFF2-40B4-BE49-F238E27FC236}">
                  <a16:creationId xmlns:a16="http://schemas.microsoft.com/office/drawing/2014/main" id="{D3198DFA-D6E9-18CF-E130-D2E17CD7A4C7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10%</a:t>
              </a:r>
            </a:p>
          </p:txBody>
        </p:sp>
      </p:grp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41CF6F97-90A2-4F59-7E58-188091EEB63C}"/>
              </a:ext>
            </a:extLst>
          </p:cNvPr>
          <p:cNvGrpSpPr/>
          <p:nvPr/>
        </p:nvGrpSpPr>
        <p:grpSpPr>
          <a:xfrm>
            <a:off x="5169252" y="4308100"/>
            <a:ext cx="1248499" cy="400110"/>
            <a:chOff x="3047301" y="3215653"/>
            <a:chExt cx="1248499" cy="400110"/>
          </a:xfrm>
        </p:grpSpPr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596266F7-DC68-08CE-32B7-18673C3BA3CB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I</a:t>
              </a:r>
              <a:endParaRPr lang="zh-HK" altLang="en-US" sz="2000" dirty="0">
                <a:solidFill>
                  <a:srgbClr val="00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A309BACB-43D4-0D29-6C16-18A059F3100B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A309BACB-43D4-0D29-6C16-18A059F31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TextBox 15">
              <a:extLst>
                <a:ext uri="{FF2B5EF4-FFF2-40B4-BE49-F238E27FC236}">
                  <a16:creationId xmlns:a16="http://schemas.microsoft.com/office/drawing/2014/main" id="{56B55807-FD02-65B2-45A3-DDDD4D3B2AD5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110</a:t>
              </a:r>
            </a:p>
          </p:txBody>
        </p:sp>
      </p:grpSp>
      <p:sp>
        <p:nvSpPr>
          <p:cNvPr id="85" name="TextBox 15">
            <a:extLst>
              <a:ext uri="{FF2B5EF4-FFF2-40B4-BE49-F238E27FC236}">
                <a16:creationId xmlns:a16="http://schemas.microsoft.com/office/drawing/2014/main" id="{26481AB3-A4FC-C425-B859-6E5843130758}"/>
              </a:ext>
            </a:extLst>
          </p:cNvPr>
          <p:cNvSpPr txBox="1"/>
          <p:nvPr/>
        </p:nvSpPr>
        <p:spPr>
          <a:xfrm>
            <a:off x="6417751" y="4000324"/>
            <a:ext cx="1548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End of 2</a:t>
            </a:r>
            <a:r>
              <a:rPr lang="en-US" altLang="zh-HK" sz="2000" b="1" baseline="300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nd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 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3B4D6ACE-D587-1F43-8CD6-442BBEC9AA54}"/>
              </a:ext>
            </a:extLst>
          </p:cNvPr>
          <p:cNvGrpSpPr/>
          <p:nvPr/>
        </p:nvGrpSpPr>
        <p:grpSpPr>
          <a:xfrm>
            <a:off x="6495579" y="4956172"/>
            <a:ext cx="1392515" cy="400110"/>
            <a:chOff x="3012629" y="3215653"/>
            <a:chExt cx="1392515" cy="400110"/>
          </a:xfrm>
        </p:grpSpPr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9503B031-F6D0-F146-F99A-162D172F9A55}"/>
                </a:ext>
              </a:extLst>
            </p:cNvPr>
            <p:cNvSpPr txBox="1"/>
            <p:nvPr/>
          </p:nvSpPr>
          <p:spPr>
            <a:xfrm>
              <a:off x="3012629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zh-HK" altLang="en-US" sz="2000" dirty="0">
                <a:solidFill>
                  <a:srgbClr val="FF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54AF073-8745-549F-C9F3-D0F3A5AE7E35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54AF073-8745-549F-C9F3-D0F3A5AE7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B16A1310-69F0-A078-7E5D-1278C49EC978}"/>
                </a:ext>
              </a:extLst>
            </p:cNvPr>
            <p:cNvSpPr txBox="1"/>
            <p:nvPr/>
          </p:nvSpPr>
          <p:spPr>
            <a:xfrm>
              <a:off x="3503712" y="3215653"/>
              <a:ext cx="901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1100</a:t>
              </a:r>
            </a:p>
          </p:txBody>
        </p:sp>
      </p:grp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FB5318BC-B717-763E-7DD0-142992DD4949}"/>
              </a:ext>
            </a:extLst>
          </p:cNvPr>
          <p:cNvCxnSpPr>
            <a:cxnSpLocks/>
          </p:cNvCxnSpPr>
          <p:nvPr/>
        </p:nvCxnSpPr>
        <p:spPr>
          <a:xfrm>
            <a:off x="7997389" y="4305517"/>
            <a:ext cx="1296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EFC2A4BE-F96D-FE67-868E-FB553B94A661}"/>
              </a:ext>
            </a:extLst>
          </p:cNvPr>
          <p:cNvGrpSpPr/>
          <p:nvPr/>
        </p:nvGrpSpPr>
        <p:grpSpPr>
          <a:xfrm>
            <a:off x="7997309" y="3905407"/>
            <a:ext cx="1248499" cy="400110"/>
            <a:chOff x="3047301" y="3215653"/>
            <a:chExt cx="1248499" cy="400110"/>
          </a:xfrm>
        </p:grpSpPr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E415B21C-70E6-4EC2-FB8C-CFEA3791E2F3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endParaRPr lang="zh-HK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73C334F6-C3A4-AA31-ADD1-F2ECBCA58CFB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73C334F6-C3A4-AA31-ADD1-F2ECBCA58C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TextBox 15">
              <a:extLst>
                <a:ext uri="{FF2B5EF4-FFF2-40B4-BE49-F238E27FC236}">
                  <a16:creationId xmlns:a16="http://schemas.microsoft.com/office/drawing/2014/main" id="{F4D6A3E9-9F5C-DAEC-C12F-468894826517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10%</a:t>
              </a:r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6FABE02E-2209-D5F6-79CC-E0196C1A452B}"/>
              </a:ext>
            </a:extLst>
          </p:cNvPr>
          <p:cNvGrpSpPr/>
          <p:nvPr/>
        </p:nvGrpSpPr>
        <p:grpSpPr>
          <a:xfrm>
            <a:off x="7997309" y="4305517"/>
            <a:ext cx="1248499" cy="400110"/>
            <a:chOff x="3047301" y="3215653"/>
            <a:chExt cx="1248499" cy="400110"/>
          </a:xfrm>
        </p:grpSpPr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6EB38315-8BD7-4F6E-5CFB-28A4699A1FED}"/>
                </a:ext>
              </a:extLst>
            </p:cNvPr>
            <p:cNvSpPr txBox="1"/>
            <p:nvPr/>
          </p:nvSpPr>
          <p:spPr>
            <a:xfrm>
              <a:off x="3047301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I</a:t>
              </a:r>
              <a:endParaRPr lang="zh-HK" altLang="en-US" sz="2000" dirty="0">
                <a:solidFill>
                  <a:srgbClr val="00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94F63339-F9C2-4DF9-4682-044CB6AC7E5B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94F63339-F9C2-4DF9-4682-044CB6AC7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TextBox 15">
              <a:extLst>
                <a:ext uri="{FF2B5EF4-FFF2-40B4-BE49-F238E27FC236}">
                  <a16:creationId xmlns:a16="http://schemas.microsoft.com/office/drawing/2014/main" id="{4C2051B0-CFBD-55F3-0D3B-488A0EE277C8}"/>
                </a:ext>
              </a:extLst>
            </p:cNvPr>
            <p:cNvSpPr txBox="1"/>
            <p:nvPr/>
          </p:nvSpPr>
          <p:spPr>
            <a:xfrm>
              <a:off x="3503712" y="3215653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121</a:t>
              </a:r>
            </a:p>
          </p:txBody>
        </p:sp>
      </p:grpSp>
      <p:sp>
        <p:nvSpPr>
          <p:cNvPr id="99" name="TextBox 15">
            <a:extLst>
              <a:ext uri="{FF2B5EF4-FFF2-40B4-BE49-F238E27FC236}">
                <a16:creationId xmlns:a16="http://schemas.microsoft.com/office/drawing/2014/main" id="{ED821086-42C5-BEA5-58A7-A548024EFDC9}"/>
              </a:ext>
            </a:extLst>
          </p:cNvPr>
          <p:cNvSpPr txBox="1"/>
          <p:nvPr/>
        </p:nvSpPr>
        <p:spPr>
          <a:xfrm>
            <a:off x="9245808" y="3997741"/>
            <a:ext cx="1548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End of 3</a:t>
            </a:r>
            <a:r>
              <a:rPr lang="en-US" altLang="zh-HK" sz="2000" b="1" baseline="300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rd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 year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38EE6D40-9D6B-7556-98E9-D9933B426718}"/>
              </a:ext>
            </a:extLst>
          </p:cNvPr>
          <p:cNvGrpSpPr/>
          <p:nvPr/>
        </p:nvGrpSpPr>
        <p:grpSpPr>
          <a:xfrm>
            <a:off x="9323636" y="4953589"/>
            <a:ext cx="1392515" cy="400110"/>
            <a:chOff x="3012629" y="3215653"/>
            <a:chExt cx="1392515" cy="400110"/>
          </a:xfrm>
        </p:grpSpPr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122496BB-9CF5-C366-D5F8-8868A29E9578}"/>
                </a:ext>
              </a:extLst>
            </p:cNvPr>
            <p:cNvSpPr txBox="1"/>
            <p:nvPr/>
          </p:nvSpPr>
          <p:spPr>
            <a:xfrm>
              <a:off x="3012629" y="3215653"/>
              <a:ext cx="312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zh-HK" altLang="en-US" sz="2000" dirty="0">
                <a:solidFill>
                  <a:srgbClr val="FF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925573F6-AE3E-6718-F4E9-A71D27D9F477}"/>
                    </a:ext>
                  </a:extLst>
                </p:cNvPr>
                <p:cNvSpPr txBox="1"/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925573F6-AE3E-6718-F4E9-A71D27D9F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688" y="3215653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TextBox 15">
              <a:extLst>
                <a:ext uri="{FF2B5EF4-FFF2-40B4-BE49-F238E27FC236}">
                  <a16:creationId xmlns:a16="http://schemas.microsoft.com/office/drawing/2014/main" id="{D1E5F338-E080-E0AE-8732-06B975763BD3}"/>
                </a:ext>
              </a:extLst>
            </p:cNvPr>
            <p:cNvSpPr txBox="1"/>
            <p:nvPr/>
          </p:nvSpPr>
          <p:spPr>
            <a:xfrm>
              <a:off x="3503712" y="3215653"/>
              <a:ext cx="901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1210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FAB7B4E2-8F73-7F91-7637-A25DCEA84103}"/>
                  </a:ext>
                </a:extLst>
              </p:cNvPr>
              <p:cNvSpPr txBox="1"/>
              <p:nvPr/>
            </p:nvSpPr>
            <p:spPr>
              <a:xfrm>
                <a:off x="4893817" y="49287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FAB7B4E2-8F73-7F91-7637-A25DCEA84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817" y="4928753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041647FF-3822-B70C-62A7-B4F2CE9410A8}"/>
              </a:ext>
            </a:extLst>
          </p:cNvPr>
          <p:cNvSpPr txBox="1"/>
          <p:nvPr/>
        </p:nvSpPr>
        <p:spPr>
          <a:xfrm>
            <a:off x="5137866" y="4953589"/>
            <a:ext cx="71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25AD6DC6-361C-6E89-D195-532F1E3B2FC5}"/>
                  </a:ext>
                </a:extLst>
              </p:cNvPr>
              <p:cNvSpPr txBox="1"/>
              <p:nvPr/>
            </p:nvSpPr>
            <p:spPr>
              <a:xfrm>
                <a:off x="3942581" y="53785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25AD6DC6-361C-6E89-D195-532F1E3B2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81" y="5378535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04F9141D-9BD0-9B05-C2D5-694DECE7C4F8}"/>
              </a:ext>
            </a:extLst>
          </p:cNvPr>
          <p:cNvSpPr txBox="1"/>
          <p:nvPr/>
        </p:nvSpPr>
        <p:spPr>
          <a:xfrm>
            <a:off x="4171852" y="5374187"/>
            <a:ext cx="901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E53B6BB9-2AF6-F06D-91F2-F087CE1A7939}"/>
                  </a:ext>
                </a:extLst>
              </p:cNvPr>
              <p:cNvSpPr txBox="1"/>
              <p:nvPr/>
            </p:nvSpPr>
            <p:spPr>
              <a:xfrm>
                <a:off x="7749935" y="49287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E53B6BB9-2AF6-F06D-91F2-F087CE1A7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935" y="4928753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9066B034-FCB2-FB67-070C-A22E5229F7FB}"/>
              </a:ext>
            </a:extLst>
          </p:cNvPr>
          <p:cNvSpPr txBox="1"/>
          <p:nvPr/>
        </p:nvSpPr>
        <p:spPr>
          <a:xfrm>
            <a:off x="7993984" y="4953589"/>
            <a:ext cx="71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61167821-E0AA-6A5E-08C6-FBD67A3DF836}"/>
                  </a:ext>
                </a:extLst>
              </p:cNvPr>
              <p:cNvSpPr txBox="1"/>
              <p:nvPr/>
            </p:nvSpPr>
            <p:spPr>
              <a:xfrm>
                <a:off x="6777174" y="54085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61167821-E0AA-6A5E-08C6-FBD67A3DF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174" y="5408537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459D0754-3C07-C382-2975-0E5AFE4049D9}"/>
              </a:ext>
            </a:extLst>
          </p:cNvPr>
          <p:cNvSpPr txBox="1"/>
          <p:nvPr/>
        </p:nvSpPr>
        <p:spPr>
          <a:xfrm>
            <a:off x="7006445" y="5404189"/>
            <a:ext cx="901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1210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558028FC-3134-FD4C-60FC-9F3B2E00B677}"/>
                  </a:ext>
                </a:extLst>
              </p:cNvPr>
              <p:cNvSpPr txBox="1"/>
              <p:nvPr/>
            </p:nvSpPr>
            <p:spPr>
              <a:xfrm>
                <a:off x="10549931" y="49287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558028FC-3134-FD4C-60FC-9F3B2E00B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931" y="4928753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9EEF5D59-D8D9-242F-7311-4765F50A8132}"/>
              </a:ext>
            </a:extLst>
          </p:cNvPr>
          <p:cNvSpPr txBox="1"/>
          <p:nvPr/>
        </p:nvSpPr>
        <p:spPr>
          <a:xfrm>
            <a:off x="10793980" y="4953589"/>
            <a:ext cx="71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C34452BD-803E-AB8E-D388-42E41705354A}"/>
                  </a:ext>
                </a:extLst>
              </p:cNvPr>
              <p:cNvSpPr txBox="1"/>
              <p:nvPr/>
            </p:nvSpPr>
            <p:spPr>
              <a:xfrm>
                <a:off x="9609527" y="53811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C34452BD-803E-AB8E-D388-42E417053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527" y="538111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B52BC325-9E3B-C5EA-9529-D6022BECE848}"/>
              </a:ext>
            </a:extLst>
          </p:cNvPr>
          <p:cNvSpPr txBox="1"/>
          <p:nvPr/>
        </p:nvSpPr>
        <p:spPr>
          <a:xfrm>
            <a:off x="9838798" y="5376770"/>
            <a:ext cx="901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1331</a:t>
            </a:r>
          </a:p>
        </p:txBody>
      </p:sp>
      <p:pic>
        <p:nvPicPr>
          <p:cNvPr id="117" name="圖片 116">
            <a:extLst>
              <a:ext uri="{FF2B5EF4-FFF2-40B4-BE49-F238E27FC236}">
                <a16:creationId xmlns:a16="http://schemas.microsoft.com/office/drawing/2014/main" id="{B1396BF3-CA63-79F4-A2EA-35F82A6E711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33384" y="5827456"/>
            <a:ext cx="3542857" cy="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0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23" grpId="0"/>
      <p:bldP spid="37" grpId="0"/>
      <p:bldP spid="51" grpId="0"/>
      <p:bldP spid="56" grpId="0"/>
      <p:bldP spid="57" grpId="0"/>
      <p:bldP spid="71" grpId="0"/>
      <p:bldP spid="85" grpId="0"/>
      <p:bldP spid="99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447B87D-1251-1623-746A-983E74C54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16632"/>
            <a:ext cx="8409524" cy="1495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9F4A9D0D-D69D-1B8F-DEB6-73611C52A463}"/>
                  </a:ext>
                </a:extLst>
              </p14:cNvPr>
              <p14:cNvContentPartPr/>
              <p14:nvPr/>
            </p14:nvContentPartPr>
            <p14:xfrm>
              <a:off x="623392" y="548680"/>
              <a:ext cx="1800200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9F4A9D0D-D69D-1B8F-DEB6-73611C52A4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9364" y="-13167020"/>
                <a:ext cx="190789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1E535D62-1543-3E5C-59D1-9CD502757DF5}"/>
                  </a:ext>
                </a:extLst>
              </p14:cNvPr>
              <p14:cNvContentPartPr/>
              <p14:nvPr/>
            </p14:nvContentPartPr>
            <p14:xfrm>
              <a:off x="2711624" y="548680"/>
              <a:ext cx="1008112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1E535D62-1543-3E5C-59D1-9CD502757D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7618" y="-13167020"/>
                <a:ext cx="111576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3609B42F-7348-5349-0C09-FCC3281AD1C5}"/>
                  </a:ext>
                </a:extLst>
              </p14:cNvPr>
              <p14:cNvContentPartPr/>
              <p14:nvPr/>
            </p14:nvContentPartPr>
            <p14:xfrm>
              <a:off x="4367808" y="548680"/>
              <a:ext cx="1728192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3609B42F-7348-5349-0C09-FCC3281AD1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13779" y="-13167020"/>
                <a:ext cx="183588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D374247E-E1C9-5E9A-AEF3-D8BA23F99585}"/>
                  </a:ext>
                </a:extLst>
              </p14:cNvPr>
              <p14:cNvContentPartPr/>
              <p14:nvPr/>
            </p14:nvContentPartPr>
            <p14:xfrm>
              <a:off x="645613" y="1151033"/>
              <a:ext cx="1800200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D374247E-E1C9-5E9A-AEF3-D8BA23F995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1585" y="-12564667"/>
                <a:ext cx="190789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22653171-8286-543C-E399-2CBF703EC5C8}"/>
                  </a:ext>
                </a:extLst>
              </p14:cNvPr>
              <p14:cNvContentPartPr/>
              <p14:nvPr/>
            </p14:nvContentPartPr>
            <p14:xfrm>
              <a:off x="2733844" y="1151033"/>
              <a:ext cx="1129907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22653171-8286-543C-E399-2CBF703EC5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79833" y="-12564667"/>
                <a:ext cx="123756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913FB120-71EA-3321-B1B2-BC95E33EAA9D}"/>
                  </a:ext>
                </a:extLst>
              </p14:cNvPr>
              <p14:cNvContentPartPr/>
              <p14:nvPr/>
            </p14:nvContentPartPr>
            <p14:xfrm>
              <a:off x="4390029" y="1151033"/>
              <a:ext cx="1728192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913FB120-71EA-3321-B1B2-BC95E33EAA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36000" y="-12564667"/>
                <a:ext cx="183588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9C31FC17-0823-DD2E-0C6D-5D46CEB75951}"/>
                  </a:ext>
                </a:extLst>
              </p14:cNvPr>
              <p14:cNvContentPartPr/>
              <p14:nvPr/>
            </p14:nvContentPartPr>
            <p14:xfrm>
              <a:off x="6456040" y="1151033"/>
              <a:ext cx="2088232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9C31FC17-0823-DD2E-0C6D-5D46CEB7595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02015" y="-12564667"/>
                <a:ext cx="219592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5">
            <a:extLst>
              <a:ext uri="{FF2B5EF4-FFF2-40B4-BE49-F238E27FC236}">
                <a16:creationId xmlns:a16="http://schemas.microsoft.com/office/drawing/2014/main" id="{4E57367B-F330-F986-77C4-0BB73B3F3ADD}"/>
              </a:ext>
            </a:extLst>
          </p:cNvPr>
          <p:cNvSpPr txBox="1"/>
          <p:nvPr/>
        </p:nvSpPr>
        <p:spPr>
          <a:xfrm>
            <a:off x="479376" y="1843863"/>
            <a:ext cx="261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Interest in case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</a:t>
            </a:r>
            <a:endParaRPr lang="zh-TW" altLang="en-US" sz="2000" b="1" dirty="0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9DA4D7C-2153-0A0B-A3FE-727A6835B63C}"/>
                  </a:ext>
                </a:extLst>
              </p:cNvPr>
              <p:cNvSpPr txBox="1"/>
              <p:nvPr/>
            </p:nvSpPr>
            <p:spPr>
              <a:xfrm>
                <a:off x="2984102" y="18310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9DA4D7C-2153-0A0B-A3FE-727A6835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102" y="1831043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3357443C-42BF-7F80-5022-DB108486A30F}"/>
                  </a:ext>
                </a:extLst>
              </p14:cNvPr>
              <p14:cNvContentPartPr/>
              <p14:nvPr/>
            </p14:nvContentPartPr>
            <p14:xfrm>
              <a:off x="623392" y="241358"/>
              <a:ext cx="2466803" cy="45719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3357443C-42BF-7F80-5022-DB108486A30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9367" y="-13474342"/>
                <a:ext cx="257449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A105F766-0A74-83FF-EC9F-DF323B9E39D0}"/>
                  </a:ext>
                </a:extLst>
              </p14:cNvPr>
              <p14:cNvContentPartPr/>
              <p14:nvPr/>
            </p14:nvContentPartPr>
            <p14:xfrm>
              <a:off x="645613" y="863001"/>
              <a:ext cx="2858100" cy="45719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A105F766-0A74-83FF-EC9F-DF323B9E39D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91585" y="-12852699"/>
                <a:ext cx="296579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2B1879CB-4EAD-53E3-D7C4-BFCA90D47505}"/>
              </a:ext>
            </a:extLst>
          </p:cNvPr>
          <p:cNvSpPr txBox="1"/>
          <p:nvPr/>
        </p:nvSpPr>
        <p:spPr>
          <a:xfrm>
            <a:off x="3279790" y="1846735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E10C66B-2A00-0DAB-7C33-16298F1ED277}"/>
                  </a:ext>
                </a:extLst>
              </p:cNvPr>
              <p:cNvSpPr txBox="1"/>
              <p:nvPr/>
            </p:nvSpPr>
            <p:spPr>
              <a:xfrm>
                <a:off x="4229427" y="18350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E10C66B-2A00-0DAB-7C33-16298F1E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427" y="183504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B24F3450-1B87-67D6-E893-3EA7D3C56FBD}"/>
              </a:ext>
            </a:extLst>
          </p:cNvPr>
          <p:cNvSpPr txBox="1"/>
          <p:nvPr/>
        </p:nvSpPr>
        <p:spPr>
          <a:xfrm>
            <a:off x="4469865" y="1846735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4%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C99A7F12-3D2D-C2AB-85CB-0CCBA11DE7A8}"/>
                  </a:ext>
                </a:extLst>
              </p:cNvPr>
              <p:cNvSpPr txBox="1"/>
              <p:nvPr/>
            </p:nvSpPr>
            <p:spPr>
              <a:xfrm>
                <a:off x="4905637" y="18326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C99A7F12-3D2D-C2AB-85CB-0CCBA11DE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37" y="183263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9">
            <a:extLst>
              <a:ext uri="{FF2B5EF4-FFF2-40B4-BE49-F238E27FC236}">
                <a16:creationId xmlns:a16="http://schemas.microsoft.com/office/drawing/2014/main" id="{9D25CD6E-C9FA-D40A-B386-A6E4616DAF53}"/>
              </a:ext>
            </a:extLst>
          </p:cNvPr>
          <p:cNvGrpSpPr/>
          <p:nvPr/>
        </p:nvGrpSpPr>
        <p:grpSpPr>
          <a:xfrm>
            <a:off x="5198007" y="1646680"/>
            <a:ext cx="536640" cy="786012"/>
            <a:chOff x="2807115" y="4663125"/>
            <a:chExt cx="536640" cy="786012"/>
          </a:xfrm>
        </p:grpSpPr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8514EBB7-55BF-DB05-79F1-67F5865460AD}"/>
                </a:ext>
              </a:extLst>
            </p:cNvPr>
            <p:cNvSpPr txBox="1"/>
            <p:nvPr/>
          </p:nvSpPr>
          <p:spPr>
            <a:xfrm>
              <a:off x="2812840" y="4663125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26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93B46327-45DE-4FBF-DEB3-02D62CC5488B}"/>
                </a:ext>
              </a:extLst>
            </p:cNvPr>
            <p:cNvGrpSpPr/>
            <p:nvPr/>
          </p:nvGrpSpPr>
          <p:grpSpPr>
            <a:xfrm>
              <a:off x="2807115" y="5034454"/>
              <a:ext cx="530915" cy="414683"/>
              <a:chOff x="2807115" y="5034454"/>
              <a:chExt cx="530915" cy="414683"/>
            </a:xfrm>
          </p:grpSpPr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3F7B6F97-B531-5517-D42D-FEEEB61B4D0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48EDDA36-2BF7-22B0-413A-A141990C4D76}"/>
                  </a:ext>
                </a:extLst>
              </p:cNvPr>
              <p:cNvSpPr txBox="1"/>
              <p:nvPr/>
            </p:nvSpPr>
            <p:spPr>
              <a:xfrm>
                <a:off x="2807115" y="5049027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16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E2EA767-A2FC-7B4B-4DC9-8A489F2B48D0}"/>
                  </a:ext>
                </a:extLst>
              </p:cNvPr>
              <p:cNvSpPr txBox="1"/>
              <p:nvPr/>
            </p:nvSpPr>
            <p:spPr>
              <a:xfrm>
                <a:off x="2984102" y="24928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E2EA767-A2FC-7B4B-4DC9-8A489F2B4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102" y="2492896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878CDC17-10EA-39AB-8542-0FAAD6388E19}"/>
              </a:ext>
            </a:extLst>
          </p:cNvPr>
          <p:cNvSpPr txBox="1"/>
          <p:nvPr/>
        </p:nvSpPr>
        <p:spPr>
          <a:xfrm>
            <a:off x="3289066" y="2496381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$2600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BD040385-87B4-5936-4628-EFF66129050F}"/>
              </a:ext>
            </a:extLst>
          </p:cNvPr>
          <p:cNvSpPr txBox="1"/>
          <p:nvPr/>
        </p:nvSpPr>
        <p:spPr>
          <a:xfrm>
            <a:off x="479375" y="3111678"/>
            <a:ext cx="261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Interest in case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2</a:t>
            </a:r>
            <a:endParaRPr lang="zh-TW" altLang="en-US" sz="20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7A67D1C4-3F6A-8EE6-60BD-0893AC01E364}"/>
                  </a:ext>
                </a:extLst>
              </p:cNvPr>
              <p:cNvSpPr txBox="1"/>
              <p:nvPr/>
            </p:nvSpPr>
            <p:spPr>
              <a:xfrm>
                <a:off x="2978410" y="30988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7A67D1C4-3F6A-8EE6-60BD-0893AC01E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410" y="3098858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949420AD-7FA5-F366-37C3-3523C351A973}"/>
              </a:ext>
            </a:extLst>
          </p:cNvPr>
          <p:cNvSpPr txBox="1"/>
          <p:nvPr/>
        </p:nvSpPr>
        <p:spPr>
          <a:xfrm>
            <a:off x="3283263" y="3120748"/>
            <a:ext cx="1079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04E76C50-126D-271F-E8AF-F61133DD5123}"/>
                  </a:ext>
                </a:extLst>
              </p:cNvPr>
              <p:cNvSpPr txBox="1"/>
              <p:nvPr/>
            </p:nvSpPr>
            <p:spPr>
              <a:xfrm>
                <a:off x="4223792" y="31116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04E76C50-126D-271F-E8AF-F61133DD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792" y="3111678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30">
            <a:extLst>
              <a:ext uri="{FF2B5EF4-FFF2-40B4-BE49-F238E27FC236}">
                <a16:creationId xmlns:a16="http://schemas.microsoft.com/office/drawing/2014/main" id="{A307D20D-D52A-B285-A56C-F2FFEEC1D07E}"/>
              </a:ext>
            </a:extLst>
          </p:cNvPr>
          <p:cNvSpPr txBox="1"/>
          <p:nvPr/>
        </p:nvSpPr>
        <p:spPr>
          <a:xfrm>
            <a:off x="4471250" y="3127464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D141E1A-ED68-2490-8C93-C1BE0949B8D3}"/>
                  </a:ext>
                </a:extLst>
              </p:cNvPr>
              <p:cNvSpPr txBox="1"/>
              <p:nvPr/>
            </p:nvSpPr>
            <p:spPr>
              <a:xfrm>
                <a:off x="4774570" y="31116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D141E1A-ED68-2490-8C93-C1BE0949B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570" y="311167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3AFDB87-312E-DE7B-C272-746215B7E4A6}"/>
              </a:ext>
            </a:extLst>
          </p:cNvPr>
          <p:cNvCxnSpPr>
            <a:cxnSpLocks/>
          </p:cNvCxnSpPr>
          <p:nvPr/>
        </p:nvCxnSpPr>
        <p:spPr>
          <a:xfrm flipV="1">
            <a:off x="5122829" y="3306279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15">
            <a:extLst>
              <a:ext uri="{FF2B5EF4-FFF2-40B4-BE49-F238E27FC236}">
                <a16:creationId xmlns:a16="http://schemas.microsoft.com/office/drawing/2014/main" id="{40F5B69C-4D51-7A36-2229-3164B13DF2D7}"/>
              </a:ext>
            </a:extLst>
          </p:cNvPr>
          <p:cNvSpPr txBox="1"/>
          <p:nvPr/>
        </p:nvSpPr>
        <p:spPr>
          <a:xfrm>
            <a:off x="4979929" y="2953896"/>
            <a:ext cx="82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2.5%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1ED3AF73-41B9-7240-C09D-61E7EA9D7D06}"/>
              </a:ext>
            </a:extLst>
          </p:cNvPr>
          <p:cNvSpPr txBox="1"/>
          <p:nvPr/>
        </p:nvSpPr>
        <p:spPr>
          <a:xfrm>
            <a:off x="5097507" y="3311733"/>
            <a:ext cx="56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6A8B816-0E5C-CF08-2CD7-541CF6265E29}"/>
              </a:ext>
            </a:extLst>
          </p:cNvPr>
          <p:cNvSpPr txBox="1"/>
          <p:nvPr/>
        </p:nvSpPr>
        <p:spPr>
          <a:xfrm>
            <a:off x="5628217" y="3139073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07DF408-B2F8-DCBB-FC75-F15B233716F3}"/>
              </a:ext>
            </a:extLst>
          </p:cNvPr>
          <p:cNvSpPr txBox="1"/>
          <p:nvPr/>
        </p:nvSpPr>
        <p:spPr>
          <a:xfrm>
            <a:off x="5702059" y="2994609"/>
            <a:ext cx="508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1.5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DFF83FA-3B5F-D668-6425-409E5143C4DA}"/>
                  </a:ext>
                </a:extLst>
              </p:cNvPr>
              <p:cNvSpPr txBox="1"/>
              <p:nvPr/>
            </p:nvSpPr>
            <p:spPr>
              <a:xfrm>
                <a:off x="6023992" y="2989280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DFF83FA-3B5F-D668-6425-409E5143C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2989280"/>
                <a:ext cx="295688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8D4684B1-F81A-4C39-40DD-BC1484C6F85B}"/>
              </a:ext>
            </a:extLst>
          </p:cNvPr>
          <p:cNvSpPr txBox="1"/>
          <p:nvPr/>
        </p:nvSpPr>
        <p:spPr>
          <a:xfrm>
            <a:off x="6161524" y="2998502"/>
            <a:ext cx="438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12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1070400-0B59-F64D-7A05-21CB9F9EACAD}"/>
                  </a:ext>
                </a:extLst>
              </p:cNvPr>
              <p:cNvSpPr txBox="1"/>
              <p:nvPr/>
            </p:nvSpPr>
            <p:spPr>
              <a:xfrm>
                <a:off x="2978410" y="37118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1070400-0B59-F64D-7A05-21CB9F9EA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410" y="3711843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28650A3A-3183-8473-2313-8F0B3044A026}"/>
                  </a:ext>
                </a:extLst>
              </p:cNvPr>
              <p:cNvSpPr txBox="1"/>
              <p:nvPr/>
            </p:nvSpPr>
            <p:spPr>
              <a:xfrm>
                <a:off x="6430621" y="31169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28650A3A-3183-8473-2313-8F0B3044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621" y="3116943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15">
            <a:extLst>
              <a:ext uri="{FF2B5EF4-FFF2-40B4-BE49-F238E27FC236}">
                <a16:creationId xmlns:a16="http://schemas.microsoft.com/office/drawing/2014/main" id="{B7EFA6AD-9187-FD51-4E12-C6204216F12A}"/>
              </a:ext>
            </a:extLst>
          </p:cNvPr>
          <p:cNvSpPr txBox="1"/>
          <p:nvPr/>
        </p:nvSpPr>
        <p:spPr>
          <a:xfrm>
            <a:off x="6687576" y="3139073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30000</a:t>
            </a: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8999BEFC-12CD-87B6-CCEE-69A546CE1686}"/>
              </a:ext>
            </a:extLst>
          </p:cNvPr>
          <p:cNvGrpSpPr/>
          <p:nvPr/>
        </p:nvGrpSpPr>
        <p:grpSpPr>
          <a:xfrm>
            <a:off x="3298717" y="3724360"/>
            <a:ext cx="4582795" cy="406264"/>
            <a:chOff x="7248626" y="6480754"/>
            <a:chExt cx="4582795" cy="406264"/>
          </a:xfrm>
        </p:grpSpPr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187BF0E3-A67B-A609-D13D-605AE3E87BCA}"/>
                </a:ext>
              </a:extLst>
            </p:cNvPr>
            <p:cNvSpPr txBox="1"/>
            <p:nvPr/>
          </p:nvSpPr>
          <p:spPr>
            <a:xfrm>
              <a:off x="8389725" y="6486908"/>
              <a:ext cx="3441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cor. to nearest integer)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B4A7C6EB-A29A-17A6-883F-8C1C3AAB023D}"/>
                </a:ext>
              </a:extLst>
            </p:cNvPr>
            <p:cNvSpPr txBox="1"/>
            <p:nvPr/>
          </p:nvSpPr>
          <p:spPr>
            <a:xfrm>
              <a:off x="7248626" y="6480754"/>
              <a:ext cx="10502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rPr>
                <a:t>$1145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549D2A49-B0DA-B48A-83B3-3FA2BC5B3657}"/>
                  </a:ext>
                </a:extLst>
              </p:cNvPr>
              <p:cNvSpPr txBox="1"/>
              <p:nvPr/>
            </p:nvSpPr>
            <p:spPr>
              <a:xfrm>
                <a:off x="2987723" y="42882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549D2A49-B0DA-B48A-83B3-3FA2BC5B3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723" y="4288267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D5FBA8E5-99F3-FB1C-CFB7-C4C226CB46A8}"/>
              </a:ext>
            </a:extLst>
          </p:cNvPr>
          <p:cNvSpPr txBox="1"/>
          <p:nvPr/>
        </p:nvSpPr>
        <p:spPr>
          <a:xfrm>
            <a:off x="3298717" y="4288267"/>
            <a:ext cx="107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$2600</a:t>
            </a: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CB99282D-C649-BF97-BE26-9C90DF2F6236}"/>
              </a:ext>
            </a:extLst>
          </p:cNvPr>
          <p:cNvGrpSpPr/>
          <p:nvPr/>
        </p:nvGrpSpPr>
        <p:grpSpPr>
          <a:xfrm>
            <a:off x="479375" y="4898565"/>
            <a:ext cx="7079366" cy="410107"/>
            <a:chOff x="420004" y="4149080"/>
            <a:chExt cx="7079366" cy="410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01114342-584B-B471-BA4A-975EE23C8D48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C6722676-F618-C741-C587-D206AB1A7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6F0FAC1E-2D31-63A5-69D3-A2B67C04F9AD}"/>
                </a:ext>
              </a:extLst>
            </p:cNvPr>
            <p:cNvSpPr txBox="1"/>
            <p:nvPr/>
          </p:nvSpPr>
          <p:spPr>
            <a:xfrm>
              <a:off x="744386" y="4159077"/>
              <a:ext cx="67549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Simple interest in case 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provide more interest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37CBFF"/>
                  </a:solidFill>
                  <a:latin typeface="Lucida Calligraphy" panose="03010101010101010101" pitchFamily="66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070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6" grpId="0"/>
      <p:bldP spid="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E8F71C40-8AA1-DC9E-14CC-5842C5C78A9E}"/>
              </a:ext>
            </a:extLst>
          </p:cNvPr>
          <p:cNvGrpSpPr/>
          <p:nvPr/>
        </p:nvGrpSpPr>
        <p:grpSpPr>
          <a:xfrm>
            <a:off x="191344" y="116632"/>
            <a:ext cx="9867973" cy="1656184"/>
            <a:chOff x="191344" y="116632"/>
            <a:chExt cx="9867973" cy="1656184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1A421881-932D-F130-DA49-8A0520A6D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344" y="116632"/>
              <a:ext cx="8914286" cy="1495238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272C6C74-F994-C20B-B691-9355BA213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7888" y="897113"/>
              <a:ext cx="4971429" cy="87570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AE8DA263-18C8-594E-C1E2-9299EAEC4B5D}"/>
                  </a:ext>
                </a:extLst>
              </p14:cNvPr>
              <p14:cNvContentPartPr/>
              <p14:nvPr/>
            </p14:nvContentPartPr>
            <p14:xfrm>
              <a:off x="1991544" y="260648"/>
              <a:ext cx="432048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AE8DA263-18C8-594E-C1E2-9299EAEC4B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7538" y="-13455052"/>
                <a:ext cx="5397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E433132A-70C6-D023-5F88-E6768919A8FE}"/>
                  </a:ext>
                </a:extLst>
              </p14:cNvPr>
              <p14:cNvContentPartPr/>
              <p14:nvPr/>
            </p14:nvContentPartPr>
            <p14:xfrm>
              <a:off x="3719736" y="253347"/>
              <a:ext cx="360040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E433132A-70C6-D023-5F88-E6768919A8F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65784" y="-13462353"/>
                <a:ext cx="46758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3556E150-2DAB-98B7-5BC3-A3AE9B7D9B73}"/>
                  </a:ext>
                </a:extLst>
              </p14:cNvPr>
              <p14:cNvContentPartPr/>
              <p14:nvPr/>
            </p14:nvContentPartPr>
            <p14:xfrm>
              <a:off x="4583832" y="253347"/>
              <a:ext cx="1944216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3556E150-2DAB-98B7-5BC3-A3AE9B7D9B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29806" y="-13462353"/>
                <a:ext cx="20519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C7E127A0-5A16-EB16-F50B-05A52E8EFA08}"/>
                  </a:ext>
                </a:extLst>
              </p14:cNvPr>
              <p14:cNvContentPartPr/>
              <p14:nvPr/>
            </p14:nvContentPartPr>
            <p14:xfrm>
              <a:off x="6990186" y="248354"/>
              <a:ext cx="617982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C7E127A0-5A16-EB16-F50B-05A52E8EFA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36167" y="-13467346"/>
                <a:ext cx="72566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26D23BC3-26DC-5335-CC06-3912028D2C5E}"/>
                  </a:ext>
                </a:extLst>
              </p14:cNvPr>
              <p14:cNvContentPartPr/>
              <p14:nvPr/>
            </p14:nvContentPartPr>
            <p14:xfrm>
              <a:off x="5555940" y="690448"/>
              <a:ext cx="252028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26D23BC3-26DC-5335-CC06-3912028D2C5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02011" y="-13025252"/>
                <a:ext cx="35952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15425C4F-7F2C-2FEA-0667-11A7B70FEB45}"/>
                  </a:ext>
                </a:extLst>
              </p14:cNvPr>
              <p14:cNvContentPartPr/>
              <p14:nvPr/>
            </p14:nvContentPartPr>
            <p14:xfrm>
              <a:off x="6681194" y="711389"/>
              <a:ext cx="710949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15425C4F-7F2C-2FEA-0667-11A7B70FEB4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27171" y="-13004311"/>
                <a:ext cx="81863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92979700-A361-C6B5-3891-ADA004C67ED6}"/>
                  </a:ext>
                </a:extLst>
              </p14:cNvPr>
              <p14:cNvContentPartPr/>
              <p14:nvPr/>
            </p14:nvContentPartPr>
            <p14:xfrm>
              <a:off x="1377591" y="1151033"/>
              <a:ext cx="2756609" cy="45719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92979700-A361-C6B5-3891-ADA004C67ED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23575" y="-12564667"/>
                <a:ext cx="286428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EB95A626-4EC5-38A0-B020-F8A6DA89108D}"/>
                  </a:ext>
                </a:extLst>
              </p14:cNvPr>
              <p14:cNvContentPartPr/>
              <p14:nvPr/>
            </p14:nvContentPartPr>
            <p14:xfrm>
              <a:off x="1361568" y="1484784"/>
              <a:ext cx="990016" cy="45719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EB95A626-4EC5-38A0-B020-F8A6DA89108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07528" y="-12230916"/>
                <a:ext cx="109773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9A5646E1-629D-3843-F715-9F34F78A1A0B}"/>
              </a:ext>
            </a:extLst>
          </p:cNvPr>
          <p:cNvSpPr txBox="1"/>
          <p:nvPr/>
        </p:nvSpPr>
        <p:spPr>
          <a:xfrm>
            <a:off x="-7185" y="1890000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F71287D-4391-4997-07BE-3282CE85BD05}"/>
              </a:ext>
            </a:extLst>
          </p:cNvPr>
          <p:cNvSpPr txBox="1"/>
          <p:nvPr/>
        </p:nvSpPr>
        <p:spPr>
          <a:xfrm>
            <a:off x="479376" y="1874958"/>
            <a:ext cx="532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 Chris obtain from bank A</a:t>
            </a:r>
            <a:endParaRPr lang="zh-TW" altLang="en-US" sz="20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8DFFC42-82CD-074D-BC54-49C29F7F8225}"/>
                  </a:ext>
                </a:extLst>
              </p:cNvPr>
              <p:cNvSpPr txBox="1"/>
              <p:nvPr/>
            </p:nvSpPr>
            <p:spPr>
              <a:xfrm>
                <a:off x="537789" y="24493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8DFFC42-82CD-074D-BC54-49C29F7F8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89" y="2449313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20805DE2-AA84-71F2-9FD4-B2D68BB84C84}"/>
              </a:ext>
            </a:extLst>
          </p:cNvPr>
          <p:cNvSpPr txBox="1"/>
          <p:nvPr/>
        </p:nvSpPr>
        <p:spPr>
          <a:xfrm>
            <a:off x="833477" y="2463837"/>
            <a:ext cx="925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3121668-4509-BD35-33D9-F45E99C1D1E6}"/>
                  </a:ext>
                </a:extLst>
              </p:cNvPr>
              <p:cNvSpPr txBox="1"/>
              <p:nvPr/>
            </p:nvSpPr>
            <p:spPr>
              <a:xfrm>
                <a:off x="1608659" y="24547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3121668-4509-BD35-33D9-F45E99C1D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659" y="2454767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507E597E-972B-27D2-D85D-DF9A6AADBB03}"/>
              </a:ext>
            </a:extLst>
          </p:cNvPr>
          <p:cNvSpPr txBox="1"/>
          <p:nvPr/>
        </p:nvSpPr>
        <p:spPr>
          <a:xfrm>
            <a:off x="1856117" y="2470553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9558454-3652-A91C-F2A6-407325FF46C0}"/>
                  </a:ext>
                </a:extLst>
              </p:cNvPr>
              <p:cNvSpPr txBox="1"/>
              <p:nvPr/>
            </p:nvSpPr>
            <p:spPr>
              <a:xfrm>
                <a:off x="2159437" y="24547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9558454-3652-A91C-F2A6-407325FF4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437" y="2454767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3CFF6775-E60C-6C43-6A12-1C91802D3DBF}"/>
              </a:ext>
            </a:extLst>
          </p:cNvPr>
          <p:cNvCxnSpPr>
            <a:cxnSpLocks/>
          </p:cNvCxnSpPr>
          <p:nvPr/>
        </p:nvCxnSpPr>
        <p:spPr>
          <a:xfrm flipV="1">
            <a:off x="2507696" y="2649368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15">
            <a:extLst>
              <a:ext uri="{FF2B5EF4-FFF2-40B4-BE49-F238E27FC236}">
                <a16:creationId xmlns:a16="http://schemas.microsoft.com/office/drawing/2014/main" id="{C89C622D-C627-3308-9A7A-D5BDF97EA3CA}"/>
              </a:ext>
            </a:extLst>
          </p:cNvPr>
          <p:cNvSpPr txBox="1"/>
          <p:nvPr/>
        </p:nvSpPr>
        <p:spPr>
          <a:xfrm>
            <a:off x="2410561" y="2286880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10%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7E1D3B72-0B6C-BB87-FC15-3B524167EBC4}"/>
              </a:ext>
            </a:extLst>
          </p:cNvPr>
          <p:cNvSpPr txBox="1"/>
          <p:nvPr/>
        </p:nvSpPr>
        <p:spPr>
          <a:xfrm>
            <a:off x="2568577" y="2654822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F58C0DE-9346-9B8B-EF81-9A9E95351F70}"/>
              </a:ext>
            </a:extLst>
          </p:cNvPr>
          <p:cNvSpPr txBox="1"/>
          <p:nvPr/>
        </p:nvSpPr>
        <p:spPr>
          <a:xfrm>
            <a:off x="3000027" y="2464963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71BFF14-0D31-860E-CA7E-D51A49CBEC92}"/>
              </a:ext>
            </a:extLst>
          </p:cNvPr>
          <p:cNvSpPr txBox="1"/>
          <p:nvPr/>
        </p:nvSpPr>
        <p:spPr>
          <a:xfrm>
            <a:off x="3086142" y="2300878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E934234A-5B80-669F-3563-AFFBF4A89B54}"/>
                  </a:ext>
                </a:extLst>
              </p:cNvPr>
              <p:cNvSpPr txBox="1"/>
              <p:nvPr/>
            </p:nvSpPr>
            <p:spPr>
              <a:xfrm>
                <a:off x="3234983" y="2278789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E934234A-5B80-669F-3563-AFFBF4A89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983" y="2278789"/>
                <a:ext cx="295688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30">
            <a:extLst>
              <a:ext uri="{FF2B5EF4-FFF2-40B4-BE49-F238E27FC236}">
                <a16:creationId xmlns:a16="http://schemas.microsoft.com/office/drawing/2014/main" id="{03614B5A-982E-7871-CF55-09D47AB13461}"/>
              </a:ext>
            </a:extLst>
          </p:cNvPr>
          <p:cNvSpPr txBox="1"/>
          <p:nvPr/>
        </p:nvSpPr>
        <p:spPr>
          <a:xfrm>
            <a:off x="3372515" y="2295549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D6DDF230-17E5-1E6E-7BAC-73318A0475E0}"/>
                  </a:ext>
                </a:extLst>
              </p:cNvPr>
              <p:cNvSpPr txBox="1"/>
              <p:nvPr/>
            </p:nvSpPr>
            <p:spPr>
              <a:xfrm>
                <a:off x="542981" y="30815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D6DDF230-17E5-1E6E-7BAC-73318A047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81" y="3081514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8242A052-9B74-AF00-388D-7919594BFB0C}"/>
              </a:ext>
            </a:extLst>
          </p:cNvPr>
          <p:cNvGrpSpPr/>
          <p:nvPr/>
        </p:nvGrpSpPr>
        <p:grpSpPr>
          <a:xfrm>
            <a:off x="833477" y="3115345"/>
            <a:ext cx="4582795" cy="406264"/>
            <a:chOff x="7248626" y="6480754"/>
            <a:chExt cx="4582795" cy="406264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24A37CE1-E591-46E4-29A9-E608DA8C5C8B}"/>
                </a:ext>
              </a:extLst>
            </p:cNvPr>
            <p:cNvSpPr txBox="1"/>
            <p:nvPr/>
          </p:nvSpPr>
          <p:spPr>
            <a:xfrm>
              <a:off x="8389725" y="6486908"/>
              <a:ext cx="3441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cor. to nearest integer)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5240A1F5-9E8B-5745-6A11-506DFDD6AC57}"/>
                </a:ext>
              </a:extLst>
            </p:cNvPr>
            <p:cNvSpPr txBox="1"/>
            <p:nvPr/>
          </p:nvSpPr>
          <p:spPr>
            <a:xfrm>
              <a:off x="7248626" y="6480754"/>
              <a:ext cx="10502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Handwriting" panose="03010101010101010101" pitchFamily="66" charset="0"/>
                </a:rPr>
                <a:t>$6078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1FF809C-494E-7057-44E4-2B6669DE4AE6}"/>
              </a:ext>
            </a:extLst>
          </p:cNvPr>
          <p:cNvSpPr txBox="1"/>
          <p:nvPr/>
        </p:nvSpPr>
        <p:spPr>
          <a:xfrm>
            <a:off x="-7185" y="3640983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BC976F41-17AE-1A91-A472-86E5C51F960A}"/>
              </a:ext>
            </a:extLst>
          </p:cNvPr>
          <p:cNvSpPr txBox="1"/>
          <p:nvPr/>
        </p:nvSpPr>
        <p:spPr>
          <a:xfrm>
            <a:off x="650367" y="3631584"/>
            <a:ext cx="532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Simple interest earned from bank B</a:t>
            </a:r>
            <a:endParaRPr lang="zh-TW" altLang="en-US" sz="2000" b="1" dirty="0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B22924A6-A2EE-C6C9-D947-5E67B20DE9DB}"/>
                  </a:ext>
                </a:extLst>
              </p:cNvPr>
              <p:cNvSpPr txBox="1"/>
              <p:nvPr/>
            </p:nvSpPr>
            <p:spPr>
              <a:xfrm>
                <a:off x="537789" y="41069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B22924A6-A2EE-C6C9-D947-5E67B20DE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89" y="4106960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F69A9817-87C0-DD9C-11C1-BEA81AE1FABD}"/>
              </a:ext>
            </a:extLst>
          </p:cNvPr>
          <p:cNvSpPr txBox="1"/>
          <p:nvPr/>
        </p:nvSpPr>
        <p:spPr>
          <a:xfrm>
            <a:off x="831912" y="4106960"/>
            <a:ext cx="1327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6077.53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E3CD4DE7-4D8A-EE58-A142-4FD30CDA01E1}"/>
                  </a:ext>
                </a:extLst>
              </p:cNvPr>
              <p:cNvSpPr txBox="1"/>
              <p:nvPr/>
            </p:nvSpPr>
            <p:spPr>
              <a:xfrm>
                <a:off x="2012944" y="40824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E3CD4DE7-4D8A-EE58-A142-4FD30CDA0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944" y="4082475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2FC07285-25EE-ABA4-19A3-D96CB9208F1E}"/>
              </a:ext>
            </a:extLst>
          </p:cNvPr>
          <p:cNvSpPr txBox="1"/>
          <p:nvPr/>
        </p:nvSpPr>
        <p:spPr>
          <a:xfrm>
            <a:off x="2262923" y="4106624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0AA8EFE-17A3-688B-3C48-67BB81402F82}"/>
                  </a:ext>
                </a:extLst>
              </p:cNvPr>
              <p:cNvSpPr txBox="1"/>
              <p:nvPr/>
            </p:nvSpPr>
            <p:spPr>
              <a:xfrm>
                <a:off x="2698695" y="40925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0AA8EFE-17A3-688B-3C48-67BB81402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695" y="4092519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E59D197B-BC1A-6229-ADCE-8AF27F76B9C0}"/>
              </a:ext>
            </a:extLst>
          </p:cNvPr>
          <p:cNvSpPr txBox="1"/>
          <p:nvPr/>
        </p:nvSpPr>
        <p:spPr>
          <a:xfrm>
            <a:off x="2918143" y="4106624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EFB0C046-5BC6-B41F-6810-8822B181A6C5}"/>
                  </a:ext>
                </a:extLst>
              </p:cNvPr>
              <p:cNvSpPr txBox="1"/>
              <p:nvPr/>
            </p:nvSpPr>
            <p:spPr>
              <a:xfrm>
                <a:off x="536224" y="46719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EFB0C046-5BC6-B41F-6810-8822B181A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24" y="4671916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8EEC698A-EB41-6DC1-9801-A3D9302196F5}"/>
              </a:ext>
            </a:extLst>
          </p:cNvPr>
          <p:cNvSpPr txBox="1"/>
          <p:nvPr/>
        </p:nvSpPr>
        <p:spPr>
          <a:xfrm>
            <a:off x="838669" y="4671916"/>
            <a:ext cx="1327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$455.81</a:t>
            </a:r>
          </a:p>
        </p:txBody>
      </p:sp>
      <p:sp>
        <p:nvSpPr>
          <p:cNvPr id="46" name="TextBox 15">
            <a:extLst>
              <a:ext uri="{FF2B5EF4-FFF2-40B4-BE49-F238E27FC236}">
                <a16:creationId xmlns:a16="http://schemas.microsoft.com/office/drawing/2014/main" id="{830977FD-6533-EC10-BA83-48449685C395}"/>
              </a:ext>
            </a:extLst>
          </p:cNvPr>
          <p:cNvSpPr txBox="1"/>
          <p:nvPr/>
        </p:nvSpPr>
        <p:spPr>
          <a:xfrm>
            <a:off x="373458" y="5188155"/>
            <a:ext cx="532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Total interest earned in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 bank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3C43EF64-AE57-AAB4-1190-2F1E3DAD21BD}"/>
                  </a:ext>
                </a:extLst>
              </p:cNvPr>
              <p:cNvSpPr txBox="1"/>
              <p:nvPr/>
            </p:nvSpPr>
            <p:spPr>
              <a:xfrm>
                <a:off x="536224" y="55881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3C43EF64-AE57-AAB4-1190-2F1E3DAD2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24" y="5588154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字方塊 47">
            <a:extLst>
              <a:ext uri="{FF2B5EF4-FFF2-40B4-BE49-F238E27FC236}">
                <a16:creationId xmlns:a16="http://schemas.microsoft.com/office/drawing/2014/main" id="{3C10EF13-B26E-F2ED-99B5-61920C1D6F26}"/>
              </a:ext>
            </a:extLst>
          </p:cNvPr>
          <p:cNvSpPr txBox="1"/>
          <p:nvPr/>
        </p:nvSpPr>
        <p:spPr>
          <a:xfrm>
            <a:off x="831911" y="5592746"/>
            <a:ext cx="1327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6077.53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241AA873-2FA9-71DF-06B9-51F51F622698}"/>
                  </a:ext>
                </a:extLst>
              </p:cNvPr>
              <p:cNvSpPr txBox="1"/>
              <p:nvPr/>
            </p:nvSpPr>
            <p:spPr>
              <a:xfrm>
                <a:off x="2045709" y="55660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241AA873-2FA9-71DF-06B9-51F51F622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709" y="556602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15">
            <a:extLst>
              <a:ext uri="{FF2B5EF4-FFF2-40B4-BE49-F238E27FC236}">
                <a16:creationId xmlns:a16="http://schemas.microsoft.com/office/drawing/2014/main" id="{A53A6D76-7FA7-28D6-1B53-F66509722932}"/>
              </a:ext>
            </a:extLst>
          </p:cNvPr>
          <p:cNvSpPr txBox="1"/>
          <p:nvPr/>
        </p:nvSpPr>
        <p:spPr>
          <a:xfrm>
            <a:off x="2302664" y="5588154"/>
            <a:ext cx="971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AE251A3C-7E13-1858-99A3-1D152996CDE4}"/>
                  </a:ext>
                </a:extLst>
              </p:cNvPr>
              <p:cNvSpPr txBox="1"/>
              <p:nvPr/>
            </p:nvSpPr>
            <p:spPr>
              <a:xfrm>
                <a:off x="3077542" y="55605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AE251A3C-7E13-1858-99A3-1D152996C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542" y="5560595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字方塊 51">
            <a:extLst>
              <a:ext uri="{FF2B5EF4-FFF2-40B4-BE49-F238E27FC236}">
                <a16:creationId xmlns:a16="http://schemas.microsoft.com/office/drawing/2014/main" id="{67ED55E2-CF53-7DE0-6DFC-762E3BD125B7}"/>
              </a:ext>
            </a:extLst>
          </p:cNvPr>
          <p:cNvSpPr txBox="1"/>
          <p:nvPr/>
        </p:nvSpPr>
        <p:spPr>
          <a:xfrm>
            <a:off x="3331391" y="5585593"/>
            <a:ext cx="1327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455.81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977D5EE7-F929-3E0C-6306-560F5E5BF7A5}"/>
                  </a:ext>
                </a:extLst>
              </p:cNvPr>
              <p:cNvSpPr txBox="1"/>
              <p:nvPr/>
            </p:nvSpPr>
            <p:spPr>
              <a:xfrm>
                <a:off x="542981" y="60692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977D5EE7-F929-3E0C-6306-560F5E5BF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81" y="6069295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群組 53">
            <a:extLst>
              <a:ext uri="{FF2B5EF4-FFF2-40B4-BE49-F238E27FC236}">
                <a16:creationId xmlns:a16="http://schemas.microsoft.com/office/drawing/2014/main" id="{BCE3B767-F720-E4C0-A912-83B6CA920A89}"/>
              </a:ext>
            </a:extLst>
          </p:cNvPr>
          <p:cNvGrpSpPr/>
          <p:nvPr/>
        </p:nvGrpSpPr>
        <p:grpSpPr>
          <a:xfrm>
            <a:off x="831911" y="6061376"/>
            <a:ext cx="4582795" cy="406264"/>
            <a:chOff x="7248626" y="6480754"/>
            <a:chExt cx="4582795" cy="406264"/>
          </a:xfrm>
        </p:grpSpPr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FAD9D238-143A-72F8-B1AB-8D4A9DCD5AF4}"/>
                </a:ext>
              </a:extLst>
            </p:cNvPr>
            <p:cNvSpPr txBox="1"/>
            <p:nvPr/>
          </p:nvSpPr>
          <p:spPr>
            <a:xfrm>
              <a:off x="8389725" y="6486908"/>
              <a:ext cx="3441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cor. to nearest integer)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C6841536-6AF1-0C8D-57B6-8F989FAA1F67}"/>
                </a:ext>
              </a:extLst>
            </p:cNvPr>
            <p:cNvSpPr txBox="1"/>
            <p:nvPr/>
          </p:nvSpPr>
          <p:spPr>
            <a:xfrm>
              <a:off x="7248626" y="6480754"/>
              <a:ext cx="10502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$1533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435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E022-D03E-E189-5F18-E7005C2A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2">
                <a:extLst>
                  <a:ext uri="{FF2B5EF4-FFF2-40B4-BE49-F238E27FC236}">
                    <a16:creationId xmlns:a16="http://schemas.microsoft.com/office/drawing/2014/main" id="{FFBF23E0-15FA-8357-7EDC-14F7C6EDF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21" y="2317282"/>
                <a:ext cx="10018499" cy="4484061"/>
              </a:xfrm>
              <a:custGeom>
                <a:avLst/>
                <a:gdLst>
                  <a:gd name="connsiteX0" fmla="*/ 0 w 10018499"/>
                  <a:gd name="connsiteY0" fmla="*/ 0 h 4484061"/>
                  <a:gd name="connsiteX1" fmla="*/ 589323 w 10018499"/>
                  <a:gd name="connsiteY1" fmla="*/ 0 h 4484061"/>
                  <a:gd name="connsiteX2" fmla="*/ 1078462 w 10018499"/>
                  <a:gd name="connsiteY2" fmla="*/ 0 h 4484061"/>
                  <a:gd name="connsiteX3" fmla="*/ 1767970 w 10018499"/>
                  <a:gd name="connsiteY3" fmla="*/ 0 h 4484061"/>
                  <a:gd name="connsiteX4" fmla="*/ 2156924 w 10018499"/>
                  <a:gd name="connsiteY4" fmla="*/ 0 h 4484061"/>
                  <a:gd name="connsiteX5" fmla="*/ 2946617 w 10018499"/>
                  <a:gd name="connsiteY5" fmla="*/ 0 h 4484061"/>
                  <a:gd name="connsiteX6" fmla="*/ 3235386 w 10018499"/>
                  <a:gd name="connsiteY6" fmla="*/ 0 h 4484061"/>
                  <a:gd name="connsiteX7" fmla="*/ 3624339 w 10018499"/>
                  <a:gd name="connsiteY7" fmla="*/ 0 h 4484061"/>
                  <a:gd name="connsiteX8" fmla="*/ 3913108 w 10018499"/>
                  <a:gd name="connsiteY8" fmla="*/ 0 h 4484061"/>
                  <a:gd name="connsiteX9" fmla="*/ 4402246 w 10018499"/>
                  <a:gd name="connsiteY9" fmla="*/ 0 h 4484061"/>
                  <a:gd name="connsiteX10" fmla="*/ 5091755 w 10018499"/>
                  <a:gd name="connsiteY10" fmla="*/ 0 h 4484061"/>
                  <a:gd name="connsiteX11" fmla="*/ 5881448 w 10018499"/>
                  <a:gd name="connsiteY11" fmla="*/ 0 h 4484061"/>
                  <a:gd name="connsiteX12" fmla="*/ 6671142 w 10018499"/>
                  <a:gd name="connsiteY12" fmla="*/ 0 h 4484061"/>
                  <a:gd name="connsiteX13" fmla="*/ 7260465 w 10018499"/>
                  <a:gd name="connsiteY13" fmla="*/ 0 h 4484061"/>
                  <a:gd name="connsiteX14" fmla="*/ 8050159 w 10018499"/>
                  <a:gd name="connsiteY14" fmla="*/ 0 h 4484061"/>
                  <a:gd name="connsiteX15" fmla="*/ 8639482 w 10018499"/>
                  <a:gd name="connsiteY15" fmla="*/ 0 h 4484061"/>
                  <a:gd name="connsiteX16" fmla="*/ 9228806 w 10018499"/>
                  <a:gd name="connsiteY16" fmla="*/ 0 h 4484061"/>
                  <a:gd name="connsiteX17" fmla="*/ 10018499 w 10018499"/>
                  <a:gd name="connsiteY17" fmla="*/ 0 h 4484061"/>
                  <a:gd name="connsiteX18" fmla="*/ 10018499 w 10018499"/>
                  <a:gd name="connsiteY18" fmla="*/ 560508 h 4484061"/>
                  <a:gd name="connsiteX19" fmla="*/ 10018499 w 10018499"/>
                  <a:gd name="connsiteY19" fmla="*/ 1121015 h 4484061"/>
                  <a:gd name="connsiteX20" fmla="*/ 10018499 w 10018499"/>
                  <a:gd name="connsiteY20" fmla="*/ 1726363 h 4484061"/>
                  <a:gd name="connsiteX21" fmla="*/ 10018499 w 10018499"/>
                  <a:gd name="connsiteY21" fmla="*/ 2376552 h 4484061"/>
                  <a:gd name="connsiteX22" fmla="*/ 10018499 w 10018499"/>
                  <a:gd name="connsiteY22" fmla="*/ 2937060 h 4484061"/>
                  <a:gd name="connsiteX23" fmla="*/ 10018499 w 10018499"/>
                  <a:gd name="connsiteY23" fmla="*/ 3363046 h 4484061"/>
                  <a:gd name="connsiteX24" fmla="*/ 10018499 w 10018499"/>
                  <a:gd name="connsiteY24" fmla="*/ 3968394 h 4484061"/>
                  <a:gd name="connsiteX25" fmla="*/ 10018499 w 10018499"/>
                  <a:gd name="connsiteY25" fmla="*/ 4484061 h 4484061"/>
                  <a:gd name="connsiteX26" fmla="*/ 9629546 w 10018499"/>
                  <a:gd name="connsiteY26" fmla="*/ 4484061 h 4484061"/>
                  <a:gd name="connsiteX27" fmla="*/ 9040222 w 10018499"/>
                  <a:gd name="connsiteY27" fmla="*/ 4484061 h 4484061"/>
                  <a:gd name="connsiteX28" fmla="*/ 8350714 w 10018499"/>
                  <a:gd name="connsiteY28" fmla="*/ 4484061 h 4484061"/>
                  <a:gd name="connsiteX29" fmla="*/ 8061945 w 10018499"/>
                  <a:gd name="connsiteY29" fmla="*/ 4484061 h 4484061"/>
                  <a:gd name="connsiteX30" fmla="*/ 7372437 w 10018499"/>
                  <a:gd name="connsiteY30" fmla="*/ 4484061 h 4484061"/>
                  <a:gd name="connsiteX31" fmla="*/ 7083668 w 10018499"/>
                  <a:gd name="connsiteY31" fmla="*/ 4484061 h 4484061"/>
                  <a:gd name="connsiteX32" fmla="*/ 6394160 w 10018499"/>
                  <a:gd name="connsiteY32" fmla="*/ 4484061 h 4484061"/>
                  <a:gd name="connsiteX33" fmla="*/ 5604466 w 10018499"/>
                  <a:gd name="connsiteY33" fmla="*/ 4484061 h 4484061"/>
                  <a:gd name="connsiteX34" fmla="*/ 4914958 w 10018499"/>
                  <a:gd name="connsiteY34" fmla="*/ 4484061 h 4484061"/>
                  <a:gd name="connsiteX35" fmla="*/ 4626189 w 10018499"/>
                  <a:gd name="connsiteY35" fmla="*/ 4484061 h 4484061"/>
                  <a:gd name="connsiteX36" fmla="*/ 3836496 w 10018499"/>
                  <a:gd name="connsiteY36" fmla="*/ 4484061 h 4484061"/>
                  <a:gd name="connsiteX37" fmla="*/ 3146987 w 10018499"/>
                  <a:gd name="connsiteY37" fmla="*/ 4484061 h 4484061"/>
                  <a:gd name="connsiteX38" fmla="*/ 2657849 w 10018499"/>
                  <a:gd name="connsiteY38" fmla="*/ 4484061 h 4484061"/>
                  <a:gd name="connsiteX39" fmla="*/ 2068525 w 10018499"/>
                  <a:gd name="connsiteY39" fmla="*/ 4484061 h 4484061"/>
                  <a:gd name="connsiteX40" fmla="*/ 1579387 w 10018499"/>
                  <a:gd name="connsiteY40" fmla="*/ 4484061 h 4484061"/>
                  <a:gd name="connsiteX41" fmla="*/ 1290618 w 10018499"/>
                  <a:gd name="connsiteY41" fmla="*/ 4484061 h 4484061"/>
                  <a:gd name="connsiteX42" fmla="*/ 601110 w 10018499"/>
                  <a:gd name="connsiteY42" fmla="*/ 4484061 h 4484061"/>
                  <a:gd name="connsiteX43" fmla="*/ 0 w 10018499"/>
                  <a:gd name="connsiteY43" fmla="*/ 4484061 h 4484061"/>
                  <a:gd name="connsiteX44" fmla="*/ 0 w 10018499"/>
                  <a:gd name="connsiteY44" fmla="*/ 3878713 h 4484061"/>
                  <a:gd name="connsiteX45" fmla="*/ 0 w 10018499"/>
                  <a:gd name="connsiteY45" fmla="*/ 3452727 h 4484061"/>
                  <a:gd name="connsiteX46" fmla="*/ 0 w 10018499"/>
                  <a:gd name="connsiteY46" fmla="*/ 2892219 h 4484061"/>
                  <a:gd name="connsiteX47" fmla="*/ 0 w 10018499"/>
                  <a:gd name="connsiteY47" fmla="*/ 2466234 h 4484061"/>
                  <a:gd name="connsiteX48" fmla="*/ 0 w 10018499"/>
                  <a:gd name="connsiteY48" fmla="*/ 1995407 h 4484061"/>
                  <a:gd name="connsiteX49" fmla="*/ 0 w 10018499"/>
                  <a:gd name="connsiteY49" fmla="*/ 1434900 h 4484061"/>
                  <a:gd name="connsiteX50" fmla="*/ 0 w 10018499"/>
                  <a:gd name="connsiteY50" fmla="*/ 1008914 h 4484061"/>
                  <a:gd name="connsiteX51" fmla="*/ 0 w 10018499"/>
                  <a:gd name="connsiteY51" fmla="*/ 0 h 448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0018499" h="4484061" fill="none" extrusionOk="0">
                    <a:moveTo>
                      <a:pt x="0" y="0"/>
                    </a:moveTo>
                    <a:cubicBezTo>
                      <a:pt x="236208" y="-62364"/>
                      <a:pt x="460115" y="28640"/>
                      <a:pt x="589323" y="0"/>
                    </a:cubicBezTo>
                    <a:cubicBezTo>
                      <a:pt x="718531" y="-28640"/>
                      <a:pt x="899216" y="15005"/>
                      <a:pt x="1078462" y="0"/>
                    </a:cubicBezTo>
                    <a:cubicBezTo>
                      <a:pt x="1257708" y="-15005"/>
                      <a:pt x="1576199" y="7109"/>
                      <a:pt x="1767970" y="0"/>
                    </a:cubicBezTo>
                    <a:cubicBezTo>
                      <a:pt x="1959741" y="-7109"/>
                      <a:pt x="1992106" y="5742"/>
                      <a:pt x="2156924" y="0"/>
                    </a:cubicBezTo>
                    <a:cubicBezTo>
                      <a:pt x="2321742" y="-5742"/>
                      <a:pt x="2766538" y="75369"/>
                      <a:pt x="2946617" y="0"/>
                    </a:cubicBezTo>
                    <a:cubicBezTo>
                      <a:pt x="3126696" y="-75369"/>
                      <a:pt x="3105166" y="1557"/>
                      <a:pt x="3235386" y="0"/>
                    </a:cubicBezTo>
                    <a:cubicBezTo>
                      <a:pt x="3365606" y="-1557"/>
                      <a:pt x="3478978" y="41213"/>
                      <a:pt x="3624339" y="0"/>
                    </a:cubicBezTo>
                    <a:cubicBezTo>
                      <a:pt x="3769700" y="-41213"/>
                      <a:pt x="3807002" y="20379"/>
                      <a:pt x="3913108" y="0"/>
                    </a:cubicBezTo>
                    <a:cubicBezTo>
                      <a:pt x="4019214" y="-20379"/>
                      <a:pt x="4290141" y="57427"/>
                      <a:pt x="4402246" y="0"/>
                    </a:cubicBezTo>
                    <a:cubicBezTo>
                      <a:pt x="4514351" y="-57427"/>
                      <a:pt x="4846916" y="10272"/>
                      <a:pt x="5091755" y="0"/>
                    </a:cubicBezTo>
                    <a:cubicBezTo>
                      <a:pt x="5336594" y="-10272"/>
                      <a:pt x="5638577" y="77362"/>
                      <a:pt x="5881448" y="0"/>
                    </a:cubicBezTo>
                    <a:cubicBezTo>
                      <a:pt x="6124319" y="-77362"/>
                      <a:pt x="6461179" y="65959"/>
                      <a:pt x="6671142" y="0"/>
                    </a:cubicBezTo>
                    <a:cubicBezTo>
                      <a:pt x="6881105" y="-65959"/>
                      <a:pt x="7015538" y="68009"/>
                      <a:pt x="7260465" y="0"/>
                    </a:cubicBezTo>
                    <a:cubicBezTo>
                      <a:pt x="7505392" y="-68009"/>
                      <a:pt x="7751516" y="3349"/>
                      <a:pt x="8050159" y="0"/>
                    </a:cubicBezTo>
                    <a:cubicBezTo>
                      <a:pt x="8348802" y="-3349"/>
                      <a:pt x="8499975" y="53105"/>
                      <a:pt x="8639482" y="0"/>
                    </a:cubicBezTo>
                    <a:cubicBezTo>
                      <a:pt x="8778989" y="-53105"/>
                      <a:pt x="9029288" y="3669"/>
                      <a:pt x="9228806" y="0"/>
                    </a:cubicBezTo>
                    <a:cubicBezTo>
                      <a:pt x="9428324" y="-3669"/>
                      <a:pt x="9859677" y="57400"/>
                      <a:pt x="10018499" y="0"/>
                    </a:cubicBezTo>
                    <a:cubicBezTo>
                      <a:pt x="10055436" y="234348"/>
                      <a:pt x="9989098" y="317002"/>
                      <a:pt x="10018499" y="560508"/>
                    </a:cubicBezTo>
                    <a:cubicBezTo>
                      <a:pt x="10047900" y="804014"/>
                      <a:pt x="9973460" y="883353"/>
                      <a:pt x="10018499" y="1121015"/>
                    </a:cubicBezTo>
                    <a:cubicBezTo>
                      <a:pt x="10063538" y="1358677"/>
                      <a:pt x="10014800" y="1510729"/>
                      <a:pt x="10018499" y="1726363"/>
                    </a:cubicBezTo>
                    <a:cubicBezTo>
                      <a:pt x="10022198" y="1941997"/>
                      <a:pt x="9989268" y="2159944"/>
                      <a:pt x="10018499" y="2376552"/>
                    </a:cubicBezTo>
                    <a:cubicBezTo>
                      <a:pt x="10047730" y="2593160"/>
                      <a:pt x="9963264" y="2754882"/>
                      <a:pt x="10018499" y="2937060"/>
                    </a:cubicBezTo>
                    <a:cubicBezTo>
                      <a:pt x="10073734" y="3119238"/>
                      <a:pt x="9972257" y="3252096"/>
                      <a:pt x="10018499" y="3363046"/>
                    </a:cubicBezTo>
                    <a:cubicBezTo>
                      <a:pt x="10064741" y="3473996"/>
                      <a:pt x="9997784" y="3749009"/>
                      <a:pt x="10018499" y="3968394"/>
                    </a:cubicBezTo>
                    <a:cubicBezTo>
                      <a:pt x="10039214" y="4187779"/>
                      <a:pt x="9968498" y="4268292"/>
                      <a:pt x="10018499" y="4484061"/>
                    </a:cubicBezTo>
                    <a:cubicBezTo>
                      <a:pt x="9940354" y="4505486"/>
                      <a:pt x="9783960" y="4477842"/>
                      <a:pt x="9629546" y="4484061"/>
                    </a:cubicBezTo>
                    <a:cubicBezTo>
                      <a:pt x="9475132" y="4490280"/>
                      <a:pt x="9239206" y="4437403"/>
                      <a:pt x="9040222" y="4484061"/>
                    </a:cubicBezTo>
                    <a:cubicBezTo>
                      <a:pt x="8841238" y="4530719"/>
                      <a:pt x="8566703" y="4445803"/>
                      <a:pt x="8350714" y="4484061"/>
                    </a:cubicBezTo>
                    <a:cubicBezTo>
                      <a:pt x="8134725" y="4522319"/>
                      <a:pt x="8146226" y="4465845"/>
                      <a:pt x="8061945" y="4484061"/>
                    </a:cubicBezTo>
                    <a:cubicBezTo>
                      <a:pt x="7977664" y="4502277"/>
                      <a:pt x="7525774" y="4466087"/>
                      <a:pt x="7372437" y="4484061"/>
                    </a:cubicBezTo>
                    <a:cubicBezTo>
                      <a:pt x="7219100" y="4502035"/>
                      <a:pt x="7195680" y="4471163"/>
                      <a:pt x="7083668" y="4484061"/>
                    </a:cubicBezTo>
                    <a:cubicBezTo>
                      <a:pt x="6971656" y="4496959"/>
                      <a:pt x="6588886" y="4449680"/>
                      <a:pt x="6394160" y="4484061"/>
                    </a:cubicBezTo>
                    <a:cubicBezTo>
                      <a:pt x="6199434" y="4518442"/>
                      <a:pt x="5848589" y="4469854"/>
                      <a:pt x="5604466" y="4484061"/>
                    </a:cubicBezTo>
                    <a:cubicBezTo>
                      <a:pt x="5360343" y="4498268"/>
                      <a:pt x="5120200" y="4424071"/>
                      <a:pt x="4914958" y="4484061"/>
                    </a:cubicBezTo>
                    <a:cubicBezTo>
                      <a:pt x="4709716" y="4544051"/>
                      <a:pt x="4695326" y="4452444"/>
                      <a:pt x="4626189" y="4484061"/>
                    </a:cubicBezTo>
                    <a:cubicBezTo>
                      <a:pt x="4557052" y="4515678"/>
                      <a:pt x="4075417" y="4456215"/>
                      <a:pt x="3836496" y="4484061"/>
                    </a:cubicBezTo>
                    <a:cubicBezTo>
                      <a:pt x="3597575" y="4511907"/>
                      <a:pt x="3301976" y="4476879"/>
                      <a:pt x="3146987" y="4484061"/>
                    </a:cubicBezTo>
                    <a:cubicBezTo>
                      <a:pt x="2991998" y="4491243"/>
                      <a:pt x="2759836" y="4474513"/>
                      <a:pt x="2657849" y="4484061"/>
                    </a:cubicBezTo>
                    <a:cubicBezTo>
                      <a:pt x="2555862" y="4493609"/>
                      <a:pt x="2251194" y="4422851"/>
                      <a:pt x="2068525" y="4484061"/>
                    </a:cubicBezTo>
                    <a:cubicBezTo>
                      <a:pt x="1885856" y="4545271"/>
                      <a:pt x="1698710" y="4426609"/>
                      <a:pt x="1579387" y="4484061"/>
                    </a:cubicBezTo>
                    <a:cubicBezTo>
                      <a:pt x="1460064" y="4541513"/>
                      <a:pt x="1401715" y="4471503"/>
                      <a:pt x="1290618" y="4484061"/>
                    </a:cubicBezTo>
                    <a:cubicBezTo>
                      <a:pt x="1179521" y="4496619"/>
                      <a:pt x="900277" y="4418271"/>
                      <a:pt x="601110" y="4484061"/>
                    </a:cubicBezTo>
                    <a:cubicBezTo>
                      <a:pt x="301943" y="4549851"/>
                      <a:pt x="143307" y="4468247"/>
                      <a:pt x="0" y="4484061"/>
                    </a:cubicBezTo>
                    <a:cubicBezTo>
                      <a:pt x="-65547" y="4193689"/>
                      <a:pt x="51058" y="4178607"/>
                      <a:pt x="0" y="3878713"/>
                    </a:cubicBezTo>
                    <a:cubicBezTo>
                      <a:pt x="-51058" y="3578819"/>
                      <a:pt x="37202" y="3572208"/>
                      <a:pt x="0" y="3452727"/>
                    </a:cubicBezTo>
                    <a:cubicBezTo>
                      <a:pt x="-37202" y="3333246"/>
                      <a:pt x="21365" y="3100360"/>
                      <a:pt x="0" y="2892219"/>
                    </a:cubicBezTo>
                    <a:cubicBezTo>
                      <a:pt x="-21365" y="2684078"/>
                      <a:pt x="3348" y="2608340"/>
                      <a:pt x="0" y="2466234"/>
                    </a:cubicBezTo>
                    <a:cubicBezTo>
                      <a:pt x="-3348" y="2324128"/>
                      <a:pt x="46549" y="2132229"/>
                      <a:pt x="0" y="1995407"/>
                    </a:cubicBezTo>
                    <a:cubicBezTo>
                      <a:pt x="-46549" y="1858585"/>
                      <a:pt x="14239" y="1637730"/>
                      <a:pt x="0" y="1434900"/>
                    </a:cubicBezTo>
                    <a:cubicBezTo>
                      <a:pt x="-14239" y="1232070"/>
                      <a:pt x="22531" y="1118262"/>
                      <a:pt x="0" y="1008914"/>
                    </a:cubicBezTo>
                    <a:cubicBezTo>
                      <a:pt x="-22531" y="899566"/>
                      <a:pt x="64007" y="336381"/>
                      <a:pt x="0" y="0"/>
                    </a:cubicBezTo>
                    <a:close/>
                  </a:path>
                  <a:path w="10018499" h="4484061" stroke="0" extrusionOk="0">
                    <a:moveTo>
                      <a:pt x="0" y="0"/>
                    </a:moveTo>
                    <a:cubicBezTo>
                      <a:pt x="384592" y="-56316"/>
                      <a:pt x="404473" y="62230"/>
                      <a:pt x="789693" y="0"/>
                    </a:cubicBezTo>
                    <a:cubicBezTo>
                      <a:pt x="1174913" y="-62230"/>
                      <a:pt x="1120737" y="45578"/>
                      <a:pt x="1278832" y="0"/>
                    </a:cubicBezTo>
                    <a:cubicBezTo>
                      <a:pt x="1436927" y="-45578"/>
                      <a:pt x="1434404" y="25004"/>
                      <a:pt x="1567600" y="0"/>
                    </a:cubicBezTo>
                    <a:cubicBezTo>
                      <a:pt x="1700796" y="-25004"/>
                      <a:pt x="1726934" y="4516"/>
                      <a:pt x="1856369" y="0"/>
                    </a:cubicBezTo>
                    <a:cubicBezTo>
                      <a:pt x="1985804" y="-4516"/>
                      <a:pt x="2474926" y="56166"/>
                      <a:pt x="2646062" y="0"/>
                    </a:cubicBezTo>
                    <a:cubicBezTo>
                      <a:pt x="2817198" y="-56166"/>
                      <a:pt x="3257634" y="58850"/>
                      <a:pt x="3435756" y="0"/>
                    </a:cubicBezTo>
                    <a:cubicBezTo>
                      <a:pt x="3613878" y="-58850"/>
                      <a:pt x="3925396" y="35244"/>
                      <a:pt x="4125264" y="0"/>
                    </a:cubicBezTo>
                    <a:cubicBezTo>
                      <a:pt x="4325132" y="-35244"/>
                      <a:pt x="4497093" y="48853"/>
                      <a:pt x="4714588" y="0"/>
                    </a:cubicBezTo>
                    <a:cubicBezTo>
                      <a:pt x="4932083" y="-48853"/>
                      <a:pt x="5060873" y="46331"/>
                      <a:pt x="5303911" y="0"/>
                    </a:cubicBezTo>
                    <a:cubicBezTo>
                      <a:pt x="5546949" y="-46331"/>
                      <a:pt x="5768205" y="30718"/>
                      <a:pt x="6093605" y="0"/>
                    </a:cubicBezTo>
                    <a:cubicBezTo>
                      <a:pt x="6419005" y="-30718"/>
                      <a:pt x="6456643" y="56743"/>
                      <a:pt x="6783113" y="0"/>
                    </a:cubicBezTo>
                    <a:cubicBezTo>
                      <a:pt x="7109583" y="-56743"/>
                      <a:pt x="7099540" y="9053"/>
                      <a:pt x="7372437" y="0"/>
                    </a:cubicBezTo>
                    <a:cubicBezTo>
                      <a:pt x="7645334" y="-9053"/>
                      <a:pt x="7983210" y="146"/>
                      <a:pt x="8162130" y="0"/>
                    </a:cubicBezTo>
                    <a:cubicBezTo>
                      <a:pt x="8341050" y="-146"/>
                      <a:pt x="8461237" y="5099"/>
                      <a:pt x="8651269" y="0"/>
                    </a:cubicBezTo>
                    <a:cubicBezTo>
                      <a:pt x="8841301" y="-5099"/>
                      <a:pt x="9032389" y="3087"/>
                      <a:pt x="9340777" y="0"/>
                    </a:cubicBezTo>
                    <a:cubicBezTo>
                      <a:pt x="9649165" y="-3087"/>
                      <a:pt x="9810385" y="50298"/>
                      <a:pt x="10018499" y="0"/>
                    </a:cubicBezTo>
                    <a:cubicBezTo>
                      <a:pt x="10074514" y="141229"/>
                      <a:pt x="9965584" y="435289"/>
                      <a:pt x="10018499" y="605348"/>
                    </a:cubicBezTo>
                    <a:cubicBezTo>
                      <a:pt x="10071414" y="775407"/>
                      <a:pt x="9988993" y="876720"/>
                      <a:pt x="10018499" y="1031334"/>
                    </a:cubicBezTo>
                    <a:cubicBezTo>
                      <a:pt x="10048005" y="1185948"/>
                      <a:pt x="10008176" y="1429248"/>
                      <a:pt x="10018499" y="1547001"/>
                    </a:cubicBezTo>
                    <a:cubicBezTo>
                      <a:pt x="10028822" y="1664754"/>
                      <a:pt x="9999016" y="1864067"/>
                      <a:pt x="10018499" y="1972987"/>
                    </a:cubicBezTo>
                    <a:cubicBezTo>
                      <a:pt x="10037982" y="2081907"/>
                      <a:pt x="9980701" y="2240839"/>
                      <a:pt x="10018499" y="2398973"/>
                    </a:cubicBezTo>
                    <a:cubicBezTo>
                      <a:pt x="10056297" y="2557107"/>
                      <a:pt x="10005636" y="2741797"/>
                      <a:pt x="10018499" y="3049161"/>
                    </a:cubicBezTo>
                    <a:cubicBezTo>
                      <a:pt x="10031362" y="3356525"/>
                      <a:pt x="9979868" y="3423080"/>
                      <a:pt x="10018499" y="3564828"/>
                    </a:cubicBezTo>
                    <a:cubicBezTo>
                      <a:pt x="10057130" y="3706576"/>
                      <a:pt x="9980670" y="4199662"/>
                      <a:pt x="10018499" y="4484061"/>
                    </a:cubicBezTo>
                    <a:cubicBezTo>
                      <a:pt x="9705479" y="4521452"/>
                      <a:pt x="9523937" y="4463121"/>
                      <a:pt x="9228806" y="4484061"/>
                    </a:cubicBezTo>
                    <a:cubicBezTo>
                      <a:pt x="8933675" y="4505001"/>
                      <a:pt x="8778173" y="4405903"/>
                      <a:pt x="8539297" y="4484061"/>
                    </a:cubicBezTo>
                    <a:cubicBezTo>
                      <a:pt x="8300421" y="4562219"/>
                      <a:pt x="8095142" y="4465269"/>
                      <a:pt x="7849789" y="4484061"/>
                    </a:cubicBezTo>
                    <a:cubicBezTo>
                      <a:pt x="7604436" y="4502853"/>
                      <a:pt x="7536038" y="4464556"/>
                      <a:pt x="7360650" y="4484061"/>
                    </a:cubicBezTo>
                    <a:cubicBezTo>
                      <a:pt x="7185262" y="4503566"/>
                      <a:pt x="7166881" y="4452542"/>
                      <a:pt x="7071882" y="4484061"/>
                    </a:cubicBezTo>
                    <a:cubicBezTo>
                      <a:pt x="6976883" y="4515580"/>
                      <a:pt x="6741821" y="4456944"/>
                      <a:pt x="6482558" y="4484061"/>
                    </a:cubicBezTo>
                    <a:cubicBezTo>
                      <a:pt x="6223295" y="4511178"/>
                      <a:pt x="6307199" y="4462715"/>
                      <a:pt x="6193790" y="4484061"/>
                    </a:cubicBezTo>
                    <a:cubicBezTo>
                      <a:pt x="6080381" y="4505407"/>
                      <a:pt x="6040703" y="4458934"/>
                      <a:pt x="5905021" y="4484061"/>
                    </a:cubicBezTo>
                    <a:cubicBezTo>
                      <a:pt x="5769339" y="4509188"/>
                      <a:pt x="5482758" y="4440763"/>
                      <a:pt x="5115328" y="4484061"/>
                    </a:cubicBezTo>
                    <a:cubicBezTo>
                      <a:pt x="4747898" y="4527359"/>
                      <a:pt x="4837544" y="4438431"/>
                      <a:pt x="4726374" y="4484061"/>
                    </a:cubicBezTo>
                    <a:cubicBezTo>
                      <a:pt x="4615204" y="4529691"/>
                      <a:pt x="4450564" y="4467051"/>
                      <a:pt x="4337421" y="4484061"/>
                    </a:cubicBezTo>
                    <a:cubicBezTo>
                      <a:pt x="4224278" y="4501071"/>
                      <a:pt x="3894189" y="4444282"/>
                      <a:pt x="3547727" y="4484061"/>
                    </a:cubicBezTo>
                    <a:cubicBezTo>
                      <a:pt x="3201265" y="4523840"/>
                      <a:pt x="3153129" y="4434792"/>
                      <a:pt x="2858219" y="4484061"/>
                    </a:cubicBezTo>
                    <a:cubicBezTo>
                      <a:pt x="2563309" y="4533330"/>
                      <a:pt x="2456295" y="4429009"/>
                      <a:pt x="2268895" y="4484061"/>
                    </a:cubicBezTo>
                    <a:cubicBezTo>
                      <a:pt x="2081495" y="4539113"/>
                      <a:pt x="1978274" y="4474867"/>
                      <a:pt x="1879942" y="4484061"/>
                    </a:cubicBezTo>
                    <a:cubicBezTo>
                      <a:pt x="1781610" y="4493255"/>
                      <a:pt x="1649767" y="4467036"/>
                      <a:pt x="1490988" y="4484061"/>
                    </a:cubicBezTo>
                    <a:cubicBezTo>
                      <a:pt x="1332209" y="4501086"/>
                      <a:pt x="1195032" y="4476146"/>
                      <a:pt x="1001850" y="4484061"/>
                    </a:cubicBezTo>
                    <a:cubicBezTo>
                      <a:pt x="808668" y="4491976"/>
                      <a:pt x="851592" y="4461024"/>
                      <a:pt x="713081" y="4484061"/>
                    </a:cubicBezTo>
                    <a:cubicBezTo>
                      <a:pt x="574570" y="4507098"/>
                      <a:pt x="145057" y="4420782"/>
                      <a:pt x="0" y="4484061"/>
                    </a:cubicBezTo>
                    <a:cubicBezTo>
                      <a:pt x="-8824" y="4309959"/>
                      <a:pt x="48781" y="4246967"/>
                      <a:pt x="0" y="4013235"/>
                    </a:cubicBezTo>
                    <a:cubicBezTo>
                      <a:pt x="-48781" y="3779503"/>
                      <a:pt x="6009" y="3540874"/>
                      <a:pt x="0" y="3407886"/>
                    </a:cubicBezTo>
                    <a:cubicBezTo>
                      <a:pt x="-6009" y="3274898"/>
                      <a:pt x="25004" y="2988327"/>
                      <a:pt x="0" y="2757698"/>
                    </a:cubicBezTo>
                    <a:cubicBezTo>
                      <a:pt x="-25004" y="2527069"/>
                      <a:pt x="7231" y="2424586"/>
                      <a:pt x="0" y="2152349"/>
                    </a:cubicBezTo>
                    <a:cubicBezTo>
                      <a:pt x="-7231" y="1880112"/>
                      <a:pt x="5300" y="1887370"/>
                      <a:pt x="0" y="1726363"/>
                    </a:cubicBezTo>
                    <a:cubicBezTo>
                      <a:pt x="-5300" y="1565356"/>
                      <a:pt x="6580" y="1395842"/>
                      <a:pt x="0" y="1300378"/>
                    </a:cubicBezTo>
                    <a:cubicBezTo>
                      <a:pt x="-6580" y="1204914"/>
                      <a:pt x="45590" y="873109"/>
                      <a:pt x="0" y="650189"/>
                    </a:cubicBezTo>
                    <a:cubicBezTo>
                      <a:pt x="-45590" y="427269"/>
                      <a:pt x="58100" y="21069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B050"/>
                </a:solidFill>
                <a:miter lim="800000"/>
                <a:headEnd/>
                <a:tailEnd/>
                <a:extLst>
                  <a:ext uri="{C807C97D-BFC1-408E-A445-0C87EB9F89A2}">
                    <ask:lineSketchStyleProps xmlns:ask="http://schemas.microsoft.com/office/drawing/2018/sketchyshapes" sd="420918190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Miss Kwan’s total annual income for the year 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2019/20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$ 300 000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If her salaries tax allowance is 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$ 120 000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, how much salaries tax should she pay</a:t>
                </a:r>
                <a:endParaRPr 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r>
                  <a:rPr lang="en-US" sz="2400" b="1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					</a:t>
                </a:r>
                <a:endParaRPr 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r>
                  <a:rPr lang="en-US" sz="2400" b="1" u="none" strike="noStrike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 </a:t>
                </a:r>
                <a:endParaRPr 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 </a:t>
                </a:r>
                <a:endParaRPr 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2">
                <a:extLst>
                  <a:ext uri="{FF2B5EF4-FFF2-40B4-BE49-F238E27FC236}">
                    <a16:creationId xmlns:a16="http://schemas.microsoft.com/office/drawing/2014/main" id="{136984CB-7552-B6B1-AD04-DEC8D1B01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21" y="2317282"/>
                <a:ext cx="10018499" cy="4484061"/>
              </a:xfrm>
              <a:prstGeom prst="rect">
                <a:avLst/>
              </a:prstGeom>
              <a:blipFill>
                <a:blip r:embed="rId2"/>
                <a:stretch>
                  <a:fillRect l="-543" r="-241"/>
                </a:stretch>
              </a:blipFill>
              <a:ln w="28575">
                <a:solidFill>
                  <a:srgbClr val="00B050"/>
                </a:solidFill>
                <a:miter lim="800000"/>
                <a:headEnd/>
                <a:tailEnd/>
                <a:extLst>
                  <a:ext uri="{C807C97D-BFC1-408E-A445-0C87EB9F89A2}">
                    <ask:lineSketchStyleProps xmlns:ask="http://schemas.microsoft.com/office/drawing/2018/sketchyshapes" sd="4209181907">
                      <a:custGeom>
                        <a:avLst/>
                        <a:gdLst>
                          <a:gd name="connsiteX0" fmla="*/ 0 w 10018499"/>
                          <a:gd name="connsiteY0" fmla="*/ 0 h 4484061"/>
                          <a:gd name="connsiteX1" fmla="*/ 589323 w 10018499"/>
                          <a:gd name="connsiteY1" fmla="*/ 0 h 4484061"/>
                          <a:gd name="connsiteX2" fmla="*/ 1078462 w 10018499"/>
                          <a:gd name="connsiteY2" fmla="*/ 0 h 4484061"/>
                          <a:gd name="connsiteX3" fmla="*/ 1767970 w 10018499"/>
                          <a:gd name="connsiteY3" fmla="*/ 0 h 4484061"/>
                          <a:gd name="connsiteX4" fmla="*/ 2156924 w 10018499"/>
                          <a:gd name="connsiteY4" fmla="*/ 0 h 4484061"/>
                          <a:gd name="connsiteX5" fmla="*/ 2946617 w 10018499"/>
                          <a:gd name="connsiteY5" fmla="*/ 0 h 4484061"/>
                          <a:gd name="connsiteX6" fmla="*/ 3235386 w 10018499"/>
                          <a:gd name="connsiteY6" fmla="*/ 0 h 4484061"/>
                          <a:gd name="connsiteX7" fmla="*/ 3624339 w 10018499"/>
                          <a:gd name="connsiteY7" fmla="*/ 0 h 4484061"/>
                          <a:gd name="connsiteX8" fmla="*/ 3913108 w 10018499"/>
                          <a:gd name="connsiteY8" fmla="*/ 0 h 4484061"/>
                          <a:gd name="connsiteX9" fmla="*/ 4402246 w 10018499"/>
                          <a:gd name="connsiteY9" fmla="*/ 0 h 4484061"/>
                          <a:gd name="connsiteX10" fmla="*/ 5091755 w 10018499"/>
                          <a:gd name="connsiteY10" fmla="*/ 0 h 4484061"/>
                          <a:gd name="connsiteX11" fmla="*/ 5881448 w 10018499"/>
                          <a:gd name="connsiteY11" fmla="*/ 0 h 4484061"/>
                          <a:gd name="connsiteX12" fmla="*/ 6671142 w 10018499"/>
                          <a:gd name="connsiteY12" fmla="*/ 0 h 4484061"/>
                          <a:gd name="connsiteX13" fmla="*/ 7260465 w 10018499"/>
                          <a:gd name="connsiteY13" fmla="*/ 0 h 4484061"/>
                          <a:gd name="connsiteX14" fmla="*/ 8050159 w 10018499"/>
                          <a:gd name="connsiteY14" fmla="*/ 0 h 4484061"/>
                          <a:gd name="connsiteX15" fmla="*/ 8639482 w 10018499"/>
                          <a:gd name="connsiteY15" fmla="*/ 0 h 4484061"/>
                          <a:gd name="connsiteX16" fmla="*/ 9228806 w 10018499"/>
                          <a:gd name="connsiteY16" fmla="*/ 0 h 4484061"/>
                          <a:gd name="connsiteX17" fmla="*/ 10018499 w 10018499"/>
                          <a:gd name="connsiteY17" fmla="*/ 0 h 4484061"/>
                          <a:gd name="connsiteX18" fmla="*/ 10018499 w 10018499"/>
                          <a:gd name="connsiteY18" fmla="*/ 560508 h 4484061"/>
                          <a:gd name="connsiteX19" fmla="*/ 10018499 w 10018499"/>
                          <a:gd name="connsiteY19" fmla="*/ 1121015 h 4484061"/>
                          <a:gd name="connsiteX20" fmla="*/ 10018499 w 10018499"/>
                          <a:gd name="connsiteY20" fmla="*/ 1726363 h 4484061"/>
                          <a:gd name="connsiteX21" fmla="*/ 10018499 w 10018499"/>
                          <a:gd name="connsiteY21" fmla="*/ 2376552 h 4484061"/>
                          <a:gd name="connsiteX22" fmla="*/ 10018499 w 10018499"/>
                          <a:gd name="connsiteY22" fmla="*/ 2937060 h 4484061"/>
                          <a:gd name="connsiteX23" fmla="*/ 10018499 w 10018499"/>
                          <a:gd name="connsiteY23" fmla="*/ 3363046 h 4484061"/>
                          <a:gd name="connsiteX24" fmla="*/ 10018499 w 10018499"/>
                          <a:gd name="connsiteY24" fmla="*/ 3968394 h 4484061"/>
                          <a:gd name="connsiteX25" fmla="*/ 10018499 w 10018499"/>
                          <a:gd name="connsiteY25" fmla="*/ 4484061 h 4484061"/>
                          <a:gd name="connsiteX26" fmla="*/ 9629546 w 10018499"/>
                          <a:gd name="connsiteY26" fmla="*/ 4484061 h 4484061"/>
                          <a:gd name="connsiteX27" fmla="*/ 9040222 w 10018499"/>
                          <a:gd name="connsiteY27" fmla="*/ 4484061 h 4484061"/>
                          <a:gd name="connsiteX28" fmla="*/ 8350714 w 10018499"/>
                          <a:gd name="connsiteY28" fmla="*/ 4484061 h 4484061"/>
                          <a:gd name="connsiteX29" fmla="*/ 8061945 w 10018499"/>
                          <a:gd name="connsiteY29" fmla="*/ 4484061 h 4484061"/>
                          <a:gd name="connsiteX30" fmla="*/ 7372437 w 10018499"/>
                          <a:gd name="connsiteY30" fmla="*/ 4484061 h 4484061"/>
                          <a:gd name="connsiteX31" fmla="*/ 7083668 w 10018499"/>
                          <a:gd name="connsiteY31" fmla="*/ 4484061 h 4484061"/>
                          <a:gd name="connsiteX32" fmla="*/ 6394160 w 10018499"/>
                          <a:gd name="connsiteY32" fmla="*/ 4484061 h 4484061"/>
                          <a:gd name="connsiteX33" fmla="*/ 5604466 w 10018499"/>
                          <a:gd name="connsiteY33" fmla="*/ 4484061 h 4484061"/>
                          <a:gd name="connsiteX34" fmla="*/ 4914958 w 10018499"/>
                          <a:gd name="connsiteY34" fmla="*/ 4484061 h 4484061"/>
                          <a:gd name="connsiteX35" fmla="*/ 4626189 w 10018499"/>
                          <a:gd name="connsiteY35" fmla="*/ 4484061 h 4484061"/>
                          <a:gd name="connsiteX36" fmla="*/ 3836496 w 10018499"/>
                          <a:gd name="connsiteY36" fmla="*/ 4484061 h 4484061"/>
                          <a:gd name="connsiteX37" fmla="*/ 3146987 w 10018499"/>
                          <a:gd name="connsiteY37" fmla="*/ 4484061 h 4484061"/>
                          <a:gd name="connsiteX38" fmla="*/ 2657849 w 10018499"/>
                          <a:gd name="connsiteY38" fmla="*/ 4484061 h 4484061"/>
                          <a:gd name="connsiteX39" fmla="*/ 2068525 w 10018499"/>
                          <a:gd name="connsiteY39" fmla="*/ 4484061 h 4484061"/>
                          <a:gd name="connsiteX40" fmla="*/ 1579387 w 10018499"/>
                          <a:gd name="connsiteY40" fmla="*/ 4484061 h 4484061"/>
                          <a:gd name="connsiteX41" fmla="*/ 1290618 w 10018499"/>
                          <a:gd name="connsiteY41" fmla="*/ 4484061 h 4484061"/>
                          <a:gd name="connsiteX42" fmla="*/ 601110 w 10018499"/>
                          <a:gd name="connsiteY42" fmla="*/ 4484061 h 4484061"/>
                          <a:gd name="connsiteX43" fmla="*/ 0 w 10018499"/>
                          <a:gd name="connsiteY43" fmla="*/ 4484061 h 4484061"/>
                          <a:gd name="connsiteX44" fmla="*/ 0 w 10018499"/>
                          <a:gd name="connsiteY44" fmla="*/ 3878713 h 4484061"/>
                          <a:gd name="connsiteX45" fmla="*/ 0 w 10018499"/>
                          <a:gd name="connsiteY45" fmla="*/ 3452727 h 4484061"/>
                          <a:gd name="connsiteX46" fmla="*/ 0 w 10018499"/>
                          <a:gd name="connsiteY46" fmla="*/ 2892219 h 4484061"/>
                          <a:gd name="connsiteX47" fmla="*/ 0 w 10018499"/>
                          <a:gd name="connsiteY47" fmla="*/ 2466234 h 4484061"/>
                          <a:gd name="connsiteX48" fmla="*/ 0 w 10018499"/>
                          <a:gd name="connsiteY48" fmla="*/ 1995407 h 4484061"/>
                          <a:gd name="connsiteX49" fmla="*/ 0 w 10018499"/>
                          <a:gd name="connsiteY49" fmla="*/ 1434900 h 4484061"/>
                          <a:gd name="connsiteX50" fmla="*/ 0 w 10018499"/>
                          <a:gd name="connsiteY50" fmla="*/ 1008914 h 4484061"/>
                          <a:gd name="connsiteX51" fmla="*/ 0 w 10018499"/>
                          <a:gd name="connsiteY51" fmla="*/ 0 h 44840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</a:cxnLst>
                        <a:rect l="l" t="t" r="r" b="b"/>
                        <a:pathLst>
                          <a:path w="10018499" h="4484061" fill="none" extrusionOk="0">
                            <a:moveTo>
                              <a:pt x="0" y="0"/>
                            </a:moveTo>
                            <a:cubicBezTo>
                              <a:pt x="236208" y="-62364"/>
                              <a:pt x="460115" y="28640"/>
                              <a:pt x="589323" y="0"/>
                            </a:cubicBezTo>
                            <a:cubicBezTo>
                              <a:pt x="718531" y="-28640"/>
                              <a:pt x="899216" y="15005"/>
                              <a:pt x="1078462" y="0"/>
                            </a:cubicBezTo>
                            <a:cubicBezTo>
                              <a:pt x="1257708" y="-15005"/>
                              <a:pt x="1576199" y="7109"/>
                              <a:pt x="1767970" y="0"/>
                            </a:cubicBezTo>
                            <a:cubicBezTo>
                              <a:pt x="1959741" y="-7109"/>
                              <a:pt x="1992106" y="5742"/>
                              <a:pt x="2156924" y="0"/>
                            </a:cubicBezTo>
                            <a:cubicBezTo>
                              <a:pt x="2321742" y="-5742"/>
                              <a:pt x="2766538" y="75369"/>
                              <a:pt x="2946617" y="0"/>
                            </a:cubicBezTo>
                            <a:cubicBezTo>
                              <a:pt x="3126696" y="-75369"/>
                              <a:pt x="3105166" y="1557"/>
                              <a:pt x="3235386" y="0"/>
                            </a:cubicBezTo>
                            <a:cubicBezTo>
                              <a:pt x="3365606" y="-1557"/>
                              <a:pt x="3478978" y="41213"/>
                              <a:pt x="3624339" y="0"/>
                            </a:cubicBezTo>
                            <a:cubicBezTo>
                              <a:pt x="3769700" y="-41213"/>
                              <a:pt x="3807002" y="20379"/>
                              <a:pt x="3913108" y="0"/>
                            </a:cubicBezTo>
                            <a:cubicBezTo>
                              <a:pt x="4019214" y="-20379"/>
                              <a:pt x="4290141" y="57427"/>
                              <a:pt x="4402246" y="0"/>
                            </a:cubicBezTo>
                            <a:cubicBezTo>
                              <a:pt x="4514351" y="-57427"/>
                              <a:pt x="4846916" y="10272"/>
                              <a:pt x="5091755" y="0"/>
                            </a:cubicBezTo>
                            <a:cubicBezTo>
                              <a:pt x="5336594" y="-10272"/>
                              <a:pt x="5638577" y="77362"/>
                              <a:pt x="5881448" y="0"/>
                            </a:cubicBezTo>
                            <a:cubicBezTo>
                              <a:pt x="6124319" y="-77362"/>
                              <a:pt x="6461179" y="65959"/>
                              <a:pt x="6671142" y="0"/>
                            </a:cubicBezTo>
                            <a:cubicBezTo>
                              <a:pt x="6881105" y="-65959"/>
                              <a:pt x="7015538" y="68009"/>
                              <a:pt x="7260465" y="0"/>
                            </a:cubicBezTo>
                            <a:cubicBezTo>
                              <a:pt x="7505392" y="-68009"/>
                              <a:pt x="7751516" y="3349"/>
                              <a:pt x="8050159" y="0"/>
                            </a:cubicBezTo>
                            <a:cubicBezTo>
                              <a:pt x="8348802" y="-3349"/>
                              <a:pt x="8499975" y="53105"/>
                              <a:pt x="8639482" y="0"/>
                            </a:cubicBezTo>
                            <a:cubicBezTo>
                              <a:pt x="8778989" y="-53105"/>
                              <a:pt x="9029288" y="3669"/>
                              <a:pt x="9228806" y="0"/>
                            </a:cubicBezTo>
                            <a:cubicBezTo>
                              <a:pt x="9428324" y="-3669"/>
                              <a:pt x="9859677" y="57400"/>
                              <a:pt x="10018499" y="0"/>
                            </a:cubicBezTo>
                            <a:cubicBezTo>
                              <a:pt x="10055436" y="234348"/>
                              <a:pt x="9989098" y="317002"/>
                              <a:pt x="10018499" y="560508"/>
                            </a:cubicBezTo>
                            <a:cubicBezTo>
                              <a:pt x="10047900" y="804014"/>
                              <a:pt x="9973460" y="883353"/>
                              <a:pt x="10018499" y="1121015"/>
                            </a:cubicBezTo>
                            <a:cubicBezTo>
                              <a:pt x="10063538" y="1358677"/>
                              <a:pt x="10014800" y="1510729"/>
                              <a:pt x="10018499" y="1726363"/>
                            </a:cubicBezTo>
                            <a:cubicBezTo>
                              <a:pt x="10022198" y="1941997"/>
                              <a:pt x="9989268" y="2159944"/>
                              <a:pt x="10018499" y="2376552"/>
                            </a:cubicBezTo>
                            <a:cubicBezTo>
                              <a:pt x="10047730" y="2593160"/>
                              <a:pt x="9963264" y="2754882"/>
                              <a:pt x="10018499" y="2937060"/>
                            </a:cubicBezTo>
                            <a:cubicBezTo>
                              <a:pt x="10073734" y="3119238"/>
                              <a:pt x="9972257" y="3252096"/>
                              <a:pt x="10018499" y="3363046"/>
                            </a:cubicBezTo>
                            <a:cubicBezTo>
                              <a:pt x="10064741" y="3473996"/>
                              <a:pt x="9997784" y="3749009"/>
                              <a:pt x="10018499" y="3968394"/>
                            </a:cubicBezTo>
                            <a:cubicBezTo>
                              <a:pt x="10039214" y="4187779"/>
                              <a:pt x="9968498" y="4268292"/>
                              <a:pt x="10018499" y="4484061"/>
                            </a:cubicBezTo>
                            <a:cubicBezTo>
                              <a:pt x="9940354" y="4505486"/>
                              <a:pt x="9783960" y="4477842"/>
                              <a:pt x="9629546" y="4484061"/>
                            </a:cubicBezTo>
                            <a:cubicBezTo>
                              <a:pt x="9475132" y="4490280"/>
                              <a:pt x="9239206" y="4437403"/>
                              <a:pt x="9040222" y="4484061"/>
                            </a:cubicBezTo>
                            <a:cubicBezTo>
                              <a:pt x="8841238" y="4530719"/>
                              <a:pt x="8566703" y="4445803"/>
                              <a:pt x="8350714" y="4484061"/>
                            </a:cubicBezTo>
                            <a:cubicBezTo>
                              <a:pt x="8134725" y="4522319"/>
                              <a:pt x="8146226" y="4465845"/>
                              <a:pt x="8061945" y="4484061"/>
                            </a:cubicBezTo>
                            <a:cubicBezTo>
                              <a:pt x="7977664" y="4502277"/>
                              <a:pt x="7525774" y="4466087"/>
                              <a:pt x="7372437" y="4484061"/>
                            </a:cubicBezTo>
                            <a:cubicBezTo>
                              <a:pt x="7219100" y="4502035"/>
                              <a:pt x="7195680" y="4471163"/>
                              <a:pt x="7083668" y="4484061"/>
                            </a:cubicBezTo>
                            <a:cubicBezTo>
                              <a:pt x="6971656" y="4496959"/>
                              <a:pt x="6588886" y="4449680"/>
                              <a:pt x="6394160" y="4484061"/>
                            </a:cubicBezTo>
                            <a:cubicBezTo>
                              <a:pt x="6199434" y="4518442"/>
                              <a:pt x="5848589" y="4469854"/>
                              <a:pt x="5604466" y="4484061"/>
                            </a:cubicBezTo>
                            <a:cubicBezTo>
                              <a:pt x="5360343" y="4498268"/>
                              <a:pt x="5120200" y="4424071"/>
                              <a:pt x="4914958" y="4484061"/>
                            </a:cubicBezTo>
                            <a:cubicBezTo>
                              <a:pt x="4709716" y="4544051"/>
                              <a:pt x="4695326" y="4452444"/>
                              <a:pt x="4626189" y="4484061"/>
                            </a:cubicBezTo>
                            <a:cubicBezTo>
                              <a:pt x="4557052" y="4515678"/>
                              <a:pt x="4075417" y="4456215"/>
                              <a:pt x="3836496" y="4484061"/>
                            </a:cubicBezTo>
                            <a:cubicBezTo>
                              <a:pt x="3597575" y="4511907"/>
                              <a:pt x="3301976" y="4476879"/>
                              <a:pt x="3146987" y="4484061"/>
                            </a:cubicBezTo>
                            <a:cubicBezTo>
                              <a:pt x="2991998" y="4491243"/>
                              <a:pt x="2759836" y="4474513"/>
                              <a:pt x="2657849" y="4484061"/>
                            </a:cubicBezTo>
                            <a:cubicBezTo>
                              <a:pt x="2555862" y="4493609"/>
                              <a:pt x="2251194" y="4422851"/>
                              <a:pt x="2068525" y="4484061"/>
                            </a:cubicBezTo>
                            <a:cubicBezTo>
                              <a:pt x="1885856" y="4545271"/>
                              <a:pt x="1698710" y="4426609"/>
                              <a:pt x="1579387" y="4484061"/>
                            </a:cubicBezTo>
                            <a:cubicBezTo>
                              <a:pt x="1460064" y="4541513"/>
                              <a:pt x="1401715" y="4471503"/>
                              <a:pt x="1290618" y="4484061"/>
                            </a:cubicBezTo>
                            <a:cubicBezTo>
                              <a:pt x="1179521" y="4496619"/>
                              <a:pt x="900277" y="4418271"/>
                              <a:pt x="601110" y="4484061"/>
                            </a:cubicBezTo>
                            <a:cubicBezTo>
                              <a:pt x="301943" y="4549851"/>
                              <a:pt x="143307" y="4468247"/>
                              <a:pt x="0" y="4484061"/>
                            </a:cubicBezTo>
                            <a:cubicBezTo>
                              <a:pt x="-65547" y="4193689"/>
                              <a:pt x="51058" y="4178607"/>
                              <a:pt x="0" y="3878713"/>
                            </a:cubicBezTo>
                            <a:cubicBezTo>
                              <a:pt x="-51058" y="3578819"/>
                              <a:pt x="37202" y="3572208"/>
                              <a:pt x="0" y="3452727"/>
                            </a:cubicBezTo>
                            <a:cubicBezTo>
                              <a:pt x="-37202" y="3333246"/>
                              <a:pt x="21365" y="3100360"/>
                              <a:pt x="0" y="2892219"/>
                            </a:cubicBezTo>
                            <a:cubicBezTo>
                              <a:pt x="-21365" y="2684078"/>
                              <a:pt x="3348" y="2608340"/>
                              <a:pt x="0" y="2466234"/>
                            </a:cubicBezTo>
                            <a:cubicBezTo>
                              <a:pt x="-3348" y="2324128"/>
                              <a:pt x="46549" y="2132229"/>
                              <a:pt x="0" y="1995407"/>
                            </a:cubicBezTo>
                            <a:cubicBezTo>
                              <a:pt x="-46549" y="1858585"/>
                              <a:pt x="14239" y="1637730"/>
                              <a:pt x="0" y="1434900"/>
                            </a:cubicBezTo>
                            <a:cubicBezTo>
                              <a:pt x="-14239" y="1232070"/>
                              <a:pt x="22531" y="1118262"/>
                              <a:pt x="0" y="1008914"/>
                            </a:cubicBezTo>
                            <a:cubicBezTo>
                              <a:pt x="-22531" y="899566"/>
                              <a:pt x="64007" y="336381"/>
                              <a:pt x="0" y="0"/>
                            </a:cubicBezTo>
                            <a:close/>
                          </a:path>
                          <a:path w="10018499" h="4484061" stroke="0" extrusionOk="0">
                            <a:moveTo>
                              <a:pt x="0" y="0"/>
                            </a:moveTo>
                            <a:cubicBezTo>
                              <a:pt x="384592" y="-56316"/>
                              <a:pt x="404473" y="62230"/>
                              <a:pt x="789693" y="0"/>
                            </a:cubicBezTo>
                            <a:cubicBezTo>
                              <a:pt x="1174913" y="-62230"/>
                              <a:pt x="1120737" y="45578"/>
                              <a:pt x="1278832" y="0"/>
                            </a:cubicBezTo>
                            <a:cubicBezTo>
                              <a:pt x="1436927" y="-45578"/>
                              <a:pt x="1434404" y="25004"/>
                              <a:pt x="1567600" y="0"/>
                            </a:cubicBezTo>
                            <a:cubicBezTo>
                              <a:pt x="1700796" y="-25004"/>
                              <a:pt x="1726934" y="4516"/>
                              <a:pt x="1856369" y="0"/>
                            </a:cubicBezTo>
                            <a:cubicBezTo>
                              <a:pt x="1985804" y="-4516"/>
                              <a:pt x="2474926" y="56166"/>
                              <a:pt x="2646062" y="0"/>
                            </a:cubicBezTo>
                            <a:cubicBezTo>
                              <a:pt x="2817198" y="-56166"/>
                              <a:pt x="3257634" y="58850"/>
                              <a:pt x="3435756" y="0"/>
                            </a:cubicBezTo>
                            <a:cubicBezTo>
                              <a:pt x="3613878" y="-58850"/>
                              <a:pt x="3925396" y="35244"/>
                              <a:pt x="4125264" y="0"/>
                            </a:cubicBezTo>
                            <a:cubicBezTo>
                              <a:pt x="4325132" y="-35244"/>
                              <a:pt x="4497093" y="48853"/>
                              <a:pt x="4714588" y="0"/>
                            </a:cubicBezTo>
                            <a:cubicBezTo>
                              <a:pt x="4932083" y="-48853"/>
                              <a:pt x="5060873" y="46331"/>
                              <a:pt x="5303911" y="0"/>
                            </a:cubicBezTo>
                            <a:cubicBezTo>
                              <a:pt x="5546949" y="-46331"/>
                              <a:pt x="5768205" y="30718"/>
                              <a:pt x="6093605" y="0"/>
                            </a:cubicBezTo>
                            <a:cubicBezTo>
                              <a:pt x="6419005" y="-30718"/>
                              <a:pt x="6456643" y="56743"/>
                              <a:pt x="6783113" y="0"/>
                            </a:cubicBezTo>
                            <a:cubicBezTo>
                              <a:pt x="7109583" y="-56743"/>
                              <a:pt x="7099540" y="9053"/>
                              <a:pt x="7372437" y="0"/>
                            </a:cubicBezTo>
                            <a:cubicBezTo>
                              <a:pt x="7645334" y="-9053"/>
                              <a:pt x="7983210" y="146"/>
                              <a:pt x="8162130" y="0"/>
                            </a:cubicBezTo>
                            <a:cubicBezTo>
                              <a:pt x="8341050" y="-146"/>
                              <a:pt x="8461237" y="5099"/>
                              <a:pt x="8651269" y="0"/>
                            </a:cubicBezTo>
                            <a:cubicBezTo>
                              <a:pt x="8841301" y="-5099"/>
                              <a:pt x="9032389" y="3087"/>
                              <a:pt x="9340777" y="0"/>
                            </a:cubicBezTo>
                            <a:cubicBezTo>
                              <a:pt x="9649165" y="-3087"/>
                              <a:pt x="9810385" y="50298"/>
                              <a:pt x="10018499" y="0"/>
                            </a:cubicBezTo>
                            <a:cubicBezTo>
                              <a:pt x="10074514" y="141229"/>
                              <a:pt x="9965584" y="435289"/>
                              <a:pt x="10018499" y="605348"/>
                            </a:cubicBezTo>
                            <a:cubicBezTo>
                              <a:pt x="10071414" y="775407"/>
                              <a:pt x="9988993" y="876720"/>
                              <a:pt x="10018499" y="1031334"/>
                            </a:cubicBezTo>
                            <a:cubicBezTo>
                              <a:pt x="10048005" y="1185948"/>
                              <a:pt x="10008176" y="1429248"/>
                              <a:pt x="10018499" y="1547001"/>
                            </a:cubicBezTo>
                            <a:cubicBezTo>
                              <a:pt x="10028822" y="1664754"/>
                              <a:pt x="9999016" y="1864067"/>
                              <a:pt x="10018499" y="1972987"/>
                            </a:cubicBezTo>
                            <a:cubicBezTo>
                              <a:pt x="10037982" y="2081907"/>
                              <a:pt x="9980701" y="2240839"/>
                              <a:pt x="10018499" y="2398973"/>
                            </a:cubicBezTo>
                            <a:cubicBezTo>
                              <a:pt x="10056297" y="2557107"/>
                              <a:pt x="10005636" y="2741797"/>
                              <a:pt x="10018499" y="3049161"/>
                            </a:cubicBezTo>
                            <a:cubicBezTo>
                              <a:pt x="10031362" y="3356525"/>
                              <a:pt x="9979868" y="3423080"/>
                              <a:pt x="10018499" y="3564828"/>
                            </a:cubicBezTo>
                            <a:cubicBezTo>
                              <a:pt x="10057130" y="3706576"/>
                              <a:pt x="9980670" y="4199662"/>
                              <a:pt x="10018499" y="4484061"/>
                            </a:cubicBezTo>
                            <a:cubicBezTo>
                              <a:pt x="9705479" y="4521452"/>
                              <a:pt x="9523937" y="4463121"/>
                              <a:pt x="9228806" y="4484061"/>
                            </a:cubicBezTo>
                            <a:cubicBezTo>
                              <a:pt x="8933675" y="4505001"/>
                              <a:pt x="8778173" y="4405903"/>
                              <a:pt x="8539297" y="4484061"/>
                            </a:cubicBezTo>
                            <a:cubicBezTo>
                              <a:pt x="8300421" y="4562219"/>
                              <a:pt x="8095142" y="4465269"/>
                              <a:pt x="7849789" y="4484061"/>
                            </a:cubicBezTo>
                            <a:cubicBezTo>
                              <a:pt x="7604436" y="4502853"/>
                              <a:pt x="7536038" y="4464556"/>
                              <a:pt x="7360650" y="4484061"/>
                            </a:cubicBezTo>
                            <a:cubicBezTo>
                              <a:pt x="7185262" y="4503566"/>
                              <a:pt x="7166881" y="4452542"/>
                              <a:pt x="7071882" y="4484061"/>
                            </a:cubicBezTo>
                            <a:cubicBezTo>
                              <a:pt x="6976883" y="4515580"/>
                              <a:pt x="6741821" y="4456944"/>
                              <a:pt x="6482558" y="4484061"/>
                            </a:cubicBezTo>
                            <a:cubicBezTo>
                              <a:pt x="6223295" y="4511178"/>
                              <a:pt x="6307199" y="4462715"/>
                              <a:pt x="6193790" y="4484061"/>
                            </a:cubicBezTo>
                            <a:cubicBezTo>
                              <a:pt x="6080381" y="4505407"/>
                              <a:pt x="6040703" y="4458934"/>
                              <a:pt x="5905021" y="4484061"/>
                            </a:cubicBezTo>
                            <a:cubicBezTo>
                              <a:pt x="5769339" y="4509188"/>
                              <a:pt x="5482758" y="4440763"/>
                              <a:pt x="5115328" y="4484061"/>
                            </a:cubicBezTo>
                            <a:cubicBezTo>
                              <a:pt x="4747898" y="4527359"/>
                              <a:pt x="4837544" y="4438431"/>
                              <a:pt x="4726374" y="4484061"/>
                            </a:cubicBezTo>
                            <a:cubicBezTo>
                              <a:pt x="4615204" y="4529691"/>
                              <a:pt x="4450564" y="4467051"/>
                              <a:pt x="4337421" y="4484061"/>
                            </a:cubicBezTo>
                            <a:cubicBezTo>
                              <a:pt x="4224278" y="4501071"/>
                              <a:pt x="3894189" y="4444282"/>
                              <a:pt x="3547727" y="4484061"/>
                            </a:cubicBezTo>
                            <a:cubicBezTo>
                              <a:pt x="3201265" y="4523840"/>
                              <a:pt x="3153129" y="4434792"/>
                              <a:pt x="2858219" y="4484061"/>
                            </a:cubicBezTo>
                            <a:cubicBezTo>
                              <a:pt x="2563309" y="4533330"/>
                              <a:pt x="2456295" y="4429009"/>
                              <a:pt x="2268895" y="4484061"/>
                            </a:cubicBezTo>
                            <a:cubicBezTo>
                              <a:pt x="2081495" y="4539113"/>
                              <a:pt x="1978274" y="4474867"/>
                              <a:pt x="1879942" y="4484061"/>
                            </a:cubicBezTo>
                            <a:cubicBezTo>
                              <a:pt x="1781610" y="4493255"/>
                              <a:pt x="1649767" y="4467036"/>
                              <a:pt x="1490988" y="4484061"/>
                            </a:cubicBezTo>
                            <a:cubicBezTo>
                              <a:pt x="1332209" y="4501086"/>
                              <a:pt x="1195032" y="4476146"/>
                              <a:pt x="1001850" y="4484061"/>
                            </a:cubicBezTo>
                            <a:cubicBezTo>
                              <a:pt x="808668" y="4491976"/>
                              <a:pt x="851592" y="4461024"/>
                              <a:pt x="713081" y="4484061"/>
                            </a:cubicBezTo>
                            <a:cubicBezTo>
                              <a:pt x="574570" y="4507098"/>
                              <a:pt x="145057" y="4420782"/>
                              <a:pt x="0" y="4484061"/>
                            </a:cubicBezTo>
                            <a:cubicBezTo>
                              <a:pt x="-8824" y="4309959"/>
                              <a:pt x="48781" y="4246967"/>
                              <a:pt x="0" y="4013235"/>
                            </a:cubicBezTo>
                            <a:cubicBezTo>
                              <a:pt x="-48781" y="3779503"/>
                              <a:pt x="6009" y="3540874"/>
                              <a:pt x="0" y="3407886"/>
                            </a:cubicBezTo>
                            <a:cubicBezTo>
                              <a:pt x="-6009" y="3274898"/>
                              <a:pt x="25004" y="2988327"/>
                              <a:pt x="0" y="2757698"/>
                            </a:cubicBezTo>
                            <a:cubicBezTo>
                              <a:pt x="-25004" y="2527069"/>
                              <a:pt x="7231" y="2424586"/>
                              <a:pt x="0" y="2152349"/>
                            </a:cubicBezTo>
                            <a:cubicBezTo>
                              <a:pt x="-7231" y="1880112"/>
                              <a:pt x="5300" y="1887370"/>
                              <a:pt x="0" y="1726363"/>
                            </a:cubicBezTo>
                            <a:cubicBezTo>
                              <a:pt x="-5300" y="1565356"/>
                              <a:pt x="6580" y="1395842"/>
                              <a:pt x="0" y="1300378"/>
                            </a:cubicBezTo>
                            <a:cubicBezTo>
                              <a:pt x="-6580" y="1204914"/>
                              <a:pt x="45590" y="873109"/>
                              <a:pt x="0" y="650189"/>
                            </a:cubicBezTo>
                            <a:cubicBezTo>
                              <a:pt x="-45590" y="427269"/>
                              <a:pt x="58100" y="21069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形 11" descr="漏水水龍頭 以實心填滿">
            <a:extLst>
              <a:ext uri="{FF2B5EF4-FFF2-40B4-BE49-F238E27FC236}">
                <a16:creationId xmlns:a16="http://schemas.microsoft.com/office/drawing/2014/main" id="{DE6A1CC1-8492-2B58-0BBF-CB75B06C4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3170" y="4904"/>
            <a:ext cx="657918" cy="657918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D67FCAD1-44F0-0BAE-908C-0F878D550800}"/>
              </a:ext>
            </a:extLst>
          </p:cNvPr>
          <p:cNvGrpSpPr/>
          <p:nvPr/>
        </p:nvGrpSpPr>
        <p:grpSpPr>
          <a:xfrm>
            <a:off x="8124372" y="519480"/>
            <a:ext cx="1106095" cy="927045"/>
            <a:chOff x="8680012" y="737468"/>
            <a:chExt cx="1106095" cy="927045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2EC9851D-0322-B478-2B12-ED098C4CE1DF}"/>
                </a:ext>
              </a:extLst>
            </p:cNvPr>
            <p:cNvGrpSpPr/>
            <p:nvPr/>
          </p:nvGrpSpPr>
          <p:grpSpPr>
            <a:xfrm>
              <a:off x="8680012" y="737468"/>
              <a:ext cx="657917" cy="927045"/>
              <a:chOff x="8690001" y="1123950"/>
              <a:chExt cx="657917" cy="927045"/>
            </a:xfrm>
          </p:grpSpPr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3EEDC57A-AD95-C0C4-E381-68D4508B9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4917" y="1123950"/>
                <a:ext cx="0" cy="919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A586779A-BC0A-CDC5-303A-ACCDE5D924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402993"/>
                <a:ext cx="0" cy="64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EFFDCF62-FFD8-34B2-2E82-0A5B1A7749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90001" y="2050993"/>
                <a:ext cx="657917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2027A6A8-F53B-DB72-34F0-BE248B9031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153821"/>
                <a:ext cx="0" cy="12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DB4B47FD-4D33-A231-B9D7-C7C5E834CFBA}"/>
                </a:ext>
              </a:extLst>
            </p:cNvPr>
            <p:cNvGrpSpPr/>
            <p:nvPr/>
          </p:nvGrpSpPr>
          <p:grpSpPr>
            <a:xfrm>
              <a:off x="9336107" y="887159"/>
              <a:ext cx="450000" cy="432000"/>
              <a:chOff x="9346096" y="1273641"/>
              <a:chExt cx="450000" cy="432000"/>
            </a:xfrm>
          </p:grpSpPr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1FDED0E0-B476-DA09-2E81-EEC660BAC93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71096" y="1053011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46008336-344D-5A52-3C88-1D2AE373010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26096" y="1224654"/>
                <a:ext cx="0" cy="36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AAEE1DD7-A430-9846-ADF0-FA25668EC81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06096" y="1410223"/>
                <a:ext cx="0" cy="2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F8FEB510-3D39-F8AA-99F7-EF553894A2B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86106" y="1273641"/>
                <a:ext cx="0" cy="432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D8B82067-EAFB-3A31-391B-1BEF6670BE9E}"/>
              </a:ext>
            </a:extLst>
          </p:cNvPr>
          <p:cNvGrpSpPr/>
          <p:nvPr/>
        </p:nvGrpSpPr>
        <p:grpSpPr>
          <a:xfrm>
            <a:off x="8833361" y="1063631"/>
            <a:ext cx="1106095" cy="927045"/>
            <a:chOff x="9562568" y="1614428"/>
            <a:chExt cx="1106095" cy="927045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62E7E783-09F3-D236-A869-5455503325FA}"/>
                </a:ext>
              </a:extLst>
            </p:cNvPr>
            <p:cNvGrpSpPr/>
            <p:nvPr/>
          </p:nvGrpSpPr>
          <p:grpSpPr>
            <a:xfrm>
              <a:off x="9562568" y="1614428"/>
              <a:ext cx="657917" cy="927045"/>
              <a:chOff x="8690001" y="1123950"/>
              <a:chExt cx="657917" cy="927045"/>
            </a:xfrm>
          </p:grpSpPr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4F04BA9E-222F-13CB-9FCF-3B480FD9E3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8727" y="1123950"/>
                <a:ext cx="0" cy="919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7A4E51E1-CF40-CBC2-B8BD-AC25046D89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402993"/>
                <a:ext cx="0" cy="64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39DB1845-66C5-6DDD-5A54-DA37A0F1B7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90001" y="2050993"/>
                <a:ext cx="657917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8119BD31-DE8E-DAC8-26CC-C47D33644F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153821"/>
                <a:ext cx="0" cy="12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06FDA18C-5B68-419F-C301-B18FD9777B95}"/>
                </a:ext>
              </a:extLst>
            </p:cNvPr>
            <p:cNvGrpSpPr/>
            <p:nvPr/>
          </p:nvGrpSpPr>
          <p:grpSpPr>
            <a:xfrm>
              <a:off x="10218663" y="1764119"/>
              <a:ext cx="450000" cy="432000"/>
              <a:chOff x="9346096" y="1273641"/>
              <a:chExt cx="450000" cy="432000"/>
            </a:xfrm>
          </p:grpSpPr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D76A7366-E72B-1A53-ABD8-ED30A85A9E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71096" y="1053011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4806C963-3F05-8269-6141-808857A34AD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26096" y="1224654"/>
                <a:ext cx="0" cy="36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C49333ED-166C-C2F1-4942-ACF24A86E9F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06096" y="1410223"/>
                <a:ext cx="0" cy="2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75DCC51D-F829-2C56-4FEF-59B6618A2A4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86106" y="1273641"/>
                <a:ext cx="0" cy="432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手繪多邊形: 圖案 37">
            <a:extLst>
              <a:ext uri="{FF2B5EF4-FFF2-40B4-BE49-F238E27FC236}">
                <a16:creationId xmlns:a16="http://schemas.microsoft.com/office/drawing/2014/main" id="{7905A967-A708-54F6-79B5-94E097BA620D}"/>
              </a:ext>
            </a:extLst>
          </p:cNvPr>
          <p:cNvSpPr/>
          <p:nvPr/>
        </p:nvSpPr>
        <p:spPr>
          <a:xfrm>
            <a:off x="8776115" y="673835"/>
            <a:ext cx="445770" cy="480060"/>
          </a:xfrm>
          <a:custGeom>
            <a:avLst/>
            <a:gdLst>
              <a:gd name="connsiteX0" fmla="*/ 0 w 445770"/>
              <a:gd name="connsiteY0" fmla="*/ 0 h 476250"/>
              <a:gd name="connsiteX1" fmla="*/ 445770 w 445770"/>
              <a:gd name="connsiteY1" fmla="*/ 15240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  <a:gd name="connsiteX0" fmla="*/ 0 w 445770"/>
              <a:gd name="connsiteY0" fmla="*/ 3810 h 480060"/>
              <a:gd name="connsiteX1" fmla="*/ 445770 w 445770"/>
              <a:gd name="connsiteY1" fmla="*/ 0 h 480060"/>
              <a:gd name="connsiteX2" fmla="*/ 441960 w 445770"/>
              <a:gd name="connsiteY2" fmla="*/ 476250 h 480060"/>
              <a:gd name="connsiteX3" fmla="*/ 358140 w 445770"/>
              <a:gd name="connsiteY3" fmla="*/ 480060 h 480060"/>
              <a:gd name="connsiteX4" fmla="*/ 361950 w 445770"/>
              <a:gd name="connsiteY4" fmla="*/ 129540 h 480060"/>
              <a:gd name="connsiteX5" fmla="*/ 0 w 445770"/>
              <a:gd name="connsiteY5" fmla="*/ 133350 h 480060"/>
              <a:gd name="connsiteX6" fmla="*/ 0 w 445770"/>
              <a:gd name="connsiteY6" fmla="*/ 3810 h 48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770" h="480060">
                <a:moveTo>
                  <a:pt x="0" y="3810"/>
                </a:moveTo>
                <a:lnTo>
                  <a:pt x="445770" y="0"/>
                </a:lnTo>
                <a:lnTo>
                  <a:pt x="441960" y="476250"/>
                </a:lnTo>
                <a:lnTo>
                  <a:pt x="358140" y="480060"/>
                </a:lnTo>
                <a:lnTo>
                  <a:pt x="361950" y="129540"/>
                </a:lnTo>
                <a:lnTo>
                  <a:pt x="0" y="133350"/>
                </a:lnTo>
                <a:lnTo>
                  <a:pt x="0" y="381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A5FB90-AB82-2866-5751-BEFF6EEDA15E}"/>
              </a:ext>
            </a:extLst>
          </p:cNvPr>
          <p:cNvSpPr/>
          <p:nvPr/>
        </p:nvSpPr>
        <p:spPr>
          <a:xfrm>
            <a:off x="8124372" y="643912"/>
            <a:ext cx="663547" cy="8266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" name="手繪多邊形: 圖案 5">
            <a:extLst>
              <a:ext uri="{FF2B5EF4-FFF2-40B4-BE49-F238E27FC236}">
                <a16:creationId xmlns:a16="http://schemas.microsoft.com/office/drawing/2014/main" id="{7A403002-7E1F-E350-D36D-EFB2F5F3EB56}"/>
              </a:ext>
            </a:extLst>
          </p:cNvPr>
          <p:cNvSpPr/>
          <p:nvPr/>
        </p:nvSpPr>
        <p:spPr>
          <a:xfrm>
            <a:off x="8308941" y="636223"/>
            <a:ext cx="93506" cy="143841"/>
          </a:xfrm>
          <a:custGeom>
            <a:avLst/>
            <a:gdLst>
              <a:gd name="connsiteX0" fmla="*/ 3 w 93506"/>
              <a:gd name="connsiteY0" fmla="*/ 96522 h 143841"/>
              <a:gd name="connsiteX1" fmla="*/ 46187 w 93506"/>
              <a:gd name="connsiteY1" fmla="*/ 143838 h 143841"/>
              <a:gd name="connsiteX2" fmla="*/ 93503 w 93506"/>
              <a:gd name="connsiteY2" fmla="*/ 97654 h 143841"/>
              <a:gd name="connsiteX3" fmla="*/ 93503 w 93506"/>
              <a:gd name="connsiteY3" fmla="*/ 96522 h 143841"/>
              <a:gd name="connsiteX4" fmla="*/ 46757 w 93506"/>
              <a:gd name="connsiteY4" fmla="*/ 0 h 143841"/>
              <a:gd name="connsiteX5" fmla="*/ 3 w 93506"/>
              <a:gd name="connsiteY5" fmla="*/ 96522 h 14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506" h="143841">
                <a:moveTo>
                  <a:pt x="3" y="96522"/>
                </a:moveTo>
                <a:cubicBezTo>
                  <a:pt x="-309" y="122341"/>
                  <a:pt x="20368" y="143525"/>
                  <a:pt x="46187" y="143838"/>
                </a:cubicBezTo>
                <a:cubicBezTo>
                  <a:pt x="72006" y="144151"/>
                  <a:pt x="93191" y="123473"/>
                  <a:pt x="93503" y="97654"/>
                </a:cubicBezTo>
                <a:cubicBezTo>
                  <a:pt x="93508" y="97277"/>
                  <a:pt x="93508" y="96900"/>
                  <a:pt x="93503" y="96522"/>
                </a:cubicBezTo>
                <a:cubicBezTo>
                  <a:pt x="93510" y="66429"/>
                  <a:pt x="46757" y="0"/>
                  <a:pt x="46757" y="0"/>
                </a:cubicBezTo>
                <a:cubicBezTo>
                  <a:pt x="46757" y="0"/>
                  <a:pt x="3" y="66621"/>
                  <a:pt x="3" y="96522"/>
                </a:cubicBezTo>
                <a:close/>
              </a:path>
            </a:pathLst>
          </a:custGeom>
          <a:solidFill>
            <a:srgbClr val="00B0F0"/>
          </a:solidFill>
          <a:ln w="6846" cap="flat">
            <a:noFill/>
            <a:prstDash val="solid"/>
            <a:miter/>
          </a:ln>
        </p:spPr>
        <p:txBody>
          <a:bodyPr rtlCol="0" anchor="ctr"/>
          <a:lstStyle/>
          <a:p>
            <a:endParaRPr lang="zh-HK" altLang="en-US"/>
          </a:p>
        </p:txBody>
      </p: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F66B12D2-6653-7A27-82FF-00EB6BCE5E72}"/>
              </a:ext>
            </a:extLst>
          </p:cNvPr>
          <p:cNvSpPr/>
          <p:nvPr/>
        </p:nvSpPr>
        <p:spPr>
          <a:xfrm>
            <a:off x="8308941" y="965598"/>
            <a:ext cx="93506" cy="143841"/>
          </a:xfrm>
          <a:custGeom>
            <a:avLst/>
            <a:gdLst>
              <a:gd name="connsiteX0" fmla="*/ 3 w 93506"/>
              <a:gd name="connsiteY0" fmla="*/ 96522 h 143841"/>
              <a:gd name="connsiteX1" fmla="*/ 46187 w 93506"/>
              <a:gd name="connsiteY1" fmla="*/ 143838 h 143841"/>
              <a:gd name="connsiteX2" fmla="*/ 93503 w 93506"/>
              <a:gd name="connsiteY2" fmla="*/ 97654 h 143841"/>
              <a:gd name="connsiteX3" fmla="*/ 93503 w 93506"/>
              <a:gd name="connsiteY3" fmla="*/ 96522 h 143841"/>
              <a:gd name="connsiteX4" fmla="*/ 46757 w 93506"/>
              <a:gd name="connsiteY4" fmla="*/ 0 h 143841"/>
              <a:gd name="connsiteX5" fmla="*/ 3 w 93506"/>
              <a:gd name="connsiteY5" fmla="*/ 96522 h 14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506" h="143841">
                <a:moveTo>
                  <a:pt x="3" y="96522"/>
                </a:moveTo>
                <a:cubicBezTo>
                  <a:pt x="-309" y="122341"/>
                  <a:pt x="20368" y="143525"/>
                  <a:pt x="46187" y="143838"/>
                </a:cubicBezTo>
                <a:cubicBezTo>
                  <a:pt x="72006" y="144151"/>
                  <a:pt x="93191" y="123473"/>
                  <a:pt x="93503" y="97654"/>
                </a:cubicBezTo>
                <a:cubicBezTo>
                  <a:pt x="93508" y="97277"/>
                  <a:pt x="93508" y="96900"/>
                  <a:pt x="93503" y="96522"/>
                </a:cubicBezTo>
                <a:cubicBezTo>
                  <a:pt x="93510" y="66429"/>
                  <a:pt x="46757" y="0"/>
                  <a:pt x="46757" y="0"/>
                </a:cubicBezTo>
                <a:cubicBezTo>
                  <a:pt x="46757" y="0"/>
                  <a:pt x="3" y="66621"/>
                  <a:pt x="3" y="96522"/>
                </a:cubicBezTo>
                <a:close/>
              </a:path>
            </a:pathLst>
          </a:custGeom>
          <a:solidFill>
            <a:srgbClr val="00B0F0"/>
          </a:solidFill>
          <a:ln w="6846" cap="flat">
            <a:noFill/>
            <a:prstDash val="solid"/>
            <a:miter/>
          </a:ln>
        </p:spPr>
        <p:txBody>
          <a:bodyPr rtlCol="0" anchor="ctr"/>
          <a:lstStyle/>
          <a:p>
            <a:endParaRPr lang="zh-HK" altLang="en-US"/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00646424-20F7-D8C3-A98C-6AC01EBE1173}"/>
              </a:ext>
            </a:extLst>
          </p:cNvPr>
          <p:cNvSpPr/>
          <p:nvPr/>
        </p:nvSpPr>
        <p:spPr>
          <a:xfrm>
            <a:off x="9488071" y="1214318"/>
            <a:ext cx="445770" cy="476250"/>
          </a:xfrm>
          <a:custGeom>
            <a:avLst/>
            <a:gdLst>
              <a:gd name="connsiteX0" fmla="*/ 0 w 445770"/>
              <a:gd name="connsiteY0" fmla="*/ 0 h 476250"/>
              <a:gd name="connsiteX1" fmla="*/ 445770 w 445770"/>
              <a:gd name="connsiteY1" fmla="*/ 15240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  <a:gd name="connsiteX0" fmla="*/ 0 w 445770"/>
              <a:gd name="connsiteY0" fmla="*/ 0 h 476250"/>
              <a:gd name="connsiteX1" fmla="*/ 445770 w 445770"/>
              <a:gd name="connsiteY1" fmla="*/ 952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770" h="476250">
                <a:moveTo>
                  <a:pt x="0" y="0"/>
                </a:moveTo>
                <a:lnTo>
                  <a:pt x="445770" y="952"/>
                </a:lnTo>
                <a:lnTo>
                  <a:pt x="441960" y="472440"/>
                </a:lnTo>
                <a:lnTo>
                  <a:pt x="358140" y="476250"/>
                </a:lnTo>
                <a:lnTo>
                  <a:pt x="361950" y="125730"/>
                </a:lnTo>
                <a:lnTo>
                  <a:pt x="0" y="12954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8A9731-466D-22BA-1846-70631B4F317E}"/>
              </a:ext>
            </a:extLst>
          </p:cNvPr>
          <p:cNvSpPr/>
          <p:nvPr/>
        </p:nvSpPr>
        <p:spPr>
          <a:xfrm>
            <a:off x="8836328" y="1106739"/>
            <a:ext cx="663547" cy="88237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A9C8FA55-8880-2C44-656D-F20DD5281725}"/>
              </a:ext>
            </a:extLst>
          </p:cNvPr>
          <p:cNvGrpSpPr/>
          <p:nvPr/>
        </p:nvGrpSpPr>
        <p:grpSpPr>
          <a:xfrm>
            <a:off x="9547138" y="1587916"/>
            <a:ext cx="1106095" cy="927045"/>
            <a:chOff x="9562568" y="1614428"/>
            <a:chExt cx="1106095" cy="927045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03D05CCC-E248-BF3B-39A1-B999D954A474}"/>
                </a:ext>
              </a:extLst>
            </p:cNvPr>
            <p:cNvGrpSpPr/>
            <p:nvPr/>
          </p:nvGrpSpPr>
          <p:grpSpPr>
            <a:xfrm>
              <a:off x="9562568" y="1614428"/>
              <a:ext cx="657917" cy="927045"/>
              <a:chOff x="8690001" y="1123950"/>
              <a:chExt cx="657917" cy="927045"/>
            </a:xfrm>
          </p:grpSpPr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5DB0A9A6-FBEC-780C-07D9-47355A3F58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8727" y="1123950"/>
                <a:ext cx="0" cy="919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B0394224-348C-9C0A-96E1-E6E4A186E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402993"/>
                <a:ext cx="0" cy="64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86C3FB97-4852-B8D8-3659-A8A7E3B40E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90001" y="2050993"/>
                <a:ext cx="657917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>
                <a:extLst>
                  <a:ext uri="{FF2B5EF4-FFF2-40B4-BE49-F238E27FC236}">
                    <a16:creationId xmlns:a16="http://schemas.microsoft.com/office/drawing/2014/main" id="{7CBE150E-44FF-F4EF-11A9-DC515B5E4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153821"/>
                <a:ext cx="0" cy="12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375C2B57-424A-543D-C60E-26F7A08EB3B6}"/>
                </a:ext>
              </a:extLst>
            </p:cNvPr>
            <p:cNvGrpSpPr/>
            <p:nvPr/>
          </p:nvGrpSpPr>
          <p:grpSpPr>
            <a:xfrm>
              <a:off x="10218663" y="1764119"/>
              <a:ext cx="450000" cy="432000"/>
              <a:chOff x="9346096" y="1273641"/>
              <a:chExt cx="450000" cy="432000"/>
            </a:xfrm>
          </p:grpSpPr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F14A554B-C643-1980-04BE-51AF5EB1D37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71096" y="1053011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BAA687D6-9366-AB5C-42A5-C3CE548F9B3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26096" y="1224654"/>
                <a:ext cx="0" cy="36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FC0F671C-3925-48DE-E7A0-DEF4A4C599D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06096" y="1410223"/>
                <a:ext cx="0" cy="2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22CF2A2C-AF2A-8FC7-11E9-3E8B5FADEEE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86106" y="1273641"/>
                <a:ext cx="0" cy="432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8" name="手繪多邊形: 圖案 47">
            <a:extLst>
              <a:ext uri="{FF2B5EF4-FFF2-40B4-BE49-F238E27FC236}">
                <a16:creationId xmlns:a16="http://schemas.microsoft.com/office/drawing/2014/main" id="{022DA53F-3F6D-A979-ABB5-8D29A67C6DA6}"/>
              </a:ext>
            </a:extLst>
          </p:cNvPr>
          <p:cNvSpPr/>
          <p:nvPr/>
        </p:nvSpPr>
        <p:spPr>
          <a:xfrm>
            <a:off x="10201848" y="1738603"/>
            <a:ext cx="445770" cy="476250"/>
          </a:xfrm>
          <a:custGeom>
            <a:avLst/>
            <a:gdLst>
              <a:gd name="connsiteX0" fmla="*/ 0 w 445770"/>
              <a:gd name="connsiteY0" fmla="*/ 0 h 476250"/>
              <a:gd name="connsiteX1" fmla="*/ 445770 w 445770"/>
              <a:gd name="connsiteY1" fmla="*/ 15240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  <a:gd name="connsiteX0" fmla="*/ 0 w 445770"/>
              <a:gd name="connsiteY0" fmla="*/ 0 h 476250"/>
              <a:gd name="connsiteX1" fmla="*/ 445770 w 445770"/>
              <a:gd name="connsiteY1" fmla="*/ 953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770" h="476250">
                <a:moveTo>
                  <a:pt x="0" y="0"/>
                </a:moveTo>
                <a:lnTo>
                  <a:pt x="445770" y="953"/>
                </a:lnTo>
                <a:lnTo>
                  <a:pt x="441960" y="472440"/>
                </a:lnTo>
                <a:lnTo>
                  <a:pt x="358140" y="476250"/>
                </a:lnTo>
                <a:lnTo>
                  <a:pt x="361950" y="125730"/>
                </a:lnTo>
                <a:lnTo>
                  <a:pt x="0" y="12954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3388AC9-408B-0DED-66D9-A194E764FC19}"/>
              </a:ext>
            </a:extLst>
          </p:cNvPr>
          <p:cNvSpPr/>
          <p:nvPr/>
        </p:nvSpPr>
        <p:spPr>
          <a:xfrm>
            <a:off x="9550105" y="1663076"/>
            <a:ext cx="663547" cy="8503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04B15E68-8824-CA6D-0545-4D6A9F9477D2}"/>
              </a:ext>
            </a:extLst>
          </p:cNvPr>
          <p:cNvGrpSpPr/>
          <p:nvPr/>
        </p:nvGrpSpPr>
        <p:grpSpPr>
          <a:xfrm>
            <a:off x="10252435" y="2118439"/>
            <a:ext cx="1106095" cy="927045"/>
            <a:chOff x="9562568" y="1614428"/>
            <a:chExt cx="1106095" cy="927045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6238D73A-7271-6AFF-FE2F-031ED8F219AB}"/>
                </a:ext>
              </a:extLst>
            </p:cNvPr>
            <p:cNvGrpSpPr/>
            <p:nvPr/>
          </p:nvGrpSpPr>
          <p:grpSpPr>
            <a:xfrm>
              <a:off x="9562568" y="1614428"/>
              <a:ext cx="657917" cy="927045"/>
              <a:chOff x="8690001" y="1123950"/>
              <a:chExt cx="657917" cy="927045"/>
            </a:xfrm>
          </p:grpSpPr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C4ACE2CD-9530-8651-CED8-367FABE74D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8727" y="1123950"/>
                <a:ext cx="0" cy="919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BDD1167E-9041-DEBE-A70B-698B20ED1B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402993"/>
                <a:ext cx="0" cy="64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接點 58">
                <a:extLst>
                  <a:ext uri="{FF2B5EF4-FFF2-40B4-BE49-F238E27FC236}">
                    <a16:creationId xmlns:a16="http://schemas.microsoft.com/office/drawing/2014/main" id="{48D9B2D5-A159-03C7-B82A-749AEA2A64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90001" y="2050993"/>
                <a:ext cx="657917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3E88E907-B3DB-65FF-343F-6FA343166A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153821"/>
                <a:ext cx="0" cy="12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B4C85640-223E-422F-8124-BC70063DBB97}"/>
                </a:ext>
              </a:extLst>
            </p:cNvPr>
            <p:cNvGrpSpPr/>
            <p:nvPr/>
          </p:nvGrpSpPr>
          <p:grpSpPr>
            <a:xfrm>
              <a:off x="10218663" y="1764119"/>
              <a:ext cx="450000" cy="432000"/>
              <a:chOff x="9346096" y="1273641"/>
              <a:chExt cx="450000" cy="432000"/>
            </a:xfrm>
          </p:grpSpPr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BE91607B-EF1A-71E3-A642-063EE5C4F85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71096" y="1053011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819490E6-D782-0201-8EB0-186EE9C0D9E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26096" y="1224654"/>
                <a:ext cx="0" cy="36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0FFDE3D1-2702-6AA3-EF7D-930FE34D97F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06096" y="1410223"/>
                <a:ext cx="0" cy="2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A99118C1-F7E1-34A5-65AB-8FB4E7427C1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86106" y="1273641"/>
                <a:ext cx="0" cy="432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手繪多邊形: 圖案 60">
            <a:extLst>
              <a:ext uri="{FF2B5EF4-FFF2-40B4-BE49-F238E27FC236}">
                <a16:creationId xmlns:a16="http://schemas.microsoft.com/office/drawing/2014/main" id="{7788222E-4537-7986-9E56-9227A3AB8B1F}"/>
              </a:ext>
            </a:extLst>
          </p:cNvPr>
          <p:cNvSpPr/>
          <p:nvPr/>
        </p:nvSpPr>
        <p:spPr>
          <a:xfrm>
            <a:off x="10907145" y="2269126"/>
            <a:ext cx="445770" cy="476250"/>
          </a:xfrm>
          <a:custGeom>
            <a:avLst/>
            <a:gdLst>
              <a:gd name="connsiteX0" fmla="*/ 0 w 445770"/>
              <a:gd name="connsiteY0" fmla="*/ 0 h 476250"/>
              <a:gd name="connsiteX1" fmla="*/ 445770 w 445770"/>
              <a:gd name="connsiteY1" fmla="*/ 15240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  <a:gd name="connsiteX0" fmla="*/ 0 w 445770"/>
              <a:gd name="connsiteY0" fmla="*/ 0 h 476250"/>
              <a:gd name="connsiteX1" fmla="*/ 445770 w 445770"/>
              <a:gd name="connsiteY1" fmla="*/ 3334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770" h="476250">
                <a:moveTo>
                  <a:pt x="0" y="0"/>
                </a:moveTo>
                <a:lnTo>
                  <a:pt x="445770" y="3334"/>
                </a:lnTo>
                <a:lnTo>
                  <a:pt x="441960" y="472440"/>
                </a:lnTo>
                <a:lnTo>
                  <a:pt x="358140" y="476250"/>
                </a:lnTo>
                <a:lnTo>
                  <a:pt x="361950" y="125730"/>
                </a:lnTo>
                <a:lnTo>
                  <a:pt x="0" y="12954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99F7162-C63A-77FE-F865-F04EA5372CD4}"/>
              </a:ext>
            </a:extLst>
          </p:cNvPr>
          <p:cNvSpPr/>
          <p:nvPr/>
        </p:nvSpPr>
        <p:spPr>
          <a:xfrm>
            <a:off x="10255402" y="2209474"/>
            <a:ext cx="663547" cy="8503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024" name="群組 1023">
            <a:extLst>
              <a:ext uri="{FF2B5EF4-FFF2-40B4-BE49-F238E27FC236}">
                <a16:creationId xmlns:a16="http://schemas.microsoft.com/office/drawing/2014/main" id="{014CAD65-6172-8724-1B6F-AD2E46326B6A}"/>
              </a:ext>
            </a:extLst>
          </p:cNvPr>
          <p:cNvGrpSpPr/>
          <p:nvPr/>
        </p:nvGrpSpPr>
        <p:grpSpPr>
          <a:xfrm>
            <a:off x="10952102" y="2473206"/>
            <a:ext cx="1008000" cy="1260000"/>
            <a:chOff x="8690001" y="1123950"/>
            <a:chExt cx="657917" cy="927045"/>
          </a:xfrm>
        </p:grpSpPr>
        <p:cxnSp>
          <p:nvCxnSpPr>
            <p:cNvPr id="1031" name="直線接點 1030">
              <a:extLst>
                <a:ext uri="{FF2B5EF4-FFF2-40B4-BE49-F238E27FC236}">
                  <a16:creationId xmlns:a16="http://schemas.microsoft.com/office/drawing/2014/main" id="{618B19E2-2C6C-C4DE-8999-4AB0799E2BDE}"/>
                </a:ext>
              </a:extLst>
            </p:cNvPr>
            <p:cNvCxnSpPr>
              <a:cxnSpLocks/>
            </p:cNvCxnSpPr>
            <p:nvPr/>
          </p:nvCxnSpPr>
          <p:spPr>
            <a:xfrm>
              <a:off x="8698727" y="1123950"/>
              <a:ext cx="0" cy="9195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直線接點 1031">
              <a:extLst>
                <a:ext uri="{FF2B5EF4-FFF2-40B4-BE49-F238E27FC236}">
                  <a16:creationId xmlns:a16="http://schemas.microsoft.com/office/drawing/2014/main" id="{A8A1144E-2BF3-CE6C-DFB1-2B7686EFADB3}"/>
                </a:ext>
              </a:extLst>
            </p:cNvPr>
            <p:cNvCxnSpPr>
              <a:cxnSpLocks/>
            </p:cNvCxnSpPr>
            <p:nvPr/>
          </p:nvCxnSpPr>
          <p:spPr>
            <a:xfrm>
              <a:off x="9347918" y="1150993"/>
              <a:ext cx="0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直線接點 1032">
              <a:extLst>
                <a:ext uri="{FF2B5EF4-FFF2-40B4-BE49-F238E27FC236}">
                  <a16:creationId xmlns:a16="http://schemas.microsoft.com/office/drawing/2014/main" id="{E8DD0434-7146-0AC1-0E3E-81D7B29FC5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0001" y="2050993"/>
              <a:ext cx="657917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6" name="矩形 1035">
            <a:extLst>
              <a:ext uri="{FF2B5EF4-FFF2-40B4-BE49-F238E27FC236}">
                <a16:creationId xmlns:a16="http://schemas.microsoft.com/office/drawing/2014/main" id="{F4998796-AC70-C18C-73A6-6B079EF6646C}"/>
              </a:ext>
            </a:extLst>
          </p:cNvPr>
          <p:cNvSpPr/>
          <p:nvPr/>
        </p:nvSpPr>
        <p:spPr>
          <a:xfrm>
            <a:off x="10967292" y="2710334"/>
            <a:ext cx="992807" cy="10228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38" name="文字方塊 1037">
            <a:extLst>
              <a:ext uri="{FF2B5EF4-FFF2-40B4-BE49-F238E27FC236}">
                <a16:creationId xmlns:a16="http://schemas.microsoft.com/office/drawing/2014/main" id="{DE3DC853-4B0F-10CB-6402-D4B29976BC7C}"/>
              </a:ext>
            </a:extLst>
          </p:cNvPr>
          <p:cNvSpPr txBox="1"/>
          <p:nvPr/>
        </p:nvSpPr>
        <p:spPr>
          <a:xfrm>
            <a:off x="81445" y="3093475"/>
            <a:ext cx="8116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4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Step 1 </a:t>
            </a:r>
            <a:r>
              <a:rPr lang="en-US" altLang="zh-HK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Covert </a:t>
            </a:r>
            <a:r>
              <a:rPr lang="en-US" altLang="zh-HK" sz="2400" b="1" kern="100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total annual income</a:t>
            </a:r>
            <a:r>
              <a:rPr lang="en-US" altLang="zh-HK" sz="2400" kern="100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HK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into </a:t>
            </a:r>
            <a:r>
              <a:rPr lang="en-US" altLang="zh-HK" sz="2400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Net chargeable income</a:t>
            </a:r>
            <a:endParaRPr lang="zh-TW" altLang="zh-HK" sz="24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9" name="文字方塊 1038">
                <a:extLst>
                  <a:ext uri="{FF2B5EF4-FFF2-40B4-BE49-F238E27FC236}">
                    <a16:creationId xmlns:a16="http://schemas.microsoft.com/office/drawing/2014/main" id="{FB44EA31-07C0-612B-556D-47A9EA14E467}"/>
                  </a:ext>
                </a:extLst>
              </p:cNvPr>
              <p:cNvSpPr txBox="1"/>
              <p:nvPr/>
            </p:nvSpPr>
            <p:spPr>
              <a:xfrm>
                <a:off x="81444" y="4300837"/>
                <a:ext cx="94066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400" u="sng" kern="10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Step 2</a:t>
                </a:r>
                <a:r>
                  <a:rPr lang="en-US" altLang="zh-HK" sz="2400" kern="10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How many </a:t>
                </a:r>
                <a14:m>
                  <m:oMath xmlns:m="http://schemas.openxmlformats.org/officeDocument/2006/math">
                    <m:r>
                      <a:rPr lang="en-US" altLang="zh-HK" sz="2400" i="1" kern="10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$ 50 000</m:t>
                    </m:r>
                  </m:oMath>
                </a14:m>
                <a:r>
                  <a:rPr lang="en-US" altLang="zh-HK" sz="2400" kern="10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can be divided from Net chargeable income?</a:t>
                </a:r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9" name="文字方塊 1038">
                <a:extLst>
                  <a:ext uri="{FF2B5EF4-FFF2-40B4-BE49-F238E27FC236}">
                    <a16:creationId xmlns:a16="http://schemas.microsoft.com/office/drawing/2014/main" id="{490CB4A7-69A0-8CDD-866F-CB234B449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4" y="4300837"/>
                <a:ext cx="9406627" cy="461665"/>
              </a:xfrm>
              <a:prstGeom prst="rect">
                <a:avLst/>
              </a:prstGeom>
              <a:blipFill>
                <a:blip r:embed="rId6"/>
                <a:stretch>
                  <a:fillRect l="-972" t="-12000" b="-29333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1" name="文字方塊 1040">
                <a:extLst>
                  <a:ext uri="{FF2B5EF4-FFF2-40B4-BE49-F238E27FC236}">
                    <a16:creationId xmlns:a16="http://schemas.microsoft.com/office/drawing/2014/main" id="{9DDAC372-9340-EE5A-615F-A1473A353C93}"/>
                  </a:ext>
                </a:extLst>
              </p:cNvPr>
              <p:cNvSpPr txBox="1"/>
              <p:nvPr/>
            </p:nvSpPr>
            <p:spPr>
              <a:xfrm>
                <a:off x="2624708" y="3885585"/>
                <a:ext cx="150070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400" b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$ 180 000</m:t>
                      </m:r>
                    </m:oMath>
                  </m:oMathPara>
                </a14:m>
                <a:endParaRPr lang="zh-HK" altLang="en-US" sz="2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41" name="文字方塊 1040">
                <a:extLst>
                  <a:ext uri="{FF2B5EF4-FFF2-40B4-BE49-F238E27FC236}">
                    <a16:creationId xmlns:a16="http://schemas.microsoft.com/office/drawing/2014/main" id="{09955904-A810-3033-F9A2-E1A8506E4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708" y="3885585"/>
                <a:ext cx="150070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2" name="文字方塊 1041">
                <a:extLst>
                  <a:ext uri="{FF2B5EF4-FFF2-40B4-BE49-F238E27FC236}">
                    <a16:creationId xmlns:a16="http://schemas.microsoft.com/office/drawing/2014/main" id="{E94BB651-FCEE-1515-4E94-7DF4E2B71151}"/>
                  </a:ext>
                </a:extLst>
              </p:cNvPr>
              <p:cNvSpPr txBox="1"/>
              <p:nvPr/>
            </p:nvSpPr>
            <p:spPr>
              <a:xfrm>
                <a:off x="104684" y="5530058"/>
                <a:ext cx="72314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400" u="sng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Step 3 </a:t>
                </a:r>
                <a:r>
                  <a:rPr lang="en-US" altLang="zh-HK" sz="24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Calculation</a:t>
                </a:r>
                <a:r>
                  <a:rPr lang="en-US" altLang="zh-HK" sz="2400" kern="100" dirty="0">
                    <a:latin typeface="Calibri" panose="020F050202020403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𝑀𝑖𝑠𝑠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𝐾𝑤𝑎𝑛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HK" sz="2400" i="1" kern="10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66CC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𝑠𝑎𝑙𝑎𝑟𝑖𝑒𝑠</m:t>
                    </m:r>
                    <m:r>
                      <a:rPr lang="en-US" altLang="zh-HK" sz="2400" i="1" kern="10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66CC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HK" sz="2400" i="1" kern="10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66CC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𝑡𝑎𝑥</m:t>
                    </m:r>
                    <m:r>
                      <a:rPr lang="en-US" altLang="zh-HK" sz="2400" i="1" kern="10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66CC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𝑝𝑎𝑦𝑎𝑏𝑙𝑒</m:t>
                    </m:r>
                  </m:oMath>
                </a14:m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2" name="文字方塊 1041">
                <a:extLst>
                  <a:ext uri="{FF2B5EF4-FFF2-40B4-BE49-F238E27FC236}">
                    <a16:creationId xmlns:a16="http://schemas.microsoft.com/office/drawing/2014/main" id="{E94BB651-FCEE-1515-4E94-7DF4E2B71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4" y="5530058"/>
                <a:ext cx="7231445" cy="461665"/>
              </a:xfrm>
              <a:prstGeom prst="rect">
                <a:avLst/>
              </a:prstGeom>
              <a:blipFill>
                <a:blip r:embed="rId8"/>
                <a:stretch>
                  <a:fillRect l="-1265" t="-11842" b="-27632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2" name="筆跡 1051">
                <a:extLst>
                  <a:ext uri="{FF2B5EF4-FFF2-40B4-BE49-F238E27FC236}">
                    <a16:creationId xmlns:a16="http://schemas.microsoft.com/office/drawing/2014/main" id="{F7D106D1-E1DA-295E-BAC2-8CE27BBB3FD3}"/>
                  </a:ext>
                </a:extLst>
              </p14:cNvPr>
              <p14:cNvContentPartPr/>
              <p14:nvPr/>
            </p14:nvContentPartPr>
            <p14:xfrm>
              <a:off x="1930838" y="2919773"/>
              <a:ext cx="1584000" cy="45719"/>
            </p14:xfrm>
          </p:contentPart>
        </mc:Choice>
        <mc:Fallback xmlns="">
          <p:pic>
            <p:nvPicPr>
              <p:cNvPr id="1052" name="筆跡 1051">
                <a:extLst>
                  <a:ext uri="{FF2B5EF4-FFF2-40B4-BE49-F238E27FC236}">
                    <a16:creationId xmlns:a16="http://schemas.microsoft.com/office/drawing/2014/main" id="{03744CF3-AFAA-AF93-6838-4E56F7BFAE2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76813" y="-10795927"/>
                <a:ext cx="169168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3" name="筆跡 1052">
                <a:extLst>
                  <a:ext uri="{FF2B5EF4-FFF2-40B4-BE49-F238E27FC236}">
                    <a16:creationId xmlns:a16="http://schemas.microsoft.com/office/drawing/2014/main" id="{6B387ED2-91B0-1BE3-3E71-D5D5A53F4258}"/>
                  </a:ext>
                </a:extLst>
              </p14:cNvPr>
              <p14:cNvContentPartPr/>
              <p14:nvPr/>
            </p14:nvContentPartPr>
            <p14:xfrm>
              <a:off x="7336129" y="2565074"/>
              <a:ext cx="1260000" cy="45719"/>
            </p14:xfrm>
          </p:contentPart>
        </mc:Choice>
        <mc:Fallback xmlns="">
          <p:pic>
            <p:nvPicPr>
              <p:cNvPr id="1053" name="筆跡 1052">
                <a:extLst>
                  <a:ext uri="{FF2B5EF4-FFF2-40B4-BE49-F238E27FC236}">
                    <a16:creationId xmlns:a16="http://schemas.microsoft.com/office/drawing/2014/main" id="{03D8F621-3BEB-D147-FDE9-9942AD3E6C0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82083" y="-11150626"/>
                <a:ext cx="136773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4" name="筆跡 1053">
                <a:extLst>
                  <a:ext uri="{FF2B5EF4-FFF2-40B4-BE49-F238E27FC236}">
                    <a16:creationId xmlns:a16="http://schemas.microsoft.com/office/drawing/2014/main" id="{3FB86581-A615-3454-3170-8BBB306B9E25}"/>
                  </a:ext>
                </a:extLst>
              </p14:cNvPr>
              <p14:cNvContentPartPr/>
              <p14:nvPr/>
            </p14:nvContentPartPr>
            <p14:xfrm>
              <a:off x="1867338" y="2547448"/>
              <a:ext cx="2340000" cy="45719"/>
            </p14:xfrm>
          </p:contentPart>
        </mc:Choice>
        <mc:Fallback xmlns="">
          <p:pic>
            <p:nvPicPr>
              <p:cNvPr id="1054" name="筆跡 1053">
                <a:extLst>
                  <a:ext uri="{FF2B5EF4-FFF2-40B4-BE49-F238E27FC236}">
                    <a16:creationId xmlns:a16="http://schemas.microsoft.com/office/drawing/2014/main" id="{C779E770-9110-5E9C-89FF-4F9B9E5F4A2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13288" y="-11168252"/>
                <a:ext cx="244773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5" name="筆跡 1054">
                <a:extLst>
                  <a:ext uri="{FF2B5EF4-FFF2-40B4-BE49-F238E27FC236}">
                    <a16:creationId xmlns:a16="http://schemas.microsoft.com/office/drawing/2014/main" id="{6BECEF4D-B44B-E130-1FD6-8234B9A60CA7}"/>
                  </a:ext>
                </a:extLst>
              </p14:cNvPr>
              <p14:cNvContentPartPr/>
              <p14:nvPr/>
            </p14:nvContentPartPr>
            <p14:xfrm>
              <a:off x="3992757" y="2919773"/>
              <a:ext cx="1188000" cy="45719"/>
            </p14:xfrm>
          </p:contentPart>
        </mc:Choice>
        <mc:Fallback xmlns="">
          <p:pic>
            <p:nvPicPr>
              <p:cNvPr id="1055" name="筆跡 1054">
                <a:extLst>
                  <a:ext uri="{FF2B5EF4-FFF2-40B4-BE49-F238E27FC236}">
                    <a16:creationId xmlns:a16="http://schemas.microsoft.com/office/drawing/2014/main" id="{83AB39A2-880F-73A4-AE96-5144B56F43D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38741" y="-10795927"/>
                <a:ext cx="1295673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2" name="群組 1071">
            <a:extLst>
              <a:ext uri="{FF2B5EF4-FFF2-40B4-BE49-F238E27FC236}">
                <a16:creationId xmlns:a16="http://schemas.microsoft.com/office/drawing/2014/main" id="{CDE72F3F-ECB3-819F-C579-48E9299F2180}"/>
              </a:ext>
            </a:extLst>
          </p:cNvPr>
          <p:cNvGrpSpPr/>
          <p:nvPr/>
        </p:nvGrpSpPr>
        <p:grpSpPr>
          <a:xfrm>
            <a:off x="966271" y="3464783"/>
            <a:ext cx="3397701" cy="476826"/>
            <a:chOff x="966271" y="3515583"/>
            <a:chExt cx="3397701" cy="476826"/>
          </a:xfrm>
        </p:grpSpPr>
        <p:sp>
          <p:nvSpPr>
            <p:cNvPr id="1059" name="文字方塊 1058">
              <a:extLst>
                <a:ext uri="{FF2B5EF4-FFF2-40B4-BE49-F238E27FC236}">
                  <a16:creationId xmlns:a16="http://schemas.microsoft.com/office/drawing/2014/main" id="{4F2C5165-D94C-9244-1497-F1252713C3A9}"/>
                </a:ext>
              </a:extLst>
            </p:cNvPr>
            <p:cNvSpPr txBox="1"/>
            <p:nvPr/>
          </p:nvSpPr>
          <p:spPr>
            <a:xfrm>
              <a:off x="966271" y="3515583"/>
              <a:ext cx="31968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2400" b="1" kern="100" dirty="0">
                  <a:solidFill>
                    <a:srgbClr val="0070C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Net chargeable income</a:t>
              </a:r>
              <a:endParaRPr lang="zh-HK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1" name="文字方塊 1060">
                  <a:extLst>
                    <a:ext uri="{FF2B5EF4-FFF2-40B4-BE49-F238E27FC236}">
                      <a16:creationId xmlns:a16="http://schemas.microsoft.com/office/drawing/2014/main" id="{64FB71E3-6BF0-4BC8-7633-1DC8CF5B1072}"/>
                    </a:ext>
                  </a:extLst>
                </p:cNvPr>
                <p:cNvSpPr txBox="1"/>
                <p:nvPr/>
              </p:nvSpPr>
              <p:spPr>
                <a:xfrm>
                  <a:off x="4000435" y="3530744"/>
                  <a:ext cx="3635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400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zh-HK" altLang="en-US" sz="2400" dirty="0"/>
                </a:p>
              </p:txBody>
            </p:sp>
          </mc:Choice>
          <mc:Fallback xmlns="">
            <p:sp>
              <p:nvSpPr>
                <p:cNvPr id="1061" name="文字方塊 1060">
                  <a:extLst>
                    <a:ext uri="{FF2B5EF4-FFF2-40B4-BE49-F238E27FC236}">
                      <a16:creationId xmlns:a16="http://schemas.microsoft.com/office/drawing/2014/main" id="{9B5B4A5E-F77C-4FC5-EFE9-642CD557F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0435" y="3530744"/>
                  <a:ext cx="363537" cy="461665"/>
                </a:xfrm>
                <a:prstGeom prst="rect">
                  <a:avLst/>
                </a:prstGeom>
                <a:blipFill>
                  <a:blip r:embed="rId22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63" name="文字方塊 1062">
            <a:extLst>
              <a:ext uri="{FF2B5EF4-FFF2-40B4-BE49-F238E27FC236}">
                <a16:creationId xmlns:a16="http://schemas.microsoft.com/office/drawing/2014/main" id="{1FE37E36-A774-35DF-3ED8-D1D8C79BBA3B}"/>
              </a:ext>
            </a:extLst>
          </p:cNvPr>
          <p:cNvSpPr txBox="1"/>
          <p:nvPr/>
        </p:nvSpPr>
        <p:spPr>
          <a:xfrm>
            <a:off x="4335098" y="3464783"/>
            <a:ext cx="28336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400" b="1" kern="100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total annual income</a:t>
            </a:r>
            <a:r>
              <a:rPr lang="en-US" altLang="zh-HK" sz="2400" kern="100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lang="zh-HK" altLang="en-US" sz="2400" dirty="0"/>
          </a:p>
        </p:txBody>
      </p:sp>
      <p:grpSp>
        <p:nvGrpSpPr>
          <p:cNvPr id="1074" name="群組 1073">
            <a:extLst>
              <a:ext uri="{FF2B5EF4-FFF2-40B4-BE49-F238E27FC236}">
                <a16:creationId xmlns:a16="http://schemas.microsoft.com/office/drawing/2014/main" id="{9DE70FDF-1022-FE86-7777-62F19E10F497}"/>
              </a:ext>
            </a:extLst>
          </p:cNvPr>
          <p:cNvGrpSpPr/>
          <p:nvPr/>
        </p:nvGrpSpPr>
        <p:grpSpPr>
          <a:xfrm>
            <a:off x="3981311" y="3848356"/>
            <a:ext cx="1859235" cy="495055"/>
            <a:chOff x="3981311" y="3848356"/>
            <a:chExt cx="1859235" cy="4950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7" name="文字方塊 1066">
                  <a:extLst>
                    <a:ext uri="{FF2B5EF4-FFF2-40B4-BE49-F238E27FC236}">
                      <a16:creationId xmlns:a16="http://schemas.microsoft.com/office/drawing/2014/main" id="{C2D3DED6-A0B7-42FF-1969-EE516C55F64E}"/>
                    </a:ext>
                  </a:extLst>
                </p:cNvPr>
                <p:cNvSpPr txBox="1"/>
                <p:nvPr/>
              </p:nvSpPr>
              <p:spPr>
                <a:xfrm>
                  <a:off x="4250385" y="3881746"/>
                  <a:ext cx="159016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FFC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$ </m:t>
                        </m:r>
                        <m:r>
                          <m:rPr>
                            <m:nor/>
                          </m:rPr>
                          <a:rPr lang="en-US" altLang="zh-HK" sz="2400" b="1" i="0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FFC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30</m:t>
                        </m:r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FFC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0 000</m:t>
                        </m:r>
                      </m:oMath>
                    </m:oMathPara>
                  </a14:m>
                  <a:endParaRPr lang="zh-HK" altLang="en-US" sz="2400" dirty="0">
                    <a:ln>
                      <a:solidFill>
                        <a:sysClr val="windowText" lastClr="000000"/>
                      </a:solidFill>
                    </a:ln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1067" name="文字方塊 1066">
                  <a:extLst>
                    <a:ext uri="{FF2B5EF4-FFF2-40B4-BE49-F238E27FC236}">
                      <a16:creationId xmlns:a16="http://schemas.microsoft.com/office/drawing/2014/main" id="{CD122600-2E16-4C81-7597-E236F6EBA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0385" y="3881746"/>
                  <a:ext cx="1590161" cy="4616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8" name="文字方塊 1067">
                  <a:extLst>
                    <a:ext uri="{FF2B5EF4-FFF2-40B4-BE49-F238E27FC236}">
                      <a16:creationId xmlns:a16="http://schemas.microsoft.com/office/drawing/2014/main" id="{28424F99-D103-D749-8E02-92FCAFE65898}"/>
                    </a:ext>
                  </a:extLst>
                </p:cNvPr>
                <p:cNvSpPr txBox="1"/>
                <p:nvPr/>
              </p:nvSpPr>
              <p:spPr>
                <a:xfrm>
                  <a:off x="3981311" y="3848356"/>
                  <a:ext cx="3635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400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zh-HK" altLang="en-US" sz="2400" dirty="0"/>
                </a:p>
              </p:txBody>
            </p:sp>
          </mc:Choice>
          <mc:Fallback xmlns="">
            <p:sp>
              <p:nvSpPr>
                <p:cNvPr id="1068" name="文字方塊 1067">
                  <a:extLst>
                    <a:ext uri="{FF2B5EF4-FFF2-40B4-BE49-F238E27FC236}">
                      <a16:creationId xmlns:a16="http://schemas.microsoft.com/office/drawing/2014/main" id="{AA92142B-5E99-ECEF-72BB-C21450707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311" y="3848356"/>
                  <a:ext cx="363537" cy="461665"/>
                </a:xfrm>
                <a:prstGeom prst="rect">
                  <a:avLst/>
                </a:prstGeom>
                <a:blipFill>
                  <a:blip r:embed="rId24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5" name="群組 1074">
            <a:extLst>
              <a:ext uri="{FF2B5EF4-FFF2-40B4-BE49-F238E27FC236}">
                <a16:creationId xmlns:a16="http://schemas.microsoft.com/office/drawing/2014/main" id="{EBC98803-DE95-6C72-2239-D731C811CC45}"/>
              </a:ext>
            </a:extLst>
          </p:cNvPr>
          <p:cNvGrpSpPr/>
          <p:nvPr/>
        </p:nvGrpSpPr>
        <p:grpSpPr>
          <a:xfrm>
            <a:off x="5643982" y="3864560"/>
            <a:ext cx="1757383" cy="463396"/>
            <a:chOff x="5643982" y="3864560"/>
            <a:chExt cx="1757383" cy="4633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9" name="文字方塊 1068">
                  <a:extLst>
                    <a:ext uri="{FF2B5EF4-FFF2-40B4-BE49-F238E27FC236}">
                      <a16:creationId xmlns:a16="http://schemas.microsoft.com/office/drawing/2014/main" id="{1EF2EACE-905E-B063-3756-E3F36C84B996}"/>
                    </a:ext>
                  </a:extLst>
                </p:cNvPr>
                <p:cNvSpPr txBox="1"/>
                <p:nvPr/>
              </p:nvSpPr>
              <p:spPr>
                <a:xfrm>
                  <a:off x="5643982" y="3866291"/>
                  <a:ext cx="128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400" b="1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zh-HK" altLang="en-US" sz="2400" b="1" dirty="0"/>
                </a:p>
              </p:txBody>
            </p:sp>
          </mc:Choice>
          <mc:Fallback xmlns="">
            <p:sp>
              <p:nvSpPr>
                <p:cNvPr id="1069" name="文字方塊 1068">
                  <a:extLst>
                    <a:ext uri="{FF2B5EF4-FFF2-40B4-BE49-F238E27FC236}">
                      <a16:creationId xmlns:a16="http://schemas.microsoft.com/office/drawing/2014/main" id="{E8FD2706-23AC-3BAC-3916-B618FD8829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3982" y="3866291"/>
                  <a:ext cx="128587" cy="461665"/>
                </a:xfrm>
                <a:prstGeom prst="rect">
                  <a:avLst/>
                </a:prstGeom>
                <a:blipFill>
                  <a:blip r:embed="rId25"/>
                  <a:stretch>
                    <a:fillRect r="-166667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0" name="文字方塊 1069">
                  <a:extLst>
                    <a:ext uri="{FF2B5EF4-FFF2-40B4-BE49-F238E27FC236}">
                      <a16:creationId xmlns:a16="http://schemas.microsoft.com/office/drawing/2014/main" id="{2052DB34-FC65-2953-F067-73984B355D0D}"/>
                    </a:ext>
                  </a:extLst>
                </p:cNvPr>
                <p:cNvSpPr txBox="1"/>
                <p:nvPr/>
              </p:nvSpPr>
              <p:spPr>
                <a:xfrm>
                  <a:off x="5811204" y="3864560"/>
                  <a:ext cx="159016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92D05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$ </m:t>
                        </m:r>
                        <m:r>
                          <m:rPr>
                            <m:nor/>
                          </m:rPr>
                          <a:rPr lang="en-US" altLang="zh-HK" sz="2400" b="1" i="0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92D05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12</m:t>
                        </m:r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92D05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0 000</m:t>
                        </m:r>
                      </m:oMath>
                    </m:oMathPara>
                  </a14:m>
                  <a:endParaRPr lang="zh-HK" altLang="en-US" sz="2400" dirty="0">
                    <a:ln>
                      <a:solidFill>
                        <a:sysClr val="windowText" lastClr="000000"/>
                      </a:solidFill>
                    </a:ln>
                    <a:solidFill>
                      <a:srgbClr val="92D050"/>
                    </a:solidFill>
                  </a:endParaRPr>
                </a:p>
              </p:txBody>
            </p:sp>
          </mc:Choice>
          <mc:Fallback xmlns="">
            <p:sp>
              <p:nvSpPr>
                <p:cNvPr id="1070" name="文字方塊 1069">
                  <a:extLst>
                    <a:ext uri="{FF2B5EF4-FFF2-40B4-BE49-F238E27FC236}">
                      <a16:creationId xmlns:a16="http://schemas.microsoft.com/office/drawing/2014/main" id="{66134BD8-B80A-B3C0-8A08-950145762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1204" y="3864560"/>
                  <a:ext cx="1590161" cy="46166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8" name="群組 1077">
            <a:extLst>
              <a:ext uri="{FF2B5EF4-FFF2-40B4-BE49-F238E27FC236}">
                <a16:creationId xmlns:a16="http://schemas.microsoft.com/office/drawing/2014/main" id="{823D59F7-0AAD-20D5-2C8F-5A5310B043E7}"/>
              </a:ext>
            </a:extLst>
          </p:cNvPr>
          <p:cNvGrpSpPr/>
          <p:nvPr/>
        </p:nvGrpSpPr>
        <p:grpSpPr>
          <a:xfrm>
            <a:off x="6965158" y="3458069"/>
            <a:ext cx="2308824" cy="483540"/>
            <a:chOff x="6965158" y="3458069"/>
            <a:chExt cx="2308824" cy="483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6" name="文字方塊 1075">
                  <a:extLst>
                    <a:ext uri="{FF2B5EF4-FFF2-40B4-BE49-F238E27FC236}">
                      <a16:creationId xmlns:a16="http://schemas.microsoft.com/office/drawing/2014/main" id="{78100276-22F3-83D0-E5D8-53DEDE21890F}"/>
                    </a:ext>
                  </a:extLst>
                </p:cNvPr>
                <p:cNvSpPr txBox="1"/>
                <p:nvPr/>
              </p:nvSpPr>
              <p:spPr>
                <a:xfrm>
                  <a:off x="6965158" y="3479944"/>
                  <a:ext cx="128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400" b="1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zh-HK" altLang="en-US" sz="2400" b="1" dirty="0"/>
                </a:p>
              </p:txBody>
            </p:sp>
          </mc:Choice>
          <mc:Fallback xmlns="">
            <p:sp>
              <p:nvSpPr>
                <p:cNvPr id="1076" name="文字方塊 1075">
                  <a:extLst>
                    <a:ext uri="{FF2B5EF4-FFF2-40B4-BE49-F238E27FC236}">
                      <a16:creationId xmlns:a16="http://schemas.microsoft.com/office/drawing/2014/main" id="{A843CC0A-4CFF-DDFC-7E8B-E74D6A400A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158" y="3479944"/>
                  <a:ext cx="128587" cy="461665"/>
                </a:xfrm>
                <a:prstGeom prst="rect">
                  <a:avLst/>
                </a:prstGeom>
                <a:blipFill>
                  <a:blip r:embed="rId28"/>
                  <a:stretch>
                    <a:fillRect r="-166667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7" name="文字方塊 1076">
              <a:extLst>
                <a:ext uri="{FF2B5EF4-FFF2-40B4-BE49-F238E27FC236}">
                  <a16:creationId xmlns:a16="http://schemas.microsoft.com/office/drawing/2014/main" id="{8E9DB4AD-FBEB-9599-7142-B4C655C1C251}"/>
                </a:ext>
              </a:extLst>
            </p:cNvPr>
            <p:cNvSpPr txBox="1"/>
            <p:nvPr/>
          </p:nvSpPr>
          <p:spPr>
            <a:xfrm>
              <a:off x="7195248" y="3458069"/>
              <a:ext cx="207873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2400" b="1" kern="10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Tax allowance</a:t>
              </a:r>
              <a:endParaRPr lang="zh-HK" altLang="en-US" sz="24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0" name="文字方塊 1079">
                <a:extLst>
                  <a:ext uri="{FF2B5EF4-FFF2-40B4-BE49-F238E27FC236}">
                    <a16:creationId xmlns:a16="http://schemas.microsoft.com/office/drawing/2014/main" id="{76A7D8AB-FDDF-6584-4E4E-355490ABBCAE}"/>
                  </a:ext>
                </a:extLst>
              </p:cNvPr>
              <p:cNvSpPr txBox="1"/>
              <p:nvPr/>
            </p:nvSpPr>
            <p:spPr>
              <a:xfrm>
                <a:off x="901357" y="5910140"/>
                <a:ext cx="23479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  <m:r>
                        <a:rPr lang="en-US" altLang="zh-HK" sz="24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×2%</m:t>
                      </m:r>
                    </m:oMath>
                  </m:oMathPara>
                </a14:m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0" name="文字方塊 1079">
                <a:extLst>
                  <a:ext uri="{FF2B5EF4-FFF2-40B4-BE49-F238E27FC236}">
                    <a16:creationId xmlns:a16="http://schemas.microsoft.com/office/drawing/2014/main" id="{AFADE71E-DD25-6B20-F090-888F31007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57" y="5910140"/>
                <a:ext cx="2347913" cy="46166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2" name="文字方塊 1081">
                <a:extLst>
                  <a:ext uri="{FF2B5EF4-FFF2-40B4-BE49-F238E27FC236}">
                    <a16:creationId xmlns:a16="http://schemas.microsoft.com/office/drawing/2014/main" id="{53466D7C-3394-274E-BD34-4554BFD6B722}"/>
                  </a:ext>
                </a:extLst>
              </p:cNvPr>
              <p:cNvSpPr txBox="1"/>
              <p:nvPr/>
            </p:nvSpPr>
            <p:spPr>
              <a:xfrm>
                <a:off x="980610" y="6310552"/>
                <a:ext cx="14413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=$ 13 200</m:t>
                      </m:r>
                    </m:oMath>
                  </m:oMathPara>
                </a14:m>
                <a:endParaRPr lang="zh-HK" altLang="en-US" sz="2400" dirty="0"/>
              </a:p>
            </p:txBody>
          </p:sp>
        </mc:Choice>
        <mc:Fallback xmlns="">
          <p:sp>
            <p:nvSpPr>
              <p:cNvPr id="1082" name="文字方塊 1081">
                <a:extLst>
                  <a:ext uri="{FF2B5EF4-FFF2-40B4-BE49-F238E27FC236}">
                    <a16:creationId xmlns:a16="http://schemas.microsoft.com/office/drawing/2014/main" id="{22C991FD-0A70-538D-34A8-0CF56F1D9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610" y="6310552"/>
                <a:ext cx="1441395" cy="461665"/>
              </a:xfrm>
              <a:prstGeom prst="rect">
                <a:avLst/>
              </a:prstGeom>
              <a:blipFill>
                <a:blip r:embed="rId30"/>
                <a:stretch>
                  <a:fillRect r="-13983" b="-3947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3" name="文字方塊 1082">
                <a:extLst>
                  <a:ext uri="{FF2B5EF4-FFF2-40B4-BE49-F238E27FC236}">
                    <a16:creationId xmlns:a16="http://schemas.microsoft.com/office/drawing/2014/main" id="{84CE0B44-B26B-DC42-F71A-250460F06259}"/>
                  </a:ext>
                </a:extLst>
              </p:cNvPr>
              <p:cNvSpPr txBox="1"/>
              <p:nvPr/>
            </p:nvSpPr>
            <p:spPr>
              <a:xfrm>
                <a:off x="2954536" y="5904223"/>
                <a:ext cx="22334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  <m:r>
                        <a:rPr lang="en-US" altLang="zh-HK" sz="24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×6%</m:t>
                      </m:r>
                    </m:oMath>
                  </m:oMathPara>
                </a14:m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3" name="文字方塊 1082">
                <a:extLst>
                  <a:ext uri="{FF2B5EF4-FFF2-40B4-BE49-F238E27FC236}">
                    <a16:creationId xmlns:a16="http://schemas.microsoft.com/office/drawing/2014/main" id="{10779121-6549-A71A-6CA9-6DEBBE057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536" y="5904223"/>
                <a:ext cx="2233413" cy="46166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4" name="文字方塊 1083">
                <a:extLst>
                  <a:ext uri="{FF2B5EF4-FFF2-40B4-BE49-F238E27FC236}">
                    <a16:creationId xmlns:a16="http://schemas.microsoft.com/office/drawing/2014/main" id="{F4C07AAE-2721-9087-BC92-1A444A073521}"/>
                  </a:ext>
                </a:extLst>
              </p:cNvPr>
              <p:cNvSpPr txBox="1"/>
              <p:nvPr/>
            </p:nvSpPr>
            <p:spPr>
              <a:xfrm>
                <a:off x="4967962" y="5900914"/>
                <a:ext cx="22915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  <m:r>
                        <a:rPr lang="en-US" altLang="zh-HK" sz="24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×10%</m:t>
                      </m:r>
                    </m:oMath>
                  </m:oMathPara>
                </a14:m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4" name="文字方塊 1083">
                <a:extLst>
                  <a:ext uri="{FF2B5EF4-FFF2-40B4-BE49-F238E27FC236}">
                    <a16:creationId xmlns:a16="http://schemas.microsoft.com/office/drawing/2014/main" id="{24F8781F-57E9-FDB1-73D1-317FC11B0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962" y="5900914"/>
                <a:ext cx="2291555" cy="461665"/>
              </a:xfrm>
              <a:prstGeom prst="rect">
                <a:avLst/>
              </a:prstGeom>
              <a:blipFill>
                <a:blip r:embed="rId32"/>
                <a:stretch>
                  <a:fillRect r="-266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5" name="文字方塊 1084">
                <a:extLst>
                  <a:ext uri="{FF2B5EF4-FFF2-40B4-BE49-F238E27FC236}">
                    <a16:creationId xmlns:a16="http://schemas.microsoft.com/office/drawing/2014/main" id="{04D0087C-8A5B-B436-18C0-15146518340F}"/>
                  </a:ext>
                </a:extLst>
              </p:cNvPr>
              <p:cNvSpPr txBox="1"/>
              <p:nvPr/>
            </p:nvSpPr>
            <p:spPr>
              <a:xfrm>
                <a:off x="7047475" y="5900913"/>
                <a:ext cx="23797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400" b="1" i="0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400" b="1" i="0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30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000</m:t>
                      </m:r>
                      <m:r>
                        <a:rPr lang="en-US" altLang="zh-HK" sz="24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×14%</m:t>
                      </m:r>
                    </m:oMath>
                  </m:oMathPara>
                </a14:m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5" name="文字方塊 1084">
                <a:extLst>
                  <a:ext uri="{FF2B5EF4-FFF2-40B4-BE49-F238E27FC236}">
                    <a16:creationId xmlns:a16="http://schemas.microsoft.com/office/drawing/2014/main" id="{710C76B6-6374-122B-3EBF-170FEF48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7475" y="5900913"/>
                <a:ext cx="2379784" cy="461665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1" name="群組 1140">
            <a:extLst>
              <a:ext uri="{FF2B5EF4-FFF2-40B4-BE49-F238E27FC236}">
                <a16:creationId xmlns:a16="http://schemas.microsoft.com/office/drawing/2014/main" id="{71946E94-5D96-F759-C1D0-98CE9135EB1A}"/>
              </a:ext>
            </a:extLst>
          </p:cNvPr>
          <p:cNvGrpSpPr/>
          <p:nvPr/>
        </p:nvGrpSpPr>
        <p:grpSpPr>
          <a:xfrm>
            <a:off x="8036691" y="997813"/>
            <a:ext cx="3015549" cy="2085787"/>
            <a:chOff x="8036691" y="997813"/>
            <a:chExt cx="3015549" cy="2085787"/>
          </a:xfrm>
        </p:grpSpPr>
        <p:grpSp>
          <p:nvGrpSpPr>
            <p:cNvPr id="1088" name="群組 1087">
              <a:extLst>
                <a:ext uri="{FF2B5EF4-FFF2-40B4-BE49-F238E27FC236}">
                  <a16:creationId xmlns:a16="http://schemas.microsoft.com/office/drawing/2014/main" id="{C8285C15-1CF1-8586-DFE4-F9B198876646}"/>
                </a:ext>
              </a:extLst>
            </p:cNvPr>
            <p:cNvGrpSpPr/>
            <p:nvPr/>
          </p:nvGrpSpPr>
          <p:grpSpPr>
            <a:xfrm>
              <a:off x="8036691" y="997813"/>
              <a:ext cx="887412" cy="510841"/>
              <a:chOff x="8036691" y="997813"/>
              <a:chExt cx="887412" cy="5108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6" name="文字方塊 1085">
                    <a:extLst>
                      <a:ext uri="{FF2B5EF4-FFF2-40B4-BE49-F238E27FC236}">
                        <a16:creationId xmlns:a16="http://schemas.microsoft.com/office/drawing/2014/main" id="{5964A87A-891A-A2D3-E4E1-8E2CF470F66C}"/>
                      </a:ext>
                    </a:extLst>
                  </p:cNvPr>
                  <p:cNvSpPr txBox="1"/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$ </m:t>
                          </m:r>
                          <m:r>
                            <a:rPr lang="en-US" altLang="zh-HK" sz="1400" b="0" i="0" kern="100" smtClean="0">
                              <a:effectLst/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 000</m:t>
                          </m:r>
                        </m:oMath>
                      </m:oMathPara>
                    </a14:m>
                    <a:endParaRPr lang="zh-TW" altLang="zh-HK" sz="1400" kern="100" dirty="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86" name="文字方塊 1085">
                    <a:extLst>
                      <a:ext uri="{FF2B5EF4-FFF2-40B4-BE49-F238E27FC236}">
                        <a16:creationId xmlns:a16="http://schemas.microsoft.com/office/drawing/2014/main" id="{98EAA242-AC8E-E040-A807-D0AAAA4463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7" name="文字方塊 1086">
                    <a:extLst>
                      <a:ext uri="{FF2B5EF4-FFF2-40B4-BE49-F238E27FC236}">
                        <a16:creationId xmlns:a16="http://schemas.microsoft.com/office/drawing/2014/main" id="{BE3A32D5-F357-B242-1B41-CC474D854AB7}"/>
                      </a:ext>
                    </a:extLst>
                  </p:cNvPr>
                  <p:cNvSpPr txBox="1"/>
                  <p:nvPr/>
                </p:nvSpPr>
                <p:spPr>
                  <a:xfrm>
                    <a:off x="8108673" y="997813"/>
                    <a:ext cx="32797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HK" sz="1400" i="1" kern="100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HK" sz="1400" b="0" i="1" kern="100" smtClean="0">
                              <a:effectLst/>
                              <a:latin typeface="Cambria Math" panose="02040503050406030204" pitchFamily="18" charset="0"/>
                            </a:rPr>
                            <m:t>𝑠𝑡</m:t>
                          </m:r>
                        </m:oMath>
                      </m:oMathPara>
                    </a14:m>
                    <a:endParaRPr lang="zh-TW" altLang="zh-HK" sz="1400" i="1" kern="100" dirty="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87" name="文字方塊 1086">
                    <a:extLst>
                      <a:ext uri="{FF2B5EF4-FFF2-40B4-BE49-F238E27FC236}">
                        <a16:creationId xmlns:a16="http://schemas.microsoft.com/office/drawing/2014/main" id="{0FAD5780-1E74-A5B0-513D-E69D7AC448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8673" y="997813"/>
                    <a:ext cx="327974" cy="307777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12963"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89" name="群組 1088">
              <a:extLst>
                <a:ext uri="{FF2B5EF4-FFF2-40B4-BE49-F238E27FC236}">
                  <a16:creationId xmlns:a16="http://schemas.microsoft.com/office/drawing/2014/main" id="{A2E1443D-8B73-DD0E-438C-2922B3AD0B5C}"/>
                </a:ext>
              </a:extLst>
            </p:cNvPr>
            <p:cNvGrpSpPr/>
            <p:nvPr/>
          </p:nvGrpSpPr>
          <p:grpSpPr>
            <a:xfrm>
              <a:off x="8759856" y="1537491"/>
              <a:ext cx="887412" cy="510841"/>
              <a:chOff x="8036691" y="997813"/>
              <a:chExt cx="887412" cy="5108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0" name="文字方塊 1089">
                    <a:extLst>
                      <a:ext uri="{FF2B5EF4-FFF2-40B4-BE49-F238E27FC236}">
                        <a16:creationId xmlns:a16="http://schemas.microsoft.com/office/drawing/2014/main" id="{42BD19D5-A3EE-9F84-A603-AB1E115F7893}"/>
                      </a:ext>
                    </a:extLst>
                  </p:cNvPr>
                  <p:cNvSpPr txBox="1"/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$ </m:t>
                          </m:r>
                          <m:r>
                            <a:rPr lang="en-US" altLang="zh-HK" sz="1400" b="0" i="0" kern="100" smtClean="0">
                              <a:effectLst/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 000</m:t>
                          </m:r>
                        </m:oMath>
                      </m:oMathPara>
                    </a14:m>
                    <a:endParaRPr lang="zh-TW" altLang="zh-HK" sz="1400" kern="100" dirty="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90" name="文字方塊 1089">
                    <a:extLst>
                      <a:ext uri="{FF2B5EF4-FFF2-40B4-BE49-F238E27FC236}">
                        <a16:creationId xmlns:a16="http://schemas.microsoft.com/office/drawing/2014/main" id="{F96F0DD0-FAD3-BC1D-3FF1-96609802E7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1" name="文字方塊 1090">
                    <a:extLst>
                      <a:ext uri="{FF2B5EF4-FFF2-40B4-BE49-F238E27FC236}">
                        <a16:creationId xmlns:a16="http://schemas.microsoft.com/office/drawing/2014/main" id="{86E84B55-FC47-C456-CCCC-89CAD3783D27}"/>
                      </a:ext>
                    </a:extLst>
                  </p:cNvPr>
                  <p:cNvSpPr txBox="1"/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HK" sz="1400" i="1" kern="100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HK" sz="1400" b="0" i="1" kern="100" smtClean="0">
                              <a:effectLst/>
                              <a:latin typeface="Cambria Math" panose="02040503050406030204" pitchFamily="18" charset="0"/>
                            </a:rPr>
                            <m:t>𝑛𝑑</m:t>
                          </m:r>
                        </m:oMath>
                      </m:oMathPara>
                    </a14:m>
                    <a:endParaRPr lang="zh-TW" altLang="zh-HK" sz="1400" i="1" kern="100" dirty="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91" name="文字方塊 1090">
                    <a:extLst>
                      <a:ext uri="{FF2B5EF4-FFF2-40B4-BE49-F238E27FC236}">
                        <a16:creationId xmlns:a16="http://schemas.microsoft.com/office/drawing/2014/main" id="{65CE7EAD-0D8B-52F5-921D-F031D79A1A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l="-22222" r="-9259"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92" name="群組 1091">
              <a:extLst>
                <a:ext uri="{FF2B5EF4-FFF2-40B4-BE49-F238E27FC236}">
                  <a16:creationId xmlns:a16="http://schemas.microsoft.com/office/drawing/2014/main" id="{CEEAC67B-A9A9-3B00-644E-8DAF56DF77D3}"/>
                </a:ext>
              </a:extLst>
            </p:cNvPr>
            <p:cNvGrpSpPr/>
            <p:nvPr/>
          </p:nvGrpSpPr>
          <p:grpSpPr>
            <a:xfrm>
              <a:off x="9466947" y="2058544"/>
              <a:ext cx="887412" cy="510841"/>
              <a:chOff x="8036691" y="997813"/>
              <a:chExt cx="887412" cy="5108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3" name="文字方塊 1092">
                    <a:extLst>
                      <a:ext uri="{FF2B5EF4-FFF2-40B4-BE49-F238E27FC236}">
                        <a16:creationId xmlns:a16="http://schemas.microsoft.com/office/drawing/2014/main" id="{33867C57-7DEA-75CD-3F72-78BE9A4C1B8D}"/>
                      </a:ext>
                    </a:extLst>
                  </p:cNvPr>
                  <p:cNvSpPr txBox="1"/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$ </m:t>
                          </m:r>
                          <m:r>
                            <a:rPr lang="en-US" altLang="zh-HK" sz="1400" b="0" i="0" kern="100" smtClean="0">
                              <a:effectLst/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 000</m:t>
                          </m:r>
                        </m:oMath>
                      </m:oMathPara>
                    </a14:m>
                    <a:endParaRPr lang="zh-TW" altLang="zh-HK" sz="1400" kern="100" dirty="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93" name="文字方塊 1092">
                    <a:extLst>
                      <a:ext uri="{FF2B5EF4-FFF2-40B4-BE49-F238E27FC236}">
                        <a16:creationId xmlns:a16="http://schemas.microsoft.com/office/drawing/2014/main" id="{7CAB6F76-6D18-13EA-B58E-53362ADD95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4" name="文字方塊 1093">
                    <a:extLst>
                      <a:ext uri="{FF2B5EF4-FFF2-40B4-BE49-F238E27FC236}">
                        <a16:creationId xmlns:a16="http://schemas.microsoft.com/office/drawing/2014/main" id="{492D3646-DFC5-6092-49E7-B129C46A035E}"/>
                      </a:ext>
                    </a:extLst>
                  </p:cNvPr>
                  <p:cNvSpPr txBox="1"/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HK" sz="1400" i="1" kern="100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HK" sz="1400" b="0" i="1" kern="100" smtClean="0">
                              <a:effectLst/>
                              <a:latin typeface="Cambria Math" panose="02040503050406030204" pitchFamily="18" charset="0"/>
                            </a:rPr>
                            <m:t>𝑟𝑑</m:t>
                          </m:r>
                        </m:oMath>
                      </m:oMathPara>
                    </a14:m>
                    <a:endParaRPr lang="zh-TW" altLang="zh-HK" sz="1400" i="1" kern="100" dirty="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94" name="文字方塊 1093">
                    <a:extLst>
                      <a:ext uri="{FF2B5EF4-FFF2-40B4-BE49-F238E27FC236}">
                        <a16:creationId xmlns:a16="http://schemas.microsoft.com/office/drawing/2014/main" id="{96815E25-C8F5-8241-EFBF-AF06303C60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l="-18519" r="-5556"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95" name="群組 1094">
              <a:extLst>
                <a:ext uri="{FF2B5EF4-FFF2-40B4-BE49-F238E27FC236}">
                  <a16:creationId xmlns:a16="http://schemas.microsoft.com/office/drawing/2014/main" id="{DD838B6A-B7A0-898D-5F2A-4DFB07E819F4}"/>
                </a:ext>
              </a:extLst>
            </p:cNvPr>
            <p:cNvGrpSpPr/>
            <p:nvPr/>
          </p:nvGrpSpPr>
          <p:grpSpPr>
            <a:xfrm>
              <a:off x="10164828" y="2572759"/>
              <a:ext cx="887412" cy="510841"/>
              <a:chOff x="8036691" y="997813"/>
              <a:chExt cx="887412" cy="5108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6" name="文字方塊 1095">
                    <a:extLst>
                      <a:ext uri="{FF2B5EF4-FFF2-40B4-BE49-F238E27FC236}">
                        <a16:creationId xmlns:a16="http://schemas.microsoft.com/office/drawing/2014/main" id="{B92E19C3-3F90-421B-53E7-4C469A5B6D6C}"/>
                      </a:ext>
                    </a:extLst>
                  </p:cNvPr>
                  <p:cNvSpPr txBox="1"/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$ </m:t>
                          </m:r>
                          <m:r>
                            <a:rPr lang="en-US" altLang="zh-HK" sz="1400" b="0" i="0" kern="100" smtClean="0">
                              <a:effectLst/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 000</m:t>
                          </m:r>
                        </m:oMath>
                      </m:oMathPara>
                    </a14:m>
                    <a:endParaRPr lang="zh-TW" altLang="zh-HK" sz="1400" kern="100" dirty="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96" name="文字方塊 1095">
                    <a:extLst>
                      <a:ext uri="{FF2B5EF4-FFF2-40B4-BE49-F238E27FC236}">
                        <a16:creationId xmlns:a16="http://schemas.microsoft.com/office/drawing/2014/main" id="{DAC857FE-C9DC-338F-E128-14B96EFB30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7" name="文字方塊 1096">
                    <a:extLst>
                      <a:ext uri="{FF2B5EF4-FFF2-40B4-BE49-F238E27FC236}">
                        <a16:creationId xmlns:a16="http://schemas.microsoft.com/office/drawing/2014/main" id="{59FA8579-5E11-8A05-5B4A-D34EA60C9D46}"/>
                      </a:ext>
                    </a:extLst>
                  </p:cNvPr>
                  <p:cNvSpPr txBox="1"/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HK" sz="1400" i="1" kern="100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HK" sz="1400" b="0" i="1" kern="100" smtClean="0">
                              <a:effectLst/>
                              <a:latin typeface="Cambria Math" panose="02040503050406030204" pitchFamily="18" charset="0"/>
                            </a:rPr>
                            <m:t>𝑡h</m:t>
                          </m:r>
                        </m:oMath>
                      </m:oMathPara>
                    </a14:m>
                    <a:endParaRPr lang="zh-TW" altLang="zh-HK" sz="1400" i="1" kern="100" dirty="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97" name="文字方塊 1096">
                    <a:extLst>
                      <a:ext uri="{FF2B5EF4-FFF2-40B4-BE49-F238E27FC236}">
                        <a16:creationId xmlns:a16="http://schemas.microsoft.com/office/drawing/2014/main" id="{E9AEA90A-10AA-B310-4ECB-3036EDE6FD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l="-14815" r="-1852"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8" name="文字方塊 1097">
                <a:extLst>
                  <a:ext uri="{FF2B5EF4-FFF2-40B4-BE49-F238E27FC236}">
                    <a16:creationId xmlns:a16="http://schemas.microsoft.com/office/drawing/2014/main" id="{E1F59CA8-B98F-761D-95D3-E561F74F66BA}"/>
                  </a:ext>
                </a:extLst>
              </p:cNvPr>
              <p:cNvSpPr txBox="1"/>
              <p:nvPr/>
            </p:nvSpPr>
            <p:spPr>
              <a:xfrm>
                <a:off x="10921531" y="3443047"/>
                <a:ext cx="112257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tabLst>
                    <a:tab pos="27051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1400" b="1" i="1" kern="100" smtClean="0">
                          <a:ln w="3175"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effectLst/>
                          <a:latin typeface="Cambria Math" panose="02040503050406030204" pitchFamily="18" charset="0"/>
                        </a:rPr>
                        <m:t>𝑹𝒆𝒎𝒂𝒊𝒏𝒅𝒆𝒓</m:t>
                      </m:r>
                    </m:oMath>
                  </m:oMathPara>
                </a14:m>
                <a:endParaRPr lang="zh-TW" altLang="zh-HK" sz="1400" b="1" i="1" kern="100" dirty="0">
                  <a:ln w="3175">
                    <a:solidFill>
                      <a:sysClr val="windowText" lastClr="000000"/>
                    </a:solidFill>
                  </a:ln>
                  <a:solidFill>
                    <a:srgbClr val="FF6699"/>
                  </a:solidFill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8" name="文字方塊 1097">
                <a:extLst>
                  <a:ext uri="{FF2B5EF4-FFF2-40B4-BE49-F238E27FC236}">
                    <a16:creationId xmlns:a16="http://schemas.microsoft.com/office/drawing/2014/main" id="{350CA28E-D9B6-0122-4447-65684375C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1531" y="3443047"/>
                <a:ext cx="1122579" cy="307777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028487D-935B-5B8F-BCE3-735616CBF9D1}"/>
                  </a:ext>
                </a:extLst>
              </p:cNvPr>
              <p:cNvSpPr txBox="1"/>
              <p:nvPr/>
            </p:nvSpPr>
            <p:spPr>
              <a:xfrm>
                <a:off x="5592091" y="5103069"/>
                <a:ext cx="14018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HK" sz="2400" b="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</m:oMath>
                  </m:oMathPara>
                </a14:m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1186B8A-2621-726F-50A1-C3097CFBC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091" y="5103069"/>
                <a:ext cx="1401894" cy="46166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5C958F9-86D4-9B47-284F-1B3E8C7A563D}"/>
                  </a:ext>
                </a:extLst>
              </p:cNvPr>
              <p:cNvSpPr txBox="1"/>
              <p:nvPr/>
            </p:nvSpPr>
            <p:spPr>
              <a:xfrm>
                <a:off x="4554941" y="5112034"/>
                <a:ext cx="12494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</m:oMath>
                  </m:oMathPara>
                </a14:m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5321E8B-1968-3BE0-0835-BC95F3DD1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941" y="5112034"/>
                <a:ext cx="1249494" cy="461665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84EC8934-236B-8C2B-32CB-21AE8701FF7E}"/>
              </a:ext>
            </a:extLst>
          </p:cNvPr>
          <p:cNvGrpSpPr/>
          <p:nvPr/>
        </p:nvGrpSpPr>
        <p:grpSpPr>
          <a:xfrm>
            <a:off x="3876543" y="5065141"/>
            <a:ext cx="5773407" cy="523220"/>
            <a:chOff x="620325" y="1966569"/>
            <a:chExt cx="5773407" cy="523220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5F3D5F4F-4D5B-3F86-4E93-C7FF58319099}"/>
                </a:ext>
              </a:extLst>
            </p:cNvPr>
            <p:cNvGrpSpPr/>
            <p:nvPr/>
          </p:nvGrpSpPr>
          <p:grpSpPr>
            <a:xfrm>
              <a:off x="1198829" y="2054133"/>
              <a:ext cx="5194903" cy="406700"/>
              <a:chOff x="2230242" y="1466308"/>
              <a:chExt cx="5194903" cy="406700"/>
            </a:xfrm>
          </p:grpSpPr>
          <p:sp>
            <p:nvSpPr>
              <p:cNvPr id="1026" name="文字方塊 1025">
                <a:extLst>
                  <a:ext uri="{FF2B5EF4-FFF2-40B4-BE49-F238E27FC236}">
                    <a16:creationId xmlns:a16="http://schemas.microsoft.com/office/drawing/2014/main" id="{0A1A48BF-21DE-085F-CDC6-8EE93DD160BD}"/>
                  </a:ext>
                </a:extLst>
              </p:cNvPr>
              <p:cNvSpPr txBox="1"/>
              <p:nvPr/>
            </p:nvSpPr>
            <p:spPr>
              <a:xfrm>
                <a:off x="2230242" y="1466308"/>
                <a:ext cx="2744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027" name="文字方塊 1026">
                <a:extLst>
                  <a:ext uri="{FF2B5EF4-FFF2-40B4-BE49-F238E27FC236}">
                    <a16:creationId xmlns:a16="http://schemas.microsoft.com/office/drawing/2014/main" id="{7FD250D5-DE23-AD7E-7C89-7E6876F2A9F6}"/>
                  </a:ext>
                </a:extLst>
              </p:cNvPr>
              <p:cNvSpPr txBox="1"/>
              <p:nvPr/>
            </p:nvSpPr>
            <p:spPr>
              <a:xfrm>
                <a:off x="7150711" y="1472898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113A3F1C-9CDC-56E7-0160-A70E1D4C3ACD}"/>
                    </a:ext>
                  </a:extLst>
                </p:cNvPr>
                <p:cNvSpPr txBox="1"/>
                <p:nvPr/>
              </p:nvSpPr>
              <p:spPr>
                <a:xfrm>
                  <a:off x="620325" y="1966569"/>
                  <a:ext cx="2956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8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40D057B-8D19-21E7-33A5-C62BE59E18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325" y="1966569"/>
                  <a:ext cx="295688" cy="523220"/>
                </a:xfrm>
                <a:prstGeom prst="rect">
                  <a:avLst/>
                </a:prstGeom>
                <a:blipFill>
                  <a:blip r:embed="rId46"/>
                  <a:stretch>
                    <a:fillRect r="-14583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5" name="文字方塊 1024">
                  <a:extLst>
                    <a:ext uri="{FF2B5EF4-FFF2-40B4-BE49-F238E27FC236}">
                      <a16:creationId xmlns:a16="http://schemas.microsoft.com/office/drawing/2014/main" id="{E4365EEC-55A7-082C-6D22-CF46FF72998B}"/>
                    </a:ext>
                  </a:extLst>
                </p:cNvPr>
                <p:cNvSpPr txBox="1"/>
                <p:nvPr/>
              </p:nvSpPr>
              <p:spPr>
                <a:xfrm>
                  <a:off x="952074" y="1997346"/>
                  <a:ext cx="23147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$</m:t>
                        </m:r>
                      </m:oMath>
                    </m:oMathPara>
                  </a14:m>
                  <a:endParaRPr lang="zh-HK" altLang="en-US" sz="24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74EE3D36-E1FA-6EFA-73D9-851FA7AC68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74" y="1997346"/>
                  <a:ext cx="231479" cy="461665"/>
                </a:xfrm>
                <a:prstGeom prst="rect">
                  <a:avLst/>
                </a:prstGeom>
                <a:blipFill>
                  <a:blip r:embed="rId47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文字方塊 1027">
                <a:extLst>
                  <a:ext uri="{FF2B5EF4-FFF2-40B4-BE49-F238E27FC236}">
                    <a16:creationId xmlns:a16="http://schemas.microsoft.com/office/drawing/2014/main" id="{32518175-1174-B242-7B1F-5544CCA71DD6}"/>
                  </a:ext>
                </a:extLst>
              </p:cNvPr>
              <p:cNvSpPr txBox="1"/>
              <p:nvPr/>
            </p:nvSpPr>
            <p:spPr>
              <a:xfrm>
                <a:off x="6821302" y="5081994"/>
                <a:ext cx="14018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HK" sz="2400" b="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</m:oMath>
                  </m:oMathPara>
                </a14:m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8" name="文字方塊 1027">
                <a:extLst>
                  <a:ext uri="{FF2B5EF4-FFF2-40B4-BE49-F238E27FC236}">
                    <a16:creationId xmlns:a16="http://schemas.microsoft.com/office/drawing/2014/main" id="{6E11694D-93C3-E69A-0410-7346E346B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02" y="5081994"/>
                <a:ext cx="1401894" cy="461665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文字方塊 1028">
                <a:extLst>
                  <a:ext uri="{FF2B5EF4-FFF2-40B4-BE49-F238E27FC236}">
                    <a16:creationId xmlns:a16="http://schemas.microsoft.com/office/drawing/2014/main" id="{80CB5512-37A7-C06B-0843-0C5D0895A46C}"/>
                  </a:ext>
                </a:extLst>
              </p:cNvPr>
              <p:cNvSpPr txBox="1"/>
              <p:nvPr/>
            </p:nvSpPr>
            <p:spPr>
              <a:xfrm>
                <a:off x="8038284" y="5082878"/>
                <a:ext cx="14413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400" b="1" i="0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400" b="1" i="0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30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000</m:t>
                      </m:r>
                    </m:oMath>
                  </m:oMathPara>
                </a14:m>
                <a:endParaRPr lang="zh-TW" altLang="zh-HK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9" name="文字方塊 1028">
                <a:extLst>
                  <a:ext uri="{FF2B5EF4-FFF2-40B4-BE49-F238E27FC236}">
                    <a16:creationId xmlns:a16="http://schemas.microsoft.com/office/drawing/2014/main" id="{34D80228-B218-9C15-27E0-DC7470CA7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284" y="5082878"/>
                <a:ext cx="1441395" cy="461665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0" name="文字方塊 1029">
                <a:extLst>
                  <a:ext uri="{FF2B5EF4-FFF2-40B4-BE49-F238E27FC236}">
                    <a16:creationId xmlns:a16="http://schemas.microsoft.com/office/drawing/2014/main" id="{32B89E46-3F16-891B-B058-B31629774B7A}"/>
                  </a:ext>
                </a:extLst>
              </p:cNvPr>
              <p:cNvSpPr txBox="1"/>
              <p:nvPr/>
            </p:nvSpPr>
            <p:spPr>
              <a:xfrm>
                <a:off x="862104" y="4682914"/>
                <a:ext cx="32768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400" b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$ 180 000</m:t>
                      </m:r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</m:oMath>
                  </m:oMathPara>
                </a14:m>
                <a:endParaRPr lang="zh-HK" altLang="en-US" sz="2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30" name="文字方塊 1029">
                <a:extLst>
                  <a:ext uri="{FF2B5EF4-FFF2-40B4-BE49-F238E27FC236}">
                    <a16:creationId xmlns:a16="http://schemas.microsoft.com/office/drawing/2014/main" id="{1B21C473-F4E8-7E99-02C7-84B762E05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04" y="4682914"/>
                <a:ext cx="3276872" cy="461665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5" name="群組 1034">
            <a:extLst>
              <a:ext uri="{FF2B5EF4-FFF2-40B4-BE49-F238E27FC236}">
                <a16:creationId xmlns:a16="http://schemas.microsoft.com/office/drawing/2014/main" id="{8C33415F-2037-B223-8563-8838763130A0}"/>
              </a:ext>
            </a:extLst>
          </p:cNvPr>
          <p:cNvGrpSpPr/>
          <p:nvPr/>
        </p:nvGrpSpPr>
        <p:grpSpPr>
          <a:xfrm>
            <a:off x="3876543" y="4644175"/>
            <a:ext cx="4634545" cy="523220"/>
            <a:chOff x="2390436" y="4727308"/>
            <a:chExt cx="4634545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6" name="文字方塊 1045">
                  <a:extLst>
                    <a:ext uri="{FF2B5EF4-FFF2-40B4-BE49-F238E27FC236}">
                      <a16:creationId xmlns:a16="http://schemas.microsoft.com/office/drawing/2014/main" id="{1B63037F-D00D-357A-FCFA-CD45C75F6279}"/>
                    </a:ext>
                  </a:extLst>
                </p:cNvPr>
                <p:cNvSpPr txBox="1"/>
                <p:nvPr/>
              </p:nvSpPr>
              <p:spPr>
                <a:xfrm>
                  <a:off x="2816519" y="4747977"/>
                  <a:ext cx="42084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HK" sz="2400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altLang="zh-HK" sz="2400" kern="100" dirty="0">
                      <a:solidFill>
                        <a:srgbClr val="FF0000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HK" sz="2400" kern="100" dirty="0"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and</a:t>
                  </a:r>
                  <a:r>
                    <a:rPr lang="en-US" altLang="zh-HK" sz="2400" kern="100" dirty="0">
                      <a:solidFill>
                        <a:srgbClr val="FF0000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HK" sz="2400" kern="100" dirty="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FF6699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the remainder is </a:t>
                  </a:r>
                  <a14:m>
                    <m:oMath xmlns:m="http://schemas.openxmlformats.org/officeDocument/2006/math">
                      <m:r>
                        <a:rPr lang="en-US" altLang="zh-HK" sz="2400" i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$ 30 000</m:t>
                      </m:r>
                    </m:oMath>
                  </a14:m>
                  <a:endParaRPr lang="zh-HK" altLang="en-US" sz="2400" dirty="0"/>
                </a:p>
              </p:txBody>
            </p:sp>
          </mc:Choice>
          <mc:Fallback xmlns="">
            <p:sp>
              <p:nvSpPr>
                <p:cNvPr id="1046" name="文字方塊 1045">
                  <a:extLst>
                    <a:ext uri="{FF2B5EF4-FFF2-40B4-BE49-F238E27FC236}">
                      <a16:creationId xmlns:a16="http://schemas.microsoft.com/office/drawing/2014/main" id="{5F9EC2FF-F4F3-FFC8-3CCE-F5D129D9B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6519" y="4747977"/>
                  <a:ext cx="4208462" cy="461665"/>
                </a:xfrm>
                <a:prstGeom prst="rect">
                  <a:avLst/>
                </a:prstGeom>
                <a:blipFill>
                  <a:blip r:embed="rId51"/>
                  <a:stretch>
                    <a:fillRect t="-12000" b="-29333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4" name="文字方塊 1033">
                  <a:extLst>
                    <a:ext uri="{FF2B5EF4-FFF2-40B4-BE49-F238E27FC236}">
                      <a16:creationId xmlns:a16="http://schemas.microsoft.com/office/drawing/2014/main" id="{24C42F64-3F47-770B-DA24-12862DE120BB}"/>
                    </a:ext>
                  </a:extLst>
                </p:cNvPr>
                <p:cNvSpPr txBox="1"/>
                <p:nvPr/>
              </p:nvSpPr>
              <p:spPr>
                <a:xfrm>
                  <a:off x="2390436" y="4727308"/>
                  <a:ext cx="2956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8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34" name="文字方塊 1033">
                  <a:extLst>
                    <a:ext uri="{FF2B5EF4-FFF2-40B4-BE49-F238E27FC236}">
                      <a16:creationId xmlns:a16="http://schemas.microsoft.com/office/drawing/2014/main" id="{6450FF53-61D9-1E4A-AB8B-1ED6ADDF6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0436" y="4727308"/>
                  <a:ext cx="295688" cy="523220"/>
                </a:xfrm>
                <a:prstGeom prst="rect">
                  <a:avLst/>
                </a:prstGeom>
                <a:blipFill>
                  <a:blip r:embed="rId52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7" name="文字方塊 1029">
                <a:extLst>
                  <a:ext uri="{FF2B5EF4-FFF2-40B4-BE49-F238E27FC236}">
                    <a16:creationId xmlns:a16="http://schemas.microsoft.com/office/drawing/2014/main" id="{7F971A6B-A5E9-26B4-CA33-A0FC2FF79806}"/>
                  </a:ext>
                </a:extLst>
              </p:cNvPr>
              <p:cNvSpPr txBox="1"/>
              <p:nvPr/>
            </p:nvSpPr>
            <p:spPr>
              <a:xfrm>
                <a:off x="2413568" y="5117054"/>
                <a:ext cx="15500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400" b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$ 180 000</m:t>
                      </m:r>
                    </m:oMath>
                  </m:oMathPara>
                </a14:m>
                <a:endParaRPr lang="zh-HK" altLang="en-US" sz="2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37" name="文字方塊 1029">
                <a:extLst>
                  <a:ext uri="{FF2B5EF4-FFF2-40B4-BE49-F238E27FC236}">
                    <a16:creationId xmlns:a16="http://schemas.microsoft.com/office/drawing/2014/main" id="{1BF8EDD7-C5B4-EBBC-1D27-62FD80E43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568" y="5117054"/>
                <a:ext cx="1550062" cy="461665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3" name="群組 1042">
            <a:extLst>
              <a:ext uri="{FF2B5EF4-FFF2-40B4-BE49-F238E27FC236}">
                <a16:creationId xmlns:a16="http://schemas.microsoft.com/office/drawing/2014/main" id="{226EA99C-3963-0482-ABC9-5DF7DD776E57}"/>
              </a:ext>
            </a:extLst>
          </p:cNvPr>
          <p:cNvGrpSpPr/>
          <p:nvPr/>
        </p:nvGrpSpPr>
        <p:grpSpPr>
          <a:xfrm>
            <a:off x="9820338" y="100597"/>
            <a:ext cx="2327582" cy="832748"/>
            <a:chOff x="42724" y="4254768"/>
            <a:chExt cx="2327582" cy="832748"/>
          </a:xfrm>
        </p:grpSpPr>
        <p:grpSp>
          <p:nvGrpSpPr>
            <p:cNvPr id="1045" name="群組 1044">
              <a:extLst>
                <a:ext uri="{FF2B5EF4-FFF2-40B4-BE49-F238E27FC236}">
                  <a16:creationId xmlns:a16="http://schemas.microsoft.com/office/drawing/2014/main" id="{915A33B6-9364-D3A1-103F-31A6FECB595E}"/>
                </a:ext>
              </a:extLst>
            </p:cNvPr>
            <p:cNvGrpSpPr/>
            <p:nvPr/>
          </p:nvGrpSpPr>
          <p:grpSpPr>
            <a:xfrm>
              <a:off x="42724" y="4254768"/>
              <a:ext cx="357790" cy="400110"/>
              <a:chOff x="9365100" y="4544873"/>
              <a:chExt cx="357790" cy="400110"/>
            </a:xfrm>
          </p:grpSpPr>
          <p:sp>
            <p:nvSpPr>
              <p:cNvPr id="1073" name="橢圓 1072">
                <a:extLst>
                  <a:ext uri="{FF2B5EF4-FFF2-40B4-BE49-F238E27FC236}">
                    <a16:creationId xmlns:a16="http://schemas.microsoft.com/office/drawing/2014/main" id="{068BDE8C-7E59-6974-E125-6600B5CE4FF4}"/>
                  </a:ext>
                </a:extLst>
              </p:cNvPr>
              <p:cNvSpPr/>
              <p:nvPr/>
            </p:nvSpPr>
            <p:spPr>
              <a:xfrm>
                <a:off x="9408368" y="4581128"/>
                <a:ext cx="288032" cy="28803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/>
              </a:p>
            </p:txBody>
          </p:sp>
          <p:sp>
            <p:nvSpPr>
              <p:cNvPr id="1079" name="文字方塊 1078">
                <a:extLst>
                  <a:ext uri="{FF2B5EF4-FFF2-40B4-BE49-F238E27FC236}">
                    <a16:creationId xmlns:a16="http://schemas.microsoft.com/office/drawing/2014/main" id="{D5722854-62EE-476B-BFBB-80730EBCD036}"/>
                  </a:ext>
                </a:extLst>
              </p:cNvPr>
              <p:cNvSpPr txBox="1"/>
              <p:nvPr/>
            </p:nvSpPr>
            <p:spPr>
              <a:xfrm>
                <a:off x="9365100" y="4544873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1047" name="文字方塊 1046">
              <a:extLst>
                <a:ext uri="{FF2B5EF4-FFF2-40B4-BE49-F238E27FC236}">
                  <a16:creationId xmlns:a16="http://schemas.microsoft.com/office/drawing/2014/main" id="{0E6D3AE0-5023-869C-7E16-7DF7FDD6E2AC}"/>
                </a:ext>
              </a:extLst>
            </p:cNvPr>
            <p:cNvSpPr txBox="1"/>
            <p:nvPr/>
          </p:nvSpPr>
          <p:spPr>
            <a:xfrm>
              <a:off x="516739" y="4256519"/>
              <a:ext cx="18535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交稅似抽水</a:t>
              </a:r>
              <a:r>
                <a:rPr lang="en-US" altLang="zh-TW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</a:p>
            <a:p>
              <a:r>
                <a:rPr lang="zh-TW" altLang="en-US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抽到邊桶水</a:t>
              </a:r>
              <a:r>
                <a:rPr lang="en-US" altLang="zh-TW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?</a:t>
              </a:r>
              <a:endParaRPr lang="en-HK" sz="24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40" name="表格 1039">
                <a:extLst>
                  <a:ext uri="{FF2B5EF4-FFF2-40B4-BE49-F238E27FC236}">
                    <a16:creationId xmlns:a16="http://schemas.microsoft.com/office/drawing/2014/main" id="{9D01CB11-EAFE-91B9-D1B0-5230C106B7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81" y="5275"/>
              <a:ext cx="5797294" cy="2194560"/>
            </p:xfrm>
            <a:graphic>
              <a:graphicData uri="http://schemas.openxmlformats.org/drawingml/2006/table">
                <a:tbl>
                  <a:tblPr firstRow="1" firstCol="1" bandRow="1">
                    <a:tableStyleId>{1FECB4D8-DB02-4DC6-A0A2-4F2EBAE1DC90}</a:tableStyleId>
                  </a:tblPr>
                  <a:tblGrid>
                    <a:gridCol w="3059458">
                      <a:extLst>
                        <a:ext uri="{9D8B030D-6E8A-4147-A177-3AD203B41FA5}">
                          <a16:colId xmlns:a16="http://schemas.microsoft.com/office/drawing/2014/main" val="2357929094"/>
                        </a:ext>
                      </a:extLst>
                    </a:gridCol>
                    <a:gridCol w="1190625">
                      <a:extLst>
                        <a:ext uri="{9D8B030D-6E8A-4147-A177-3AD203B41FA5}">
                          <a16:colId xmlns:a16="http://schemas.microsoft.com/office/drawing/2014/main" val="1524079254"/>
                        </a:ext>
                      </a:extLst>
                    </a:gridCol>
                    <a:gridCol w="1547211">
                      <a:extLst>
                        <a:ext uri="{9D8B030D-6E8A-4147-A177-3AD203B41FA5}">
                          <a16:colId xmlns:a16="http://schemas.microsoft.com/office/drawing/2014/main" val="1563540111"/>
                        </a:ext>
                      </a:extLst>
                    </a:gridCol>
                  </a:tblGrid>
                  <a:tr h="330344"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270510" algn="l"/>
                            </a:tabLst>
                          </a:pPr>
                          <a:r>
                            <a:rPr lang="en-GB" sz="2400" kern="100" dirty="0">
                              <a:effectLst/>
                            </a:rPr>
                            <a:t>Net chargeable income</a:t>
                          </a:r>
                          <a:endParaRPr lang="zh-TW" sz="24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Tax rate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Salary tax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14106708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 dirty="0">
                              <a:effectLst/>
                            </a:rPr>
                            <a:t>On the first   </a:t>
                          </a:r>
                          <a14:m>
                            <m:oMath xmlns:m="http://schemas.openxmlformats.org/officeDocument/2006/math">
                              <m: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</a:rPr>
                                <m:t>$ 50 000</m:t>
                              </m:r>
                            </m:oMath>
                          </a14:m>
                          <a:endParaRPr lang="zh-TW" sz="24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2 %</m:t>
                                </m:r>
                              </m:oMath>
                            </m:oMathPara>
                          </a14:m>
                          <a:endParaRPr lang="zh-TW" sz="24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$ 1 000</m:t>
                                </m:r>
                              </m:oMath>
                            </m:oMathPara>
                          </a14:m>
                          <a:endParaRPr lang="zh-TW" altLang="zh-HK" sz="2400" kern="100" dirty="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02409947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 dirty="0">
                              <a:effectLst/>
                            </a:rPr>
                            <a:t>On the next  </a:t>
                          </a:r>
                          <a14:m>
                            <m:oMath xmlns:m="http://schemas.openxmlformats.org/officeDocument/2006/math">
                              <m: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</a:rPr>
                                <m:t>$ 50 000</m:t>
                              </m:r>
                            </m:oMath>
                          </a14:m>
                          <a:endParaRPr lang="zh-TW" sz="24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6 %</m:t>
                                </m:r>
                              </m:oMath>
                            </m:oMathPara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$ </m:t>
                                </m:r>
                                <m:r>
                                  <a:rPr lang="en-US" altLang="zh-HK" sz="2400" b="0" i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000</m:t>
                                </m:r>
                              </m:oMath>
                            </m:oMathPara>
                          </a14:m>
                          <a:endParaRPr lang="zh-TW" altLang="zh-HK" sz="2400" kern="100" dirty="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45877105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 dirty="0">
                              <a:effectLst/>
                            </a:rPr>
                            <a:t>On the next  </a:t>
                          </a:r>
                          <a14:m>
                            <m:oMath xmlns:m="http://schemas.openxmlformats.org/officeDocument/2006/math">
                              <m: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</a:rPr>
                                <m:t>$ 50 000</m:t>
                              </m:r>
                            </m:oMath>
                          </a14:m>
                          <a:endParaRPr lang="zh-TW" sz="24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10 %</m:t>
                                </m:r>
                              </m:oMath>
                            </m:oMathPara>
                          </a14:m>
                          <a:endParaRPr lang="zh-TW" sz="24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$ </m:t>
                                </m:r>
                                <m:r>
                                  <a:rPr lang="en-US" altLang="zh-HK" sz="2400" b="0" i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000</m:t>
                                </m:r>
                              </m:oMath>
                            </m:oMathPara>
                          </a14:m>
                          <a:endParaRPr lang="zh-TW" altLang="zh-HK" sz="2400" kern="100" dirty="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74437362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 dirty="0">
                              <a:effectLst/>
                            </a:rPr>
                            <a:t>On the next  </a:t>
                          </a:r>
                          <a14:m>
                            <m:oMath xmlns:m="http://schemas.openxmlformats.org/officeDocument/2006/math">
                              <m: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</a:rPr>
                                <m:t>$ 50 000</m:t>
                              </m:r>
                            </m:oMath>
                          </a14:m>
                          <a:endParaRPr lang="zh-TW" sz="24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14 %</m:t>
                                </m:r>
                              </m:oMath>
                            </m:oMathPara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$ </m:t>
                                </m:r>
                                <m:r>
                                  <a:rPr lang="en-US" altLang="zh-HK" sz="2400" b="0" i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000</m:t>
                                </m:r>
                              </m:oMath>
                            </m:oMathPara>
                          </a14:m>
                          <a:endParaRPr lang="zh-TW" altLang="zh-HK" sz="2400" kern="100" dirty="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14732757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Remainder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17 %</m:t>
                                </m:r>
                              </m:oMath>
                            </m:oMathPara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:r>
                            <a:rPr lang="en-GB" sz="2400" kern="1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GB" altLang="zh-HK" sz="2400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$ </m:t>
                              </m:r>
                              <m:r>
                                <a:rPr lang="en-US" altLang="zh-HK" sz="2400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?</m:t>
                              </m:r>
                            </m:oMath>
                          </a14:m>
                          <a:endParaRPr lang="zh-TW" altLang="zh-HK" sz="2400" kern="100" dirty="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38474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40" name="表格 1039">
                <a:extLst>
                  <a:ext uri="{FF2B5EF4-FFF2-40B4-BE49-F238E27FC236}">
                    <a16:creationId xmlns:a16="http://schemas.microsoft.com/office/drawing/2014/main" id="{9D01CB11-EAFE-91B9-D1B0-5230C106B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2228639"/>
                  </p:ext>
                </p:extLst>
              </p:nvPr>
            </p:nvGraphicFramePr>
            <p:xfrm>
              <a:off x="1981" y="5275"/>
              <a:ext cx="5797294" cy="2194560"/>
            </p:xfrm>
            <a:graphic>
              <a:graphicData uri="http://schemas.openxmlformats.org/drawingml/2006/table">
                <a:tbl>
                  <a:tblPr firstRow="1" firstCol="1" bandRow="1">
                    <a:tableStyleId>{1FECB4D8-DB02-4DC6-A0A2-4F2EBAE1DC90}</a:tableStyleId>
                  </a:tblPr>
                  <a:tblGrid>
                    <a:gridCol w="3059458">
                      <a:extLst>
                        <a:ext uri="{9D8B030D-6E8A-4147-A177-3AD203B41FA5}">
                          <a16:colId xmlns:a16="http://schemas.microsoft.com/office/drawing/2014/main" val="2357929094"/>
                        </a:ext>
                      </a:extLst>
                    </a:gridCol>
                    <a:gridCol w="1190625">
                      <a:extLst>
                        <a:ext uri="{9D8B030D-6E8A-4147-A177-3AD203B41FA5}">
                          <a16:colId xmlns:a16="http://schemas.microsoft.com/office/drawing/2014/main" val="1524079254"/>
                        </a:ext>
                      </a:extLst>
                    </a:gridCol>
                    <a:gridCol w="1547211">
                      <a:extLst>
                        <a:ext uri="{9D8B030D-6E8A-4147-A177-3AD203B41FA5}">
                          <a16:colId xmlns:a16="http://schemas.microsoft.com/office/drawing/2014/main" val="156354011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270510" algn="l"/>
                            </a:tabLst>
                          </a:pPr>
                          <a:r>
                            <a:rPr lang="en-GB" sz="2400" kern="100" dirty="0">
                              <a:effectLst/>
                            </a:rPr>
                            <a:t>Net chargeable income</a:t>
                          </a:r>
                          <a:endParaRPr lang="zh-TW" sz="24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Tax rate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Salary tax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1410670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 anchor="ctr">
                        <a:blipFill>
                          <a:blip r:embed="rId54"/>
                          <a:stretch>
                            <a:fillRect l="-199" t="-125000" r="-90040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 anchor="ctr">
                        <a:blipFill>
                          <a:blip r:embed="rId54"/>
                          <a:stretch>
                            <a:fillRect l="-256633" t="-125000" r="-130612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>
                        <a:blipFill>
                          <a:blip r:embed="rId54"/>
                          <a:stretch>
                            <a:fillRect l="-275197" t="-125000" r="-787" b="-45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24099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 anchor="ctr">
                        <a:blipFill>
                          <a:blip r:embed="rId54"/>
                          <a:stretch>
                            <a:fillRect l="-199" t="-221311" r="-90040" b="-3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 anchor="ctr">
                        <a:blipFill>
                          <a:blip r:embed="rId54"/>
                          <a:stretch>
                            <a:fillRect l="-256633" t="-221311" r="-130612" b="-3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>
                        <a:blipFill>
                          <a:blip r:embed="rId54"/>
                          <a:stretch>
                            <a:fillRect l="-275197" t="-221311" r="-787" b="-344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58771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 anchor="ctr">
                        <a:blipFill>
                          <a:blip r:embed="rId54"/>
                          <a:stretch>
                            <a:fillRect l="-199" t="-326667" r="-90040" b="-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 anchor="ctr">
                        <a:blipFill>
                          <a:blip r:embed="rId54"/>
                          <a:stretch>
                            <a:fillRect l="-256633" t="-326667" r="-130612" b="-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>
                        <a:blipFill>
                          <a:blip r:embed="rId54"/>
                          <a:stretch>
                            <a:fillRect l="-275197" t="-326667" r="-787" b="-2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44373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 anchor="ctr">
                        <a:blipFill>
                          <a:blip r:embed="rId54"/>
                          <a:stretch>
                            <a:fillRect l="-199" t="-426667" r="-90040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 anchor="ctr">
                        <a:blipFill>
                          <a:blip r:embed="rId54"/>
                          <a:stretch>
                            <a:fillRect l="-256633" t="-426667" r="-130612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>
                        <a:blipFill>
                          <a:blip r:embed="rId54"/>
                          <a:stretch>
                            <a:fillRect l="-275197" t="-426667" r="-787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47327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Remainder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 anchor="ctr">
                        <a:blipFill>
                          <a:blip r:embed="rId54"/>
                          <a:stretch>
                            <a:fillRect l="-256633" t="-526667" r="-130612" b="-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marL="68580" marR="68580" marT="0" marB="0">
                        <a:blipFill>
                          <a:blip r:embed="rId54"/>
                          <a:stretch>
                            <a:fillRect l="-275197" t="-526667" r="-787" b="-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4748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619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8" grpId="0" animBg="1"/>
      <p:bldP spid="2" grpId="0" animBg="1"/>
      <p:bldP spid="6" grpId="0" animBg="1"/>
      <p:bldP spid="8" grpId="0" animBg="1"/>
      <p:bldP spid="14" grpId="0" animBg="1"/>
      <p:bldP spid="16" grpId="0" animBg="1"/>
      <p:bldP spid="48" grpId="0" animBg="1"/>
      <p:bldP spid="49" grpId="0" animBg="1"/>
      <p:bldP spid="61" grpId="0" animBg="1"/>
      <p:bldP spid="62" grpId="0" animBg="1"/>
      <p:bldP spid="1036" grpId="0" animBg="1"/>
      <p:bldP spid="1038" grpId="0"/>
      <p:bldP spid="1039" grpId="0"/>
      <p:bldP spid="1041" grpId="0"/>
      <p:bldP spid="1042" grpId="0"/>
      <p:bldP spid="1063" grpId="0"/>
      <p:bldP spid="1080" grpId="0"/>
      <p:bldP spid="1082" grpId="0"/>
      <p:bldP spid="1083" grpId="0"/>
      <p:bldP spid="1084" grpId="0"/>
      <p:bldP spid="1085" grpId="0"/>
      <p:bldP spid="1098" grpId="0"/>
      <p:bldP spid="3" grpId="0"/>
      <p:bldP spid="4" grpId="0"/>
      <p:bldP spid="1028" grpId="0"/>
      <p:bldP spid="1029" grpId="0"/>
      <p:bldP spid="1030" grpId="0"/>
      <p:bldP spid="10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8B7206A-1A73-48CA-8657-8994EE220ACB}"/>
              </a:ext>
            </a:extLst>
          </p:cNvPr>
          <p:cNvSpPr/>
          <p:nvPr/>
        </p:nvSpPr>
        <p:spPr>
          <a:xfrm>
            <a:off x="1" y="4626"/>
            <a:ext cx="6365204" cy="963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ACB09C-6069-40E4-9B7F-938D8C5F8484}"/>
                  </a:ext>
                </a:extLst>
              </p:cNvPr>
              <p:cNvSpPr txBox="1"/>
              <p:nvPr/>
            </p:nvSpPr>
            <p:spPr>
              <a:xfrm>
                <a:off x="126983" y="4626"/>
                <a:ext cx="490628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𝑁𝑒𝑡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𝑐h𝑎𝑟𝑔𝑒𝑎𝑏𝑙𝑒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𝑖𝑛𝑐𝑜𝑚𝑒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ACB09C-6069-40E4-9B7F-938D8C5F8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83" y="4626"/>
                <a:ext cx="490628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879D6F7-7E59-4064-AB66-E073A4D88607}"/>
                  </a:ext>
                </a:extLst>
              </p:cNvPr>
              <p:cNvSpPr txBox="1"/>
              <p:nvPr/>
            </p:nvSpPr>
            <p:spPr>
              <a:xfrm>
                <a:off x="0" y="414405"/>
                <a:ext cx="636520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𝐴𝑛𝑛𝑢𝑎𝑙</m:t>
                      </m:r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𝑖𝑛𝑐𝑜𝑚𝑒</m:t>
                      </m:r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𝐴𝑙𝑙𝑜𝑤𝑎𝑛𝑐𝑒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879D6F7-7E59-4064-AB66-E073A4D88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4405"/>
                <a:ext cx="636520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5BEA6EE-53CD-4FBC-91DF-B1BE429CDE9F}"/>
                  </a:ext>
                </a:extLst>
              </p:cNvPr>
              <p:cNvSpPr txBox="1"/>
              <p:nvPr/>
            </p:nvSpPr>
            <p:spPr>
              <a:xfrm>
                <a:off x="6565229" y="228532"/>
                <a:ext cx="345165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𝑀𝑜𝑛𝑡h𝑙𝑦</m:t>
                      </m:r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𝑖𝑛𝑐𝑜𝑚𝑒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5BEA6EE-53CD-4FBC-91DF-B1BE429CD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229" y="228532"/>
                <a:ext cx="345165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3B65ADC-7BB4-4571-ACF9-F331DF2F3D8B}"/>
                  </a:ext>
                </a:extLst>
              </p:cNvPr>
              <p:cNvSpPr txBox="1"/>
              <p:nvPr/>
            </p:nvSpPr>
            <p:spPr>
              <a:xfrm>
                <a:off x="126983" y="1049205"/>
                <a:ext cx="490628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𝑁𝑒𝑡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𝑐h𝑎𝑟𝑔𝑒𝑎𝑏𝑙𝑒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𝑖𝑛𝑐𝑜𝑚𝑒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3B65ADC-7BB4-4571-ACF9-F331DF2F3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83" y="1049205"/>
                <a:ext cx="4906280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EEB4F68-CF62-49FD-8998-B4516DBD5495}"/>
                  </a:ext>
                </a:extLst>
              </p:cNvPr>
              <p:cNvSpPr txBox="1"/>
              <p:nvPr/>
            </p:nvSpPr>
            <p:spPr>
              <a:xfrm>
                <a:off x="0" y="1755414"/>
                <a:ext cx="4488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EEB4F68-CF62-49FD-8998-B4516DBD5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55414"/>
                <a:ext cx="448841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81292A0-E5C1-4471-87D8-72C464E36A9B}"/>
                  </a:ext>
                </a:extLst>
              </p:cNvPr>
              <p:cNvSpPr/>
              <p:nvPr/>
            </p:nvSpPr>
            <p:spPr>
              <a:xfrm>
                <a:off x="2075890" y="1663081"/>
                <a:ext cx="61907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81292A0-E5C1-4471-87D8-72C464E36A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890" y="1663081"/>
                <a:ext cx="619079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09B650B-C7AF-4C7E-96F6-FACD8128693B}"/>
                  </a:ext>
                </a:extLst>
              </p:cNvPr>
              <p:cNvSpPr/>
              <p:nvPr/>
            </p:nvSpPr>
            <p:spPr>
              <a:xfrm>
                <a:off x="3182602" y="1650686"/>
                <a:ext cx="6335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09B650B-C7AF-4C7E-96F6-FACD81286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602" y="1650686"/>
                <a:ext cx="633507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0CB967C-ECD2-4D45-B065-2D4800C578AD}"/>
                  </a:ext>
                </a:extLst>
              </p:cNvPr>
              <p:cNvSpPr txBox="1"/>
              <p:nvPr/>
            </p:nvSpPr>
            <p:spPr>
              <a:xfrm>
                <a:off x="7796518" y="1679302"/>
                <a:ext cx="4488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0CB967C-ECD2-4D45-B065-2D4800C57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518" y="1679302"/>
                <a:ext cx="448841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5A6E3EB-BA3F-4BFA-B7AF-579045B12874}"/>
                  </a:ext>
                </a:extLst>
              </p:cNvPr>
              <p:cNvSpPr/>
              <p:nvPr/>
            </p:nvSpPr>
            <p:spPr>
              <a:xfrm>
                <a:off x="8542791" y="1633135"/>
                <a:ext cx="17972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dirty="0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HK" sz="36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HK" sz="3600" i="1" dirty="0">
                          <a:latin typeface="Cambria Math" panose="02040503050406030204" pitchFamily="18" charset="0"/>
                        </a:rPr>
                        <m:t>0000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5A6E3EB-BA3F-4BFA-B7AF-579045B12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2791" y="1633135"/>
                <a:ext cx="1797287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08E03279-ED6E-4D85-A1A2-9B39F6B20AA2}"/>
              </a:ext>
            </a:extLst>
          </p:cNvPr>
          <p:cNvSpPr/>
          <p:nvPr/>
        </p:nvSpPr>
        <p:spPr>
          <a:xfrm>
            <a:off x="8301254" y="2172275"/>
            <a:ext cx="26390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4000" dirty="0">
                <a:ln>
                  <a:solidFill>
                    <a:schemeClr val="tx1"/>
                  </a:solidFill>
                </a:ln>
              </a:rPr>
              <a:t>Salaries tax </a:t>
            </a:r>
            <a:endParaRPr lang="zh-HK" altLang="en-US" sz="4000" dirty="0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BE3B981-FBC0-4048-A0C5-F9F5E2B4E4D1}"/>
                  </a:ext>
                </a:extLst>
              </p:cNvPr>
              <p:cNvSpPr/>
              <p:nvPr/>
            </p:nvSpPr>
            <p:spPr>
              <a:xfrm>
                <a:off x="8542791" y="1633135"/>
                <a:ext cx="17972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HK" sz="3600" b="0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HK" sz="3600" i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0000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BE3B981-FBC0-4048-A0C5-F9F5E2B4E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2791" y="1633135"/>
                <a:ext cx="1797287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2658CDC-1F01-4E45-AE88-8908BE32A601}"/>
                  </a:ext>
                </a:extLst>
              </p:cNvPr>
              <p:cNvSpPr/>
              <p:nvPr/>
            </p:nvSpPr>
            <p:spPr>
              <a:xfrm>
                <a:off x="10085074" y="3099005"/>
                <a:ext cx="61907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2658CDC-1F01-4E45-AE88-8908BE32A6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074" y="3099005"/>
                <a:ext cx="619079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15CC93B-75F7-44FE-A5C7-A450346053F4}"/>
                  </a:ext>
                </a:extLst>
              </p:cNvPr>
              <p:cNvSpPr/>
              <p:nvPr/>
            </p:nvSpPr>
            <p:spPr>
              <a:xfrm>
                <a:off x="10704153" y="3096135"/>
                <a:ext cx="9541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dirty="0">
                          <a:latin typeface="Cambria Math" panose="02040503050406030204" pitchFamily="18" charset="0"/>
                        </a:rPr>
                        <m:t>2%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15CC93B-75F7-44FE-A5C7-A450346053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153" y="3096135"/>
                <a:ext cx="954107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69335C8-EADF-419D-B881-9138B07AF3A2}"/>
                  </a:ext>
                </a:extLst>
              </p:cNvPr>
              <p:cNvSpPr txBox="1"/>
              <p:nvPr/>
            </p:nvSpPr>
            <p:spPr>
              <a:xfrm>
                <a:off x="8087155" y="3816278"/>
                <a:ext cx="4488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69335C8-EADF-419D-B881-9138B07AF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55" y="3816278"/>
                <a:ext cx="448841" cy="5539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6C11D5D-62C3-4421-B436-D4D8418EB916}"/>
                  </a:ext>
                </a:extLst>
              </p:cNvPr>
              <p:cNvSpPr txBox="1"/>
              <p:nvPr/>
            </p:nvSpPr>
            <p:spPr>
              <a:xfrm>
                <a:off x="8595799" y="3816278"/>
                <a:ext cx="11028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6C11D5D-62C3-4421-B436-D4D8418EB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799" y="3816278"/>
                <a:ext cx="1102866" cy="55399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D388338-738A-43E9-9D36-D94259297082}"/>
                  </a:ext>
                </a:extLst>
              </p:cNvPr>
              <p:cNvSpPr/>
              <p:nvPr/>
            </p:nvSpPr>
            <p:spPr>
              <a:xfrm>
                <a:off x="849998" y="392412"/>
                <a:ext cx="79861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zh-HK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D388338-738A-43E9-9D36-D942592970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98" y="392412"/>
                <a:ext cx="798617" cy="6463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5C832D1-2196-4C4F-B7AE-952CEE15573C}"/>
                  </a:ext>
                </a:extLst>
              </p:cNvPr>
              <p:cNvSpPr/>
              <p:nvPr/>
            </p:nvSpPr>
            <p:spPr>
              <a:xfrm>
                <a:off x="9961072" y="831071"/>
                <a:ext cx="205216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HK" sz="3600" b="0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27</m:t>
                      </m:r>
                      <m:r>
                        <a:rPr lang="en-US" altLang="zh-HK" sz="3600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0000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5C832D1-2196-4C4F-B7AE-952CEE155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072" y="831071"/>
                <a:ext cx="2052165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55DFB71-F6F6-4552-B6B0-428E56E55D7B}"/>
                  </a:ext>
                </a:extLst>
              </p:cNvPr>
              <p:cNvSpPr/>
              <p:nvPr/>
            </p:nvSpPr>
            <p:spPr>
              <a:xfrm>
                <a:off x="9894122" y="183764"/>
                <a:ext cx="17972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>
                          <a:latin typeface="Cambria Math" panose="02040503050406030204" pitchFamily="18" charset="0"/>
                        </a:rPr>
                        <m:t>$25000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55DFB71-F6F6-4552-B6B0-428E56E55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122" y="183764"/>
                <a:ext cx="1797287" cy="6463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80CAB04B-1B44-495F-A567-576D71C66260}"/>
                  </a:ext>
                </a:extLst>
              </p:cNvPr>
              <p:cNvSpPr/>
              <p:nvPr/>
            </p:nvSpPr>
            <p:spPr>
              <a:xfrm>
                <a:off x="9894122" y="183764"/>
                <a:ext cx="17972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altLang="zh-HK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80CAB04B-1B44-495F-A567-576D71C66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122" y="183764"/>
                <a:ext cx="1797287" cy="646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1BE2BE0-673B-47A6-A015-86F85CD63DAE}"/>
                  </a:ext>
                </a:extLst>
              </p:cNvPr>
              <p:cNvSpPr txBox="1"/>
              <p:nvPr/>
            </p:nvSpPr>
            <p:spPr>
              <a:xfrm>
                <a:off x="6565229" y="840407"/>
                <a:ext cx="34295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𝐵𝑎𝑠𝑖𝑐</m:t>
                      </m:r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𝑎𝑙𝑙𝑜𝑤𝑒𝑛𝑐𝑒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1BE2BE0-673B-47A6-A015-86F85CD63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229" y="840407"/>
                <a:ext cx="3429593" cy="55399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5CEA9DB-D23D-40BB-9B42-F19D8B0F661C}"/>
                  </a:ext>
                </a:extLst>
              </p:cNvPr>
              <p:cNvSpPr/>
              <p:nvPr/>
            </p:nvSpPr>
            <p:spPr>
              <a:xfrm>
                <a:off x="9961072" y="832837"/>
                <a:ext cx="205216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HK" sz="3600" b="0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27</m:t>
                      </m:r>
                      <m:r>
                        <a:rPr lang="en-US" altLang="zh-HK" sz="3600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0000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5CEA9DB-D23D-40BB-9B42-F19D8B0F66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072" y="832837"/>
                <a:ext cx="2052165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BA0523BF-BA08-B62F-BDFF-E237CFBDDD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373229"/>
                  </p:ext>
                </p:extLst>
              </p:nvPr>
            </p:nvGraphicFramePr>
            <p:xfrm>
              <a:off x="80747" y="2402853"/>
              <a:ext cx="7619999" cy="420213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4258492">
                      <a:extLst>
                        <a:ext uri="{9D8B030D-6E8A-4147-A177-3AD203B41FA5}">
                          <a16:colId xmlns:a16="http://schemas.microsoft.com/office/drawing/2014/main" val="4007059323"/>
                        </a:ext>
                      </a:extLst>
                    </a:gridCol>
                    <a:gridCol w="3361507">
                      <a:extLst>
                        <a:ext uri="{9D8B030D-6E8A-4147-A177-3AD203B41FA5}">
                          <a16:colId xmlns:a16="http://schemas.microsoft.com/office/drawing/2014/main" val="2278465678"/>
                        </a:ext>
                      </a:extLst>
                    </a:gridCol>
                  </a:tblGrid>
                  <a:tr h="717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Net taxable income</a:t>
                          </a:r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Salaries tax rate</a:t>
                          </a:r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528597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On the first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36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2%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9717295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On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36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4221511"/>
                      </a:ext>
                    </a:extLst>
                  </a:tr>
                  <a:tr h="65485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HK" sz="3600" dirty="0"/>
                            <a:t>On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36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HK" sz="3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5043163"/>
                      </a:ext>
                    </a:extLst>
                  </a:tr>
                  <a:tr h="6227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HK" sz="3600" dirty="0"/>
                            <a:t>On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36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HK" sz="36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1258554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Remainder</a:t>
                          </a:r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17%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347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BA0523BF-BA08-B62F-BDFF-E237CFBDDD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373229"/>
                  </p:ext>
                </p:extLst>
              </p:nvPr>
            </p:nvGraphicFramePr>
            <p:xfrm>
              <a:off x="80747" y="2402853"/>
              <a:ext cx="7619999" cy="420213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4258492">
                      <a:extLst>
                        <a:ext uri="{9D8B030D-6E8A-4147-A177-3AD203B41FA5}">
                          <a16:colId xmlns:a16="http://schemas.microsoft.com/office/drawing/2014/main" val="4007059323"/>
                        </a:ext>
                      </a:extLst>
                    </a:gridCol>
                    <a:gridCol w="3361507">
                      <a:extLst>
                        <a:ext uri="{9D8B030D-6E8A-4147-A177-3AD203B41FA5}">
                          <a16:colId xmlns:a16="http://schemas.microsoft.com/office/drawing/2014/main" val="2278465678"/>
                        </a:ext>
                      </a:extLst>
                    </a:gridCol>
                  </a:tblGrid>
                  <a:tr h="717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Net taxable income</a:t>
                          </a:r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Salaries tax rate</a:t>
                          </a:r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528597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24"/>
                          <a:stretch>
                            <a:fillRect l="-143" t="-110833" r="-79542" b="-3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24"/>
                          <a:stretch>
                            <a:fillRect l="-126812" t="-110833" r="-725" b="-3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9717295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24"/>
                          <a:stretch>
                            <a:fillRect l="-143" t="-210833" r="-79542" b="-2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24"/>
                          <a:stretch>
                            <a:fillRect l="-126812" t="-210833" r="-725" b="-2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4221511"/>
                      </a:ext>
                    </a:extLst>
                  </a:tr>
                  <a:tr h="654854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24"/>
                          <a:stretch>
                            <a:fillRect l="-143" t="-348598" r="-79542" b="-231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24"/>
                          <a:stretch>
                            <a:fillRect l="-126812" t="-348598" r="-725" b="-2317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504316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24"/>
                          <a:stretch>
                            <a:fillRect l="-143" t="-457143" r="-79542" b="-1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24"/>
                          <a:stretch>
                            <a:fillRect l="-126812" t="-457143" r="-725" b="-13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1258554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Remainder</a:t>
                          </a:r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24"/>
                          <a:stretch>
                            <a:fillRect l="-126812" t="-487500" r="-725" b="-1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347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2610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59259E-6 L -0.77539 0.2180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776" y="10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33333E-6 L 0.13829 0.18564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14" y="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96296E-6 L -0.50794 0.12361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404" y="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81481E-6 L -0.00156 0.21481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5" grpId="0"/>
      <p:bldP spid="9" grpId="0"/>
      <p:bldP spid="10" grpId="0"/>
      <p:bldP spid="12" grpId="0"/>
      <p:bldP spid="14" grpId="0"/>
      <p:bldP spid="16" grpId="0"/>
      <p:bldP spid="17" grpId="0"/>
      <p:bldP spid="19" grpId="0"/>
      <p:bldP spid="20" grpId="0"/>
      <p:bldP spid="20" grpId="1"/>
      <p:bldP spid="21" grpId="0"/>
      <p:bldP spid="22" grpId="0"/>
      <p:bldP spid="23" grpId="0"/>
      <p:bldP spid="24" grpId="0"/>
      <p:bldP spid="26" grpId="0"/>
      <p:bldP spid="26" grpId="1"/>
      <p:bldP spid="27" grpId="0"/>
      <p:bldP spid="27" grpId="1"/>
      <p:bldP spid="25" grpId="0"/>
      <p:bldP spid="25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22BA0720-238D-4B12-B420-493A297D8E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8330833"/>
                  </p:ext>
                </p:extLst>
              </p:nvPr>
            </p:nvGraphicFramePr>
            <p:xfrm>
              <a:off x="83007" y="739408"/>
              <a:ext cx="7619999" cy="420213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4258492">
                      <a:extLst>
                        <a:ext uri="{9D8B030D-6E8A-4147-A177-3AD203B41FA5}">
                          <a16:colId xmlns:a16="http://schemas.microsoft.com/office/drawing/2014/main" val="4007059323"/>
                        </a:ext>
                      </a:extLst>
                    </a:gridCol>
                    <a:gridCol w="3361507">
                      <a:extLst>
                        <a:ext uri="{9D8B030D-6E8A-4147-A177-3AD203B41FA5}">
                          <a16:colId xmlns:a16="http://schemas.microsoft.com/office/drawing/2014/main" val="2278465678"/>
                        </a:ext>
                      </a:extLst>
                    </a:gridCol>
                  </a:tblGrid>
                  <a:tr h="717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Net taxable income</a:t>
                          </a:r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Salaries tax rate</a:t>
                          </a:r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528597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On the first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36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2%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9717295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On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36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4221511"/>
                      </a:ext>
                    </a:extLst>
                  </a:tr>
                  <a:tr h="65485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HK" sz="3600" dirty="0"/>
                            <a:t>On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36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HK" sz="3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5043163"/>
                      </a:ext>
                    </a:extLst>
                  </a:tr>
                  <a:tr h="6227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HK" sz="3600" dirty="0"/>
                            <a:t>On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36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HK" sz="36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1258554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Remainder</a:t>
                          </a:r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3600" i="1" dirty="0" smtClean="0">
                                    <a:latin typeface="Cambria Math" panose="02040503050406030204" pitchFamily="18" charset="0"/>
                                  </a:rPr>
                                  <m:t>17%</m:t>
                                </m:r>
                              </m:oMath>
                            </m:oMathPara>
                          </a14:m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347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22BA0720-238D-4B12-B420-493A297D8E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8330833"/>
                  </p:ext>
                </p:extLst>
              </p:nvPr>
            </p:nvGraphicFramePr>
            <p:xfrm>
              <a:off x="83007" y="739408"/>
              <a:ext cx="7619999" cy="420213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4258492">
                      <a:extLst>
                        <a:ext uri="{9D8B030D-6E8A-4147-A177-3AD203B41FA5}">
                          <a16:colId xmlns:a16="http://schemas.microsoft.com/office/drawing/2014/main" val="4007059323"/>
                        </a:ext>
                      </a:extLst>
                    </a:gridCol>
                    <a:gridCol w="3361507">
                      <a:extLst>
                        <a:ext uri="{9D8B030D-6E8A-4147-A177-3AD203B41FA5}">
                          <a16:colId xmlns:a16="http://schemas.microsoft.com/office/drawing/2014/main" val="2278465678"/>
                        </a:ext>
                      </a:extLst>
                    </a:gridCol>
                  </a:tblGrid>
                  <a:tr h="717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Net taxable income</a:t>
                          </a:r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Salaries tax rate</a:t>
                          </a:r>
                          <a:endParaRPr lang="zh-HK" altLang="en-US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528597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3"/>
                          <a:stretch>
                            <a:fillRect l="-143" t="-110833" r="-79542" b="-3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3"/>
                          <a:stretch>
                            <a:fillRect l="-126812" t="-110833" r="-725" b="-3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9717295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3"/>
                          <a:stretch>
                            <a:fillRect l="-143" t="-210833" r="-79542" b="-2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3"/>
                          <a:stretch>
                            <a:fillRect l="-126812" t="-210833" r="-725" b="-2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4221511"/>
                      </a:ext>
                    </a:extLst>
                  </a:tr>
                  <a:tr h="654854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3"/>
                          <a:stretch>
                            <a:fillRect l="-143" t="-348598" r="-79542" b="-231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3"/>
                          <a:stretch>
                            <a:fillRect l="-126812" t="-348598" r="-725" b="-2317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504316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3"/>
                          <a:stretch>
                            <a:fillRect l="-143" t="-457143" r="-79542" b="-1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3"/>
                          <a:stretch>
                            <a:fillRect l="-126812" t="-457143" r="-725" b="-13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1258554"/>
                      </a:ext>
                    </a:extLst>
                  </a:tr>
                  <a:tr h="7299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3600" dirty="0"/>
                            <a:t>Remainder</a:t>
                          </a:r>
                          <a:endParaRPr lang="zh-HK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3"/>
                          <a:stretch>
                            <a:fillRect l="-126812" t="-487500" r="-725" b="-1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347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C3D9E58-6404-4F81-AFDF-1CB4F930924A}"/>
                  </a:ext>
                </a:extLst>
              </p:cNvPr>
              <p:cNvSpPr txBox="1"/>
              <p:nvPr/>
            </p:nvSpPr>
            <p:spPr>
              <a:xfrm>
                <a:off x="8680824" y="105368"/>
                <a:ext cx="18674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$230000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C3D9E58-6404-4F81-AFDF-1CB4F9309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824" y="105368"/>
                <a:ext cx="18674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42D1D8D-06A5-473B-A5AD-41F63F0B1E33}"/>
                  </a:ext>
                </a:extLst>
              </p:cNvPr>
              <p:cNvSpPr/>
              <p:nvPr/>
            </p:nvSpPr>
            <p:spPr>
              <a:xfrm>
                <a:off x="8843922" y="59202"/>
                <a:ext cx="17972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HK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0000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42D1D8D-06A5-473B-A5AD-41F63F0B1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922" y="59202"/>
                <a:ext cx="17972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CD94B1B-A284-4B57-B3CD-77036493C0D0}"/>
                  </a:ext>
                </a:extLst>
              </p:cNvPr>
              <p:cNvSpPr/>
              <p:nvPr/>
            </p:nvSpPr>
            <p:spPr>
              <a:xfrm>
                <a:off x="8843922" y="59202"/>
                <a:ext cx="17972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HK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0000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CD94B1B-A284-4B57-B3CD-77036493C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922" y="59202"/>
                <a:ext cx="17972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F0C9ADE-45D0-4C5A-9601-7641366C76D2}"/>
                  </a:ext>
                </a:extLst>
              </p:cNvPr>
              <p:cNvSpPr/>
              <p:nvPr/>
            </p:nvSpPr>
            <p:spPr>
              <a:xfrm>
                <a:off x="8843922" y="52138"/>
                <a:ext cx="17972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HK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HK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0000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F0C9ADE-45D0-4C5A-9601-7641366C7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922" y="52138"/>
                <a:ext cx="1797287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BB76784F-394D-44C0-9647-6BFA2FB47669}"/>
              </a:ext>
            </a:extLst>
          </p:cNvPr>
          <p:cNvSpPr/>
          <p:nvPr/>
        </p:nvSpPr>
        <p:spPr>
          <a:xfrm>
            <a:off x="0" y="0"/>
            <a:ext cx="26847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4000" i="1" u="sng" dirty="0">
                <a:ln>
                  <a:solidFill>
                    <a:schemeClr val="tx1"/>
                  </a:solidFill>
                </a:ln>
              </a:rPr>
              <a:t>Salaries tax </a:t>
            </a:r>
            <a:endParaRPr lang="zh-HK" altLang="en-US" sz="4000" i="1" u="sng" dirty="0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6DFB7B9-E81D-4825-AC44-E02A91FEC9AE}"/>
                  </a:ext>
                </a:extLst>
              </p:cNvPr>
              <p:cNvSpPr txBox="1"/>
              <p:nvPr/>
            </p:nvSpPr>
            <p:spPr>
              <a:xfrm>
                <a:off x="8960940" y="105368"/>
                <a:ext cx="156324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TW" sz="3600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6DFB7B9-E81D-4825-AC44-E02A91FEC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0940" y="105368"/>
                <a:ext cx="1563247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3468D55C-508F-49AF-AE71-401A339950D4}"/>
                  </a:ext>
                </a:extLst>
              </p:cNvPr>
              <p:cNvSpPr txBox="1"/>
              <p:nvPr/>
            </p:nvSpPr>
            <p:spPr>
              <a:xfrm>
                <a:off x="7735011" y="793102"/>
                <a:ext cx="424795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600" b="0" i="1" smtClean="0">
                          <a:latin typeface="Cambria Math" panose="02040503050406030204" pitchFamily="18" charset="0"/>
                        </a:rPr>
                        <m:t>230000−50000</m:t>
                      </m:r>
                      <m:r>
                        <a:rPr lang="en-US" altLang="zh-HK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zh-HK" altLang="en-US" sz="36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3468D55C-508F-49AF-AE71-401A339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011" y="793102"/>
                <a:ext cx="4247958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8AF7618-7B10-FCC2-88FC-E4E3958DB3F5}"/>
                  </a:ext>
                </a:extLst>
              </p:cNvPr>
              <p:cNvSpPr txBox="1"/>
              <p:nvPr/>
            </p:nvSpPr>
            <p:spPr>
              <a:xfrm>
                <a:off x="8960940" y="94387"/>
                <a:ext cx="156324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6B0B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altLang="zh-TW" sz="36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6B0B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6B0B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6B0B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6B0B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6B0B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HK" altLang="en-US" sz="3600" dirty="0">
                  <a:ln>
                    <a:solidFill>
                      <a:schemeClr val="tx1"/>
                    </a:solidFill>
                  </a:ln>
                  <a:solidFill>
                    <a:srgbClr val="F6B0B0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8AF7618-7B10-FCC2-88FC-E4E3958DB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0940" y="94387"/>
                <a:ext cx="1563247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15">
            <a:extLst>
              <a:ext uri="{FF2B5EF4-FFF2-40B4-BE49-F238E27FC236}">
                <a16:creationId xmlns:a16="http://schemas.microsoft.com/office/drawing/2014/main" id="{BD4527E0-CAAE-E309-505B-BA152386F206}"/>
              </a:ext>
            </a:extLst>
          </p:cNvPr>
          <p:cNvSpPr txBox="1"/>
          <p:nvPr/>
        </p:nvSpPr>
        <p:spPr>
          <a:xfrm>
            <a:off x="-63549" y="5075358"/>
            <a:ext cx="1949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CC"/>
                </a:solidFill>
                <a:latin typeface="Lucida Calligraphy" panose="03010101010101010101" pitchFamily="66" charset="0"/>
              </a:rPr>
              <a:t>Salaries tax</a:t>
            </a:r>
            <a:endParaRPr lang="zh-TW" altLang="en-US" sz="2000" b="1" dirty="0">
              <a:solidFill>
                <a:srgbClr val="FF66CC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050722D-FD59-8668-B3AE-0C31BADC0C6E}"/>
                  </a:ext>
                </a:extLst>
              </p:cNvPr>
              <p:cNvSpPr txBox="1"/>
              <p:nvPr/>
            </p:nvSpPr>
            <p:spPr>
              <a:xfrm>
                <a:off x="1738106" y="50753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050722D-FD59-8668-B3AE-0C31BADC0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106" y="507535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8DA5B422-3CC5-7C01-88B9-C98D56A0D67B}"/>
              </a:ext>
            </a:extLst>
          </p:cNvPr>
          <p:cNvSpPr txBox="1"/>
          <p:nvPr/>
        </p:nvSpPr>
        <p:spPr>
          <a:xfrm>
            <a:off x="1985757" y="5086628"/>
            <a:ext cx="110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5659F8A-E14F-7319-0110-A2CD2EB25647}"/>
                  </a:ext>
                </a:extLst>
              </p:cNvPr>
              <p:cNvSpPr txBox="1"/>
              <p:nvPr/>
            </p:nvSpPr>
            <p:spPr>
              <a:xfrm>
                <a:off x="2923555" y="50607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5659F8A-E14F-7319-0110-A2CD2EB25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555" y="5060734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F485A361-B962-571C-C39D-1EB0C9A50EA7}"/>
              </a:ext>
            </a:extLst>
          </p:cNvPr>
          <p:cNvSpPr txBox="1"/>
          <p:nvPr/>
        </p:nvSpPr>
        <p:spPr>
          <a:xfrm>
            <a:off x="3141832" y="5075358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DF3C5098-F408-EFBB-C985-0E19D4175E1F}"/>
                  </a:ext>
                </a:extLst>
              </p:cNvPr>
              <p:cNvSpPr txBox="1"/>
              <p:nvPr/>
            </p:nvSpPr>
            <p:spPr>
              <a:xfrm>
                <a:off x="3586381" y="50583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DF3C5098-F408-EFBB-C985-0E19D4175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381" y="5058391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30">
            <a:extLst>
              <a:ext uri="{FF2B5EF4-FFF2-40B4-BE49-F238E27FC236}">
                <a16:creationId xmlns:a16="http://schemas.microsoft.com/office/drawing/2014/main" id="{B1AF51AE-D60A-BC6A-2E0E-C3EC74E5AFB1}"/>
              </a:ext>
            </a:extLst>
          </p:cNvPr>
          <p:cNvSpPr txBox="1"/>
          <p:nvPr/>
        </p:nvSpPr>
        <p:spPr>
          <a:xfrm>
            <a:off x="3802194" y="5088837"/>
            <a:ext cx="110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ED50BB1-926A-BF8A-9F7C-69B2910632C2}"/>
                  </a:ext>
                </a:extLst>
              </p:cNvPr>
              <p:cNvSpPr txBox="1"/>
              <p:nvPr/>
            </p:nvSpPr>
            <p:spPr>
              <a:xfrm>
                <a:off x="4739992" y="50629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ED50BB1-926A-BF8A-9F7C-69B291063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992" y="5062943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88B9A9D0-BA08-9CF0-C1DA-D4917CDE29D9}"/>
              </a:ext>
            </a:extLst>
          </p:cNvPr>
          <p:cNvSpPr txBox="1"/>
          <p:nvPr/>
        </p:nvSpPr>
        <p:spPr>
          <a:xfrm>
            <a:off x="4958269" y="5077567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6%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17140CF1-DFB0-4EBC-64E7-466188177537}"/>
                  </a:ext>
                </a:extLst>
              </p:cNvPr>
              <p:cNvSpPr txBox="1"/>
              <p:nvPr/>
            </p:nvSpPr>
            <p:spPr>
              <a:xfrm>
                <a:off x="5402818" y="50606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17140CF1-DFB0-4EBC-64E7-466188177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818" y="5060600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81413670-1547-50AB-4ADB-BC404C92C03F}"/>
              </a:ext>
            </a:extLst>
          </p:cNvPr>
          <p:cNvSpPr txBox="1"/>
          <p:nvPr/>
        </p:nvSpPr>
        <p:spPr>
          <a:xfrm>
            <a:off x="5618631" y="5088837"/>
            <a:ext cx="110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90FC4FA-123D-B9B7-DEAC-62F16CA8234B}"/>
                  </a:ext>
                </a:extLst>
              </p:cNvPr>
              <p:cNvSpPr txBox="1"/>
              <p:nvPr/>
            </p:nvSpPr>
            <p:spPr>
              <a:xfrm>
                <a:off x="6556429" y="50629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90FC4FA-123D-B9B7-DEAC-62F16CA82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429" y="5062943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8EF53530-BF28-6BB6-4CB4-39FF0CE23266}"/>
              </a:ext>
            </a:extLst>
          </p:cNvPr>
          <p:cNvSpPr txBox="1"/>
          <p:nvPr/>
        </p:nvSpPr>
        <p:spPr>
          <a:xfrm>
            <a:off x="6774706" y="5077567"/>
            <a:ext cx="750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A72456E-DDE7-D590-35EA-228C35B49AF6}"/>
                  </a:ext>
                </a:extLst>
              </p:cNvPr>
              <p:cNvSpPr txBox="1"/>
              <p:nvPr/>
            </p:nvSpPr>
            <p:spPr>
              <a:xfrm>
                <a:off x="7416379" y="50508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A72456E-DDE7-D590-35EA-228C35B49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379" y="5050821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6AEED9EB-C6AE-DC86-6860-A9E2561A8360}"/>
              </a:ext>
            </a:extLst>
          </p:cNvPr>
          <p:cNvSpPr txBox="1"/>
          <p:nvPr/>
        </p:nvSpPr>
        <p:spPr>
          <a:xfrm>
            <a:off x="7631199" y="5083476"/>
            <a:ext cx="110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6B0B0"/>
                </a:solidFill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E14BBD2-CF96-DB7D-A484-FE00DBCD45DC}"/>
                  </a:ext>
                </a:extLst>
              </p:cNvPr>
              <p:cNvSpPr txBox="1"/>
              <p:nvPr/>
            </p:nvSpPr>
            <p:spPr>
              <a:xfrm>
                <a:off x="8568997" y="50575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E14BBD2-CF96-DB7D-A484-FE00DBCD4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8997" y="5057582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67E568AF-C0B2-9BDD-D5C8-CBE5E44CD4CE}"/>
              </a:ext>
            </a:extLst>
          </p:cNvPr>
          <p:cNvSpPr txBox="1"/>
          <p:nvPr/>
        </p:nvSpPr>
        <p:spPr>
          <a:xfrm>
            <a:off x="8787274" y="5072206"/>
            <a:ext cx="750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14%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00DAF930-EC37-92AB-5962-4419F002F0E2}"/>
                  </a:ext>
                </a:extLst>
              </p:cNvPr>
              <p:cNvSpPr txBox="1"/>
              <p:nvPr/>
            </p:nvSpPr>
            <p:spPr>
              <a:xfrm>
                <a:off x="9412798" y="5055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00DAF930-EC37-92AB-5962-4419F002F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798" y="5055239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45">
            <a:extLst>
              <a:ext uri="{FF2B5EF4-FFF2-40B4-BE49-F238E27FC236}">
                <a16:creationId xmlns:a16="http://schemas.microsoft.com/office/drawing/2014/main" id="{BB9B9396-254F-5A62-ABD7-81B6A2FE79F2}"/>
              </a:ext>
            </a:extLst>
          </p:cNvPr>
          <p:cNvSpPr txBox="1"/>
          <p:nvPr/>
        </p:nvSpPr>
        <p:spPr>
          <a:xfrm>
            <a:off x="9608417" y="5073818"/>
            <a:ext cx="110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65EAE67F-FBB6-D589-BF74-7C7FC6D2342F}"/>
                  </a:ext>
                </a:extLst>
              </p:cNvPr>
              <p:cNvSpPr txBox="1"/>
              <p:nvPr/>
            </p:nvSpPr>
            <p:spPr>
              <a:xfrm>
                <a:off x="10546215" y="50479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65EAE67F-FBB6-D589-BF74-7C7FC6D23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215" y="5047924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字方塊 47">
            <a:extLst>
              <a:ext uri="{FF2B5EF4-FFF2-40B4-BE49-F238E27FC236}">
                <a16:creationId xmlns:a16="http://schemas.microsoft.com/office/drawing/2014/main" id="{4313BB35-D738-2B66-00A8-798CBB6B0191}"/>
              </a:ext>
            </a:extLst>
          </p:cNvPr>
          <p:cNvSpPr txBox="1"/>
          <p:nvPr/>
        </p:nvSpPr>
        <p:spPr>
          <a:xfrm>
            <a:off x="10764492" y="5062548"/>
            <a:ext cx="750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17%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F946987C-705B-4D55-599D-14A3D2E53F14}"/>
                  </a:ext>
                </a:extLst>
              </p:cNvPr>
              <p:cNvSpPr txBox="1"/>
              <p:nvPr/>
            </p:nvSpPr>
            <p:spPr>
              <a:xfrm>
                <a:off x="1738106" y="56318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F946987C-705B-4D55-599D-14A3D2E53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106" y="5631822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5D0982F7-94B9-3FBD-C1DD-2C45FB62AA5B}"/>
              </a:ext>
            </a:extLst>
          </p:cNvPr>
          <p:cNvSpPr txBox="1"/>
          <p:nvPr/>
        </p:nvSpPr>
        <p:spPr>
          <a:xfrm>
            <a:off x="1985757" y="5631822"/>
            <a:ext cx="1261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CC"/>
                </a:solidFill>
                <a:latin typeface="Lucida Handwriting" panose="03010101010101010101" pitchFamily="66" charset="0"/>
              </a:rPr>
              <a:t>$21100</a:t>
            </a:r>
          </a:p>
        </p:txBody>
      </p:sp>
    </p:spTree>
    <p:extLst>
      <p:ext uri="{BB962C8B-B14F-4D97-AF65-F5344CB8AC3E}">
        <p14:creationId xmlns:p14="http://schemas.microsoft.com/office/powerpoint/2010/main" val="146823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44444E-6 L -0.00143 0.20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10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44444E-6 L -0.00065 0.30972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15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7 L -0.00221 0.41343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20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81481E-6 L -0.00143 0.5085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2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44444E-6 L -0.00143 0.61273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30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2" grpId="0"/>
      <p:bldP spid="2" grpId="1"/>
      <p:bldP spid="3" grpId="0"/>
      <p:bldP spid="3" grpId="1"/>
      <p:bldP spid="4" grpId="0"/>
      <p:bldP spid="14" grpId="0"/>
      <p:bldP spid="16" grpId="0"/>
      <p:bldP spid="17" grpId="0"/>
      <p:bldP spid="19" grpId="0"/>
      <p:bldP spid="21" grpId="0"/>
      <p:bldP spid="31" grpId="0"/>
      <p:bldP spid="34" grpId="0"/>
      <p:bldP spid="35" grpId="0"/>
      <p:bldP spid="3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圖片 32">
            <a:extLst>
              <a:ext uri="{FF2B5EF4-FFF2-40B4-BE49-F238E27FC236}">
                <a16:creationId xmlns:a16="http://schemas.microsoft.com/office/drawing/2014/main" id="{5B4AF654-E86F-F99A-72CD-991B3696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1" y="78656"/>
            <a:ext cx="10830704" cy="10249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CECAF706-5311-368A-27BA-FB1BB3013B10}"/>
                  </a:ext>
                </a:extLst>
              </p14:cNvPr>
              <p14:cNvContentPartPr/>
              <p14:nvPr/>
            </p14:nvContentPartPr>
            <p14:xfrm>
              <a:off x="5623707" y="191075"/>
              <a:ext cx="747621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CECAF706-5311-368A-27BA-FB1BB3013B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9688" y="-13524625"/>
                <a:ext cx="85529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818AE12D-A12F-AB7C-5AFF-402DCEC41E36}"/>
                  </a:ext>
                </a:extLst>
              </p14:cNvPr>
              <p14:cNvContentPartPr/>
              <p14:nvPr/>
            </p14:nvContentPartPr>
            <p14:xfrm>
              <a:off x="2122278" y="556456"/>
              <a:ext cx="573297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818AE12D-A12F-AB7C-5AFF-402DCEC41E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68261" y="-13159244"/>
                <a:ext cx="68097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D084A7AA-C9BE-0D8A-B348-95C4E38DD842}"/>
                  </a:ext>
                </a:extLst>
              </p14:cNvPr>
              <p14:cNvContentPartPr/>
              <p14:nvPr/>
            </p14:nvContentPartPr>
            <p14:xfrm>
              <a:off x="622977" y="941265"/>
              <a:ext cx="901024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D084A7AA-C9BE-0D8A-B348-95C4E38DD8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8959" y="-12774435"/>
                <a:ext cx="10087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4FE24273-BCD9-B408-10C2-FA9717D117D6}"/>
                  </a:ext>
                </a:extLst>
              </p14:cNvPr>
              <p14:cNvContentPartPr/>
              <p14:nvPr/>
            </p14:nvContentPartPr>
            <p14:xfrm>
              <a:off x="3124808" y="933646"/>
              <a:ext cx="901025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4FE24273-BCD9-B408-10C2-FA9717D117D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70790" y="-12782054"/>
                <a:ext cx="100870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0774A2CE-4A3E-1AFB-344D-7BBBA81B3AA3}"/>
                  </a:ext>
                </a:extLst>
              </p14:cNvPr>
              <p14:cNvContentPartPr/>
              <p14:nvPr/>
            </p14:nvContentPartPr>
            <p14:xfrm>
              <a:off x="4677638" y="941265"/>
              <a:ext cx="3018562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0774A2CE-4A3E-1AFB-344D-7BBBA81B3AA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23606" y="-12774435"/>
                <a:ext cx="312626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9A0E7543-391C-73E0-E7F4-7441A18E7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4650311"/>
                  </p:ext>
                </p:extLst>
              </p:nvPr>
            </p:nvGraphicFramePr>
            <p:xfrm>
              <a:off x="7988758" y="1063452"/>
              <a:ext cx="4088942" cy="247051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285135">
                      <a:extLst>
                        <a:ext uri="{9D8B030D-6E8A-4147-A177-3AD203B41FA5}">
                          <a16:colId xmlns:a16="http://schemas.microsoft.com/office/drawing/2014/main" val="4007059323"/>
                        </a:ext>
                      </a:extLst>
                    </a:gridCol>
                    <a:gridCol w="1803807">
                      <a:extLst>
                        <a:ext uri="{9D8B030D-6E8A-4147-A177-3AD203B41FA5}">
                          <a16:colId xmlns:a16="http://schemas.microsoft.com/office/drawing/2014/main" val="2278465678"/>
                        </a:ext>
                      </a:extLst>
                    </a:gridCol>
                  </a:tblGrid>
                  <a:tr h="4234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1800" dirty="0"/>
                            <a:t>Net taxable income</a:t>
                          </a:r>
                          <a:endParaRPr lang="zh-HK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1800" dirty="0"/>
                            <a:t>Salaries tax rate</a:t>
                          </a:r>
                          <a:endParaRPr lang="zh-HK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528597"/>
                      </a:ext>
                    </a:extLst>
                  </a:tr>
                  <a:tr h="4309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1800" dirty="0"/>
                            <a:t>On the first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18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1800" i="1" dirty="0" smtClean="0">
                                    <a:latin typeface="Cambria Math" panose="02040503050406030204" pitchFamily="18" charset="0"/>
                                  </a:rPr>
                                  <m:t>2%</m:t>
                                </m:r>
                              </m:oMath>
                            </m:oMathPara>
                          </a14:m>
                          <a:endParaRPr lang="zh-HK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9717295"/>
                      </a:ext>
                    </a:extLst>
                  </a:tr>
                  <a:tr h="4309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1800" dirty="0"/>
                            <a:t>On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18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1800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zh-HK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HK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4221511"/>
                      </a:ext>
                    </a:extLst>
                  </a:tr>
                  <a:tr h="3866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HK" sz="1800" dirty="0"/>
                            <a:t>On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18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HK" sz="1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HK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HK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5043163"/>
                      </a:ext>
                    </a:extLst>
                  </a:tr>
                  <a:tr h="36761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HK" sz="1800" dirty="0"/>
                            <a:t>On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HK" sz="1800" b="0" i="1" smtClean="0">
                                  <a:latin typeface="Cambria Math" panose="02040503050406030204" pitchFamily="18" charset="0"/>
                                </a:rPr>
                                <m:t>$50000</m:t>
                              </m:r>
                            </m:oMath>
                          </a14:m>
                          <a:endParaRPr lang="zh-HK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HK" sz="18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HK" sz="180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zh-HK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1258554"/>
                      </a:ext>
                    </a:extLst>
                  </a:tr>
                  <a:tr h="4309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1800" dirty="0"/>
                            <a:t>Remainder</a:t>
                          </a:r>
                          <a:endParaRPr lang="zh-HK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1800" i="1" dirty="0" smtClean="0">
                                    <a:latin typeface="Cambria Math" panose="02040503050406030204" pitchFamily="18" charset="0"/>
                                  </a:rPr>
                                  <m:t>17%</m:t>
                                </m:r>
                              </m:oMath>
                            </m:oMathPara>
                          </a14:m>
                          <a:endParaRPr lang="zh-HK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347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9A0E7543-391C-73E0-E7F4-7441A18E7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4650311"/>
                  </p:ext>
                </p:extLst>
              </p:nvPr>
            </p:nvGraphicFramePr>
            <p:xfrm>
              <a:off x="7988758" y="1063452"/>
              <a:ext cx="4088942" cy="247051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285135">
                      <a:extLst>
                        <a:ext uri="{9D8B030D-6E8A-4147-A177-3AD203B41FA5}">
                          <a16:colId xmlns:a16="http://schemas.microsoft.com/office/drawing/2014/main" val="4007059323"/>
                        </a:ext>
                      </a:extLst>
                    </a:gridCol>
                    <a:gridCol w="1803807">
                      <a:extLst>
                        <a:ext uri="{9D8B030D-6E8A-4147-A177-3AD203B41FA5}">
                          <a16:colId xmlns:a16="http://schemas.microsoft.com/office/drawing/2014/main" val="2278465678"/>
                        </a:ext>
                      </a:extLst>
                    </a:gridCol>
                  </a:tblGrid>
                  <a:tr h="4234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1800" dirty="0"/>
                            <a:t>Net taxable income</a:t>
                          </a:r>
                          <a:endParaRPr lang="zh-HK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1800" dirty="0"/>
                            <a:t>Salaries tax rate</a:t>
                          </a:r>
                          <a:endParaRPr lang="zh-HK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528597"/>
                      </a:ext>
                    </a:extLst>
                  </a:tr>
                  <a:tr h="430954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13"/>
                          <a:stretch>
                            <a:fillRect l="-266" t="-107143" r="-79787" b="-38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13"/>
                          <a:stretch>
                            <a:fillRect l="-127365" t="-107143" r="-1351" b="-38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9717295"/>
                      </a:ext>
                    </a:extLst>
                  </a:tr>
                  <a:tr h="430954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13"/>
                          <a:stretch>
                            <a:fillRect l="-266" t="-204225" r="-79787" b="-281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13"/>
                          <a:stretch>
                            <a:fillRect l="-127365" t="-204225" r="-1351" b="-281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4221511"/>
                      </a:ext>
                    </a:extLst>
                  </a:tr>
                  <a:tr h="386600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13"/>
                          <a:stretch>
                            <a:fillRect l="-266" t="-337500" r="-79787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13"/>
                          <a:stretch>
                            <a:fillRect l="-127365" t="-337500" r="-1351" b="-2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5043163"/>
                      </a:ext>
                    </a:extLst>
                  </a:tr>
                  <a:tr h="367618"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13"/>
                          <a:stretch>
                            <a:fillRect l="-266" t="-466667" r="-7978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13"/>
                          <a:stretch>
                            <a:fillRect l="-127365" t="-466667" r="-1351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1258554"/>
                      </a:ext>
                    </a:extLst>
                  </a:tr>
                  <a:tr h="4309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1800" dirty="0"/>
                            <a:t>Remainder</a:t>
                          </a:r>
                          <a:endParaRPr lang="zh-HK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>
                        <a:blipFill>
                          <a:blip r:embed="rId13"/>
                          <a:stretch>
                            <a:fillRect l="-127365" t="-478873" r="-1351" b="-7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347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15">
            <a:extLst>
              <a:ext uri="{FF2B5EF4-FFF2-40B4-BE49-F238E27FC236}">
                <a16:creationId xmlns:a16="http://schemas.microsoft.com/office/drawing/2014/main" id="{5EBE403A-94D5-A9F8-D018-974D7AEFCAF5}"/>
              </a:ext>
            </a:extLst>
          </p:cNvPr>
          <p:cNvSpPr txBox="1"/>
          <p:nvPr/>
        </p:nvSpPr>
        <p:spPr>
          <a:xfrm>
            <a:off x="414680" y="1191820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Let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x be Joyce’s net chargeable income</a:t>
            </a:r>
            <a:endParaRPr lang="zh-TW" altLang="en-US" sz="2000" b="1" dirty="0">
              <a:solidFill>
                <a:schemeClr val="accent2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C4AD9632-4D8C-70D7-F7DC-2BA859E48555}"/>
              </a:ext>
            </a:extLst>
          </p:cNvPr>
          <p:cNvSpPr txBox="1"/>
          <p:nvPr/>
        </p:nvSpPr>
        <p:spPr>
          <a:xfrm>
            <a:off x="386105" y="1595175"/>
            <a:ext cx="4338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66CC"/>
                </a:solidFill>
                <a:latin typeface="Lucida Calligraphy" panose="03010101010101010101" pitchFamily="66" charset="0"/>
              </a:rPr>
              <a:t>Peter’s net chargeable income</a:t>
            </a:r>
            <a:endParaRPr lang="zh-TW" altLang="en-US" sz="2000" b="1" dirty="0">
              <a:solidFill>
                <a:srgbClr val="FF66CC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357E3D0-2CCA-4BE5-ADC3-D66188B5A98A}"/>
                  </a:ext>
                </a:extLst>
              </p:cNvPr>
              <p:cNvSpPr txBox="1"/>
              <p:nvPr/>
            </p:nvSpPr>
            <p:spPr>
              <a:xfrm>
                <a:off x="4548844" y="15951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357E3D0-2CCA-4BE5-ADC3-D66188B5A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844" y="1595175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E76E2048-9C5D-F3CF-C58C-615BC291FE24}"/>
              </a:ext>
            </a:extLst>
          </p:cNvPr>
          <p:cNvSpPr txBox="1"/>
          <p:nvPr/>
        </p:nvSpPr>
        <p:spPr>
          <a:xfrm>
            <a:off x="4830758" y="1595175"/>
            <a:ext cx="404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0B752B9-A66C-F1BB-1300-1D338B1A231C}"/>
                  </a:ext>
                </a:extLst>
              </p:cNvPr>
              <p:cNvSpPr txBox="1"/>
              <p:nvPr/>
            </p:nvSpPr>
            <p:spPr>
              <a:xfrm>
                <a:off x="5087687" y="15919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0B752B9-A66C-F1BB-1300-1D338B1A2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687" y="1591930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ADBCC05E-9436-B6CF-9170-0F70D2DDEA95}"/>
              </a:ext>
            </a:extLst>
          </p:cNvPr>
          <p:cNvSpPr txBox="1"/>
          <p:nvPr/>
        </p:nvSpPr>
        <p:spPr>
          <a:xfrm>
            <a:off x="5322839" y="1604700"/>
            <a:ext cx="1067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18000</a:t>
            </a: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11B4887-459C-A011-22DF-3B413EFF22FA}"/>
              </a:ext>
            </a:extLst>
          </p:cNvPr>
          <p:cNvGrpSpPr/>
          <p:nvPr/>
        </p:nvGrpSpPr>
        <p:grpSpPr>
          <a:xfrm>
            <a:off x="2989224" y="1974785"/>
            <a:ext cx="1559620" cy="412880"/>
            <a:chOff x="4983158" y="1744330"/>
            <a:chExt cx="1559620" cy="412880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8F2AE74-644D-20DC-6400-181E85387924}"/>
                </a:ext>
              </a:extLst>
            </p:cNvPr>
            <p:cNvSpPr txBox="1"/>
            <p:nvPr/>
          </p:nvSpPr>
          <p:spPr>
            <a:xfrm>
              <a:off x="4983158" y="1747575"/>
              <a:ext cx="4047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52659D96-7815-D77B-AF22-D607E14C441E}"/>
                    </a:ext>
                  </a:extLst>
                </p:cNvPr>
                <p:cNvSpPr txBox="1"/>
                <p:nvPr/>
              </p:nvSpPr>
              <p:spPr>
                <a:xfrm>
                  <a:off x="5240087" y="174433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52659D96-7815-D77B-AF22-D607E14C4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0087" y="1744330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D470264D-023A-CBC4-C0BD-530E8F074322}"/>
                </a:ext>
              </a:extLst>
            </p:cNvPr>
            <p:cNvSpPr txBox="1"/>
            <p:nvPr/>
          </p:nvSpPr>
          <p:spPr>
            <a:xfrm>
              <a:off x="5475239" y="1757100"/>
              <a:ext cx="1067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18000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F7485A0-E19F-EB2B-6B2D-6387841433D6}"/>
                  </a:ext>
                </a:extLst>
              </p:cNvPr>
              <p:cNvSpPr txBox="1"/>
              <p:nvPr/>
            </p:nvSpPr>
            <p:spPr>
              <a:xfrm>
                <a:off x="2719803" y="19747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F7485A0-E19F-EB2B-6B2D-638784143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803" y="1974785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15C8A7EE-13A7-1237-BAF7-C28383EEFFE5}"/>
              </a:ext>
            </a:extLst>
          </p:cNvPr>
          <p:cNvGrpSpPr/>
          <p:nvPr/>
        </p:nvGrpSpPr>
        <p:grpSpPr>
          <a:xfrm>
            <a:off x="429622" y="1990320"/>
            <a:ext cx="2412269" cy="430615"/>
            <a:chOff x="3289908" y="3198440"/>
            <a:chExt cx="2412269" cy="430615"/>
          </a:xfrm>
        </p:grpSpPr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5E3A235-58F9-BA7D-E27D-BFF98B1E6D73}"/>
                </a:ext>
              </a:extLst>
            </p:cNvPr>
            <p:cNvSpPr txBox="1"/>
            <p:nvPr/>
          </p:nvSpPr>
          <p:spPr>
            <a:xfrm>
              <a:off x="3289908" y="3228945"/>
              <a:ext cx="1258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100000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D5CC965D-794D-872D-70E2-1DCB24F51804}"/>
                    </a:ext>
                  </a:extLst>
                </p:cNvPr>
                <p:cNvSpPr txBox="1"/>
                <p:nvPr/>
              </p:nvSpPr>
              <p:spPr>
                <a:xfrm>
                  <a:off x="4399486" y="319844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D5CC965D-794D-872D-70E2-1DCB24F51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9486" y="3198440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B9E1C262-F65C-FF1A-3CBF-8C53FF63C48A}"/>
                </a:ext>
              </a:extLst>
            </p:cNvPr>
            <p:cNvSpPr txBox="1"/>
            <p:nvPr/>
          </p:nvSpPr>
          <p:spPr>
            <a:xfrm>
              <a:off x="4634638" y="3211210"/>
              <a:ext cx="1067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18000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3198930-7B3A-6B70-E74D-3C78124F98CE}"/>
                  </a:ext>
                </a:extLst>
              </p:cNvPr>
              <p:cNvSpPr txBox="1"/>
              <p:nvPr/>
            </p:nvSpPr>
            <p:spPr>
              <a:xfrm>
                <a:off x="4402446" y="19747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3198930-7B3A-6B70-E74D-3C78124F9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446" y="1974785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BA612C36-37E3-566C-A24D-9717197041C8}"/>
              </a:ext>
            </a:extLst>
          </p:cNvPr>
          <p:cNvGrpSpPr/>
          <p:nvPr/>
        </p:nvGrpSpPr>
        <p:grpSpPr>
          <a:xfrm>
            <a:off x="4639223" y="1944280"/>
            <a:ext cx="2423704" cy="431615"/>
            <a:chOff x="3289908" y="3198440"/>
            <a:chExt cx="2423704" cy="431615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1ADDFBE5-D23F-8E7F-735D-F7BFD93AFA5D}"/>
                </a:ext>
              </a:extLst>
            </p:cNvPr>
            <p:cNvSpPr txBox="1"/>
            <p:nvPr/>
          </p:nvSpPr>
          <p:spPr>
            <a:xfrm>
              <a:off x="3289908" y="3228945"/>
              <a:ext cx="1258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118000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75475415-4115-F87A-D77C-FCE13EE51AA7}"/>
                    </a:ext>
                  </a:extLst>
                </p:cNvPr>
                <p:cNvSpPr txBox="1"/>
                <p:nvPr/>
              </p:nvSpPr>
              <p:spPr>
                <a:xfrm>
                  <a:off x="4399486" y="319844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75475415-4115-F87A-D77C-FCE13EE51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9486" y="3198440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1FEF5FF1-E02E-0116-B1CC-87822EC7BF98}"/>
                </a:ext>
              </a:extLst>
            </p:cNvPr>
            <p:cNvSpPr txBox="1"/>
            <p:nvPr/>
          </p:nvSpPr>
          <p:spPr>
            <a:xfrm>
              <a:off x="4646073" y="3229945"/>
              <a:ext cx="1067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18000</a:t>
              </a:r>
            </a:p>
          </p:txBody>
        </p: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85F61FE-CF9F-A8A7-6A76-B7BCF49A1758}"/>
              </a:ext>
            </a:extLst>
          </p:cNvPr>
          <p:cNvSpPr txBox="1"/>
          <p:nvPr/>
        </p:nvSpPr>
        <p:spPr>
          <a:xfrm>
            <a:off x="1774351" y="1998530"/>
            <a:ext cx="1067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82000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0E6F5D5-CA39-D363-B4CA-4D8F98924454}"/>
              </a:ext>
            </a:extLst>
          </p:cNvPr>
          <p:cNvSpPr txBox="1"/>
          <p:nvPr/>
        </p:nvSpPr>
        <p:spPr>
          <a:xfrm>
            <a:off x="4636263" y="1985035"/>
            <a:ext cx="1258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100000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C749B6A-966E-9B6C-A090-26F2E7B8A4A8}"/>
              </a:ext>
            </a:extLst>
          </p:cNvPr>
          <p:cNvSpPr/>
          <p:nvPr/>
        </p:nvSpPr>
        <p:spPr bwMode="auto">
          <a:xfrm>
            <a:off x="8008731" y="1936811"/>
            <a:ext cx="4065481" cy="376515"/>
          </a:xfrm>
          <a:prstGeom prst="rect">
            <a:avLst/>
          </a:prstGeom>
          <a:noFill/>
          <a:ln w="28575" cap="flat" cmpd="sng" algn="ctr">
            <a:solidFill>
              <a:srgbClr val="FF66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rgbClr val="FF66CC"/>
              </a:solidFill>
              <a:effectLst/>
              <a:latin typeface="Arial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A08BE1-48E7-643A-982B-5963FB2BAD58}"/>
              </a:ext>
            </a:extLst>
          </p:cNvPr>
          <p:cNvSpPr/>
          <p:nvPr/>
        </p:nvSpPr>
        <p:spPr bwMode="auto">
          <a:xfrm>
            <a:off x="8021079" y="2348410"/>
            <a:ext cx="4065481" cy="376515"/>
          </a:xfrm>
          <a:prstGeom prst="rect">
            <a:avLst/>
          </a:prstGeom>
          <a:noFill/>
          <a:ln w="2857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rgbClr val="FF66CC"/>
              </a:solidFill>
              <a:effectLst/>
              <a:latin typeface="Arial" charset="0"/>
            </a:endParaRP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72BDDDA2-9071-A24C-0ADE-9803A6B67B24}"/>
              </a:ext>
            </a:extLst>
          </p:cNvPr>
          <p:cNvSpPr txBox="1"/>
          <p:nvPr/>
        </p:nvSpPr>
        <p:spPr>
          <a:xfrm>
            <a:off x="386105" y="2444545"/>
            <a:ext cx="3538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Peter’s salaries taxable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9AA00476-7F98-B3A0-F2CB-ACC94DF45C6B}"/>
                  </a:ext>
                </a:extLst>
              </p:cNvPr>
              <p:cNvSpPr txBox="1"/>
              <p:nvPr/>
            </p:nvSpPr>
            <p:spPr>
              <a:xfrm>
                <a:off x="276006" y="28456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9AA00476-7F98-B3A0-F2CB-ACC94DF45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06" y="2845679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字方塊 47">
            <a:extLst>
              <a:ext uri="{FF2B5EF4-FFF2-40B4-BE49-F238E27FC236}">
                <a16:creationId xmlns:a16="http://schemas.microsoft.com/office/drawing/2014/main" id="{588BBA0F-10DE-A137-51C6-CBC9552131C5}"/>
              </a:ext>
            </a:extLst>
          </p:cNvPr>
          <p:cNvSpPr txBox="1"/>
          <p:nvPr/>
        </p:nvSpPr>
        <p:spPr>
          <a:xfrm>
            <a:off x="506431" y="2862255"/>
            <a:ext cx="110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C4ACBE0-5EA1-0D98-E677-D8621363FEC8}"/>
                  </a:ext>
                </a:extLst>
              </p:cNvPr>
              <p:cNvSpPr txBox="1"/>
              <p:nvPr/>
            </p:nvSpPr>
            <p:spPr>
              <a:xfrm>
                <a:off x="1444229" y="28363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C4ACBE0-5EA1-0D98-E677-D8621363F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229" y="283636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5A5A9CC3-0763-F63D-3AF5-3A13ADF06663}"/>
              </a:ext>
            </a:extLst>
          </p:cNvPr>
          <p:cNvSpPr txBox="1"/>
          <p:nvPr/>
        </p:nvSpPr>
        <p:spPr>
          <a:xfrm>
            <a:off x="1662506" y="2850985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44BDB32E-074A-9C4F-8DAA-1F9A91FA3DDC}"/>
                  </a:ext>
                </a:extLst>
              </p:cNvPr>
              <p:cNvSpPr txBox="1"/>
              <p:nvPr/>
            </p:nvSpPr>
            <p:spPr>
              <a:xfrm>
                <a:off x="2107055" y="28340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44BDB32E-074A-9C4F-8DAA-1F9A91FA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055" y="2834018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56">
            <a:extLst>
              <a:ext uri="{FF2B5EF4-FFF2-40B4-BE49-F238E27FC236}">
                <a16:creationId xmlns:a16="http://schemas.microsoft.com/office/drawing/2014/main" id="{64B615AE-B52B-B9CF-8571-04A53F6840F0}"/>
              </a:ext>
            </a:extLst>
          </p:cNvPr>
          <p:cNvSpPr txBox="1"/>
          <p:nvPr/>
        </p:nvSpPr>
        <p:spPr>
          <a:xfrm>
            <a:off x="2338018" y="2842502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D4AB7FE9-BB46-35FC-D3B2-3E29C8A9F25D}"/>
              </a:ext>
            </a:extLst>
          </p:cNvPr>
          <p:cNvGrpSpPr/>
          <p:nvPr/>
        </p:nvGrpSpPr>
        <p:grpSpPr>
          <a:xfrm>
            <a:off x="2464392" y="2833845"/>
            <a:ext cx="1559620" cy="412880"/>
            <a:chOff x="4983158" y="1744330"/>
            <a:chExt cx="1559620" cy="412880"/>
          </a:xfrm>
        </p:grpSpPr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FC83D47F-796A-A053-9D4E-4D95F3C15E99}"/>
                </a:ext>
              </a:extLst>
            </p:cNvPr>
            <p:cNvSpPr txBox="1"/>
            <p:nvPr/>
          </p:nvSpPr>
          <p:spPr>
            <a:xfrm>
              <a:off x="4983158" y="1747575"/>
              <a:ext cx="4047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49C65E36-BBED-5BF6-FD4B-E4A0EF629A8C}"/>
                    </a:ext>
                  </a:extLst>
                </p:cNvPr>
                <p:cNvSpPr txBox="1"/>
                <p:nvPr/>
              </p:nvSpPr>
              <p:spPr>
                <a:xfrm>
                  <a:off x="5240087" y="174433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49C65E36-BBED-5BF6-FD4B-E4A0EF629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0087" y="1744330"/>
                  <a:ext cx="29568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2224153F-A9F3-C4FB-131E-670320F66DB2}"/>
                </a:ext>
              </a:extLst>
            </p:cNvPr>
            <p:cNvSpPr txBox="1"/>
            <p:nvPr/>
          </p:nvSpPr>
          <p:spPr>
            <a:xfrm>
              <a:off x="5475239" y="1757100"/>
              <a:ext cx="1067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18000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FCB3579B-E55C-8C8F-5734-D7EED24EAC75}"/>
                  </a:ext>
                </a:extLst>
              </p:cNvPr>
              <p:cNvSpPr txBox="1"/>
              <p:nvPr/>
            </p:nvSpPr>
            <p:spPr>
              <a:xfrm>
                <a:off x="3901690" y="28297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FCB3579B-E55C-8C8F-5734-D7EED24EA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690" y="2829732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63">
            <a:extLst>
              <a:ext uri="{FF2B5EF4-FFF2-40B4-BE49-F238E27FC236}">
                <a16:creationId xmlns:a16="http://schemas.microsoft.com/office/drawing/2014/main" id="{D6F6FC88-E055-7182-AA1F-FFA68D5E98B7}"/>
              </a:ext>
            </a:extLst>
          </p:cNvPr>
          <p:cNvSpPr txBox="1"/>
          <p:nvPr/>
        </p:nvSpPr>
        <p:spPr>
          <a:xfrm>
            <a:off x="4136842" y="2842502"/>
            <a:ext cx="1067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50000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0C3151A6-F923-1DAA-FE20-EC5EBF85D7B1}"/>
              </a:ext>
            </a:extLst>
          </p:cNvPr>
          <p:cNvSpPr txBox="1"/>
          <p:nvPr/>
        </p:nvSpPr>
        <p:spPr>
          <a:xfrm>
            <a:off x="5026171" y="2845679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D2964651-5398-D467-B69D-D951B6E60972}"/>
                  </a:ext>
                </a:extLst>
              </p:cNvPr>
              <p:cNvSpPr txBox="1"/>
              <p:nvPr/>
            </p:nvSpPr>
            <p:spPr>
              <a:xfrm>
                <a:off x="5178860" y="28297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D2964651-5398-D467-B69D-D951B6E60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860" y="2829732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字方塊 66">
            <a:extLst>
              <a:ext uri="{FF2B5EF4-FFF2-40B4-BE49-F238E27FC236}">
                <a16:creationId xmlns:a16="http://schemas.microsoft.com/office/drawing/2014/main" id="{D45C20C6-F067-C4C3-05ED-5E9BF898CF4A}"/>
              </a:ext>
            </a:extLst>
          </p:cNvPr>
          <p:cNvSpPr txBox="1"/>
          <p:nvPr/>
        </p:nvSpPr>
        <p:spPr>
          <a:xfrm>
            <a:off x="5397137" y="2844356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6%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D9A78773-6BF7-C999-66C7-F3B6E98CFE36}"/>
                  </a:ext>
                </a:extLst>
              </p:cNvPr>
              <p:cNvSpPr txBox="1"/>
              <p:nvPr/>
            </p:nvSpPr>
            <p:spPr>
              <a:xfrm>
                <a:off x="276006" y="32949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D9A78773-6BF7-C999-66C7-F3B6E98CF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06" y="3294939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群組 68">
            <a:extLst>
              <a:ext uri="{FF2B5EF4-FFF2-40B4-BE49-F238E27FC236}">
                <a16:creationId xmlns:a16="http://schemas.microsoft.com/office/drawing/2014/main" id="{9997E770-DBCB-3D97-99F1-1CEB9FB6D4D7}"/>
              </a:ext>
            </a:extLst>
          </p:cNvPr>
          <p:cNvGrpSpPr/>
          <p:nvPr/>
        </p:nvGrpSpPr>
        <p:grpSpPr>
          <a:xfrm>
            <a:off x="517913" y="3294939"/>
            <a:ext cx="2178745" cy="412880"/>
            <a:chOff x="4983158" y="1744330"/>
            <a:chExt cx="2178745" cy="412880"/>
          </a:xfrm>
        </p:grpSpPr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BFBF195F-7B4D-BCC7-8A76-03733487AF35}"/>
                </a:ext>
              </a:extLst>
            </p:cNvPr>
            <p:cNvSpPr txBox="1"/>
            <p:nvPr/>
          </p:nvSpPr>
          <p:spPr>
            <a:xfrm>
              <a:off x="4983158" y="1747575"/>
              <a:ext cx="1006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0.06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1322358C-C19B-C1F8-BAC7-E7C1B4020C9F}"/>
                    </a:ext>
                  </a:extLst>
                </p:cNvPr>
                <p:cNvSpPr txBox="1"/>
                <p:nvPr/>
              </p:nvSpPr>
              <p:spPr>
                <a:xfrm>
                  <a:off x="5849687" y="174433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1322358C-C19B-C1F8-BAC7-E7C1B4020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687" y="1744330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262C2015-5405-9193-F0EE-EFFAAED05BF4}"/>
                </a:ext>
              </a:extLst>
            </p:cNvPr>
            <p:cNvSpPr txBox="1"/>
            <p:nvPr/>
          </p:nvSpPr>
          <p:spPr>
            <a:xfrm>
              <a:off x="6094364" y="1757100"/>
              <a:ext cx="1067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3080</a:t>
              </a:r>
            </a:p>
          </p:txBody>
        </p:sp>
      </p:grpSp>
      <p:sp>
        <p:nvSpPr>
          <p:cNvPr id="73" name="TextBox 15">
            <a:extLst>
              <a:ext uri="{FF2B5EF4-FFF2-40B4-BE49-F238E27FC236}">
                <a16:creationId xmlns:a16="http://schemas.microsoft.com/office/drawing/2014/main" id="{331B76C0-80E5-E0EF-2210-EABB8ED8416A}"/>
              </a:ext>
            </a:extLst>
          </p:cNvPr>
          <p:cNvSpPr txBox="1"/>
          <p:nvPr/>
        </p:nvSpPr>
        <p:spPr>
          <a:xfrm>
            <a:off x="386105" y="3690936"/>
            <a:ext cx="3538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Joyce’s salaries taxable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603CDD2-D0E0-56A3-34D3-984738095F78}"/>
                  </a:ext>
                </a:extLst>
              </p:cNvPr>
              <p:cNvSpPr txBox="1"/>
              <p:nvPr/>
            </p:nvSpPr>
            <p:spPr>
              <a:xfrm>
                <a:off x="276006" y="40920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603CDD2-D0E0-56A3-34D3-984738095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06" y="4092070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文字方塊 74">
            <a:extLst>
              <a:ext uri="{FF2B5EF4-FFF2-40B4-BE49-F238E27FC236}">
                <a16:creationId xmlns:a16="http://schemas.microsoft.com/office/drawing/2014/main" id="{D904A4BA-F544-EC80-2E7D-591CD04766AB}"/>
              </a:ext>
            </a:extLst>
          </p:cNvPr>
          <p:cNvSpPr txBox="1"/>
          <p:nvPr/>
        </p:nvSpPr>
        <p:spPr>
          <a:xfrm>
            <a:off x="506431" y="4108646"/>
            <a:ext cx="110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F27CEA87-7F0C-9632-04C4-C01DCEAC12FB}"/>
                  </a:ext>
                </a:extLst>
              </p:cNvPr>
              <p:cNvSpPr txBox="1"/>
              <p:nvPr/>
            </p:nvSpPr>
            <p:spPr>
              <a:xfrm>
                <a:off x="1444229" y="40827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F27CEA87-7F0C-9632-04C4-C01DCEAC1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229" y="4082752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76">
            <a:extLst>
              <a:ext uri="{FF2B5EF4-FFF2-40B4-BE49-F238E27FC236}">
                <a16:creationId xmlns:a16="http://schemas.microsoft.com/office/drawing/2014/main" id="{87510157-22E7-4E90-A482-E1867E94B1A6}"/>
              </a:ext>
            </a:extLst>
          </p:cNvPr>
          <p:cNvSpPr txBox="1"/>
          <p:nvPr/>
        </p:nvSpPr>
        <p:spPr>
          <a:xfrm>
            <a:off x="1662506" y="4097376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0B4C6506-CD22-7203-3C05-727362A76521}"/>
                  </a:ext>
                </a:extLst>
              </p:cNvPr>
              <p:cNvSpPr txBox="1"/>
              <p:nvPr/>
            </p:nvSpPr>
            <p:spPr>
              <a:xfrm>
                <a:off x="2107055" y="40804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0B4C6506-CD22-7203-3C05-727362A76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055" y="4080409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字方塊 93">
            <a:extLst>
              <a:ext uri="{FF2B5EF4-FFF2-40B4-BE49-F238E27FC236}">
                <a16:creationId xmlns:a16="http://schemas.microsoft.com/office/drawing/2014/main" id="{CC2DEE0B-B7A5-08E9-5776-4FDCA63865D6}"/>
              </a:ext>
            </a:extLst>
          </p:cNvPr>
          <p:cNvSpPr txBox="1"/>
          <p:nvPr/>
        </p:nvSpPr>
        <p:spPr>
          <a:xfrm>
            <a:off x="2322868" y="4099846"/>
            <a:ext cx="110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3528BDD9-7560-7059-1180-D40BA21E78DE}"/>
                  </a:ext>
                </a:extLst>
              </p:cNvPr>
              <p:cNvSpPr txBox="1"/>
              <p:nvPr/>
            </p:nvSpPr>
            <p:spPr>
              <a:xfrm>
                <a:off x="3260666" y="40739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3528BDD9-7560-7059-1180-D40BA21E7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666" y="4073952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文字方塊 95">
            <a:extLst>
              <a:ext uri="{FF2B5EF4-FFF2-40B4-BE49-F238E27FC236}">
                <a16:creationId xmlns:a16="http://schemas.microsoft.com/office/drawing/2014/main" id="{5CD8C64C-7E5B-998F-E2E7-1B751A28A592}"/>
              </a:ext>
            </a:extLst>
          </p:cNvPr>
          <p:cNvSpPr txBox="1"/>
          <p:nvPr/>
        </p:nvSpPr>
        <p:spPr>
          <a:xfrm>
            <a:off x="3478943" y="4088576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6%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AFBF7644-CCEE-A061-F75F-9AC61CD33B96}"/>
                  </a:ext>
                </a:extLst>
              </p:cNvPr>
              <p:cNvSpPr txBox="1"/>
              <p:nvPr/>
            </p:nvSpPr>
            <p:spPr>
              <a:xfrm>
                <a:off x="3923492" y="40716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AFBF7644-CCEE-A061-F75F-9AC61CD33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492" y="4071609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文字方塊 97">
            <a:extLst>
              <a:ext uri="{FF2B5EF4-FFF2-40B4-BE49-F238E27FC236}">
                <a16:creationId xmlns:a16="http://schemas.microsoft.com/office/drawing/2014/main" id="{21BF5CE3-30CE-BDEF-1765-F1E74C4F1867}"/>
              </a:ext>
            </a:extLst>
          </p:cNvPr>
          <p:cNvSpPr txBox="1"/>
          <p:nvPr/>
        </p:nvSpPr>
        <p:spPr>
          <a:xfrm>
            <a:off x="4137949" y="4091317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AF16D4CB-24D9-B116-D505-8E9D0231B27A}"/>
              </a:ext>
            </a:extLst>
          </p:cNvPr>
          <p:cNvSpPr txBox="1"/>
          <p:nvPr/>
        </p:nvSpPr>
        <p:spPr>
          <a:xfrm>
            <a:off x="4266964" y="4071609"/>
            <a:ext cx="404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5B4B75C4-91AB-7011-F186-51B579C8D1ED}"/>
                  </a:ext>
                </a:extLst>
              </p:cNvPr>
              <p:cNvSpPr txBox="1"/>
              <p:nvPr/>
            </p:nvSpPr>
            <p:spPr>
              <a:xfrm>
                <a:off x="4528410" y="40660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5B4B75C4-91AB-7011-F186-51B579C8D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410" y="4066075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FEB5A939-A53D-A869-AFC9-FAF47BB1A85B}"/>
              </a:ext>
            </a:extLst>
          </p:cNvPr>
          <p:cNvSpPr txBox="1"/>
          <p:nvPr/>
        </p:nvSpPr>
        <p:spPr>
          <a:xfrm>
            <a:off x="4750042" y="4088576"/>
            <a:ext cx="110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C71FE974-E17E-85DB-F067-AEC29874A1D0}"/>
                  </a:ext>
                </a:extLst>
              </p:cNvPr>
              <p:cNvSpPr txBox="1"/>
              <p:nvPr/>
            </p:nvSpPr>
            <p:spPr>
              <a:xfrm>
                <a:off x="5663356" y="40660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C71FE974-E17E-85DB-F067-AEC29874A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356" y="4066075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BED8B15B-CEAE-49C0-8D77-864EB0FA1B16}"/>
              </a:ext>
            </a:extLst>
          </p:cNvPr>
          <p:cNvSpPr txBox="1"/>
          <p:nvPr/>
        </p:nvSpPr>
        <p:spPr>
          <a:xfrm>
            <a:off x="5891992" y="4088576"/>
            <a:ext cx="37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447FC5E3-990D-6D03-3C74-D9CA46D96D31}"/>
              </a:ext>
            </a:extLst>
          </p:cNvPr>
          <p:cNvSpPr txBox="1"/>
          <p:nvPr/>
        </p:nvSpPr>
        <p:spPr>
          <a:xfrm>
            <a:off x="6096894" y="4080409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9DF9A14E-4471-2F1D-2EB9-2C18C641AA56}"/>
                  </a:ext>
                </a:extLst>
              </p:cNvPr>
              <p:cNvSpPr txBox="1"/>
              <p:nvPr/>
            </p:nvSpPr>
            <p:spPr>
              <a:xfrm>
                <a:off x="6256314" y="40593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9DF9A14E-4471-2F1D-2EB9-2C18C641A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14" y="4059328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6450AC6B-B8BD-0BCA-294A-B97A1168BD30}"/>
              </a:ext>
            </a:extLst>
          </p:cNvPr>
          <p:cNvSpPr txBox="1"/>
          <p:nvPr/>
        </p:nvSpPr>
        <p:spPr>
          <a:xfrm>
            <a:off x="6474591" y="4073952"/>
            <a:ext cx="814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30C82D20-BBC9-1277-1109-82E1DECA9673}"/>
                  </a:ext>
                </a:extLst>
              </p:cNvPr>
              <p:cNvSpPr txBox="1"/>
              <p:nvPr/>
            </p:nvSpPr>
            <p:spPr>
              <a:xfrm>
                <a:off x="276200" y="45447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30C82D20-BBC9-1277-1109-82E1DECA9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00" y="4544782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178E6957-42E6-C272-82B9-16D5B27DC3DA}"/>
              </a:ext>
            </a:extLst>
          </p:cNvPr>
          <p:cNvGrpSpPr/>
          <p:nvPr/>
        </p:nvGrpSpPr>
        <p:grpSpPr>
          <a:xfrm>
            <a:off x="524078" y="4561117"/>
            <a:ext cx="2026345" cy="412880"/>
            <a:chOff x="4983158" y="1744330"/>
            <a:chExt cx="2026345" cy="412880"/>
          </a:xfrm>
        </p:grpSpPr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CC636ABF-232D-5AC5-C90E-3D903962E86F}"/>
                </a:ext>
              </a:extLst>
            </p:cNvPr>
            <p:cNvSpPr txBox="1"/>
            <p:nvPr/>
          </p:nvSpPr>
          <p:spPr>
            <a:xfrm>
              <a:off x="4983158" y="1747575"/>
              <a:ext cx="8603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0.1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A4751C59-1412-28CA-A8FD-5293B90CA0E8}"/>
                    </a:ext>
                  </a:extLst>
                </p:cNvPr>
                <p:cNvSpPr txBox="1"/>
                <p:nvPr/>
              </p:nvSpPr>
              <p:spPr>
                <a:xfrm>
                  <a:off x="5697287" y="174433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A4751C59-1412-28CA-A8FD-5293B90CA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7287" y="1744330"/>
                  <a:ext cx="295688" cy="4001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D9E386A2-16DB-A996-9396-D46E8A2E6963}"/>
                </a:ext>
              </a:extLst>
            </p:cNvPr>
            <p:cNvSpPr txBox="1"/>
            <p:nvPr/>
          </p:nvSpPr>
          <p:spPr>
            <a:xfrm>
              <a:off x="5941964" y="1757100"/>
              <a:ext cx="1067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6000</a:t>
              </a:r>
            </a:p>
          </p:txBody>
        </p:sp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C8975E40-4FC8-211F-16EF-717AD9514702}"/>
              </a:ext>
            </a:extLst>
          </p:cNvPr>
          <p:cNvGrpSpPr/>
          <p:nvPr/>
        </p:nvGrpSpPr>
        <p:grpSpPr>
          <a:xfrm>
            <a:off x="524078" y="4988017"/>
            <a:ext cx="2026345" cy="412880"/>
            <a:chOff x="4983158" y="1744330"/>
            <a:chExt cx="2026345" cy="412880"/>
          </a:xfrm>
        </p:grpSpPr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3DA9CAC5-BB84-0C55-6F54-7B7D8370B557}"/>
                </a:ext>
              </a:extLst>
            </p:cNvPr>
            <p:cNvSpPr txBox="1"/>
            <p:nvPr/>
          </p:nvSpPr>
          <p:spPr>
            <a:xfrm>
              <a:off x="4983158" y="1747575"/>
              <a:ext cx="8603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0.1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FF75F5E6-5332-4AE9-D894-F168DE66C47D}"/>
                    </a:ext>
                  </a:extLst>
                </p:cNvPr>
                <p:cNvSpPr txBox="1"/>
                <p:nvPr/>
              </p:nvSpPr>
              <p:spPr>
                <a:xfrm>
                  <a:off x="5697287" y="174433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FF75F5E6-5332-4AE9-D894-F168DE66C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7287" y="1744330"/>
                  <a:ext cx="295688" cy="4001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447ACA70-790B-6208-7EC8-C3CDC25DACC2}"/>
                </a:ext>
              </a:extLst>
            </p:cNvPr>
            <p:cNvSpPr txBox="1"/>
            <p:nvPr/>
          </p:nvSpPr>
          <p:spPr>
            <a:xfrm>
              <a:off x="5941964" y="1757100"/>
              <a:ext cx="1067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6000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C1232C4C-3C05-3B90-2867-9FB8E7A4C7B5}"/>
                  </a:ext>
                </a:extLst>
              </p:cNvPr>
              <p:cNvSpPr txBox="1"/>
              <p:nvPr/>
            </p:nvSpPr>
            <p:spPr>
              <a:xfrm>
                <a:off x="2245679" y="49739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C1232C4C-3C05-3B90-2867-9FB8E7A4C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679" y="4973997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CB751BE1-A871-F5D1-ABDA-4B0BF3CC1D28}"/>
              </a:ext>
            </a:extLst>
          </p:cNvPr>
          <p:cNvSpPr txBox="1"/>
          <p:nvPr/>
        </p:nvSpPr>
        <p:spPr>
          <a:xfrm>
            <a:off x="2475235" y="5000787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4BACA433-D0C9-A8BC-1C22-8F100003173F}"/>
              </a:ext>
            </a:extLst>
          </p:cNvPr>
          <p:cNvGrpSpPr/>
          <p:nvPr/>
        </p:nvGrpSpPr>
        <p:grpSpPr>
          <a:xfrm>
            <a:off x="2571297" y="5000787"/>
            <a:ext cx="2178745" cy="412880"/>
            <a:chOff x="4983158" y="1744330"/>
            <a:chExt cx="2178745" cy="412880"/>
          </a:xfrm>
        </p:grpSpPr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243DBE18-E2F2-BD25-27E4-082125B5BAEC}"/>
                </a:ext>
              </a:extLst>
            </p:cNvPr>
            <p:cNvSpPr txBox="1"/>
            <p:nvPr/>
          </p:nvSpPr>
          <p:spPr>
            <a:xfrm>
              <a:off x="4983158" y="1747575"/>
              <a:ext cx="1006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0.06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8A8E19C9-EE1A-4F0B-4686-08B4FD6376B8}"/>
                    </a:ext>
                  </a:extLst>
                </p:cNvPr>
                <p:cNvSpPr txBox="1"/>
                <p:nvPr/>
              </p:nvSpPr>
              <p:spPr>
                <a:xfrm>
                  <a:off x="5849687" y="174433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8A8E19C9-EE1A-4F0B-4686-08B4FD637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687" y="1744330"/>
                  <a:ext cx="295688" cy="4001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1" name="文字方塊 120">
              <a:extLst>
                <a:ext uri="{FF2B5EF4-FFF2-40B4-BE49-F238E27FC236}">
                  <a16:creationId xmlns:a16="http://schemas.microsoft.com/office/drawing/2014/main" id="{88B07D2A-2FE8-2AD1-F9EE-F53812ADC88A}"/>
                </a:ext>
              </a:extLst>
            </p:cNvPr>
            <p:cNvSpPr txBox="1"/>
            <p:nvPr/>
          </p:nvSpPr>
          <p:spPr>
            <a:xfrm>
              <a:off x="6094364" y="1757100"/>
              <a:ext cx="1067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3080</a:t>
              </a:r>
            </a:p>
          </p:txBody>
        </p:sp>
      </p:grp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511CD6C5-BC82-8B59-0E21-BE91631BC4B9}"/>
              </a:ext>
            </a:extLst>
          </p:cNvPr>
          <p:cNvSpPr txBox="1"/>
          <p:nvPr/>
        </p:nvSpPr>
        <p:spPr>
          <a:xfrm>
            <a:off x="4554196" y="5004032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CC411476-DA4C-E8A1-9BE7-D87ADBC1AB32}"/>
                  </a:ext>
                </a:extLst>
              </p:cNvPr>
              <p:cNvSpPr txBox="1"/>
              <p:nvPr/>
            </p:nvSpPr>
            <p:spPr>
              <a:xfrm>
                <a:off x="4717750" y="49914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CC411476-DA4C-E8A1-9BE7-D87ADBC1A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750" y="4991424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1331DFA1-AF51-EF53-8020-66C1E9985661}"/>
              </a:ext>
            </a:extLst>
          </p:cNvPr>
          <p:cNvSpPr txBox="1"/>
          <p:nvPr/>
        </p:nvSpPr>
        <p:spPr>
          <a:xfrm>
            <a:off x="4976467" y="5000787"/>
            <a:ext cx="921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1760</a:t>
            </a: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A6FBE5CF-BDFC-7647-47F2-631E7E784441}"/>
              </a:ext>
            </a:extLst>
          </p:cNvPr>
          <p:cNvSpPr txBox="1"/>
          <p:nvPr/>
        </p:nvSpPr>
        <p:spPr>
          <a:xfrm>
            <a:off x="3815805" y="5444573"/>
            <a:ext cx="991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0.04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D456DC0F-9ED0-369D-FB19-094630E0C741}"/>
                  </a:ext>
                </a:extLst>
              </p:cNvPr>
              <p:cNvSpPr txBox="1"/>
              <p:nvPr/>
            </p:nvSpPr>
            <p:spPr>
              <a:xfrm>
                <a:off x="4717750" y="54460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D456DC0F-9ED0-369D-FB19-094630E0C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750" y="5446046"/>
                <a:ext cx="295688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9AE585C8-7337-EB7C-CDD8-284096AB90B3}"/>
              </a:ext>
            </a:extLst>
          </p:cNvPr>
          <p:cNvSpPr txBox="1"/>
          <p:nvPr/>
        </p:nvSpPr>
        <p:spPr>
          <a:xfrm>
            <a:off x="5013438" y="5444573"/>
            <a:ext cx="921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4680</a:t>
            </a:r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B9B4A4A8-561B-BB05-3D56-D9975D95E0FD}"/>
              </a:ext>
            </a:extLst>
          </p:cNvPr>
          <p:cNvSpPr txBox="1"/>
          <p:nvPr/>
        </p:nvSpPr>
        <p:spPr>
          <a:xfrm>
            <a:off x="4402446" y="5844820"/>
            <a:ext cx="404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4316A5D0-AF59-6CD1-ADED-143F5E6E05F3}"/>
                  </a:ext>
                </a:extLst>
              </p:cNvPr>
              <p:cNvSpPr txBox="1"/>
              <p:nvPr/>
            </p:nvSpPr>
            <p:spPr>
              <a:xfrm>
                <a:off x="4717750" y="58448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4316A5D0-AF59-6CD1-ADED-143F5E6E0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750" y="5844820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D14FC00D-E7B9-D616-68E4-41C914C122FD}"/>
              </a:ext>
            </a:extLst>
          </p:cNvPr>
          <p:cNvSpPr txBox="1"/>
          <p:nvPr/>
        </p:nvSpPr>
        <p:spPr>
          <a:xfrm>
            <a:off x="5009571" y="5844820"/>
            <a:ext cx="1224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117000</a:t>
            </a:r>
          </a:p>
        </p:txBody>
      </p: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E17D7A12-D722-38F3-4B78-8193E0E71B3C}"/>
              </a:ext>
            </a:extLst>
          </p:cNvPr>
          <p:cNvGrpSpPr/>
          <p:nvPr/>
        </p:nvGrpSpPr>
        <p:grpSpPr>
          <a:xfrm>
            <a:off x="360076" y="6249721"/>
            <a:ext cx="6114514" cy="461665"/>
            <a:chOff x="360076" y="6249721"/>
            <a:chExt cx="6114514" cy="461665"/>
          </a:xfrm>
        </p:grpSpPr>
        <p:grpSp>
          <p:nvGrpSpPr>
            <p:cNvPr id="133" name="群組 132">
              <a:extLst>
                <a:ext uri="{FF2B5EF4-FFF2-40B4-BE49-F238E27FC236}">
                  <a16:creationId xmlns:a16="http://schemas.microsoft.com/office/drawing/2014/main" id="{656FAED1-E1E7-1286-32EB-079686EE6BFC}"/>
                </a:ext>
              </a:extLst>
            </p:cNvPr>
            <p:cNvGrpSpPr/>
            <p:nvPr/>
          </p:nvGrpSpPr>
          <p:grpSpPr>
            <a:xfrm>
              <a:off x="360076" y="6249721"/>
              <a:ext cx="4484455" cy="461665"/>
              <a:chOff x="980248" y="4227526"/>
              <a:chExt cx="4484455" cy="4616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文字方塊 133">
                    <a:extLst>
                      <a:ext uri="{FF2B5EF4-FFF2-40B4-BE49-F238E27FC236}">
                        <a16:creationId xmlns:a16="http://schemas.microsoft.com/office/drawing/2014/main" id="{2925E60B-ADDD-F729-20A6-D40FEC409AD9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48" y="4227526"/>
                    <a:ext cx="2384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HK" sz="24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∴</m:t>
                          </m:r>
                        </m:oMath>
                      </m:oMathPara>
                    </a14:m>
                    <a:endParaRPr lang="en-HK" sz="24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" name="文字方塊 3">
                    <a:extLst>
                      <a:ext uri="{FF2B5EF4-FFF2-40B4-BE49-F238E27FC236}">
                        <a16:creationId xmlns:a16="http://schemas.microsoft.com/office/drawing/2014/main" id="{8E45E1BD-EB5A-FA44-A36B-75EA96C592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48" y="4227526"/>
                    <a:ext cx="238419" cy="461665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 r="-7692"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D706C12A-6255-14DF-23B6-A207B78D682C}"/>
                  </a:ext>
                </a:extLst>
              </p:cNvPr>
              <p:cNvSpPr txBox="1"/>
              <p:nvPr/>
            </p:nvSpPr>
            <p:spPr>
              <a:xfrm>
                <a:off x="1229934" y="4262773"/>
                <a:ext cx="42347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Joyce’s net chargeable income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4D06A8B8-CCF2-46E0-68DA-C6C6264EF072}"/>
                    </a:ext>
                  </a:extLst>
                </p:cNvPr>
                <p:cNvSpPr txBox="1"/>
                <p:nvPr/>
              </p:nvSpPr>
              <p:spPr>
                <a:xfrm>
                  <a:off x="4749035" y="628172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4D06A8B8-CCF2-46E0-68DA-C6C6264EF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9035" y="6281723"/>
                  <a:ext cx="295688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BEBD3E80-DA27-F669-9D12-BBCF2612308D}"/>
                </a:ext>
              </a:extLst>
            </p:cNvPr>
            <p:cNvSpPr txBox="1"/>
            <p:nvPr/>
          </p:nvSpPr>
          <p:spPr>
            <a:xfrm>
              <a:off x="5040855" y="6281723"/>
              <a:ext cx="14337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$117000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298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20" grpId="0"/>
      <p:bldP spid="27" grpId="0"/>
      <p:bldP spid="34" grpId="0"/>
      <p:bldP spid="35" grpId="0"/>
      <p:bldP spid="36" grpId="0" animBg="1"/>
      <p:bldP spid="37" grpId="0" animBg="1"/>
      <p:bldP spid="38" grpId="0"/>
      <p:bldP spid="39" grpId="0"/>
      <p:bldP spid="48" grpId="0"/>
      <p:bldP spid="49" grpId="0"/>
      <p:bldP spid="50" grpId="0"/>
      <p:bldP spid="51" grpId="0"/>
      <p:bldP spid="57" grpId="0"/>
      <p:bldP spid="63" grpId="0"/>
      <p:bldP spid="64" grpId="0"/>
      <p:bldP spid="65" grpId="0"/>
      <p:bldP spid="66" grpId="0"/>
      <p:bldP spid="67" grpId="0"/>
      <p:bldP spid="68" grpId="0"/>
      <p:bldP spid="73" grpId="0"/>
      <p:bldP spid="74" grpId="0"/>
      <p:bldP spid="75" grpId="0"/>
      <p:bldP spid="76" grpId="0"/>
      <p:bldP spid="77" grpId="0"/>
      <p:bldP spid="78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16" grpId="0"/>
      <p:bldP spid="117" grpId="0"/>
      <p:bldP spid="122" grpId="0"/>
      <p:bldP spid="123" grpId="0"/>
      <p:bldP spid="125" grpId="0"/>
      <p:bldP spid="127" grpId="0"/>
      <p:bldP spid="128" grpId="0"/>
      <p:bldP spid="129" grpId="0"/>
      <p:bldP spid="130" grpId="0"/>
      <p:bldP spid="131" grpId="0"/>
      <p:bldP spid="132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3F9DB7-B5AE-4DCD-ABC0-934B7B14E9E7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2061bf2a-2658-4945-88a2-1d11baecd3ce"/>
    <ds:schemaRef ds:uri="cde69c36-9af5-4dec-841e-32bbbdf28cf7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401F376-9CF8-405B-8E9F-7A067EFF63FA}"/>
</file>

<file path=customXml/itemProps3.xml><?xml version="1.0" encoding="utf-8"?>
<ds:datastoreItem xmlns:ds="http://schemas.openxmlformats.org/officeDocument/2006/customXml" ds:itemID="{FC20E94F-D2A6-42EF-95C8-AE060E6324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2081</Words>
  <Application>Microsoft Office PowerPoint</Application>
  <PresentationFormat>寬螢幕</PresentationFormat>
  <Paragraphs>1151</Paragraphs>
  <Slides>27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6" baseType="lpstr">
      <vt:lpstr>標楷體</vt:lpstr>
      <vt:lpstr>Arial</vt:lpstr>
      <vt:lpstr>Calibri</vt:lpstr>
      <vt:lpstr>Calibri Light</vt:lpstr>
      <vt:lpstr>Cambria Math</vt:lpstr>
      <vt:lpstr>Lucida Calligraphy</vt:lpstr>
      <vt:lpstr>Lucida Handwriting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Tai Sura</dc:creator>
  <cp:lastModifiedBy>Sura Tai</cp:lastModifiedBy>
  <cp:revision>2</cp:revision>
  <dcterms:created xsi:type="dcterms:W3CDTF">2022-07-28T06:10:20Z</dcterms:created>
  <dcterms:modified xsi:type="dcterms:W3CDTF">2025-07-05T12:00:14Z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