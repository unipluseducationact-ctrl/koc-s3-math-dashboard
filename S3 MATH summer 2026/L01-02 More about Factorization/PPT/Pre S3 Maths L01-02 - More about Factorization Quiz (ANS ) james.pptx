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26" autoAdjust="0"/>
    <p:restoredTop sz="94660"/>
  </p:normalViewPr>
  <p:slideViewPr>
    <p:cSldViewPr snapToGrid="0">
      <p:cViewPr varScale="1">
        <p:scale>
          <a:sx n="79" d="100"/>
          <a:sy n="79" d="100"/>
        </p:scale>
        <p:origin x="9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SPT02" userId="21f640c2-b5d5-40ed-b03e-b88c15baf445" providerId="ADAL" clId="{F6B144EC-5C56-4AE8-A0E8-77BD7E5BF143}"/>
    <pc:docChg chg="undo custSel modSld">
      <pc:chgData name="CSPT02" userId="21f640c2-b5d5-40ed-b03e-b88c15baf445" providerId="ADAL" clId="{F6B144EC-5C56-4AE8-A0E8-77BD7E5BF143}" dt="2025-08-22T09:24:10.612" v="5" actId="1076"/>
      <pc:docMkLst>
        <pc:docMk/>
      </pc:docMkLst>
      <pc:sldChg chg="modSp mod">
        <pc:chgData name="CSPT02" userId="21f640c2-b5d5-40ed-b03e-b88c15baf445" providerId="ADAL" clId="{F6B144EC-5C56-4AE8-A0E8-77BD7E5BF143}" dt="2025-08-22T09:24:10.612" v="5" actId="1076"/>
        <pc:sldMkLst>
          <pc:docMk/>
          <pc:sldMk cId="3122320298" sldId="262"/>
        </pc:sldMkLst>
        <pc:grpChg chg="mod">
          <ac:chgData name="CSPT02" userId="21f640c2-b5d5-40ed-b03e-b88c15baf445" providerId="ADAL" clId="{F6B144EC-5C56-4AE8-A0E8-77BD7E5BF143}" dt="2025-08-22T09:24:10.612" v="5" actId="1076"/>
          <ac:grpSpMkLst>
            <pc:docMk/>
            <pc:sldMk cId="3122320298" sldId="262"/>
            <ac:grpSpMk id="75" creationId="{222E3B54-8DB8-1206-8A64-F3070B7ACA90}"/>
          </ac:grpSpMkLst>
        </pc:grpChg>
      </pc:sldChg>
      <pc:sldChg chg="modSp mod">
        <pc:chgData name="CSPT02" userId="21f640c2-b5d5-40ed-b03e-b88c15baf445" providerId="ADAL" clId="{F6B144EC-5C56-4AE8-A0E8-77BD7E5BF143}" dt="2025-08-22T09:23:57.960" v="3" actId="1076"/>
        <pc:sldMkLst>
          <pc:docMk/>
          <pc:sldMk cId="3235599402" sldId="265"/>
        </pc:sldMkLst>
        <pc:grpChg chg="mod">
          <ac:chgData name="CSPT02" userId="21f640c2-b5d5-40ed-b03e-b88c15baf445" providerId="ADAL" clId="{F6B144EC-5C56-4AE8-A0E8-77BD7E5BF143}" dt="2025-08-22T09:23:57.960" v="3" actId="1076"/>
          <ac:grpSpMkLst>
            <pc:docMk/>
            <pc:sldMk cId="3235599402" sldId="265"/>
            <ac:grpSpMk id="92" creationId="{9EF6ABBF-D216-AAEC-D64F-3379ACF35B65}"/>
          </ac:grpSpMkLst>
        </pc:grpChg>
        <pc:grpChg chg="mod">
          <ac:chgData name="CSPT02" userId="21f640c2-b5d5-40ed-b03e-b88c15baf445" providerId="ADAL" clId="{F6B144EC-5C56-4AE8-A0E8-77BD7E5BF143}" dt="2025-08-22T09:23:51.571" v="1" actId="1076"/>
          <ac:grpSpMkLst>
            <pc:docMk/>
            <pc:sldMk cId="3235599402" sldId="265"/>
            <ac:grpSpMk id="114" creationId="{2DE55171-93DE-B707-110C-7BEB00FA833B}"/>
          </ac:grpSpMkLst>
        </pc:grpChg>
      </pc:sldChg>
    </pc:docChg>
  </pc:docChgLst>
  <pc:docChgLst>
    <pc:chgData name="mathspt" userId="0238e0ea-a655-48f2-bae3-2ff3e0b97742" providerId="ADAL" clId="{399188D2-3F8A-499F-80C9-B0B95DA196DA}"/>
    <pc:docChg chg="undo custSel modSld">
      <pc:chgData name="mathspt" userId="0238e0ea-a655-48f2-bae3-2ff3e0b97742" providerId="ADAL" clId="{399188D2-3F8A-499F-80C9-B0B95DA196DA}" dt="2025-08-07T09:51:01.640" v="2102" actId="478"/>
      <pc:docMkLst>
        <pc:docMk/>
      </pc:docMkLst>
      <pc:sldChg chg="addSp delSp modSp mod delAnim modAnim">
        <pc:chgData name="mathspt" userId="0238e0ea-a655-48f2-bae3-2ff3e0b97742" providerId="ADAL" clId="{399188D2-3F8A-499F-80C9-B0B95DA196DA}" dt="2025-08-07T09:43:04.451" v="1645" actId="478"/>
        <pc:sldMkLst>
          <pc:docMk/>
          <pc:sldMk cId="718379738" sldId="256"/>
        </pc:sldMkLst>
        <pc:spChg chg="mod">
          <ac:chgData name="mathspt" userId="0238e0ea-a655-48f2-bae3-2ff3e0b97742" providerId="ADAL" clId="{399188D2-3F8A-499F-80C9-B0B95DA196DA}" dt="2025-08-07T07:17:08.453" v="0" actId="2711"/>
          <ac:spMkLst>
            <pc:docMk/>
            <pc:sldMk cId="718379738" sldId="256"/>
            <ac:spMk id="31" creationId="{5715E7F6-AD6A-B5FF-3899-427AD45728BD}"/>
          </ac:spMkLst>
        </pc:spChg>
        <pc:spChg chg="mod">
          <ac:chgData name="mathspt" userId="0238e0ea-a655-48f2-bae3-2ff3e0b97742" providerId="ADAL" clId="{399188D2-3F8A-499F-80C9-B0B95DA196DA}" dt="2025-08-07T07:17:18.467" v="1" actId="2711"/>
          <ac:spMkLst>
            <pc:docMk/>
            <pc:sldMk cId="718379738" sldId="256"/>
            <ac:spMk id="33" creationId="{95319ADB-D4E9-4462-A6F5-16B42813A315}"/>
          </ac:spMkLst>
        </pc:spChg>
        <pc:spChg chg="mod">
          <ac:chgData name="mathspt" userId="0238e0ea-a655-48f2-bae3-2ff3e0b97742" providerId="ADAL" clId="{399188D2-3F8A-499F-80C9-B0B95DA196DA}" dt="2025-08-07T07:18:53.776" v="12" actId="14100"/>
          <ac:spMkLst>
            <pc:docMk/>
            <pc:sldMk cId="718379738" sldId="256"/>
            <ac:spMk id="38" creationId="{C901EE68-3839-FB0C-C780-E5451ED438BD}"/>
          </ac:spMkLst>
        </pc:spChg>
        <pc:spChg chg="mod">
          <ac:chgData name="mathspt" userId="0238e0ea-a655-48f2-bae3-2ff3e0b97742" providerId="ADAL" clId="{399188D2-3F8A-499F-80C9-B0B95DA196DA}" dt="2025-08-07T07:18:26.133" v="7" actId="2711"/>
          <ac:spMkLst>
            <pc:docMk/>
            <pc:sldMk cId="718379738" sldId="256"/>
            <ac:spMk id="39" creationId="{43166FDD-9CDA-14BF-06A8-B682261F181C}"/>
          </ac:spMkLst>
        </pc:spChg>
        <pc:spChg chg="mod">
          <ac:chgData name="mathspt" userId="0238e0ea-a655-48f2-bae3-2ff3e0b97742" providerId="ADAL" clId="{399188D2-3F8A-499F-80C9-B0B95DA196DA}" dt="2025-08-07T07:19:51.278" v="20" actId="2711"/>
          <ac:spMkLst>
            <pc:docMk/>
            <pc:sldMk cId="718379738" sldId="256"/>
            <ac:spMk id="40" creationId="{C2FC6B31-0F60-005A-8ECA-57E589DD3EAA}"/>
          </ac:spMkLst>
        </pc:spChg>
        <pc:spChg chg="mod">
          <ac:chgData name="mathspt" userId="0238e0ea-a655-48f2-bae3-2ff3e0b97742" providerId="ADAL" clId="{399188D2-3F8A-499F-80C9-B0B95DA196DA}" dt="2025-08-07T07:22:10.275" v="41" actId="14100"/>
          <ac:spMkLst>
            <pc:docMk/>
            <pc:sldMk cId="718379738" sldId="256"/>
            <ac:spMk id="42" creationId="{326F3D0F-2F13-D875-11B2-F5209EE4BB49}"/>
          </ac:spMkLst>
        </pc:spChg>
        <pc:spChg chg="mod">
          <ac:chgData name="mathspt" userId="0238e0ea-a655-48f2-bae3-2ff3e0b97742" providerId="ADAL" clId="{399188D2-3F8A-499F-80C9-B0B95DA196DA}" dt="2025-08-07T07:21:55.052" v="38" actId="2711"/>
          <ac:spMkLst>
            <pc:docMk/>
            <pc:sldMk cId="718379738" sldId="256"/>
            <ac:spMk id="43" creationId="{77DA97F1-C262-0292-E356-8BA29D58F3BB}"/>
          </ac:spMkLst>
        </pc:spChg>
        <pc:spChg chg="mod">
          <ac:chgData name="mathspt" userId="0238e0ea-a655-48f2-bae3-2ff3e0b97742" providerId="ADAL" clId="{399188D2-3F8A-499F-80C9-B0B95DA196DA}" dt="2025-08-07T07:20:54.487" v="31"/>
          <ac:spMkLst>
            <pc:docMk/>
            <pc:sldMk cId="718379738" sldId="256"/>
            <ac:spMk id="47" creationId="{5C623430-13B8-3B1F-032F-8840FF3176C7}"/>
          </ac:spMkLst>
        </pc:spChg>
        <pc:spChg chg="mod">
          <ac:chgData name="mathspt" userId="0238e0ea-a655-48f2-bae3-2ff3e0b97742" providerId="ADAL" clId="{399188D2-3F8A-499F-80C9-B0B95DA196DA}" dt="2025-08-07T07:17:26.920" v="2" actId="2711"/>
          <ac:spMkLst>
            <pc:docMk/>
            <pc:sldMk cId="718379738" sldId="256"/>
            <ac:spMk id="51" creationId="{FE040626-DC10-9D29-8173-9EA2CBC45CCD}"/>
          </ac:spMkLst>
        </pc:spChg>
        <pc:spChg chg="mod">
          <ac:chgData name="mathspt" userId="0238e0ea-a655-48f2-bae3-2ff3e0b97742" providerId="ADAL" clId="{399188D2-3F8A-499F-80C9-B0B95DA196DA}" dt="2025-08-07T07:20:54.487" v="31"/>
          <ac:spMkLst>
            <pc:docMk/>
            <pc:sldMk cId="718379738" sldId="256"/>
            <ac:spMk id="55" creationId="{4ED58D21-B7A1-05F0-4557-42EB50AC6523}"/>
          </ac:spMkLst>
        </pc:spChg>
        <pc:spChg chg="mod">
          <ac:chgData name="mathspt" userId="0238e0ea-a655-48f2-bae3-2ff3e0b97742" providerId="ADAL" clId="{399188D2-3F8A-499F-80C9-B0B95DA196DA}" dt="2025-08-07T07:18:09.862" v="5" actId="2711"/>
          <ac:spMkLst>
            <pc:docMk/>
            <pc:sldMk cId="718379738" sldId="256"/>
            <ac:spMk id="56" creationId="{2420F873-D46D-461C-AC3B-DA99128897B9}"/>
          </ac:spMkLst>
        </pc:spChg>
        <pc:spChg chg="mod">
          <ac:chgData name="mathspt" userId="0238e0ea-a655-48f2-bae3-2ff3e0b97742" providerId="ADAL" clId="{399188D2-3F8A-499F-80C9-B0B95DA196DA}" dt="2025-08-07T07:20:54.487" v="31"/>
          <ac:spMkLst>
            <pc:docMk/>
            <pc:sldMk cId="718379738" sldId="256"/>
            <ac:spMk id="58" creationId="{720A3AC3-CECF-9D03-5870-133059E068BA}"/>
          </ac:spMkLst>
        </pc:spChg>
        <pc:spChg chg="mod">
          <ac:chgData name="mathspt" userId="0238e0ea-a655-48f2-bae3-2ff3e0b97742" providerId="ADAL" clId="{399188D2-3F8A-499F-80C9-B0B95DA196DA}" dt="2025-08-07T07:20:54.487" v="31"/>
          <ac:spMkLst>
            <pc:docMk/>
            <pc:sldMk cId="718379738" sldId="256"/>
            <ac:spMk id="59" creationId="{9804019E-E6AF-F949-569B-983B9A9E4C7E}"/>
          </ac:spMkLst>
        </pc:spChg>
        <pc:spChg chg="mod">
          <ac:chgData name="mathspt" userId="0238e0ea-a655-48f2-bae3-2ff3e0b97742" providerId="ADAL" clId="{399188D2-3F8A-499F-80C9-B0B95DA196DA}" dt="2025-08-07T07:22:01.308" v="39" actId="2711"/>
          <ac:spMkLst>
            <pc:docMk/>
            <pc:sldMk cId="718379738" sldId="256"/>
            <ac:spMk id="60" creationId="{614CC274-F06E-639E-906F-F37F602834D7}"/>
          </ac:spMkLst>
        </pc:spChg>
        <pc:spChg chg="mod">
          <ac:chgData name="mathspt" userId="0238e0ea-a655-48f2-bae3-2ff3e0b97742" providerId="ADAL" clId="{399188D2-3F8A-499F-80C9-B0B95DA196DA}" dt="2025-08-07T07:22:28.093" v="44" actId="2711"/>
          <ac:spMkLst>
            <pc:docMk/>
            <pc:sldMk cId="718379738" sldId="256"/>
            <ac:spMk id="61" creationId="{B5387C9C-2E35-D05F-B5C4-38545181BE29}"/>
          </ac:spMkLst>
        </pc:spChg>
        <pc:spChg chg="mod">
          <ac:chgData name="mathspt" userId="0238e0ea-a655-48f2-bae3-2ff3e0b97742" providerId="ADAL" clId="{399188D2-3F8A-499F-80C9-B0B95DA196DA}" dt="2025-08-07T07:21:25.370" v="36"/>
          <ac:spMkLst>
            <pc:docMk/>
            <pc:sldMk cId="718379738" sldId="256"/>
            <ac:spMk id="63" creationId="{FE843206-3368-4567-AC52-57B360CC5A8D}"/>
          </ac:spMkLst>
        </pc:spChg>
        <pc:spChg chg="mod">
          <ac:chgData name="mathspt" userId="0238e0ea-a655-48f2-bae3-2ff3e0b97742" providerId="ADAL" clId="{399188D2-3F8A-499F-80C9-B0B95DA196DA}" dt="2025-08-07T07:19:28.275" v="18" actId="2711"/>
          <ac:spMkLst>
            <pc:docMk/>
            <pc:sldMk cId="718379738" sldId="256"/>
            <ac:spMk id="67" creationId="{27DBB15B-7123-194B-5470-CB20B0CDC0FF}"/>
          </ac:spMkLst>
        </pc:spChg>
        <pc:spChg chg="mod">
          <ac:chgData name="mathspt" userId="0238e0ea-a655-48f2-bae3-2ff3e0b97742" providerId="ADAL" clId="{399188D2-3F8A-499F-80C9-B0B95DA196DA}" dt="2025-08-07T07:19:23.359" v="17" actId="2711"/>
          <ac:spMkLst>
            <pc:docMk/>
            <pc:sldMk cId="718379738" sldId="256"/>
            <ac:spMk id="69" creationId="{9FEF5738-916E-2920-CD87-5FF66F14256A}"/>
          </ac:spMkLst>
        </pc:spChg>
        <pc:spChg chg="mod">
          <ac:chgData name="mathspt" userId="0238e0ea-a655-48f2-bae3-2ff3e0b97742" providerId="ADAL" clId="{399188D2-3F8A-499F-80C9-B0B95DA196DA}" dt="2025-08-07T07:21:25.370" v="36"/>
          <ac:spMkLst>
            <pc:docMk/>
            <pc:sldMk cId="718379738" sldId="256"/>
            <ac:spMk id="71" creationId="{5FA7F474-1AF2-4F35-B458-7264A31C5471}"/>
          </ac:spMkLst>
        </pc:spChg>
        <pc:spChg chg="mod">
          <ac:chgData name="mathspt" userId="0238e0ea-a655-48f2-bae3-2ff3e0b97742" providerId="ADAL" clId="{399188D2-3F8A-499F-80C9-B0B95DA196DA}" dt="2025-08-07T07:19:09.554" v="15" actId="2711"/>
          <ac:spMkLst>
            <pc:docMk/>
            <pc:sldMk cId="718379738" sldId="256"/>
            <ac:spMk id="72" creationId="{9AB3BE21-88BE-0D95-78EA-F46C5C7E0872}"/>
          </ac:spMkLst>
        </pc:spChg>
        <pc:spChg chg="mod">
          <ac:chgData name="mathspt" userId="0238e0ea-a655-48f2-bae3-2ff3e0b97742" providerId="ADAL" clId="{399188D2-3F8A-499F-80C9-B0B95DA196DA}" dt="2025-08-07T07:19:14.620" v="16" actId="2711"/>
          <ac:spMkLst>
            <pc:docMk/>
            <pc:sldMk cId="718379738" sldId="256"/>
            <ac:spMk id="73" creationId="{72DC2C4B-C1CB-2DC7-23A8-7E4EA0452A69}"/>
          </ac:spMkLst>
        </pc:spChg>
        <pc:spChg chg="mod">
          <ac:chgData name="mathspt" userId="0238e0ea-a655-48f2-bae3-2ff3e0b97742" providerId="ADAL" clId="{399188D2-3F8A-499F-80C9-B0B95DA196DA}" dt="2025-08-07T07:21:25.370" v="36"/>
          <ac:spMkLst>
            <pc:docMk/>
            <pc:sldMk cId="718379738" sldId="256"/>
            <ac:spMk id="74" creationId="{E5AD595E-751B-E0F3-51F5-2032418D2AF9}"/>
          </ac:spMkLst>
        </pc:spChg>
        <pc:spChg chg="mod">
          <ac:chgData name="mathspt" userId="0238e0ea-a655-48f2-bae3-2ff3e0b97742" providerId="ADAL" clId="{399188D2-3F8A-499F-80C9-B0B95DA196DA}" dt="2025-08-07T07:21:25.370" v="36"/>
          <ac:spMkLst>
            <pc:docMk/>
            <pc:sldMk cId="718379738" sldId="256"/>
            <ac:spMk id="75" creationId="{EB751FD9-29CA-50AF-A76A-CC2F234FF9E2}"/>
          </ac:spMkLst>
        </pc:spChg>
        <pc:spChg chg="mod">
          <ac:chgData name="mathspt" userId="0238e0ea-a655-48f2-bae3-2ff3e0b97742" providerId="ADAL" clId="{399188D2-3F8A-499F-80C9-B0B95DA196DA}" dt="2025-08-07T07:22:21.835" v="43" actId="2711"/>
          <ac:spMkLst>
            <pc:docMk/>
            <pc:sldMk cId="718379738" sldId="256"/>
            <ac:spMk id="76" creationId="{C2A754E7-EC21-3524-ADCB-114FB0FF1B61}"/>
          </ac:spMkLst>
        </pc:spChg>
        <pc:spChg chg="mod">
          <ac:chgData name="mathspt" userId="0238e0ea-a655-48f2-bae3-2ff3e0b97742" providerId="ADAL" clId="{399188D2-3F8A-499F-80C9-B0B95DA196DA}" dt="2025-08-07T07:22:37.866" v="46" actId="2711"/>
          <ac:spMkLst>
            <pc:docMk/>
            <pc:sldMk cId="718379738" sldId="256"/>
            <ac:spMk id="77" creationId="{AEC620BD-2759-8B9F-54B1-F2D3AF73CA42}"/>
          </ac:spMkLst>
        </pc:spChg>
        <pc:spChg chg="mod">
          <ac:chgData name="mathspt" userId="0238e0ea-a655-48f2-bae3-2ff3e0b97742" providerId="ADAL" clId="{399188D2-3F8A-499F-80C9-B0B95DA196DA}" dt="2025-08-07T07:21:01.139" v="32"/>
          <ac:spMkLst>
            <pc:docMk/>
            <pc:sldMk cId="718379738" sldId="256"/>
            <ac:spMk id="79" creationId="{7CD74064-0DDE-7E7D-281E-BA413B50573D}"/>
          </ac:spMkLst>
        </pc:spChg>
        <pc:spChg chg="mod">
          <ac:chgData name="mathspt" userId="0238e0ea-a655-48f2-bae3-2ff3e0b97742" providerId="ADAL" clId="{399188D2-3F8A-499F-80C9-B0B95DA196DA}" dt="2025-08-07T07:19:33.939" v="19" actId="2711"/>
          <ac:spMkLst>
            <pc:docMk/>
            <pc:sldMk cId="718379738" sldId="256"/>
            <ac:spMk id="83" creationId="{4F6C595F-016E-E4B0-94D5-876F7EB24C55}"/>
          </ac:spMkLst>
        </pc:spChg>
        <pc:spChg chg="mod">
          <ac:chgData name="mathspt" userId="0238e0ea-a655-48f2-bae3-2ff3e0b97742" providerId="ADAL" clId="{399188D2-3F8A-499F-80C9-B0B95DA196DA}" dt="2025-08-07T07:21:01.139" v="32"/>
          <ac:spMkLst>
            <pc:docMk/>
            <pc:sldMk cId="718379738" sldId="256"/>
            <ac:spMk id="87" creationId="{BC9261BB-97F4-67B7-790F-3552D872B1B6}"/>
          </ac:spMkLst>
        </pc:spChg>
        <pc:spChg chg="mod">
          <ac:chgData name="mathspt" userId="0238e0ea-a655-48f2-bae3-2ff3e0b97742" providerId="ADAL" clId="{399188D2-3F8A-499F-80C9-B0B95DA196DA}" dt="2025-08-07T07:19:03.805" v="14" actId="14100"/>
          <ac:spMkLst>
            <pc:docMk/>
            <pc:sldMk cId="718379738" sldId="256"/>
            <ac:spMk id="88" creationId="{B96C8928-D11C-0B95-4272-5C431F690173}"/>
          </ac:spMkLst>
        </pc:spChg>
        <pc:spChg chg="mod">
          <ac:chgData name="mathspt" userId="0238e0ea-a655-48f2-bae3-2ff3e0b97742" providerId="ADAL" clId="{399188D2-3F8A-499F-80C9-B0B95DA196DA}" dt="2025-08-07T07:18:31.743" v="8" actId="2711"/>
          <ac:spMkLst>
            <pc:docMk/>
            <pc:sldMk cId="718379738" sldId="256"/>
            <ac:spMk id="89" creationId="{D8C7E07E-F099-F6FF-52C5-E28B5F5D087E}"/>
          </ac:spMkLst>
        </pc:spChg>
        <pc:spChg chg="mod">
          <ac:chgData name="mathspt" userId="0238e0ea-a655-48f2-bae3-2ff3e0b97742" providerId="ADAL" clId="{399188D2-3F8A-499F-80C9-B0B95DA196DA}" dt="2025-08-07T07:21:17.999" v="35"/>
          <ac:spMkLst>
            <pc:docMk/>
            <pc:sldMk cId="718379738" sldId="256"/>
            <ac:spMk id="90" creationId="{E7086CFA-BB03-DFA9-F9E6-505078C335F3}"/>
          </ac:spMkLst>
        </pc:spChg>
        <pc:spChg chg="mod">
          <ac:chgData name="mathspt" userId="0238e0ea-a655-48f2-bae3-2ff3e0b97742" providerId="ADAL" clId="{399188D2-3F8A-499F-80C9-B0B95DA196DA}" dt="2025-08-07T07:21:01.139" v="32"/>
          <ac:spMkLst>
            <pc:docMk/>
            <pc:sldMk cId="718379738" sldId="256"/>
            <ac:spMk id="91" creationId="{EC17B358-8091-AA86-335E-956BA3CF5299}"/>
          </ac:spMkLst>
        </pc:spChg>
        <pc:spChg chg="mod">
          <ac:chgData name="mathspt" userId="0238e0ea-a655-48f2-bae3-2ff3e0b97742" providerId="ADAL" clId="{399188D2-3F8A-499F-80C9-B0B95DA196DA}" dt="2025-08-07T07:22:15.282" v="42" actId="2711"/>
          <ac:spMkLst>
            <pc:docMk/>
            <pc:sldMk cId="718379738" sldId="256"/>
            <ac:spMk id="92" creationId="{E3A8B3D9-A67C-3DFA-8300-23CE7479E57F}"/>
          </ac:spMkLst>
        </pc:spChg>
        <pc:spChg chg="mod">
          <ac:chgData name="mathspt" userId="0238e0ea-a655-48f2-bae3-2ff3e0b97742" providerId="ADAL" clId="{399188D2-3F8A-499F-80C9-B0B95DA196DA}" dt="2025-08-07T07:22:32.075" v="45" actId="2711"/>
          <ac:spMkLst>
            <pc:docMk/>
            <pc:sldMk cId="718379738" sldId="256"/>
            <ac:spMk id="93" creationId="{589AF030-0DE7-689E-13FC-BFF77A45DEC0}"/>
          </ac:spMkLst>
        </pc:spChg>
        <pc:grpChg chg="mod">
          <ac:chgData name="mathspt" userId="0238e0ea-a655-48f2-bae3-2ff3e0b97742" providerId="ADAL" clId="{399188D2-3F8A-499F-80C9-B0B95DA196DA}" dt="2025-08-07T08:11:06.672" v="1052" actId="1038"/>
          <ac:grpSpMkLst>
            <pc:docMk/>
            <pc:sldMk cId="718379738" sldId="256"/>
            <ac:grpSpMk id="4" creationId="{283AE297-A355-2011-F6DB-2BCCB9FC1008}"/>
          </ac:grpSpMkLst>
        </pc:grpChg>
        <pc:grpChg chg="mod">
          <ac:chgData name="mathspt" userId="0238e0ea-a655-48f2-bae3-2ff3e0b97742" providerId="ADAL" clId="{399188D2-3F8A-499F-80C9-B0B95DA196DA}" dt="2025-08-07T08:11:11.225" v="1058" actId="1038"/>
          <ac:grpSpMkLst>
            <pc:docMk/>
            <pc:sldMk cId="718379738" sldId="256"/>
            <ac:grpSpMk id="6" creationId="{6423ED55-5C5F-F5A9-E5A4-857D2C7A6B2F}"/>
          </ac:grpSpMkLst>
        </pc:grpChg>
        <pc:grpChg chg="mod">
          <ac:chgData name="mathspt" userId="0238e0ea-a655-48f2-bae3-2ff3e0b97742" providerId="ADAL" clId="{399188D2-3F8A-499F-80C9-B0B95DA196DA}" dt="2025-08-07T07:20:54.487" v="31"/>
          <ac:grpSpMkLst>
            <pc:docMk/>
            <pc:sldMk cId="718379738" sldId="256"/>
            <ac:grpSpMk id="7" creationId="{951EC2CA-83F6-5254-309F-AFFDD177A8B1}"/>
          </ac:grpSpMkLst>
        </pc:grpChg>
        <pc:grpChg chg="mod">
          <ac:chgData name="mathspt" userId="0238e0ea-a655-48f2-bae3-2ff3e0b97742" providerId="ADAL" clId="{399188D2-3F8A-499F-80C9-B0B95DA196DA}" dt="2025-08-07T07:20:54.487" v="31"/>
          <ac:grpSpMkLst>
            <pc:docMk/>
            <pc:sldMk cId="718379738" sldId="256"/>
            <ac:grpSpMk id="8" creationId="{959DB9A9-A283-261C-4812-AE34FD73A2E0}"/>
          </ac:grpSpMkLst>
        </pc:grpChg>
        <pc:grpChg chg="mod">
          <ac:chgData name="mathspt" userId="0238e0ea-a655-48f2-bae3-2ff3e0b97742" providerId="ADAL" clId="{399188D2-3F8A-499F-80C9-B0B95DA196DA}" dt="2025-08-07T07:21:01.139" v="32"/>
          <ac:grpSpMkLst>
            <pc:docMk/>
            <pc:sldMk cId="718379738" sldId="256"/>
            <ac:grpSpMk id="11" creationId="{4E29AD71-ADE4-53B5-D298-44F0621BC460}"/>
          </ac:grpSpMkLst>
        </pc:grpChg>
        <pc:grpChg chg="mod">
          <ac:chgData name="mathspt" userId="0238e0ea-a655-48f2-bae3-2ff3e0b97742" providerId="ADAL" clId="{399188D2-3F8A-499F-80C9-B0B95DA196DA}" dt="2025-08-07T07:21:25.370" v="36"/>
          <ac:grpSpMkLst>
            <pc:docMk/>
            <pc:sldMk cId="718379738" sldId="256"/>
            <ac:grpSpMk id="13" creationId="{B3278D51-80E5-4340-256B-3C5C8AEF0AE8}"/>
          </ac:grpSpMkLst>
        </pc:grpChg>
        <pc:grpChg chg="mod">
          <ac:chgData name="mathspt" userId="0238e0ea-a655-48f2-bae3-2ff3e0b97742" providerId="ADAL" clId="{399188D2-3F8A-499F-80C9-B0B95DA196DA}" dt="2025-08-07T07:21:25.370" v="36"/>
          <ac:grpSpMkLst>
            <pc:docMk/>
            <pc:sldMk cId="718379738" sldId="256"/>
            <ac:grpSpMk id="15" creationId="{D32D4A45-D06E-85FD-0AAB-4D8A5CA3FBF9}"/>
          </ac:grpSpMkLst>
        </pc:grpChg>
        <pc:picChg chg="add mod">
          <ac:chgData name="mathspt" userId="0238e0ea-a655-48f2-bae3-2ff3e0b97742" providerId="ADAL" clId="{399188D2-3F8A-499F-80C9-B0B95DA196DA}" dt="2025-08-07T09:42:40.920" v="1638" actId="34135"/>
          <ac:picMkLst>
            <pc:docMk/>
            <pc:sldMk cId="718379738" sldId="256"/>
            <ac:picMk id="19" creationId="{8C82D147-2D1E-B9F7-AB19-F3972099BA55}"/>
          </ac:picMkLst>
        </pc:picChg>
        <pc:inkChg chg="add mod">
          <ac:chgData name="mathspt" userId="0238e0ea-a655-48f2-bae3-2ff3e0b97742" providerId="ADAL" clId="{399188D2-3F8A-499F-80C9-B0B95DA196DA}" dt="2025-08-07T09:42:58.167" v="1644" actId="14100"/>
          <ac:inkMkLst>
            <pc:docMk/>
            <pc:sldMk cId="718379738" sldId="256"/>
            <ac:inkMk id="20" creationId="{9FFDDC99-97A9-3855-FD69-51277FC84694}"/>
          </ac:inkMkLst>
        </pc:inkChg>
      </pc:sldChg>
      <pc:sldChg chg="modSp mod">
        <pc:chgData name="mathspt" userId="0238e0ea-a655-48f2-bae3-2ff3e0b97742" providerId="ADAL" clId="{399188D2-3F8A-499F-80C9-B0B95DA196DA}" dt="2025-08-07T07:27:42.695" v="155" actId="2711"/>
        <pc:sldMkLst>
          <pc:docMk/>
          <pc:sldMk cId="1480927284" sldId="257"/>
        </pc:sldMkLst>
        <pc:spChg chg="mod">
          <ac:chgData name="mathspt" userId="0238e0ea-a655-48f2-bae3-2ff3e0b97742" providerId="ADAL" clId="{399188D2-3F8A-499F-80C9-B0B95DA196DA}" dt="2025-08-07T07:26:21.013" v="141"/>
          <ac:spMkLst>
            <pc:docMk/>
            <pc:sldMk cId="1480927284" sldId="257"/>
            <ac:spMk id="13" creationId="{3F02F329-35F3-CF94-76DF-DAECBEC22740}"/>
          </ac:spMkLst>
        </pc:spChg>
        <pc:spChg chg="mod">
          <ac:chgData name="mathspt" userId="0238e0ea-a655-48f2-bae3-2ff3e0b97742" providerId="ADAL" clId="{399188D2-3F8A-499F-80C9-B0B95DA196DA}" dt="2025-08-07T07:26:21.013" v="141"/>
          <ac:spMkLst>
            <pc:docMk/>
            <pc:sldMk cId="1480927284" sldId="257"/>
            <ac:spMk id="15" creationId="{FE333817-A535-1C2E-45F2-7604B6D31D80}"/>
          </ac:spMkLst>
        </pc:spChg>
        <pc:spChg chg="mod">
          <ac:chgData name="mathspt" userId="0238e0ea-a655-48f2-bae3-2ff3e0b97742" providerId="ADAL" clId="{399188D2-3F8A-499F-80C9-B0B95DA196DA}" dt="2025-08-07T07:26:21.013" v="141"/>
          <ac:spMkLst>
            <pc:docMk/>
            <pc:sldMk cId="1480927284" sldId="257"/>
            <ac:spMk id="18" creationId="{68DFE587-E537-22E4-2A76-FEDB6FC14114}"/>
          </ac:spMkLst>
        </pc:spChg>
        <pc:spChg chg="mod">
          <ac:chgData name="mathspt" userId="0238e0ea-a655-48f2-bae3-2ff3e0b97742" providerId="ADAL" clId="{399188D2-3F8A-499F-80C9-B0B95DA196DA}" dt="2025-08-07T07:26:21.013" v="141"/>
          <ac:spMkLst>
            <pc:docMk/>
            <pc:sldMk cId="1480927284" sldId="257"/>
            <ac:spMk id="20" creationId="{DBCF1A1C-8E07-2297-839A-B3390A342302}"/>
          </ac:spMkLst>
        </pc:spChg>
        <pc:spChg chg="mod">
          <ac:chgData name="mathspt" userId="0238e0ea-a655-48f2-bae3-2ff3e0b97742" providerId="ADAL" clId="{399188D2-3F8A-499F-80C9-B0B95DA196DA}" dt="2025-08-07T07:26:21.013" v="141"/>
          <ac:spMkLst>
            <pc:docMk/>
            <pc:sldMk cId="1480927284" sldId="257"/>
            <ac:spMk id="26" creationId="{55E89501-2144-917E-5111-81DE75B3346F}"/>
          </ac:spMkLst>
        </pc:spChg>
        <pc:spChg chg="mod">
          <ac:chgData name="mathspt" userId="0238e0ea-a655-48f2-bae3-2ff3e0b97742" providerId="ADAL" clId="{399188D2-3F8A-499F-80C9-B0B95DA196DA}" dt="2025-08-07T07:26:21.013" v="141"/>
          <ac:spMkLst>
            <pc:docMk/>
            <pc:sldMk cId="1480927284" sldId="257"/>
            <ac:spMk id="27" creationId="{E10B223A-0620-5A74-B068-9ADE9D331436}"/>
          </ac:spMkLst>
        </pc:spChg>
        <pc:spChg chg="mod">
          <ac:chgData name="mathspt" userId="0238e0ea-a655-48f2-bae3-2ff3e0b97742" providerId="ADAL" clId="{399188D2-3F8A-499F-80C9-B0B95DA196DA}" dt="2025-08-07T07:26:54.367" v="148"/>
          <ac:spMkLst>
            <pc:docMk/>
            <pc:sldMk cId="1480927284" sldId="257"/>
            <ac:spMk id="28" creationId="{F615308F-4327-EE4F-9E18-2E22A4B8B26B}"/>
          </ac:spMkLst>
        </pc:spChg>
        <pc:spChg chg="mod">
          <ac:chgData name="mathspt" userId="0238e0ea-a655-48f2-bae3-2ff3e0b97742" providerId="ADAL" clId="{399188D2-3F8A-499F-80C9-B0B95DA196DA}" dt="2025-08-07T07:26:21.013" v="141"/>
          <ac:spMkLst>
            <pc:docMk/>
            <pc:sldMk cId="1480927284" sldId="257"/>
            <ac:spMk id="29" creationId="{2F0A4A01-88F3-89C7-6165-70B0D772BB74}"/>
          </ac:spMkLst>
        </pc:spChg>
        <pc:spChg chg="mod">
          <ac:chgData name="mathspt" userId="0238e0ea-a655-48f2-bae3-2ff3e0b97742" providerId="ADAL" clId="{399188D2-3F8A-499F-80C9-B0B95DA196DA}" dt="2025-08-07T07:26:21.013" v="141"/>
          <ac:spMkLst>
            <pc:docMk/>
            <pc:sldMk cId="1480927284" sldId="257"/>
            <ac:spMk id="30" creationId="{8F5C11A8-C124-6429-2950-B32E392F734A}"/>
          </ac:spMkLst>
        </pc:spChg>
        <pc:spChg chg="mod">
          <ac:chgData name="mathspt" userId="0238e0ea-a655-48f2-bae3-2ff3e0b97742" providerId="ADAL" clId="{399188D2-3F8A-499F-80C9-B0B95DA196DA}" dt="2025-08-07T07:24:18.872" v="57" actId="14100"/>
          <ac:spMkLst>
            <pc:docMk/>
            <pc:sldMk cId="1480927284" sldId="257"/>
            <ac:spMk id="31" creationId="{AF303D96-E8D7-F15C-A142-FB32C53979C9}"/>
          </ac:spMkLst>
        </pc:spChg>
        <pc:spChg chg="mod">
          <ac:chgData name="mathspt" userId="0238e0ea-a655-48f2-bae3-2ff3e0b97742" providerId="ADAL" clId="{399188D2-3F8A-499F-80C9-B0B95DA196DA}" dt="2025-08-07T07:27:23.598" v="152" actId="2711"/>
          <ac:spMkLst>
            <pc:docMk/>
            <pc:sldMk cId="1480927284" sldId="257"/>
            <ac:spMk id="32" creationId="{C5269339-DD49-1834-AB4A-61C500C2186F}"/>
          </ac:spMkLst>
        </pc:spChg>
        <pc:spChg chg="mod">
          <ac:chgData name="mathspt" userId="0238e0ea-a655-48f2-bae3-2ff3e0b97742" providerId="ADAL" clId="{399188D2-3F8A-499F-80C9-B0B95DA196DA}" dt="2025-08-07T07:26:21.013" v="141"/>
          <ac:spMkLst>
            <pc:docMk/>
            <pc:sldMk cId="1480927284" sldId="257"/>
            <ac:spMk id="33" creationId="{22142092-E99A-FBB9-A3DE-A4A74000363E}"/>
          </ac:spMkLst>
        </pc:spChg>
        <pc:spChg chg="mod">
          <ac:chgData name="mathspt" userId="0238e0ea-a655-48f2-bae3-2ff3e0b97742" providerId="ADAL" clId="{399188D2-3F8A-499F-80C9-B0B95DA196DA}" dt="2025-08-07T07:27:00.487" v="149"/>
          <ac:spMkLst>
            <pc:docMk/>
            <pc:sldMk cId="1480927284" sldId="257"/>
            <ac:spMk id="41" creationId="{B19F3FD6-D122-B582-74B8-9F8F3F18FA8B}"/>
          </ac:spMkLst>
        </pc:spChg>
        <pc:spChg chg="mod">
          <ac:chgData name="mathspt" userId="0238e0ea-a655-48f2-bae3-2ff3e0b97742" providerId="ADAL" clId="{399188D2-3F8A-499F-80C9-B0B95DA196DA}" dt="2025-08-07T07:27:42.695" v="155" actId="2711"/>
          <ac:spMkLst>
            <pc:docMk/>
            <pc:sldMk cId="1480927284" sldId="257"/>
            <ac:spMk id="44" creationId="{2D5373C3-EC59-99B7-C73A-9F230D651D82}"/>
          </ac:spMkLst>
        </pc:spChg>
        <pc:spChg chg="mod">
          <ac:chgData name="mathspt" userId="0238e0ea-a655-48f2-bae3-2ff3e0b97742" providerId="ADAL" clId="{399188D2-3F8A-499F-80C9-B0B95DA196DA}" dt="2025-08-07T07:27:31.647" v="153" actId="2711"/>
          <ac:spMkLst>
            <pc:docMk/>
            <pc:sldMk cId="1480927284" sldId="257"/>
            <ac:spMk id="49" creationId="{5B3B935D-7277-0D45-9165-9E7E14E0D873}"/>
          </ac:spMkLst>
        </pc:spChg>
        <pc:spChg chg="mod">
          <ac:chgData name="mathspt" userId="0238e0ea-a655-48f2-bae3-2ff3e0b97742" providerId="ADAL" clId="{399188D2-3F8A-499F-80C9-B0B95DA196DA}" dt="2025-08-07T07:27:36.737" v="154" actId="2711"/>
          <ac:spMkLst>
            <pc:docMk/>
            <pc:sldMk cId="1480927284" sldId="257"/>
            <ac:spMk id="53" creationId="{5B02A2C3-F699-998B-CC4A-D40A6A891705}"/>
          </ac:spMkLst>
        </pc:spChg>
        <pc:spChg chg="mod">
          <ac:chgData name="mathspt" userId="0238e0ea-a655-48f2-bae3-2ff3e0b97742" providerId="ADAL" clId="{399188D2-3F8A-499F-80C9-B0B95DA196DA}" dt="2025-08-07T07:23:23.213" v="49" actId="2711"/>
          <ac:spMkLst>
            <pc:docMk/>
            <pc:sldMk cId="1480927284" sldId="257"/>
            <ac:spMk id="60" creationId="{91A62E38-6C8C-04B2-9FB9-20FF6FA926FA}"/>
          </ac:spMkLst>
        </pc:spChg>
        <pc:spChg chg="mod">
          <ac:chgData name="mathspt" userId="0238e0ea-a655-48f2-bae3-2ff3e0b97742" providerId="ADAL" clId="{399188D2-3F8A-499F-80C9-B0B95DA196DA}" dt="2025-08-07T07:27:10.478" v="151"/>
          <ac:spMkLst>
            <pc:docMk/>
            <pc:sldMk cId="1480927284" sldId="257"/>
            <ac:spMk id="66" creationId="{F814A56A-BB33-BC54-4038-512AF6FAA7C6}"/>
          </ac:spMkLst>
        </pc:spChg>
        <pc:spChg chg="mod">
          <ac:chgData name="mathspt" userId="0238e0ea-a655-48f2-bae3-2ff3e0b97742" providerId="ADAL" clId="{399188D2-3F8A-499F-80C9-B0B95DA196DA}" dt="2025-08-07T07:24:33.126" v="60"/>
          <ac:spMkLst>
            <pc:docMk/>
            <pc:sldMk cId="1480927284" sldId="257"/>
            <ac:spMk id="69" creationId="{86FD345A-8D85-C3B5-D223-C8CA7C76F4F5}"/>
          </ac:spMkLst>
        </pc:spChg>
      </pc:sldChg>
      <pc:sldChg chg="addSp delSp modSp mod delAnim modAnim">
        <pc:chgData name="mathspt" userId="0238e0ea-a655-48f2-bae3-2ff3e0b97742" providerId="ADAL" clId="{399188D2-3F8A-499F-80C9-B0B95DA196DA}" dt="2025-08-07T09:51:01.640" v="2102" actId="478"/>
        <pc:sldMkLst>
          <pc:docMk/>
          <pc:sldMk cId="4125551762" sldId="258"/>
        </pc:sldMkLst>
        <pc:spChg chg="mod">
          <ac:chgData name="mathspt" userId="0238e0ea-a655-48f2-bae3-2ff3e0b97742" providerId="ADAL" clId="{399188D2-3F8A-499F-80C9-B0B95DA196DA}" dt="2025-08-07T09:50:50.218" v="2098" actId="1076"/>
          <ac:spMkLst>
            <pc:docMk/>
            <pc:sldMk cId="4125551762" sldId="258"/>
            <ac:spMk id="11" creationId="{E9373F8C-BF7E-9D07-E814-A024C7AE87D3}"/>
          </ac:spMkLst>
        </pc:spChg>
        <pc:spChg chg="mod">
          <ac:chgData name="mathspt" userId="0238e0ea-a655-48f2-bae3-2ff3e0b97742" providerId="ADAL" clId="{399188D2-3F8A-499F-80C9-B0B95DA196DA}" dt="2025-08-07T09:44:58.787" v="1681" actId="1076"/>
          <ac:spMkLst>
            <pc:docMk/>
            <pc:sldMk cId="4125551762" sldId="258"/>
            <ac:spMk id="13" creationId="{04012D82-0261-057E-A8A8-25C1FB907752}"/>
          </ac:spMkLst>
        </pc:spChg>
        <pc:spChg chg="mod">
          <ac:chgData name="mathspt" userId="0238e0ea-a655-48f2-bae3-2ff3e0b97742" providerId="ADAL" clId="{399188D2-3F8A-499F-80C9-B0B95DA196DA}" dt="2025-08-07T09:47:26.895" v="2021" actId="1037"/>
          <ac:spMkLst>
            <pc:docMk/>
            <pc:sldMk cId="4125551762" sldId="258"/>
            <ac:spMk id="16" creationId="{6DAE7D1E-1997-BDC1-69F6-158CB0ACB8A1}"/>
          </ac:spMkLst>
        </pc:spChg>
        <pc:spChg chg="mod">
          <ac:chgData name="mathspt" userId="0238e0ea-a655-48f2-bae3-2ff3e0b97742" providerId="ADAL" clId="{399188D2-3F8A-499F-80C9-B0B95DA196DA}" dt="2025-08-07T09:46:36.057" v="1996" actId="1038"/>
          <ac:spMkLst>
            <pc:docMk/>
            <pc:sldMk cId="4125551762" sldId="258"/>
            <ac:spMk id="17" creationId="{54042B04-2810-16F8-9BF0-CCCC694A3456}"/>
          </ac:spMkLst>
        </pc:spChg>
        <pc:spChg chg="mod">
          <ac:chgData name="mathspt" userId="0238e0ea-a655-48f2-bae3-2ff3e0b97742" providerId="ADAL" clId="{399188D2-3F8A-499F-80C9-B0B95DA196DA}" dt="2025-08-07T09:44:22.781" v="1669" actId="1038"/>
          <ac:spMkLst>
            <pc:docMk/>
            <pc:sldMk cId="4125551762" sldId="258"/>
            <ac:spMk id="18" creationId="{DE6946D8-0015-A551-C9BE-6E698DED91F9}"/>
          </ac:spMkLst>
        </pc:spChg>
        <pc:spChg chg="mod">
          <ac:chgData name="mathspt" userId="0238e0ea-a655-48f2-bae3-2ff3e0b97742" providerId="ADAL" clId="{399188D2-3F8A-499F-80C9-B0B95DA196DA}" dt="2025-08-07T09:47:40.676" v="2027" actId="1036"/>
          <ac:spMkLst>
            <pc:docMk/>
            <pc:sldMk cId="4125551762" sldId="258"/>
            <ac:spMk id="20" creationId="{A1C42355-03F5-68E8-13EC-F97B123FF2B4}"/>
          </ac:spMkLst>
        </pc:spChg>
        <pc:spChg chg="mod">
          <ac:chgData name="mathspt" userId="0238e0ea-a655-48f2-bae3-2ff3e0b97742" providerId="ADAL" clId="{399188D2-3F8A-499F-80C9-B0B95DA196DA}" dt="2025-08-07T09:44:28.833" v="1678" actId="1038"/>
          <ac:spMkLst>
            <pc:docMk/>
            <pc:sldMk cId="4125551762" sldId="258"/>
            <ac:spMk id="26" creationId="{5A56C8AF-7B3C-2D87-0057-A334C648CD8C}"/>
          </ac:spMkLst>
        </pc:spChg>
        <pc:spChg chg="mod">
          <ac:chgData name="mathspt" userId="0238e0ea-a655-48f2-bae3-2ff3e0b97742" providerId="ADAL" clId="{399188D2-3F8A-499F-80C9-B0B95DA196DA}" dt="2025-08-07T09:47:32.859" v="2022" actId="1035"/>
          <ac:spMkLst>
            <pc:docMk/>
            <pc:sldMk cId="4125551762" sldId="258"/>
            <ac:spMk id="27" creationId="{C40F2FD4-F84F-E55B-0E70-6B445382010B}"/>
          </ac:spMkLst>
        </pc:spChg>
        <pc:spChg chg="mod">
          <ac:chgData name="mathspt" userId="0238e0ea-a655-48f2-bae3-2ff3e0b97742" providerId="ADAL" clId="{399188D2-3F8A-499F-80C9-B0B95DA196DA}" dt="2025-08-07T07:29:42.595" v="180" actId="2711"/>
          <ac:spMkLst>
            <pc:docMk/>
            <pc:sldMk cId="4125551762" sldId="258"/>
            <ac:spMk id="28" creationId="{0CDF08A7-A4FF-0CB2-3726-5EB005AA7DA0}"/>
          </ac:spMkLst>
        </pc:spChg>
        <pc:spChg chg="mod">
          <ac:chgData name="mathspt" userId="0238e0ea-a655-48f2-bae3-2ff3e0b97742" providerId="ADAL" clId="{399188D2-3F8A-499F-80C9-B0B95DA196DA}" dt="2025-08-07T09:46:41.975" v="2000" actId="1037"/>
          <ac:spMkLst>
            <pc:docMk/>
            <pc:sldMk cId="4125551762" sldId="258"/>
            <ac:spMk id="29" creationId="{2C922A74-A3D6-009F-79AE-E4E3CDCD990B}"/>
          </ac:spMkLst>
        </pc:spChg>
        <pc:spChg chg="mod">
          <ac:chgData name="mathspt" userId="0238e0ea-a655-48f2-bae3-2ff3e0b97742" providerId="ADAL" clId="{399188D2-3F8A-499F-80C9-B0B95DA196DA}" dt="2025-08-07T09:45:50.011" v="1926" actId="1038"/>
          <ac:spMkLst>
            <pc:docMk/>
            <pc:sldMk cId="4125551762" sldId="258"/>
            <ac:spMk id="30" creationId="{C94560ED-6B50-AD43-03AC-6018D31EF3CF}"/>
          </ac:spMkLst>
        </pc:spChg>
        <pc:spChg chg="mod">
          <ac:chgData name="mathspt" userId="0238e0ea-a655-48f2-bae3-2ff3e0b97742" providerId="ADAL" clId="{399188D2-3F8A-499F-80C9-B0B95DA196DA}" dt="2025-08-07T09:46:13.592" v="1937" actId="1038"/>
          <ac:spMkLst>
            <pc:docMk/>
            <pc:sldMk cId="4125551762" sldId="258"/>
            <ac:spMk id="31" creationId="{B99E18B9-D2C4-B2A1-1D1D-483B5164E10F}"/>
          </ac:spMkLst>
        </pc:spChg>
        <pc:spChg chg="add mod">
          <ac:chgData name="mathspt" userId="0238e0ea-a655-48f2-bae3-2ff3e0b97742" providerId="ADAL" clId="{399188D2-3F8A-499F-80C9-B0B95DA196DA}" dt="2025-08-07T09:46:32.019" v="1993" actId="20577"/>
          <ac:spMkLst>
            <pc:docMk/>
            <pc:sldMk cId="4125551762" sldId="258"/>
            <ac:spMk id="34" creationId="{D49C1DBF-51F8-18C9-7D4C-6158BDCDD521}"/>
          </ac:spMkLst>
        </pc:spChg>
        <pc:spChg chg="mod">
          <ac:chgData name="mathspt" userId="0238e0ea-a655-48f2-bae3-2ff3e0b97742" providerId="ADAL" clId="{399188D2-3F8A-499F-80C9-B0B95DA196DA}" dt="2025-08-07T07:29:48.929" v="181" actId="2711"/>
          <ac:spMkLst>
            <pc:docMk/>
            <pc:sldMk cId="4125551762" sldId="258"/>
            <ac:spMk id="45" creationId="{A49C0D78-4AC6-9F65-A0D4-1E776A4233E3}"/>
          </ac:spMkLst>
        </pc:spChg>
        <pc:spChg chg="mod">
          <ac:chgData name="mathspt" userId="0238e0ea-a655-48f2-bae3-2ff3e0b97742" providerId="ADAL" clId="{399188D2-3F8A-499F-80C9-B0B95DA196DA}" dt="2025-08-07T07:30:02.796" v="183" actId="14100"/>
          <ac:spMkLst>
            <pc:docMk/>
            <pc:sldMk cId="4125551762" sldId="258"/>
            <ac:spMk id="47" creationId="{CD5A138D-2B54-1493-137B-2745C46A8640}"/>
          </ac:spMkLst>
        </pc:spChg>
        <pc:spChg chg="mod">
          <ac:chgData name="mathspt" userId="0238e0ea-a655-48f2-bae3-2ff3e0b97742" providerId="ADAL" clId="{399188D2-3F8A-499F-80C9-B0B95DA196DA}" dt="2025-08-07T07:30:45.025" v="189" actId="2711"/>
          <ac:spMkLst>
            <pc:docMk/>
            <pc:sldMk cId="4125551762" sldId="258"/>
            <ac:spMk id="50" creationId="{91FAD33F-9823-8769-5A7A-6FE864EA212C}"/>
          </ac:spMkLst>
        </pc:spChg>
        <pc:spChg chg="mod">
          <ac:chgData name="mathspt" userId="0238e0ea-a655-48f2-bae3-2ff3e0b97742" providerId="ADAL" clId="{399188D2-3F8A-499F-80C9-B0B95DA196DA}" dt="2025-08-07T09:47:02.289" v="2014" actId="1036"/>
          <ac:spMkLst>
            <pc:docMk/>
            <pc:sldMk cId="4125551762" sldId="258"/>
            <ac:spMk id="52" creationId="{222F9DF2-A56A-2353-F471-6423367A09A1}"/>
          </ac:spMkLst>
        </pc:spChg>
        <pc:spChg chg="mod">
          <ac:chgData name="mathspt" userId="0238e0ea-a655-48f2-bae3-2ff3e0b97742" providerId="ADAL" clId="{399188D2-3F8A-499F-80C9-B0B95DA196DA}" dt="2025-08-07T09:47:47.064" v="2031" actId="1036"/>
          <ac:spMkLst>
            <pc:docMk/>
            <pc:sldMk cId="4125551762" sldId="258"/>
            <ac:spMk id="55" creationId="{EB8F331C-2520-E129-1055-3300726CFD9A}"/>
          </ac:spMkLst>
        </pc:spChg>
        <pc:spChg chg="mod">
          <ac:chgData name="mathspt" userId="0238e0ea-a655-48f2-bae3-2ff3e0b97742" providerId="ADAL" clId="{399188D2-3F8A-499F-80C9-B0B95DA196DA}" dt="2025-08-07T07:30:21.580" v="186" actId="2711"/>
          <ac:spMkLst>
            <pc:docMk/>
            <pc:sldMk cId="4125551762" sldId="258"/>
            <ac:spMk id="57" creationId="{2DF9A5BD-47C9-C359-31BB-4768F71A80D3}"/>
          </ac:spMkLst>
        </pc:spChg>
        <pc:spChg chg="mod">
          <ac:chgData name="mathspt" userId="0238e0ea-a655-48f2-bae3-2ff3e0b97742" providerId="ADAL" clId="{399188D2-3F8A-499F-80C9-B0B95DA196DA}" dt="2025-08-07T09:46:52.933" v="2007" actId="1036"/>
          <ac:spMkLst>
            <pc:docMk/>
            <pc:sldMk cId="4125551762" sldId="258"/>
            <ac:spMk id="58" creationId="{3711C6C6-717D-D029-1BEA-77F9C5379C6B}"/>
          </ac:spMkLst>
        </pc:spChg>
        <pc:spChg chg="mod">
          <ac:chgData name="mathspt" userId="0238e0ea-a655-48f2-bae3-2ff3e0b97742" providerId="ADAL" clId="{399188D2-3F8A-499F-80C9-B0B95DA196DA}" dt="2025-08-07T07:30:28.452" v="187" actId="2711"/>
          <ac:spMkLst>
            <pc:docMk/>
            <pc:sldMk cId="4125551762" sldId="258"/>
            <ac:spMk id="74" creationId="{B67FD8E1-E8F7-BC32-E3E6-D70987A3FC68}"/>
          </ac:spMkLst>
        </pc:spChg>
        <pc:spChg chg="mod">
          <ac:chgData name="mathspt" userId="0238e0ea-a655-48f2-bae3-2ff3e0b97742" providerId="ADAL" clId="{399188D2-3F8A-499F-80C9-B0B95DA196DA}" dt="2025-08-07T07:30:38.106" v="188" actId="2711"/>
          <ac:spMkLst>
            <pc:docMk/>
            <pc:sldMk cId="4125551762" sldId="258"/>
            <ac:spMk id="83" creationId="{53680A24-AD79-A2D8-6C7D-693BE42A1FBC}"/>
          </ac:spMkLst>
        </pc:spChg>
        <pc:spChg chg="mod">
          <ac:chgData name="mathspt" userId="0238e0ea-a655-48f2-bae3-2ff3e0b97742" providerId="ADAL" clId="{399188D2-3F8A-499F-80C9-B0B95DA196DA}" dt="2025-08-07T07:30:59.764" v="191" actId="2711"/>
          <ac:spMkLst>
            <pc:docMk/>
            <pc:sldMk cId="4125551762" sldId="258"/>
            <ac:spMk id="88" creationId="{DD6C3F0E-F3A6-45BE-8067-05A91BB1DD7B}"/>
          </ac:spMkLst>
        </pc:spChg>
        <pc:spChg chg="mod">
          <ac:chgData name="mathspt" userId="0238e0ea-a655-48f2-bae3-2ff3e0b97742" providerId="ADAL" clId="{399188D2-3F8A-499F-80C9-B0B95DA196DA}" dt="2025-08-07T07:31:29.207" v="206" actId="2711"/>
          <ac:spMkLst>
            <pc:docMk/>
            <pc:sldMk cId="4125551762" sldId="258"/>
            <ac:spMk id="94" creationId="{127568DC-A785-D554-2331-892AA2948F17}"/>
          </ac:spMkLst>
        </pc:spChg>
        <pc:spChg chg="mod">
          <ac:chgData name="mathspt" userId="0238e0ea-a655-48f2-bae3-2ff3e0b97742" providerId="ADAL" clId="{399188D2-3F8A-499F-80C9-B0B95DA196DA}" dt="2025-08-07T07:31:21.800" v="205" actId="2711"/>
          <ac:spMkLst>
            <pc:docMk/>
            <pc:sldMk cId="4125551762" sldId="258"/>
            <ac:spMk id="95" creationId="{55841D64-24EA-588B-CCE8-2C4EE634DF30}"/>
          </ac:spMkLst>
        </pc:spChg>
        <pc:spChg chg="mod">
          <ac:chgData name="mathspt" userId="0238e0ea-a655-48f2-bae3-2ff3e0b97742" providerId="ADAL" clId="{399188D2-3F8A-499F-80C9-B0B95DA196DA}" dt="2025-08-07T07:32:05.692" v="210" actId="2711"/>
          <ac:spMkLst>
            <pc:docMk/>
            <pc:sldMk cId="4125551762" sldId="258"/>
            <ac:spMk id="126" creationId="{4AF47AC6-ECD1-2103-AADC-AD735EEFD8FB}"/>
          </ac:spMkLst>
        </pc:spChg>
        <pc:spChg chg="mod">
          <ac:chgData name="mathspt" userId="0238e0ea-a655-48f2-bae3-2ff3e0b97742" providerId="ADAL" clId="{399188D2-3F8A-499F-80C9-B0B95DA196DA}" dt="2025-08-07T07:31:57.715" v="209" actId="2711"/>
          <ac:spMkLst>
            <pc:docMk/>
            <pc:sldMk cId="4125551762" sldId="258"/>
            <ac:spMk id="127" creationId="{48BC0565-2F0C-98A1-0848-0C6FCD722B8A}"/>
          </ac:spMkLst>
        </pc:spChg>
        <pc:spChg chg="mod">
          <ac:chgData name="mathspt" userId="0238e0ea-a655-48f2-bae3-2ff3e0b97742" providerId="ADAL" clId="{399188D2-3F8A-499F-80C9-B0B95DA196DA}" dt="2025-08-07T07:31:50.376" v="208" actId="2711"/>
          <ac:spMkLst>
            <pc:docMk/>
            <pc:sldMk cId="4125551762" sldId="258"/>
            <ac:spMk id="132" creationId="{DDE1B930-D1B8-EC18-DE28-6A3911C7D6F1}"/>
          </ac:spMkLst>
        </pc:spChg>
        <pc:spChg chg="mod">
          <ac:chgData name="mathspt" userId="0238e0ea-a655-48f2-bae3-2ff3e0b97742" providerId="ADAL" clId="{399188D2-3F8A-499F-80C9-B0B95DA196DA}" dt="2025-08-07T07:31:42.693" v="207" actId="2711"/>
          <ac:spMkLst>
            <pc:docMk/>
            <pc:sldMk cId="4125551762" sldId="258"/>
            <ac:spMk id="133" creationId="{7A8F8088-80B7-6E3B-D428-1A7E7A88B0B0}"/>
          </ac:spMkLst>
        </pc:spChg>
        <pc:grpChg chg="mod">
          <ac:chgData name="mathspt" userId="0238e0ea-a655-48f2-bae3-2ff3e0b97742" providerId="ADAL" clId="{399188D2-3F8A-499F-80C9-B0B95DA196DA}" dt="2025-08-07T09:45:34.131" v="1880" actId="1037"/>
          <ac:grpSpMkLst>
            <pc:docMk/>
            <pc:sldMk cId="4125551762" sldId="258"/>
            <ac:grpSpMk id="8" creationId="{EC64C38F-80A1-EA42-B68D-49D51736E061}"/>
          </ac:grpSpMkLst>
        </pc:grpChg>
        <pc:grpChg chg="mod">
          <ac:chgData name="mathspt" userId="0238e0ea-a655-48f2-bae3-2ff3e0b97742" providerId="ADAL" clId="{399188D2-3F8A-499F-80C9-B0B95DA196DA}" dt="2025-08-07T09:45:04.625" v="1682" actId="1076"/>
          <ac:grpSpMkLst>
            <pc:docMk/>
            <pc:sldMk cId="4125551762" sldId="258"/>
            <ac:grpSpMk id="10" creationId="{3600547F-A7D0-CA63-8EAE-4C53D95BE6F8}"/>
          </ac:grpSpMkLst>
        </pc:grpChg>
        <pc:grpChg chg="mod">
          <ac:chgData name="mathspt" userId="0238e0ea-a655-48f2-bae3-2ff3e0b97742" providerId="ADAL" clId="{399188D2-3F8A-499F-80C9-B0B95DA196DA}" dt="2025-08-07T09:45:24.053" v="1829" actId="1038"/>
          <ac:grpSpMkLst>
            <pc:docMk/>
            <pc:sldMk cId="4125551762" sldId="258"/>
            <ac:grpSpMk id="33" creationId="{EBA76A52-0EB1-8350-DAA2-C5207EEFB0A2}"/>
          </ac:grpSpMkLst>
        </pc:grpChg>
        <pc:grpChg chg="mod">
          <ac:chgData name="mathspt" userId="0238e0ea-a655-48f2-bae3-2ff3e0b97742" providerId="ADAL" clId="{399188D2-3F8A-499F-80C9-B0B95DA196DA}" dt="2025-08-07T09:45:09.291" v="1711" actId="1038"/>
          <ac:grpSpMkLst>
            <pc:docMk/>
            <pc:sldMk cId="4125551762" sldId="258"/>
            <ac:grpSpMk id="97" creationId="{80222B25-9EFB-49F2-C6EB-F038A3027BEC}"/>
          </ac:grpSpMkLst>
        </pc:grpChg>
        <pc:grpChg chg="mod">
          <ac:chgData name="mathspt" userId="0238e0ea-a655-48f2-bae3-2ff3e0b97742" providerId="ADAL" clId="{399188D2-3F8A-499F-80C9-B0B95DA196DA}" dt="2025-08-07T09:45:15.220" v="1752" actId="1038"/>
          <ac:grpSpMkLst>
            <pc:docMk/>
            <pc:sldMk cId="4125551762" sldId="258"/>
            <ac:grpSpMk id="119" creationId="{821BF498-2427-B9BF-DFCD-7B63C7D52AC1}"/>
          </ac:grpSpMkLst>
        </pc:grpChg>
        <pc:picChg chg="add mod">
          <ac:chgData name="mathspt" userId="0238e0ea-a655-48f2-bae3-2ff3e0b97742" providerId="ADAL" clId="{399188D2-3F8A-499F-80C9-B0B95DA196DA}" dt="2025-08-07T09:44:14.226" v="1658" actId="1076"/>
          <ac:picMkLst>
            <pc:docMk/>
            <pc:sldMk cId="4125551762" sldId="258"/>
            <ac:picMk id="12" creationId="{AC86CE99-B2F9-E10A-29F2-5F22BE8AC685}"/>
          </ac:picMkLst>
        </pc:picChg>
        <pc:picChg chg="add mod">
          <ac:chgData name="mathspt" userId="0238e0ea-a655-48f2-bae3-2ff3e0b97742" providerId="ADAL" clId="{399188D2-3F8A-499F-80C9-B0B95DA196DA}" dt="2025-08-07T09:44:55.131" v="1680" actId="1076"/>
          <ac:picMkLst>
            <pc:docMk/>
            <pc:sldMk cId="4125551762" sldId="258"/>
            <ac:picMk id="32" creationId="{DACD63B5-4306-6135-C8BB-844D0B1677ED}"/>
          </ac:picMkLst>
        </pc:picChg>
        <pc:inkChg chg="add mod">
          <ac:chgData name="mathspt" userId="0238e0ea-a655-48f2-bae3-2ff3e0b97742" providerId="ADAL" clId="{399188D2-3F8A-499F-80C9-B0B95DA196DA}" dt="2025-08-07T09:51:00.156" v="2101" actId="1076"/>
          <ac:inkMkLst>
            <pc:docMk/>
            <pc:sldMk cId="4125551762" sldId="258"/>
            <ac:inkMk id="35" creationId="{4CFE5165-06FB-FE92-57C5-8A1EA6271528}"/>
          </ac:inkMkLst>
        </pc:inkChg>
      </pc:sldChg>
      <pc:sldChg chg="modSp mod">
        <pc:chgData name="mathspt" userId="0238e0ea-a655-48f2-bae3-2ff3e0b97742" providerId="ADAL" clId="{399188D2-3F8A-499F-80C9-B0B95DA196DA}" dt="2025-08-07T09:25:16.216" v="1073" actId="34135"/>
        <pc:sldMkLst>
          <pc:docMk/>
          <pc:sldMk cId="928515194" sldId="259"/>
        </pc:sldMkLst>
        <pc:spChg chg="mod">
          <ac:chgData name="mathspt" userId="0238e0ea-a655-48f2-bae3-2ff3e0b97742" providerId="ADAL" clId="{399188D2-3F8A-499F-80C9-B0B95DA196DA}" dt="2025-08-07T09:25:16.216" v="1073" actId="34135"/>
          <ac:spMkLst>
            <pc:docMk/>
            <pc:sldMk cId="928515194" sldId="259"/>
            <ac:spMk id="4" creationId="{93A9DF92-171E-AA84-B800-BAE914A694F6}"/>
          </ac:spMkLst>
        </pc:spChg>
        <pc:spChg chg="mod">
          <ac:chgData name="mathspt" userId="0238e0ea-a655-48f2-bae3-2ff3e0b97742" providerId="ADAL" clId="{399188D2-3F8A-499F-80C9-B0B95DA196DA}" dt="2025-08-07T07:35:42.399" v="255"/>
          <ac:spMkLst>
            <pc:docMk/>
            <pc:sldMk cId="928515194" sldId="259"/>
            <ac:spMk id="11" creationId="{0D6815DA-5136-95CC-F613-02BC1360F3EE}"/>
          </ac:spMkLst>
        </pc:spChg>
        <pc:spChg chg="mod">
          <ac:chgData name="mathspt" userId="0238e0ea-a655-48f2-bae3-2ff3e0b97742" providerId="ADAL" clId="{399188D2-3F8A-499F-80C9-B0B95DA196DA}" dt="2025-08-07T07:35:42.399" v="255"/>
          <ac:spMkLst>
            <pc:docMk/>
            <pc:sldMk cId="928515194" sldId="259"/>
            <ac:spMk id="13" creationId="{E8EA4B4B-D5FE-E985-C0F0-AD3502355476}"/>
          </ac:spMkLst>
        </pc:spChg>
        <pc:spChg chg="mod">
          <ac:chgData name="mathspt" userId="0238e0ea-a655-48f2-bae3-2ff3e0b97742" providerId="ADAL" clId="{399188D2-3F8A-499F-80C9-B0B95DA196DA}" dt="2025-08-07T07:35:42.399" v="255"/>
          <ac:spMkLst>
            <pc:docMk/>
            <pc:sldMk cId="928515194" sldId="259"/>
            <ac:spMk id="16" creationId="{7B39D33E-B386-15F4-5FB6-ECBCDC7D7168}"/>
          </ac:spMkLst>
        </pc:spChg>
        <pc:spChg chg="mod">
          <ac:chgData name="mathspt" userId="0238e0ea-a655-48f2-bae3-2ff3e0b97742" providerId="ADAL" clId="{399188D2-3F8A-499F-80C9-B0B95DA196DA}" dt="2025-08-07T08:08:23.971" v="969" actId="1038"/>
          <ac:spMkLst>
            <pc:docMk/>
            <pc:sldMk cId="928515194" sldId="259"/>
            <ac:spMk id="17" creationId="{7B28D4C8-7F01-116B-7241-69D5A6CE44A1}"/>
          </ac:spMkLst>
        </pc:spChg>
        <pc:spChg chg="mod">
          <ac:chgData name="mathspt" userId="0238e0ea-a655-48f2-bae3-2ff3e0b97742" providerId="ADAL" clId="{399188D2-3F8A-499F-80C9-B0B95DA196DA}" dt="2025-08-07T07:35:42.399" v="255"/>
          <ac:spMkLst>
            <pc:docMk/>
            <pc:sldMk cId="928515194" sldId="259"/>
            <ac:spMk id="19" creationId="{AE0864A6-DCA7-3D91-58C6-8E726719790B}"/>
          </ac:spMkLst>
        </pc:spChg>
        <pc:spChg chg="mod">
          <ac:chgData name="mathspt" userId="0238e0ea-a655-48f2-bae3-2ff3e0b97742" providerId="ADAL" clId="{399188D2-3F8A-499F-80C9-B0B95DA196DA}" dt="2025-08-07T07:33:04.124" v="232" actId="2711"/>
          <ac:spMkLst>
            <pc:docMk/>
            <pc:sldMk cId="928515194" sldId="259"/>
            <ac:spMk id="20" creationId="{57A43FDF-FC79-4EA5-A4E4-078372C3847B}"/>
          </ac:spMkLst>
        </pc:spChg>
        <pc:spChg chg="mod">
          <ac:chgData name="mathspt" userId="0238e0ea-a655-48f2-bae3-2ff3e0b97742" providerId="ADAL" clId="{399188D2-3F8A-499F-80C9-B0B95DA196DA}" dt="2025-08-07T07:35:42.399" v="255"/>
          <ac:spMkLst>
            <pc:docMk/>
            <pc:sldMk cId="928515194" sldId="259"/>
            <ac:spMk id="21" creationId="{92EB5B65-7970-14A4-E46F-81CDA9A26739}"/>
          </ac:spMkLst>
        </pc:spChg>
        <pc:spChg chg="mod">
          <ac:chgData name="mathspt" userId="0238e0ea-a655-48f2-bae3-2ff3e0b97742" providerId="ADAL" clId="{399188D2-3F8A-499F-80C9-B0B95DA196DA}" dt="2025-08-07T07:33:59.032" v="239" actId="2711"/>
          <ac:spMkLst>
            <pc:docMk/>
            <pc:sldMk cId="928515194" sldId="259"/>
            <ac:spMk id="22" creationId="{4F83919A-702E-ED2E-DBF8-BD37ED06D396}"/>
          </ac:spMkLst>
        </pc:spChg>
        <pc:spChg chg="mod">
          <ac:chgData name="mathspt" userId="0238e0ea-a655-48f2-bae3-2ff3e0b97742" providerId="ADAL" clId="{399188D2-3F8A-499F-80C9-B0B95DA196DA}" dt="2025-08-07T07:35:42.399" v="255"/>
          <ac:spMkLst>
            <pc:docMk/>
            <pc:sldMk cId="928515194" sldId="259"/>
            <ac:spMk id="24" creationId="{2AE175C8-F44A-9C9F-57C2-88A0311EF441}"/>
          </ac:spMkLst>
        </pc:spChg>
        <pc:spChg chg="mod">
          <ac:chgData name="mathspt" userId="0238e0ea-a655-48f2-bae3-2ff3e0b97742" providerId="ADAL" clId="{399188D2-3F8A-499F-80C9-B0B95DA196DA}" dt="2025-08-07T08:08:33.378" v="993" actId="1036"/>
          <ac:spMkLst>
            <pc:docMk/>
            <pc:sldMk cId="928515194" sldId="259"/>
            <ac:spMk id="25" creationId="{1ECB28EB-FE23-7FE6-0CB3-A8C243B8E766}"/>
          </ac:spMkLst>
        </pc:spChg>
        <pc:spChg chg="mod">
          <ac:chgData name="mathspt" userId="0238e0ea-a655-48f2-bae3-2ff3e0b97742" providerId="ADAL" clId="{399188D2-3F8A-499F-80C9-B0B95DA196DA}" dt="2025-08-07T07:35:42.399" v="255"/>
          <ac:spMkLst>
            <pc:docMk/>
            <pc:sldMk cId="928515194" sldId="259"/>
            <ac:spMk id="26" creationId="{531DD109-563F-7F86-F295-5F5B8052E64F}"/>
          </ac:spMkLst>
        </pc:spChg>
        <pc:spChg chg="mod">
          <ac:chgData name="mathspt" userId="0238e0ea-a655-48f2-bae3-2ff3e0b97742" providerId="ADAL" clId="{399188D2-3F8A-499F-80C9-B0B95DA196DA}" dt="2025-08-07T08:08:47.361" v="994" actId="20577"/>
          <ac:spMkLst>
            <pc:docMk/>
            <pc:sldMk cId="928515194" sldId="259"/>
            <ac:spMk id="27" creationId="{05BDD46A-5DBC-CC2A-1866-C5FA431CCAE2}"/>
          </ac:spMkLst>
        </pc:spChg>
        <pc:spChg chg="mod">
          <ac:chgData name="mathspt" userId="0238e0ea-a655-48f2-bae3-2ff3e0b97742" providerId="ADAL" clId="{399188D2-3F8A-499F-80C9-B0B95DA196DA}" dt="2025-08-07T08:09:02.749" v="1001" actId="1038"/>
          <ac:spMkLst>
            <pc:docMk/>
            <pc:sldMk cId="928515194" sldId="259"/>
            <ac:spMk id="28" creationId="{D27853B4-B22B-EA69-B43D-9E99B63D95AA}"/>
          </ac:spMkLst>
        </pc:spChg>
        <pc:spChg chg="mod">
          <ac:chgData name="mathspt" userId="0238e0ea-a655-48f2-bae3-2ff3e0b97742" providerId="ADAL" clId="{399188D2-3F8A-499F-80C9-B0B95DA196DA}" dt="2025-08-07T07:35:42.399" v="255"/>
          <ac:spMkLst>
            <pc:docMk/>
            <pc:sldMk cId="928515194" sldId="259"/>
            <ac:spMk id="37" creationId="{EA3DB8D3-738D-43F1-192F-B44C2D3968F6}"/>
          </ac:spMkLst>
        </pc:spChg>
        <pc:spChg chg="mod">
          <ac:chgData name="mathspt" userId="0238e0ea-a655-48f2-bae3-2ff3e0b97742" providerId="ADAL" clId="{399188D2-3F8A-499F-80C9-B0B95DA196DA}" dt="2025-08-07T07:35:15.363" v="248"/>
          <ac:spMkLst>
            <pc:docMk/>
            <pc:sldMk cId="928515194" sldId="259"/>
            <ac:spMk id="40" creationId="{71FD4325-AA67-312A-8518-B09E9B14B3A5}"/>
          </ac:spMkLst>
        </pc:spChg>
        <pc:spChg chg="mod">
          <ac:chgData name="mathspt" userId="0238e0ea-a655-48f2-bae3-2ff3e0b97742" providerId="ADAL" clId="{399188D2-3F8A-499F-80C9-B0B95DA196DA}" dt="2025-08-07T07:35:15.363" v="248"/>
          <ac:spMkLst>
            <pc:docMk/>
            <pc:sldMk cId="928515194" sldId="259"/>
            <ac:spMk id="50" creationId="{DF0615A3-9619-85CC-A2D0-F8E2C3B862A1}"/>
          </ac:spMkLst>
        </pc:spChg>
        <pc:spChg chg="mod">
          <ac:chgData name="mathspt" userId="0238e0ea-a655-48f2-bae3-2ff3e0b97742" providerId="ADAL" clId="{399188D2-3F8A-499F-80C9-B0B95DA196DA}" dt="2025-08-07T07:35:15.363" v="248"/>
          <ac:spMkLst>
            <pc:docMk/>
            <pc:sldMk cId="928515194" sldId="259"/>
            <ac:spMk id="51" creationId="{108BEBE4-75C3-8273-0911-CC114C3B00D4}"/>
          </ac:spMkLst>
        </pc:spChg>
        <pc:spChg chg="mod">
          <ac:chgData name="mathspt" userId="0238e0ea-a655-48f2-bae3-2ff3e0b97742" providerId="ADAL" clId="{399188D2-3F8A-499F-80C9-B0B95DA196DA}" dt="2025-08-07T07:35:15.363" v="248"/>
          <ac:spMkLst>
            <pc:docMk/>
            <pc:sldMk cId="928515194" sldId="259"/>
            <ac:spMk id="53" creationId="{B0E29E93-602B-BB44-F735-585A6CA365A9}"/>
          </ac:spMkLst>
        </pc:spChg>
        <pc:spChg chg="mod">
          <ac:chgData name="mathspt" userId="0238e0ea-a655-48f2-bae3-2ff3e0b97742" providerId="ADAL" clId="{399188D2-3F8A-499F-80C9-B0B95DA196DA}" dt="2025-08-07T08:07:30.630" v="956" actId="1037"/>
          <ac:spMkLst>
            <pc:docMk/>
            <pc:sldMk cId="928515194" sldId="259"/>
            <ac:spMk id="54" creationId="{6F14315E-2F93-2FEE-DD94-3479CB2EBFD6}"/>
          </ac:spMkLst>
        </pc:spChg>
        <pc:spChg chg="mod">
          <ac:chgData name="mathspt" userId="0238e0ea-a655-48f2-bae3-2ff3e0b97742" providerId="ADAL" clId="{399188D2-3F8A-499F-80C9-B0B95DA196DA}" dt="2025-08-07T07:35:15.363" v="248"/>
          <ac:spMkLst>
            <pc:docMk/>
            <pc:sldMk cId="928515194" sldId="259"/>
            <ac:spMk id="55" creationId="{580C15AF-3FE6-73B3-A297-F1404632F331}"/>
          </ac:spMkLst>
        </pc:spChg>
        <pc:spChg chg="mod">
          <ac:chgData name="mathspt" userId="0238e0ea-a655-48f2-bae3-2ff3e0b97742" providerId="ADAL" clId="{399188D2-3F8A-499F-80C9-B0B95DA196DA}" dt="2025-08-07T07:33:32.916" v="236" actId="2711"/>
          <ac:spMkLst>
            <pc:docMk/>
            <pc:sldMk cId="928515194" sldId="259"/>
            <ac:spMk id="58" creationId="{F71A206E-F9D7-9B30-32DE-FD80D0B5166C}"/>
          </ac:spMkLst>
        </pc:spChg>
        <pc:spChg chg="mod">
          <ac:chgData name="mathspt" userId="0238e0ea-a655-48f2-bae3-2ff3e0b97742" providerId="ADAL" clId="{399188D2-3F8A-499F-80C9-B0B95DA196DA}" dt="2025-08-07T07:35:15.363" v="248"/>
          <ac:spMkLst>
            <pc:docMk/>
            <pc:sldMk cId="928515194" sldId="259"/>
            <ac:spMk id="59" creationId="{2A1BCB14-6E20-55DB-E678-FF05F787815E}"/>
          </ac:spMkLst>
        </pc:spChg>
        <pc:spChg chg="mod">
          <ac:chgData name="mathspt" userId="0238e0ea-a655-48f2-bae3-2ff3e0b97742" providerId="ADAL" clId="{399188D2-3F8A-499F-80C9-B0B95DA196DA}" dt="2025-08-07T07:35:09.283" v="247"/>
          <ac:spMkLst>
            <pc:docMk/>
            <pc:sldMk cId="928515194" sldId="259"/>
            <ac:spMk id="60" creationId="{D37DF70D-1A7B-6FC8-D352-E0613250E9B7}"/>
          </ac:spMkLst>
        </pc:spChg>
        <pc:spChg chg="mod">
          <ac:chgData name="mathspt" userId="0238e0ea-a655-48f2-bae3-2ff3e0b97742" providerId="ADAL" clId="{399188D2-3F8A-499F-80C9-B0B95DA196DA}" dt="2025-08-07T07:35:34.987" v="254" actId="2711"/>
          <ac:spMkLst>
            <pc:docMk/>
            <pc:sldMk cId="928515194" sldId="259"/>
            <ac:spMk id="67" creationId="{56AED8B1-6C31-56EF-DA34-E34F97DC3988}"/>
          </ac:spMkLst>
        </pc:spChg>
        <pc:spChg chg="mod">
          <ac:chgData name="mathspt" userId="0238e0ea-a655-48f2-bae3-2ff3e0b97742" providerId="ADAL" clId="{399188D2-3F8A-499F-80C9-B0B95DA196DA}" dt="2025-08-07T07:35:15.363" v="248"/>
          <ac:spMkLst>
            <pc:docMk/>
            <pc:sldMk cId="928515194" sldId="259"/>
            <ac:spMk id="70" creationId="{E2520821-2C8E-8028-78EE-A7B9C747C999}"/>
          </ac:spMkLst>
        </pc:spChg>
        <pc:spChg chg="mod">
          <ac:chgData name="mathspt" userId="0238e0ea-a655-48f2-bae3-2ff3e0b97742" providerId="ADAL" clId="{399188D2-3F8A-499F-80C9-B0B95DA196DA}" dt="2025-08-07T08:07:40.874" v="957" actId="2711"/>
          <ac:spMkLst>
            <pc:docMk/>
            <pc:sldMk cId="928515194" sldId="259"/>
            <ac:spMk id="72" creationId="{53CBA42F-50D2-82DA-58DC-1EC7389FFF16}"/>
          </ac:spMkLst>
        </pc:spChg>
        <pc:spChg chg="mod">
          <ac:chgData name="mathspt" userId="0238e0ea-a655-48f2-bae3-2ff3e0b97742" providerId="ADAL" clId="{399188D2-3F8A-499F-80C9-B0B95DA196DA}" dt="2025-08-07T07:33:08.964" v="233" actId="2711"/>
          <ac:spMkLst>
            <pc:docMk/>
            <pc:sldMk cId="928515194" sldId="259"/>
            <ac:spMk id="75" creationId="{3814B6E3-4352-1583-1F4B-109546B1A375}"/>
          </ac:spMkLst>
        </pc:spChg>
        <pc:spChg chg="mod">
          <ac:chgData name="mathspt" userId="0238e0ea-a655-48f2-bae3-2ff3e0b97742" providerId="ADAL" clId="{399188D2-3F8A-499F-80C9-B0B95DA196DA}" dt="2025-08-07T07:35:01.452" v="246" actId="2711"/>
          <ac:spMkLst>
            <pc:docMk/>
            <pc:sldMk cId="928515194" sldId="259"/>
            <ac:spMk id="76" creationId="{EE6FA3FD-01CF-154A-6739-E6BE2725B133}"/>
          </ac:spMkLst>
        </pc:spChg>
        <pc:spChg chg="mod">
          <ac:chgData name="mathspt" userId="0238e0ea-a655-48f2-bae3-2ff3e0b97742" providerId="ADAL" clId="{399188D2-3F8A-499F-80C9-B0B95DA196DA}" dt="2025-08-07T07:33:27.026" v="235" actId="2711"/>
          <ac:spMkLst>
            <pc:docMk/>
            <pc:sldMk cId="928515194" sldId="259"/>
            <ac:spMk id="89" creationId="{6D3FBC6A-20B3-79D8-F800-FE5027EB850E}"/>
          </ac:spMkLst>
        </pc:spChg>
        <pc:spChg chg="mod">
          <ac:chgData name="mathspt" userId="0238e0ea-a655-48f2-bae3-2ff3e0b97742" providerId="ADAL" clId="{399188D2-3F8A-499F-80C9-B0B95DA196DA}" dt="2025-08-07T07:35:25.896" v="253" actId="20577"/>
          <ac:spMkLst>
            <pc:docMk/>
            <pc:sldMk cId="928515194" sldId="259"/>
            <ac:spMk id="91" creationId="{B06AA023-1F75-E38E-9F85-803531159819}"/>
          </ac:spMkLst>
        </pc:spChg>
        <pc:spChg chg="mod">
          <ac:chgData name="mathspt" userId="0238e0ea-a655-48f2-bae3-2ff3e0b97742" providerId="ADAL" clId="{399188D2-3F8A-499F-80C9-B0B95DA196DA}" dt="2025-08-07T07:34:38.966" v="243" actId="2711"/>
          <ac:spMkLst>
            <pc:docMk/>
            <pc:sldMk cId="928515194" sldId="259"/>
            <ac:spMk id="92" creationId="{AF735E62-D0A6-B388-9CE1-626E2965C0CC}"/>
          </ac:spMkLst>
        </pc:spChg>
        <pc:grpChg chg="mod">
          <ac:chgData name="mathspt" userId="0238e0ea-a655-48f2-bae3-2ff3e0b97742" providerId="ADAL" clId="{399188D2-3F8A-499F-80C9-B0B95DA196DA}" dt="2025-08-07T08:08:10.458" v="960" actId="1076"/>
          <ac:grpSpMkLst>
            <pc:docMk/>
            <pc:sldMk cId="928515194" sldId="259"/>
            <ac:grpSpMk id="95" creationId="{2853011D-5441-6ADD-2A92-671E7D7EA682}"/>
          </ac:grpSpMkLst>
        </pc:grpChg>
        <pc:picChg chg="mod">
          <ac:chgData name="mathspt" userId="0238e0ea-a655-48f2-bae3-2ff3e0b97742" providerId="ADAL" clId="{399188D2-3F8A-499F-80C9-B0B95DA196DA}" dt="2025-08-07T07:32:52.490" v="231" actId="34135"/>
          <ac:picMkLst>
            <pc:docMk/>
            <pc:sldMk cId="928515194" sldId="259"/>
            <ac:picMk id="3" creationId="{F6F2E04F-8CCC-1EA0-3399-2D4D2FBE85BC}"/>
          </ac:picMkLst>
        </pc:picChg>
      </pc:sldChg>
      <pc:sldChg chg="modSp mod">
        <pc:chgData name="mathspt" userId="0238e0ea-a655-48f2-bae3-2ff3e0b97742" providerId="ADAL" clId="{399188D2-3F8A-499F-80C9-B0B95DA196DA}" dt="2025-08-07T08:10:52.301" v="1050" actId="1038"/>
        <pc:sldMkLst>
          <pc:docMk/>
          <pc:sldMk cId="519719835" sldId="260"/>
        </pc:sldMkLst>
        <pc:spChg chg="mod">
          <ac:chgData name="mathspt" userId="0238e0ea-a655-48f2-bae3-2ff3e0b97742" providerId="ADAL" clId="{399188D2-3F8A-499F-80C9-B0B95DA196DA}" dt="2025-08-07T07:36:14.851" v="262"/>
          <ac:spMkLst>
            <pc:docMk/>
            <pc:sldMk cId="519719835" sldId="260"/>
            <ac:spMk id="14" creationId="{99F8322B-CD70-119D-9839-D057A7ADB0D0}"/>
          </ac:spMkLst>
        </pc:spChg>
        <pc:spChg chg="mod">
          <ac:chgData name="mathspt" userId="0238e0ea-a655-48f2-bae3-2ff3e0b97742" providerId="ADAL" clId="{399188D2-3F8A-499F-80C9-B0B95DA196DA}" dt="2025-08-07T07:36:14.851" v="262"/>
          <ac:spMkLst>
            <pc:docMk/>
            <pc:sldMk cId="519719835" sldId="260"/>
            <ac:spMk id="16" creationId="{30D5E3ED-C5D3-6439-95EB-3130AC00731A}"/>
          </ac:spMkLst>
        </pc:spChg>
        <pc:spChg chg="mod">
          <ac:chgData name="mathspt" userId="0238e0ea-a655-48f2-bae3-2ff3e0b97742" providerId="ADAL" clId="{399188D2-3F8A-499F-80C9-B0B95DA196DA}" dt="2025-08-07T07:36:19" v="263" actId="2711"/>
          <ac:spMkLst>
            <pc:docMk/>
            <pc:sldMk cId="519719835" sldId="260"/>
            <ac:spMk id="18" creationId="{4B8C38E3-AB3E-AF68-0BA8-DECA2D96A651}"/>
          </ac:spMkLst>
        </pc:spChg>
        <pc:spChg chg="mod">
          <ac:chgData name="mathspt" userId="0238e0ea-a655-48f2-bae3-2ff3e0b97742" providerId="ADAL" clId="{399188D2-3F8A-499F-80C9-B0B95DA196DA}" dt="2025-08-07T07:37:16.184" v="274"/>
          <ac:spMkLst>
            <pc:docMk/>
            <pc:sldMk cId="519719835" sldId="260"/>
            <ac:spMk id="21" creationId="{C820F01D-E148-5D1B-BB44-C60D5759609A}"/>
          </ac:spMkLst>
        </pc:spChg>
        <pc:spChg chg="mod">
          <ac:chgData name="mathspt" userId="0238e0ea-a655-48f2-bae3-2ff3e0b97742" providerId="ADAL" clId="{399188D2-3F8A-499F-80C9-B0B95DA196DA}" dt="2025-08-07T07:37:09.152" v="273" actId="2711"/>
          <ac:spMkLst>
            <pc:docMk/>
            <pc:sldMk cId="519719835" sldId="260"/>
            <ac:spMk id="22" creationId="{10A618AA-9BF6-7BC2-A862-99D0A4C3762F}"/>
          </ac:spMkLst>
        </pc:spChg>
        <pc:spChg chg="mod">
          <ac:chgData name="mathspt" userId="0238e0ea-a655-48f2-bae3-2ff3e0b97742" providerId="ADAL" clId="{399188D2-3F8A-499F-80C9-B0B95DA196DA}" dt="2025-08-07T07:36:32.861" v="264"/>
          <ac:spMkLst>
            <pc:docMk/>
            <pc:sldMk cId="519719835" sldId="260"/>
            <ac:spMk id="24" creationId="{A594BFB9-E296-DCB3-C27E-210766E1D718}"/>
          </ac:spMkLst>
        </pc:spChg>
        <pc:spChg chg="mod">
          <ac:chgData name="mathspt" userId="0238e0ea-a655-48f2-bae3-2ff3e0b97742" providerId="ADAL" clId="{399188D2-3F8A-499F-80C9-B0B95DA196DA}" dt="2025-08-07T07:36:14.851" v="262"/>
          <ac:spMkLst>
            <pc:docMk/>
            <pc:sldMk cId="519719835" sldId="260"/>
            <ac:spMk id="29" creationId="{961797D0-4B2F-5CAB-70EA-6C4BCAD97778}"/>
          </ac:spMkLst>
        </pc:spChg>
        <pc:spChg chg="mod">
          <ac:chgData name="mathspt" userId="0238e0ea-a655-48f2-bae3-2ff3e0b97742" providerId="ADAL" clId="{399188D2-3F8A-499F-80C9-B0B95DA196DA}" dt="2025-08-07T07:36:14.851" v="262"/>
          <ac:spMkLst>
            <pc:docMk/>
            <pc:sldMk cId="519719835" sldId="260"/>
            <ac:spMk id="31" creationId="{60BA2D65-10D0-46AF-A7F8-880A86DAA05F}"/>
          </ac:spMkLst>
        </pc:spChg>
        <pc:spChg chg="mod">
          <ac:chgData name="mathspt" userId="0238e0ea-a655-48f2-bae3-2ff3e0b97742" providerId="ADAL" clId="{399188D2-3F8A-499F-80C9-B0B95DA196DA}" dt="2025-08-07T07:37:22.933" v="275"/>
          <ac:spMkLst>
            <pc:docMk/>
            <pc:sldMk cId="519719835" sldId="260"/>
            <ac:spMk id="32" creationId="{FA127905-01BF-5B98-DC91-A2A6DAFDA8E2}"/>
          </ac:spMkLst>
        </pc:spChg>
        <pc:spChg chg="mod">
          <ac:chgData name="mathspt" userId="0238e0ea-a655-48f2-bae3-2ff3e0b97742" providerId="ADAL" clId="{399188D2-3F8A-499F-80C9-B0B95DA196DA}" dt="2025-08-07T07:36:37.015" v="265"/>
          <ac:spMkLst>
            <pc:docMk/>
            <pc:sldMk cId="519719835" sldId="260"/>
            <ac:spMk id="33" creationId="{F1079621-27F1-3496-C499-C33AD73030DA}"/>
          </ac:spMkLst>
        </pc:spChg>
        <pc:spChg chg="mod">
          <ac:chgData name="mathspt" userId="0238e0ea-a655-48f2-bae3-2ff3e0b97742" providerId="ADAL" clId="{399188D2-3F8A-499F-80C9-B0B95DA196DA}" dt="2025-08-07T07:36:14.851" v="262"/>
          <ac:spMkLst>
            <pc:docMk/>
            <pc:sldMk cId="519719835" sldId="260"/>
            <ac:spMk id="34" creationId="{76C50C98-BC53-1E4D-EB88-98E4CAE1B9B9}"/>
          </ac:spMkLst>
        </pc:spChg>
        <pc:spChg chg="mod">
          <ac:chgData name="mathspt" userId="0238e0ea-a655-48f2-bae3-2ff3e0b97742" providerId="ADAL" clId="{399188D2-3F8A-499F-80C9-B0B95DA196DA}" dt="2025-08-07T07:36:46.190" v="267"/>
          <ac:spMkLst>
            <pc:docMk/>
            <pc:sldMk cId="519719835" sldId="260"/>
            <ac:spMk id="36" creationId="{80A400B9-FD8B-9082-652D-A07805A02AC8}"/>
          </ac:spMkLst>
        </pc:spChg>
        <pc:spChg chg="mod">
          <ac:chgData name="mathspt" userId="0238e0ea-a655-48f2-bae3-2ff3e0b97742" providerId="ADAL" clId="{399188D2-3F8A-499F-80C9-B0B95DA196DA}" dt="2025-08-07T07:36:46.190" v="267"/>
          <ac:spMkLst>
            <pc:docMk/>
            <pc:sldMk cId="519719835" sldId="260"/>
            <ac:spMk id="38" creationId="{FEA4DC58-7C98-37A0-D058-A550937CE99E}"/>
          </ac:spMkLst>
        </pc:spChg>
        <pc:spChg chg="mod">
          <ac:chgData name="mathspt" userId="0238e0ea-a655-48f2-bae3-2ff3e0b97742" providerId="ADAL" clId="{399188D2-3F8A-499F-80C9-B0B95DA196DA}" dt="2025-08-07T07:37:26.506" v="276"/>
          <ac:spMkLst>
            <pc:docMk/>
            <pc:sldMk cId="519719835" sldId="260"/>
            <ac:spMk id="39" creationId="{BB95F487-FB07-15D0-25BE-5B6C17A7B89D}"/>
          </ac:spMkLst>
        </pc:spChg>
        <pc:spChg chg="mod">
          <ac:chgData name="mathspt" userId="0238e0ea-a655-48f2-bae3-2ff3e0b97742" providerId="ADAL" clId="{399188D2-3F8A-499F-80C9-B0B95DA196DA}" dt="2025-08-07T07:36:46.190" v="267"/>
          <ac:spMkLst>
            <pc:docMk/>
            <pc:sldMk cId="519719835" sldId="260"/>
            <ac:spMk id="40" creationId="{E807C2B9-D224-1BD9-D8F9-25D63283A4F3}"/>
          </ac:spMkLst>
        </pc:spChg>
        <pc:spChg chg="mod">
          <ac:chgData name="mathspt" userId="0238e0ea-a655-48f2-bae3-2ff3e0b97742" providerId="ADAL" clId="{399188D2-3F8A-499F-80C9-B0B95DA196DA}" dt="2025-08-07T07:36:53.880" v="270"/>
          <ac:spMkLst>
            <pc:docMk/>
            <pc:sldMk cId="519719835" sldId="260"/>
            <ac:spMk id="43" creationId="{0AF3E380-0F04-FE8F-CCD6-E86354DB36EC}"/>
          </ac:spMkLst>
        </pc:spChg>
        <pc:spChg chg="mod">
          <ac:chgData name="mathspt" userId="0238e0ea-a655-48f2-bae3-2ff3e0b97742" providerId="ADAL" clId="{399188D2-3F8A-499F-80C9-B0B95DA196DA}" dt="2025-08-07T07:36:53.880" v="270"/>
          <ac:spMkLst>
            <pc:docMk/>
            <pc:sldMk cId="519719835" sldId="260"/>
            <ac:spMk id="45" creationId="{72DA6A34-8E47-E84B-48F6-F35CBD29476F}"/>
          </ac:spMkLst>
        </pc:spChg>
        <pc:spChg chg="mod">
          <ac:chgData name="mathspt" userId="0238e0ea-a655-48f2-bae3-2ff3e0b97742" providerId="ADAL" clId="{399188D2-3F8A-499F-80C9-B0B95DA196DA}" dt="2025-08-07T07:37:50.149" v="281"/>
          <ac:spMkLst>
            <pc:docMk/>
            <pc:sldMk cId="519719835" sldId="260"/>
            <ac:spMk id="46" creationId="{98330541-409B-4E06-D35E-0B9050793039}"/>
          </ac:spMkLst>
        </pc:spChg>
        <pc:spChg chg="mod">
          <ac:chgData name="mathspt" userId="0238e0ea-a655-48f2-bae3-2ff3e0b97742" providerId="ADAL" clId="{399188D2-3F8A-499F-80C9-B0B95DA196DA}" dt="2025-08-07T07:36:58.737" v="272"/>
          <ac:spMkLst>
            <pc:docMk/>
            <pc:sldMk cId="519719835" sldId="260"/>
            <ac:spMk id="47" creationId="{866C1E07-5D14-A912-C842-87370843FCE8}"/>
          </ac:spMkLst>
        </pc:spChg>
        <pc:spChg chg="mod">
          <ac:chgData name="mathspt" userId="0238e0ea-a655-48f2-bae3-2ff3e0b97742" providerId="ADAL" clId="{399188D2-3F8A-499F-80C9-B0B95DA196DA}" dt="2025-08-07T07:36:53.880" v="270"/>
          <ac:spMkLst>
            <pc:docMk/>
            <pc:sldMk cId="519719835" sldId="260"/>
            <ac:spMk id="50" creationId="{5C7BEC44-A147-2ED3-91CF-5249D546BF6A}"/>
          </ac:spMkLst>
        </pc:spChg>
        <pc:spChg chg="mod">
          <ac:chgData name="mathspt" userId="0238e0ea-a655-48f2-bae3-2ff3e0b97742" providerId="ADAL" clId="{399188D2-3F8A-499F-80C9-B0B95DA196DA}" dt="2025-08-07T07:37:44.171" v="279"/>
          <ac:spMkLst>
            <pc:docMk/>
            <pc:sldMk cId="519719835" sldId="260"/>
            <ac:spMk id="53" creationId="{2BE8A104-2942-357A-8144-9E0CBAAAE3FE}"/>
          </ac:spMkLst>
        </pc:spChg>
        <pc:spChg chg="mod">
          <ac:chgData name="mathspt" userId="0238e0ea-a655-48f2-bae3-2ff3e0b97742" providerId="ADAL" clId="{399188D2-3F8A-499F-80C9-B0B95DA196DA}" dt="2025-08-07T07:36:53.880" v="270"/>
          <ac:spMkLst>
            <pc:docMk/>
            <pc:sldMk cId="519719835" sldId="260"/>
            <ac:spMk id="54" creationId="{6FF31DB6-EEE3-F6C5-C083-804D296234BF}"/>
          </ac:spMkLst>
        </pc:spChg>
        <pc:spChg chg="mod">
          <ac:chgData name="mathspt" userId="0238e0ea-a655-48f2-bae3-2ff3e0b97742" providerId="ADAL" clId="{399188D2-3F8A-499F-80C9-B0B95DA196DA}" dt="2025-08-07T07:36:53.880" v="270"/>
          <ac:spMkLst>
            <pc:docMk/>
            <pc:sldMk cId="519719835" sldId="260"/>
            <ac:spMk id="55" creationId="{66343C46-2A37-4444-ABAE-674349D1F62D}"/>
          </ac:spMkLst>
        </pc:spChg>
        <pc:spChg chg="mod">
          <ac:chgData name="mathspt" userId="0238e0ea-a655-48f2-bae3-2ff3e0b97742" providerId="ADAL" clId="{399188D2-3F8A-499F-80C9-B0B95DA196DA}" dt="2025-08-07T07:37:36.759" v="277"/>
          <ac:spMkLst>
            <pc:docMk/>
            <pc:sldMk cId="519719835" sldId="260"/>
            <ac:spMk id="60" creationId="{3DF2CFF0-5A87-7F71-564F-AD00C4E866DA}"/>
          </ac:spMkLst>
        </pc:spChg>
        <pc:spChg chg="mod">
          <ac:chgData name="mathspt" userId="0238e0ea-a655-48f2-bae3-2ff3e0b97742" providerId="ADAL" clId="{399188D2-3F8A-499F-80C9-B0B95DA196DA}" dt="2025-08-07T07:36:48.738" v="268"/>
          <ac:spMkLst>
            <pc:docMk/>
            <pc:sldMk cId="519719835" sldId="260"/>
            <ac:spMk id="61" creationId="{A08BB9C3-7BC9-A2B2-18EB-F799AB812C8F}"/>
          </ac:spMkLst>
        </pc:spChg>
        <pc:spChg chg="mod">
          <ac:chgData name="mathspt" userId="0238e0ea-a655-48f2-bae3-2ff3e0b97742" providerId="ADAL" clId="{399188D2-3F8A-499F-80C9-B0B95DA196DA}" dt="2025-08-07T07:36:14.851" v="262"/>
          <ac:spMkLst>
            <pc:docMk/>
            <pc:sldMk cId="519719835" sldId="260"/>
            <ac:spMk id="63" creationId="{5C5F2600-C6B9-7EA2-7DB9-462096F23269}"/>
          </ac:spMkLst>
        </pc:spChg>
        <pc:spChg chg="mod">
          <ac:chgData name="mathspt" userId="0238e0ea-a655-48f2-bae3-2ff3e0b97742" providerId="ADAL" clId="{399188D2-3F8A-499F-80C9-B0B95DA196DA}" dt="2025-08-07T07:36:14.851" v="262"/>
          <ac:spMkLst>
            <pc:docMk/>
            <pc:sldMk cId="519719835" sldId="260"/>
            <ac:spMk id="64" creationId="{06E4EC97-61E1-9230-A764-8466986F1544}"/>
          </ac:spMkLst>
        </pc:spChg>
        <pc:spChg chg="mod">
          <ac:chgData name="mathspt" userId="0238e0ea-a655-48f2-bae3-2ff3e0b97742" providerId="ADAL" clId="{399188D2-3F8A-499F-80C9-B0B95DA196DA}" dt="2025-08-07T07:36:46.190" v="267"/>
          <ac:spMkLst>
            <pc:docMk/>
            <pc:sldMk cId="519719835" sldId="260"/>
            <ac:spMk id="65" creationId="{3BF3E9C0-9BAD-C2E8-DC60-B9FA51F5AE24}"/>
          </ac:spMkLst>
        </pc:spChg>
        <pc:spChg chg="mod">
          <ac:chgData name="mathspt" userId="0238e0ea-a655-48f2-bae3-2ff3e0b97742" providerId="ADAL" clId="{399188D2-3F8A-499F-80C9-B0B95DA196DA}" dt="2025-08-07T07:36:46.190" v="267"/>
          <ac:spMkLst>
            <pc:docMk/>
            <pc:sldMk cId="519719835" sldId="260"/>
            <ac:spMk id="66" creationId="{07566F12-6AF5-1E2C-7FFA-600FB804A10D}"/>
          </ac:spMkLst>
        </pc:spChg>
        <pc:spChg chg="mod">
          <ac:chgData name="mathspt" userId="0238e0ea-a655-48f2-bae3-2ff3e0b97742" providerId="ADAL" clId="{399188D2-3F8A-499F-80C9-B0B95DA196DA}" dt="2025-08-07T07:38:01.953" v="282"/>
          <ac:spMkLst>
            <pc:docMk/>
            <pc:sldMk cId="519719835" sldId="260"/>
            <ac:spMk id="67" creationId="{B8DB5677-2036-EE18-ECDD-A9CE4AE15667}"/>
          </ac:spMkLst>
        </pc:spChg>
        <pc:spChg chg="mod">
          <ac:chgData name="mathspt" userId="0238e0ea-a655-48f2-bae3-2ff3e0b97742" providerId="ADAL" clId="{399188D2-3F8A-499F-80C9-B0B95DA196DA}" dt="2025-08-07T07:36:46.190" v="267"/>
          <ac:spMkLst>
            <pc:docMk/>
            <pc:sldMk cId="519719835" sldId="260"/>
            <ac:spMk id="68" creationId="{094E00D8-BB91-3D19-5B42-6533FC2D1538}"/>
          </ac:spMkLst>
        </pc:spChg>
        <pc:spChg chg="mod">
          <ac:chgData name="mathspt" userId="0238e0ea-a655-48f2-bae3-2ff3e0b97742" providerId="ADAL" clId="{399188D2-3F8A-499F-80C9-B0B95DA196DA}" dt="2025-08-07T07:36:46.190" v="267"/>
          <ac:spMkLst>
            <pc:docMk/>
            <pc:sldMk cId="519719835" sldId="260"/>
            <ac:spMk id="69" creationId="{4D7D46BA-AF4E-C07D-40D6-C835F831DD14}"/>
          </ac:spMkLst>
        </pc:spChg>
        <pc:spChg chg="mod">
          <ac:chgData name="mathspt" userId="0238e0ea-a655-48f2-bae3-2ff3e0b97742" providerId="ADAL" clId="{399188D2-3F8A-499F-80C9-B0B95DA196DA}" dt="2025-08-07T07:36:46.190" v="267"/>
          <ac:spMkLst>
            <pc:docMk/>
            <pc:sldMk cId="519719835" sldId="260"/>
            <ac:spMk id="70" creationId="{77D9880B-5477-92FD-F0E9-33BEBA4C74B8}"/>
          </ac:spMkLst>
        </pc:spChg>
        <pc:spChg chg="mod">
          <ac:chgData name="mathspt" userId="0238e0ea-a655-48f2-bae3-2ff3e0b97742" providerId="ADAL" clId="{399188D2-3F8A-499F-80C9-B0B95DA196DA}" dt="2025-08-07T07:36:46.190" v="267"/>
          <ac:spMkLst>
            <pc:docMk/>
            <pc:sldMk cId="519719835" sldId="260"/>
            <ac:spMk id="71" creationId="{63F2901E-8A15-0644-269C-CAC491E92FFB}"/>
          </ac:spMkLst>
        </pc:spChg>
        <pc:spChg chg="mod">
          <ac:chgData name="mathspt" userId="0238e0ea-a655-48f2-bae3-2ff3e0b97742" providerId="ADAL" clId="{399188D2-3F8A-499F-80C9-B0B95DA196DA}" dt="2025-08-07T07:36:53.880" v="270"/>
          <ac:spMkLst>
            <pc:docMk/>
            <pc:sldMk cId="519719835" sldId="260"/>
            <ac:spMk id="72" creationId="{56BE2E4B-EFAF-6B0A-F096-8DDC42426976}"/>
          </ac:spMkLst>
        </pc:spChg>
        <pc:spChg chg="mod">
          <ac:chgData name="mathspt" userId="0238e0ea-a655-48f2-bae3-2ff3e0b97742" providerId="ADAL" clId="{399188D2-3F8A-499F-80C9-B0B95DA196DA}" dt="2025-08-07T07:36:53.880" v="270"/>
          <ac:spMkLst>
            <pc:docMk/>
            <pc:sldMk cId="519719835" sldId="260"/>
            <ac:spMk id="74" creationId="{99BB8189-C92C-7140-4C9B-216D0FD0818C}"/>
          </ac:spMkLst>
        </pc:spChg>
        <pc:spChg chg="mod">
          <ac:chgData name="mathspt" userId="0238e0ea-a655-48f2-bae3-2ff3e0b97742" providerId="ADAL" clId="{399188D2-3F8A-499F-80C9-B0B95DA196DA}" dt="2025-08-07T07:36:53.880" v="270"/>
          <ac:spMkLst>
            <pc:docMk/>
            <pc:sldMk cId="519719835" sldId="260"/>
            <ac:spMk id="76" creationId="{4472CF44-34CA-EE35-E913-08245A7EA0B3}"/>
          </ac:spMkLst>
        </pc:spChg>
        <pc:spChg chg="mod">
          <ac:chgData name="mathspt" userId="0238e0ea-a655-48f2-bae3-2ff3e0b97742" providerId="ADAL" clId="{399188D2-3F8A-499F-80C9-B0B95DA196DA}" dt="2025-08-07T07:37:46.646" v="280"/>
          <ac:spMkLst>
            <pc:docMk/>
            <pc:sldMk cId="519719835" sldId="260"/>
            <ac:spMk id="77" creationId="{5232A2C0-71F0-E369-3705-3362F015C70C}"/>
          </ac:spMkLst>
        </pc:spChg>
        <pc:spChg chg="mod">
          <ac:chgData name="mathspt" userId="0238e0ea-a655-48f2-bae3-2ff3e0b97742" providerId="ADAL" clId="{399188D2-3F8A-499F-80C9-B0B95DA196DA}" dt="2025-08-07T07:36:56.586" v="271"/>
          <ac:spMkLst>
            <pc:docMk/>
            <pc:sldMk cId="519719835" sldId="260"/>
            <ac:spMk id="78" creationId="{D70FC6F1-DC96-04C3-A610-958123D9CFAE}"/>
          </ac:spMkLst>
        </pc:spChg>
        <pc:spChg chg="mod">
          <ac:chgData name="mathspt" userId="0238e0ea-a655-48f2-bae3-2ff3e0b97742" providerId="ADAL" clId="{399188D2-3F8A-499F-80C9-B0B95DA196DA}" dt="2025-08-07T07:37:40.933" v="278"/>
          <ac:spMkLst>
            <pc:docMk/>
            <pc:sldMk cId="519719835" sldId="260"/>
            <ac:spMk id="86" creationId="{2EFE68F4-4569-8FF1-110F-6078B7E08E28}"/>
          </ac:spMkLst>
        </pc:spChg>
        <pc:spChg chg="mod">
          <ac:chgData name="mathspt" userId="0238e0ea-a655-48f2-bae3-2ff3e0b97742" providerId="ADAL" clId="{399188D2-3F8A-499F-80C9-B0B95DA196DA}" dt="2025-08-07T08:09:14.844" v="1007" actId="1037"/>
          <ac:spMkLst>
            <pc:docMk/>
            <pc:sldMk cId="519719835" sldId="260"/>
            <ac:spMk id="87" creationId="{BAB432D9-83BA-E71F-27A3-70A2A5D9E035}"/>
          </ac:spMkLst>
        </pc:spChg>
        <pc:grpChg chg="mod">
          <ac:chgData name="mathspt" userId="0238e0ea-a655-48f2-bae3-2ff3e0b97742" providerId="ADAL" clId="{399188D2-3F8A-499F-80C9-B0B95DA196DA}" dt="2025-08-07T08:10:49.515" v="1044" actId="1038"/>
          <ac:grpSpMkLst>
            <pc:docMk/>
            <pc:sldMk cId="519719835" sldId="260"/>
            <ac:grpSpMk id="90" creationId="{58FDE93A-D698-4FBD-49EA-03EDFD4F20F6}"/>
          </ac:grpSpMkLst>
        </pc:grpChg>
        <pc:grpChg chg="mod">
          <ac:chgData name="mathspt" userId="0238e0ea-a655-48f2-bae3-2ff3e0b97742" providerId="ADAL" clId="{399188D2-3F8A-499F-80C9-B0B95DA196DA}" dt="2025-08-07T08:10:52.301" v="1050" actId="1038"/>
          <ac:grpSpMkLst>
            <pc:docMk/>
            <pc:sldMk cId="519719835" sldId="260"/>
            <ac:grpSpMk id="91" creationId="{A919B50F-5FB9-3B3C-D8E9-CFD66E39034C}"/>
          </ac:grpSpMkLst>
        </pc:grpChg>
      </pc:sldChg>
      <pc:sldChg chg="modSp mod">
        <pc:chgData name="mathspt" userId="0238e0ea-a655-48f2-bae3-2ff3e0b97742" providerId="ADAL" clId="{399188D2-3F8A-499F-80C9-B0B95DA196DA}" dt="2025-08-07T08:09:33.491" v="1008" actId="2711"/>
        <pc:sldMkLst>
          <pc:docMk/>
          <pc:sldMk cId="828244721" sldId="261"/>
        </pc:sldMkLst>
        <pc:spChg chg="mod">
          <ac:chgData name="mathspt" userId="0238e0ea-a655-48f2-bae3-2ff3e0b97742" providerId="ADAL" clId="{399188D2-3F8A-499F-80C9-B0B95DA196DA}" dt="2025-08-07T07:42:14.108" v="343"/>
          <ac:spMkLst>
            <pc:docMk/>
            <pc:sldMk cId="828244721" sldId="261"/>
            <ac:spMk id="10" creationId="{7D6C2B36-1676-96E7-CF9C-AEB824DC4EC1}"/>
          </ac:spMkLst>
        </pc:spChg>
        <pc:spChg chg="mod">
          <ac:chgData name="mathspt" userId="0238e0ea-a655-48f2-bae3-2ff3e0b97742" providerId="ADAL" clId="{399188D2-3F8A-499F-80C9-B0B95DA196DA}" dt="2025-08-07T07:41:44.576" v="337"/>
          <ac:spMkLst>
            <pc:docMk/>
            <pc:sldMk cId="828244721" sldId="261"/>
            <ac:spMk id="11" creationId="{742D7C24-770B-8AA9-B39C-B99F26372938}"/>
          </ac:spMkLst>
        </pc:spChg>
        <pc:spChg chg="mod">
          <ac:chgData name="mathspt" userId="0238e0ea-a655-48f2-bae3-2ff3e0b97742" providerId="ADAL" clId="{399188D2-3F8A-499F-80C9-B0B95DA196DA}" dt="2025-08-07T07:41:44.576" v="337"/>
          <ac:spMkLst>
            <pc:docMk/>
            <pc:sldMk cId="828244721" sldId="261"/>
            <ac:spMk id="12" creationId="{F115F6FA-46AA-5F12-FAA7-A2D73014503E}"/>
          </ac:spMkLst>
        </pc:spChg>
        <pc:spChg chg="mod">
          <ac:chgData name="mathspt" userId="0238e0ea-a655-48f2-bae3-2ff3e0b97742" providerId="ADAL" clId="{399188D2-3F8A-499F-80C9-B0B95DA196DA}" dt="2025-08-07T07:41:44.576" v="337"/>
          <ac:spMkLst>
            <pc:docMk/>
            <pc:sldMk cId="828244721" sldId="261"/>
            <ac:spMk id="13" creationId="{3E9FBB73-019A-B4CB-143D-0372C51B839F}"/>
          </ac:spMkLst>
        </pc:spChg>
        <pc:spChg chg="mod">
          <ac:chgData name="mathspt" userId="0238e0ea-a655-48f2-bae3-2ff3e0b97742" providerId="ADAL" clId="{399188D2-3F8A-499F-80C9-B0B95DA196DA}" dt="2025-08-07T07:41:44.576" v="337"/>
          <ac:spMkLst>
            <pc:docMk/>
            <pc:sldMk cId="828244721" sldId="261"/>
            <ac:spMk id="14" creationId="{D0AE30F2-A99C-1F27-95CC-25AE239E2F4B}"/>
          </ac:spMkLst>
        </pc:spChg>
        <pc:spChg chg="mod">
          <ac:chgData name="mathspt" userId="0238e0ea-a655-48f2-bae3-2ff3e0b97742" providerId="ADAL" clId="{399188D2-3F8A-499F-80C9-B0B95DA196DA}" dt="2025-08-07T07:41:44.576" v="337"/>
          <ac:spMkLst>
            <pc:docMk/>
            <pc:sldMk cId="828244721" sldId="261"/>
            <ac:spMk id="15" creationId="{A039AF43-EB7F-5A7A-0280-21FFCD100EB9}"/>
          </ac:spMkLst>
        </pc:spChg>
        <pc:spChg chg="mod">
          <ac:chgData name="mathspt" userId="0238e0ea-a655-48f2-bae3-2ff3e0b97742" providerId="ADAL" clId="{399188D2-3F8A-499F-80C9-B0B95DA196DA}" dt="2025-08-07T07:41:44.576" v="337"/>
          <ac:spMkLst>
            <pc:docMk/>
            <pc:sldMk cId="828244721" sldId="261"/>
            <ac:spMk id="16" creationId="{FAC88F0D-F0D0-1521-2AE8-6F095FBA3A17}"/>
          </ac:spMkLst>
        </pc:spChg>
        <pc:spChg chg="mod">
          <ac:chgData name="mathspt" userId="0238e0ea-a655-48f2-bae3-2ff3e0b97742" providerId="ADAL" clId="{399188D2-3F8A-499F-80C9-B0B95DA196DA}" dt="2025-08-07T07:41:44.576" v="337"/>
          <ac:spMkLst>
            <pc:docMk/>
            <pc:sldMk cId="828244721" sldId="261"/>
            <ac:spMk id="17" creationId="{DB5CABD6-E7CB-BF9B-2EF4-F8AE3D3C0B74}"/>
          </ac:spMkLst>
        </pc:spChg>
        <pc:spChg chg="mod">
          <ac:chgData name="mathspt" userId="0238e0ea-a655-48f2-bae3-2ff3e0b97742" providerId="ADAL" clId="{399188D2-3F8A-499F-80C9-B0B95DA196DA}" dt="2025-08-07T07:42:14.108" v="343"/>
          <ac:spMkLst>
            <pc:docMk/>
            <pc:sldMk cId="828244721" sldId="261"/>
            <ac:spMk id="18" creationId="{34A72C9F-E23A-ED82-43D4-74233F565503}"/>
          </ac:spMkLst>
        </pc:spChg>
        <pc:spChg chg="mod">
          <ac:chgData name="mathspt" userId="0238e0ea-a655-48f2-bae3-2ff3e0b97742" providerId="ADAL" clId="{399188D2-3F8A-499F-80C9-B0B95DA196DA}" dt="2025-08-07T07:41:44.576" v="337"/>
          <ac:spMkLst>
            <pc:docMk/>
            <pc:sldMk cId="828244721" sldId="261"/>
            <ac:spMk id="19" creationId="{AA09B80D-FB72-8F67-5943-4972B47C2025}"/>
          </ac:spMkLst>
        </pc:spChg>
        <pc:spChg chg="mod">
          <ac:chgData name="mathspt" userId="0238e0ea-a655-48f2-bae3-2ff3e0b97742" providerId="ADAL" clId="{399188D2-3F8A-499F-80C9-B0B95DA196DA}" dt="2025-08-07T07:42:50.951" v="359" actId="1037"/>
          <ac:spMkLst>
            <pc:docMk/>
            <pc:sldMk cId="828244721" sldId="261"/>
            <ac:spMk id="20" creationId="{EA2139FA-7517-F364-FE93-29FA5DF2619A}"/>
          </ac:spMkLst>
        </pc:spChg>
        <pc:spChg chg="mod">
          <ac:chgData name="mathspt" userId="0238e0ea-a655-48f2-bae3-2ff3e0b97742" providerId="ADAL" clId="{399188D2-3F8A-499F-80C9-B0B95DA196DA}" dt="2025-08-07T07:42:14.108" v="343"/>
          <ac:spMkLst>
            <pc:docMk/>
            <pc:sldMk cId="828244721" sldId="261"/>
            <ac:spMk id="21" creationId="{33DBA232-9040-EE83-7270-9E0C38BFD01F}"/>
          </ac:spMkLst>
        </pc:spChg>
        <pc:spChg chg="mod">
          <ac:chgData name="mathspt" userId="0238e0ea-a655-48f2-bae3-2ff3e0b97742" providerId="ADAL" clId="{399188D2-3F8A-499F-80C9-B0B95DA196DA}" dt="2025-08-07T07:42:14.108" v="343"/>
          <ac:spMkLst>
            <pc:docMk/>
            <pc:sldMk cId="828244721" sldId="261"/>
            <ac:spMk id="22" creationId="{BCC9D80D-28D2-4174-D084-8AAFB57A361D}"/>
          </ac:spMkLst>
        </pc:spChg>
        <pc:spChg chg="mod">
          <ac:chgData name="mathspt" userId="0238e0ea-a655-48f2-bae3-2ff3e0b97742" providerId="ADAL" clId="{399188D2-3F8A-499F-80C9-B0B95DA196DA}" dt="2025-08-07T07:42:14.108" v="343"/>
          <ac:spMkLst>
            <pc:docMk/>
            <pc:sldMk cId="828244721" sldId="261"/>
            <ac:spMk id="23" creationId="{0EAC5243-27A6-B688-D8EE-AB8CECD41274}"/>
          </ac:spMkLst>
        </pc:spChg>
        <pc:spChg chg="mod">
          <ac:chgData name="mathspt" userId="0238e0ea-a655-48f2-bae3-2ff3e0b97742" providerId="ADAL" clId="{399188D2-3F8A-499F-80C9-B0B95DA196DA}" dt="2025-08-07T07:42:14.108" v="343"/>
          <ac:spMkLst>
            <pc:docMk/>
            <pc:sldMk cId="828244721" sldId="261"/>
            <ac:spMk id="24" creationId="{419FF29E-DA21-8DB5-A55D-E38CC68D537D}"/>
          </ac:spMkLst>
        </pc:spChg>
        <pc:spChg chg="mod">
          <ac:chgData name="mathspt" userId="0238e0ea-a655-48f2-bae3-2ff3e0b97742" providerId="ADAL" clId="{399188D2-3F8A-499F-80C9-B0B95DA196DA}" dt="2025-08-07T07:43:38.681" v="397" actId="1038"/>
          <ac:spMkLst>
            <pc:docMk/>
            <pc:sldMk cId="828244721" sldId="261"/>
            <ac:spMk id="26" creationId="{8E07EB07-61A4-7C20-F010-6B73FA3D28B3}"/>
          </ac:spMkLst>
        </pc:spChg>
        <pc:spChg chg="mod">
          <ac:chgData name="mathspt" userId="0238e0ea-a655-48f2-bae3-2ff3e0b97742" providerId="ADAL" clId="{399188D2-3F8A-499F-80C9-B0B95DA196DA}" dt="2025-08-07T07:41:29.841" v="333"/>
          <ac:spMkLst>
            <pc:docMk/>
            <pc:sldMk cId="828244721" sldId="261"/>
            <ac:spMk id="27" creationId="{E7023B6A-38A0-1ACB-1F85-D757964B6633}"/>
          </ac:spMkLst>
        </pc:spChg>
        <pc:spChg chg="mod">
          <ac:chgData name="mathspt" userId="0238e0ea-a655-48f2-bae3-2ff3e0b97742" providerId="ADAL" clId="{399188D2-3F8A-499F-80C9-B0B95DA196DA}" dt="2025-08-07T07:41:29.841" v="333"/>
          <ac:spMkLst>
            <pc:docMk/>
            <pc:sldMk cId="828244721" sldId="261"/>
            <ac:spMk id="28" creationId="{A5CA4B35-CCDE-4F32-A552-5FE6CC2479C1}"/>
          </ac:spMkLst>
        </pc:spChg>
        <pc:spChg chg="mod">
          <ac:chgData name="mathspt" userId="0238e0ea-a655-48f2-bae3-2ff3e0b97742" providerId="ADAL" clId="{399188D2-3F8A-499F-80C9-B0B95DA196DA}" dt="2025-08-07T07:41:29.841" v="333"/>
          <ac:spMkLst>
            <pc:docMk/>
            <pc:sldMk cId="828244721" sldId="261"/>
            <ac:spMk id="29" creationId="{ABAEDA0E-CF61-55D0-BC88-DB726B2D94AB}"/>
          </ac:spMkLst>
        </pc:spChg>
        <pc:spChg chg="mod">
          <ac:chgData name="mathspt" userId="0238e0ea-a655-48f2-bae3-2ff3e0b97742" providerId="ADAL" clId="{399188D2-3F8A-499F-80C9-B0B95DA196DA}" dt="2025-08-07T07:41:49.918" v="338"/>
          <ac:spMkLst>
            <pc:docMk/>
            <pc:sldMk cId="828244721" sldId="261"/>
            <ac:spMk id="30" creationId="{FA9B3A66-67CA-1BA2-D672-CD3A7A8936FE}"/>
          </ac:spMkLst>
        </pc:spChg>
        <pc:spChg chg="mod">
          <ac:chgData name="mathspt" userId="0238e0ea-a655-48f2-bae3-2ff3e0b97742" providerId="ADAL" clId="{399188D2-3F8A-499F-80C9-B0B95DA196DA}" dt="2025-08-07T07:41:29.841" v="333"/>
          <ac:spMkLst>
            <pc:docMk/>
            <pc:sldMk cId="828244721" sldId="261"/>
            <ac:spMk id="31" creationId="{4D67406B-87BD-A07E-D7F9-5E30CD6C784A}"/>
          </ac:spMkLst>
        </pc:spChg>
        <pc:spChg chg="mod">
          <ac:chgData name="mathspt" userId="0238e0ea-a655-48f2-bae3-2ff3e0b97742" providerId="ADAL" clId="{399188D2-3F8A-499F-80C9-B0B95DA196DA}" dt="2025-08-07T08:09:33.491" v="1008" actId="2711"/>
          <ac:spMkLst>
            <pc:docMk/>
            <pc:sldMk cId="828244721" sldId="261"/>
            <ac:spMk id="32" creationId="{B23945CA-990A-12D7-8F9D-F2CDA24FB36C}"/>
          </ac:spMkLst>
        </pc:spChg>
        <pc:spChg chg="mod">
          <ac:chgData name="mathspt" userId="0238e0ea-a655-48f2-bae3-2ff3e0b97742" providerId="ADAL" clId="{399188D2-3F8A-499F-80C9-B0B95DA196DA}" dt="2025-08-07T07:41:29.841" v="333"/>
          <ac:spMkLst>
            <pc:docMk/>
            <pc:sldMk cId="828244721" sldId="261"/>
            <ac:spMk id="33" creationId="{17E2082B-3192-2C2F-2772-E8B5C4D66E15}"/>
          </ac:spMkLst>
        </pc:spChg>
        <pc:spChg chg="mod">
          <ac:chgData name="mathspt" userId="0238e0ea-a655-48f2-bae3-2ff3e0b97742" providerId="ADAL" clId="{399188D2-3F8A-499F-80C9-B0B95DA196DA}" dt="2025-08-07T07:41:29.841" v="333"/>
          <ac:spMkLst>
            <pc:docMk/>
            <pc:sldMk cId="828244721" sldId="261"/>
            <ac:spMk id="35" creationId="{41BBFBCC-26D9-6640-B81F-964ADF987109}"/>
          </ac:spMkLst>
        </pc:spChg>
        <pc:spChg chg="mod">
          <ac:chgData name="mathspt" userId="0238e0ea-a655-48f2-bae3-2ff3e0b97742" providerId="ADAL" clId="{399188D2-3F8A-499F-80C9-B0B95DA196DA}" dt="2025-08-07T07:43:00.943" v="368" actId="1037"/>
          <ac:spMkLst>
            <pc:docMk/>
            <pc:sldMk cId="828244721" sldId="261"/>
            <ac:spMk id="36" creationId="{D2601F95-1723-1FB1-B222-76EFD8EFEA29}"/>
          </ac:spMkLst>
        </pc:spChg>
        <pc:spChg chg="mod">
          <ac:chgData name="mathspt" userId="0238e0ea-a655-48f2-bae3-2ff3e0b97742" providerId="ADAL" clId="{399188D2-3F8A-499F-80C9-B0B95DA196DA}" dt="2025-08-07T07:42:23.368" v="345"/>
          <ac:spMkLst>
            <pc:docMk/>
            <pc:sldMk cId="828244721" sldId="261"/>
            <ac:spMk id="37" creationId="{01236B14-7D69-B8F1-655A-9F392EE0E156}"/>
          </ac:spMkLst>
        </pc:spChg>
        <pc:spChg chg="mod">
          <ac:chgData name="mathspt" userId="0238e0ea-a655-48f2-bae3-2ff3e0b97742" providerId="ADAL" clId="{399188D2-3F8A-499F-80C9-B0B95DA196DA}" dt="2025-08-07T07:42:27.621" v="346"/>
          <ac:spMkLst>
            <pc:docMk/>
            <pc:sldMk cId="828244721" sldId="261"/>
            <ac:spMk id="39" creationId="{694AD998-C21C-644D-600D-54F44B80C1E1}"/>
          </ac:spMkLst>
        </pc:spChg>
        <pc:spChg chg="mod">
          <ac:chgData name="mathspt" userId="0238e0ea-a655-48f2-bae3-2ff3e0b97742" providerId="ADAL" clId="{399188D2-3F8A-499F-80C9-B0B95DA196DA}" dt="2025-08-07T07:39:59.208" v="315" actId="2711"/>
          <ac:spMkLst>
            <pc:docMk/>
            <pc:sldMk cId="828244721" sldId="261"/>
            <ac:spMk id="40" creationId="{CD25047F-3E25-A088-AC04-9806808FF7AA}"/>
          </ac:spMkLst>
        </pc:spChg>
        <pc:spChg chg="mod">
          <ac:chgData name="mathspt" userId="0238e0ea-a655-48f2-bae3-2ff3e0b97742" providerId="ADAL" clId="{399188D2-3F8A-499F-80C9-B0B95DA196DA}" dt="2025-08-07T07:42:30.415" v="348"/>
          <ac:spMkLst>
            <pc:docMk/>
            <pc:sldMk cId="828244721" sldId="261"/>
            <ac:spMk id="42" creationId="{2D70F3C2-3CB4-BAF3-08C1-E00BD10567BD}"/>
          </ac:spMkLst>
        </pc:spChg>
        <pc:spChg chg="mod">
          <ac:chgData name="mathspt" userId="0238e0ea-a655-48f2-bae3-2ff3e0b97742" providerId="ADAL" clId="{399188D2-3F8A-499F-80C9-B0B95DA196DA}" dt="2025-08-07T07:41:36.318" v="334"/>
          <ac:spMkLst>
            <pc:docMk/>
            <pc:sldMk cId="828244721" sldId="261"/>
            <ac:spMk id="43" creationId="{F7C741B2-3160-B4A1-F872-DC8362F7FF91}"/>
          </ac:spMkLst>
        </pc:spChg>
        <pc:spChg chg="mod">
          <ac:chgData name="mathspt" userId="0238e0ea-a655-48f2-bae3-2ff3e0b97742" providerId="ADAL" clId="{399188D2-3F8A-499F-80C9-B0B95DA196DA}" dt="2025-08-07T07:41:36.318" v="334"/>
          <ac:spMkLst>
            <pc:docMk/>
            <pc:sldMk cId="828244721" sldId="261"/>
            <ac:spMk id="44" creationId="{ED27EC20-A99C-7112-7CD6-7EC533F06BA6}"/>
          </ac:spMkLst>
        </pc:spChg>
        <pc:spChg chg="mod">
          <ac:chgData name="mathspt" userId="0238e0ea-a655-48f2-bae3-2ff3e0b97742" providerId="ADAL" clId="{399188D2-3F8A-499F-80C9-B0B95DA196DA}" dt="2025-08-07T07:41:36.318" v="334"/>
          <ac:spMkLst>
            <pc:docMk/>
            <pc:sldMk cId="828244721" sldId="261"/>
            <ac:spMk id="45" creationId="{22D0AA81-2CA4-B3AE-1A49-C4B5E5AE13F0}"/>
          </ac:spMkLst>
        </pc:spChg>
        <pc:spChg chg="mod">
          <ac:chgData name="mathspt" userId="0238e0ea-a655-48f2-bae3-2ff3e0b97742" providerId="ADAL" clId="{399188D2-3F8A-499F-80C9-B0B95DA196DA}" dt="2025-08-07T07:41:58.114" v="340"/>
          <ac:spMkLst>
            <pc:docMk/>
            <pc:sldMk cId="828244721" sldId="261"/>
            <ac:spMk id="46" creationId="{796D3590-5FA9-A748-80D9-FF320F6B8D13}"/>
          </ac:spMkLst>
        </pc:spChg>
        <pc:spChg chg="mod">
          <ac:chgData name="mathspt" userId="0238e0ea-a655-48f2-bae3-2ff3e0b97742" providerId="ADAL" clId="{399188D2-3F8A-499F-80C9-B0B95DA196DA}" dt="2025-08-07T07:41:36.318" v="334"/>
          <ac:spMkLst>
            <pc:docMk/>
            <pc:sldMk cId="828244721" sldId="261"/>
            <ac:spMk id="47" creationId="{629D2AC6-5864-4F36-472A-F62E5A08DC0C}"/>
          </ac:spMkLst>
        </pc:spChg>
        <pc:spChg chg="mod">
          <ac:chgData name="mathspt" userId="0238e0ea-a655-48f2-bae3-2ff3e0b97742" providerId="ADAL" clId="{399188D2-3F8A-499F-80C9-B0B95DA196DA}" dt="2025-08-07T07:41:41.947" v="335" actId="14100"/>
          <ac:spMkLst>
            <pc:docMk/>
            <pc:sldMk cId="828244721" sldId="261"/>
            <ac:spMk id="48" creationId="{66170AF7-9900-501A-6FAA-9A150D449615}"/>
          </ac:spMkLst>
        </pc:spChg>
        <pc:spChg chg="mod">
          <ac:chgData name="mathspt" userId="0238e0ea-a655-48f2-bae3-2ff3e0b97742" providerId="ADAL" clId="{399188D2-3F8A-499F-80C9-B0B95DA196DA}" dt="2025-08-07T07:41:36.318" v="334"/>
          <ac:spMkLst>
            <pc:docMk/>
            <pc:sldMk cId="828244721" sldId="261"/>
            <ac:spMk id="49" creationId="{94A31738-AC36-3E10-A2EB-0697129908D6}"/>
          </ac:spMkLst>
        </pc:spChg>
        <pc:spChg chg="mod">
          <ac:chgData name="mathspt" userId="0238e0ea-a655-48f2-bae3-2ff3e0b97742" providerId="ADAL" clId="{399188D2-3F8A-499F-80C9-B0B95DA196DA}" dt="2025-08-07T07:42:30.415" v="348"/>
          <ac:spMkLst>
            <pc:docMk/>
            <pc:sldMk cId="828244721" sldId="261"/>
            <ac:spMk id="50" creationId="{38F5BE85-80CF-EC66-DEC9-A541B84920EF}"/>
          </ac:spMkLst>
        </pc:spChg>
        <pc:spChg chg="mod">
          <ac:chgData name="mathspt" userId="0238e0ea-a655-48f2-bae3-2ff3e0b97742" providerId="ADAL" clId="{399188D2-3F8A-499F-80C9-B0B95DA196DA}" dt="2025-08-07T07:41:36.318" v="334"/>
          <ac:spMkLst>
            <pc:docMk/>
            <pc:sldMk cId="828244721" sldId="261"/>
            <ac:spMk id="51" creationId="{79E3C127-6337-2829-6535-F6B0A5D5893A}"/>
          </ac:spMkLst>
        </pc:spChg>
        <pc:spChg chg="mod">
          <ac:chgData name="mathspt" userId="0238e0ea-a655-48f2-bae3-2ff3e0b97742" providerId="ADAL" clId="{399188D2-3F8A-499F-80C9-B0B95DA196DA}" dt="2025-08-07T07:43:10.570" v="378" actId="1037"/>
          <ac:spMkLst>
            <pc:docMk/>
            <pc:sldMk cId="828244721" sldId="261"/>
            <ac:spMk id="52" creationId="{3587ACBC-A85C-F658-6BFF-72D3823FED72}"/>
          </ac:spMkLst>
        </pc:spChg>
        <pc:spChg chg="mod">
          <ac:chgData name="mathspt" userId="0238e0ea-a655-48f2-bae3-2ff3e0b97742" providerId="ADAL" clId="{399188D2-3F8A-499F-80C9-B0B95DA196DA}" dt="2025-08-07T07:42:30.415" v="348"/>
          <ac:spMkLst>
            <pc:docMk/>
            <pc:sldMk cId="828244721" sldId="261"/>
            <ac:spMk id="53" creationId="{EF03F37E-2B87-D8D6-5793-66743562C8B3}"/>
          </ac:spMkLst>
        </pc:spChg>
        <pc:spChg chg="mod">
          <ac:chgData name="mathspt" userId="0238e0ea-a655-48f2-bae3-2ff3e0b97742" providerId="ADAL" clId="{399188D2-3F8A-499F-80C9-B0B95DA196DA}" dt="2025-08-07T07:42:30.415" v="348"/>
          <ac:spMkLst>
            <pc:docMk/>
            <pc:sldMk cId="828244721" sldId="261"/>
            <ac:spMk id="54" creationId="{ABB92295-D619-4385-C270-18B9123CC4FF}"/>
          </ac:spMkLst>
        </pc:spChg>
        <pc:spChg chg="mod">
          <ac:chgData name="mathspt" userId="0238e0ea-a655-48f2-bae3-2ff3e0b97742" providerId="ADAL" clId="{399188D2-3F8A-499F-80C9-B0B95DA196DA}" dt="2025-08-07T07:42:30.415" v="348"/>
          <ac:spMkLst>
            <pc:docMk/>
            <pc:sldMk cId="828244721" sldId="261"/>
            <ac:spMk id="55" creationId="{411E498F-189E-4610-874D-82287B06B596}"/>
          </ac:spMkLst>
        </pc:spChg>
        <pc:spChg chg="mod">
          <ac:chgData name="mathspt" userId="0238e0ea-a655-48f2-bae3-2ff3e0b97742" providerId="ADAL" clId="{399188D2-3F8A-499F-80C9-B0B95DA196DA}" dt="2025-08-07T07:42:30.415" v="348"/>
          <ac:spMkLst>
            <pc:docMk/>
            <pc:sldMk cId="828244721" sldId="261"/>
            <ac:spMk id="56" creationId="{A4FDCFAD-DB61-D47A-EAB8-BFBB12266D18}"/>
          </ac:spMkLst>
        </pc:spChg>
        <pc:spChg chg="mod">
          <ac:chgData name="mathspt" userId="0238e0ea-a655-48f2-bae3-2ff3e0b97742" providerId="ADAL" clId="{399188D2-3F8A-499F-80C9-B0B95DA196DA}" dt="2025-08-07T07:43:29.723" v="394" actId="1038"/>
          <ac:spMkLst>
            <pc:docMk/>
            <pc:sldMk cId="828244721" sldId="261"/>
            <ac:spMk id="58" creationId="{DD57868B-F9C5-DA9A-F9EE-D49B1613F4D1}"/>
          </ac:spMkLst>
        </pc:spChg>
        <pc:spChg chg="mod">
          <ac:chgData name="mathspt" userId="0238e0ea-a655-48f2-bae3-2ff3e0b97742" providerId="ADAL" clId="{399188D2-3F8A-499F-80C9-B0B95DA196DA}" dt="2025-08-07T07:40:59.037" v="326"/>
          <ac:spMkLst>
            <pc:docMk/>
            <pc:sldMk cId="828244721" sldId="261"/>
            <ac:spMk id="59" creationId="{C3D2139E-E9AC-0015-600E-17EBBCB22761}"/>
          </ac:spMkLst>
        </pc:spChg>
        <pc:spChg chg="mod">
          <ac:chgData name="mathspt" userId="0238e0ea-a655-48f2-bae3-2ff3e0b97742" providerId="ADAL" clId="{399188D2-3F8A-499F-80C9-B0B95DA196DA}" dt="2025-08-07T07:40:59.037" v="326"/>
          <ac:spMkLst>
            <pc:docMk/>
            <pc:sldMk cId="828244721" sldId="261"/>
            <ac:spMk id="60" creationId="{00D6A975-2D81-2135-D8AA-4454D4F5565F}"/>
          </ac:spMkLst>
        </pc:spChg>
        <pc:spChg chg="mod">
          <ac:chgData name="mathspt" userId="0238e0ea-a655-48f2-bae3-2ff3e0b97742" providerId="ADAL" clId="{399188D2-3F8A-499F-80C9-B0B95DA196DA}" dt="2025-08-07T07:40:59.037" v="326"/>
          <ac:spMkLst>
            <pc:docMk/>
            <pc:sldMk cId="828244721" sldId="261"/>
            <ac:spMk id="61" creationId="{F5CEA1F5-F294-6526-F1D9-6BAE142ACF3C}"/>
          </ac:spMkLst>
        </pc:spChg>
        <pc:spChg chg="mod">
          <ac:chgData name="mathspt" userId="0238e0ea-a655-48f2-bae3-2ff3e0b97742" providerId="ADAL" clId="{399188D2-3F8A-499F-80C9-B0B95DA196DA}" dt="2025-08-07T07:41:54.543" v="339"/>
          <ac:spMkLst>
            <pc:docMk/>
            <pc:sldMk cId="828244721" sldId="261"/>
            <ac:spMk id="62" creationId="{12584C5E-43E9-9161-DD50-1CDB05C5F2B8}"/>
          </ac:spMkLst>
        </pc:spChg>
        <pc:spChg chg="mod">
          <ac:chgData name="mathspt" userId="0238e0ea-a655-48f2-bae3-2ff3e0b97742" providerId="ADAL" clId="{399188D2-3F8A-499F-80C9-B0B95DA196DA}" dt="2025-08-07T07:40:59.037" v="326"/>
          <ac:spMkLst>
            <pc:docMk/>
            <pc:sldMk cId="828244721" sldId="261"/>
            <ac:spMk id="63" creationId="{EAD1387B-4EE4-CDC6-30E9-20602CEC6238}"/>
          </ac:spMkLst>
        </pc:spChg>
        <pc:spChg chg="mod">
          <ac:chgData name="mathspt" userId="0238e0ea-a655-48f2-bae3-2ff3e0b97742" providerId="ADAL" clId="{399188D2-3F8A-499F-80C9-B0B95DA196DA}" dt="2025-08-07T07:40:59.037" v="326"/>
          <ac:spMkLst>
            <pc:docMk/>
            <pc:sldMk cId="828244721" sldId="261"/>
            <ac:spMk id="64" creationId="{6D934FCD-6286-360A-7961-636E529CD0EF}"/>
          </ac:spMkLst>
        </pc:spChg>
        <pc:spChg chg="mod">
          <ac:chgData name="mathspt" userId="0238e0ea-a655-48f2-bae3-2ff3e0b97742" providerId="ADAL" clId="{399188D2-3F8A-499F-80C9-B0B95DA196DA}" dt="2025-08-07T07:40:59.037" v="326"/>
          <ac:spMkLst>
            <pc:docMk/>
            <pc:sldMk cId="828244721" sldId="261"/>
            <ac:spMk id="65" creationId="{A563979D-3B19-AEE8-D8BC-0F61AD029690}"/>
          </ac:spMkLst>
        </pc:spChg>
        <pc:spChg chg="mod">
          <ac:chgData name="mathspt" userId="0238e0ea-a655-48f2-bae3-2ff3e0b97742" providerId="ADAL" clId="{399188D2-3F8A-499F-80C9-B0B95DA196DA}" dt="2025-08-07T07:40:59.037" v="326"/>
          <ac:spMkLst>
            <pc:docMk/>
            <pc:sldMk cId="828244721" sldId="261"/>
            <ac:spMk id="67" creationId="{6AB33B90-C48A-72B4-E87A-5FD445B6C48B}"/>
          </ac:spMkLst>
        </pc:spChg>
        <pc:spChg chg="mod">
          <ac:chgData name="mathspt" userId="0238e0ea-a655-48f2-bae3-2ff3e0b97742" providerId="ADAL" clId="{399188D2-3F8A-499F-80C9-B0B95DA196DA}" dt="2025-08-07T07:43:20.193" v="388" actId="1037"/>
          <ac:spMkLst>
            <pc:docMk/>
            <pc:sldMk cId="828244721" sldId="261"/>
            <ac:spMk id="68" creationId="{0A06DB9C-7415-7E52-EC43-332998726773}"/>
          </ac:spMkLst>
        </pc:spChg>
        <pc:spChg chg="mod">
          <ac:chgData name="mathspt" userId="0238e0ea-a655-48f2-bae3-2ff3e0b97742" providerId="ADAL" clId="{399188D2-3F8A-499F-80C9-B0B95DA196DA}" dt="2025-08-07T07:42:34.029" v="349"/>
          <ac:spMkLst>
            <pc:docMk/>
            <pc:sldMk cId="828244721" sldId="261"/>
            <ac:spMk id="69" creationId="{5D31E21C-1D05-5861-7D87-7568964FF0A0}"/>
          </ac:spMkLst>
        </pc:spChg>
        <pc:spChg chg="mod">
          <ac:chgData name="mathspt" userId="0238e0ea-a655-48f2-bae3-2ff3e0b97742" providerId="ADAL" clId="{399188D2-3F8A-499F-80C9-B0B95DA196DA}" dt="2025-08-07T07:42:37.327" v="350"/>
          <ac:spMkLst>
            <pc:docMk/>
            <pc:sldMk cId="828244721" sldId="261"/>
            <ac:spMk id="71" creationId="{CB013D41-0EAD-616E-E731-6C15CCE6DF6D}"/>
          </ac:spMkLst>
        </pc:spChg>
        <pc:spChg chg="mod">
          <ac:chgData name="mathspt" userId="0238e0ea-a655-48f2-bae3-2ff3e0b97742" providerId="ADAL" clId="{399188D2-3F8A-499F-80C9-B0B95DA196DA}" dt="2025-08-07T07:40:12.409" v="317" actId="2711"/>
          <ac:spMkLst>
            <pc:docMk/>
            <pc:sldMk cId="828244721" sldId="261"/>
            <ac:spMk id="72" creationId="{E49F5966-DE2B-1BAE-16FB-DFD7098C2BC5}"/>
          </ac:spMkLst>
        </pc:spChg>
        <pc:grpChg chg="mod">
          <ac:chgData name="mathspt" userId="0238e0ea-a655-48f2-bae3-2ff3e0b97742" providerId="ADAL" clId="{399188D2-3F8A-499F-80C9-B0B95DA196DA}" dt="2025-08-07T07:42:14.108" v="343"/>
          <ac:grpSpMkLst>
            <pc:docMk/>
            <pc:sldMk cId="828244721" sldId="261"/>
            <ac:grpSpMk id="4" creationId="{DD23D15F-F80A-4214-F0F2-0018E7F7776C}"/>
          </ac:grpSpMkLst>
        </pc:grpChg>
        <pc:grpChg chg="mod">
          <ac:chgData name="mathspt" userId="0238e0ea-a655-48f2-bae3-2ff3e0b97742" providerId="ADAL" clId="{399188D2-3F8A-499F-80C9-B0B95DA196DA}" dt="2025-08-07T07:42:14.108" v="343"/>
          <ac:grpSpMkLst>
            <pc:docMk/>
            <pc:sldMk cId="828244721" sldId="261"/>
            <ac:grpSpMk id="5" creationId="{13EB86A2-55A8-506B-0614-5FE44346ED83}"/>
          </ac:grpSpMkLst>
        </pc:grpChg>
        <pc:grpChg chg="mod">
          <ac:chgData name="mathspt" userId="0238e0ea-a655-48f2-bae3-2ff3e0b97742" providerId="ADAL" clId="{399188D2-3F8A-499F-80C9-B0B95DA196DA}" dt="2025-08-07T07:43:51.327" v="403" actId="1038"/>
          <ac:grpSpMkLst>
            <pc:docMk/>
            <pc:sldMk cId="828244721" sldId="261"/>
            <ac:grpSpMk id="6" creationId="{25BAF537-A8E9-D2EE-4A44-1B5B5DABF368}"/>
          </ac:grpSpMkLst>
        </pc:grpChg>
        <pc:grpChg chg="mod">
          <ac:chgData name="mathspt" userId="0238e0ea-a655-48f2-bae3-2ff3e0b97742" providerId="ADAL" clId="{399188D2-3F8A-499F-80C9-B0B95DA196DA}" dt="2025-08-07T07:41:29.841" v="333"/>
          <ac:grpSpMkLst>
            <pc:docMk/>
            <pc:sldMk cId="828244721" sldId="261"/>
            <ac:grpSpMk id="74" creationId="{986E8747-26FB-2FA3-7E28-BAE554B784C7}"/>
          </ac:grpSpMkLst>
        </pc:grpChg>
        <pc:grpChg chg="mod">
          <ac:chgData name="mathspt" userId="0238e0ea-a655-48f2-bae3-2ff3e0b97742" providerId="ADAL" clId="{399188D2-3F8A-499F-80C9-B0B95DA196DA}" dt="2025-08-07T07:40:59.037" v="326"/>
          <ac:grpSpMkLst>
            <pc:docMk/>
            <pc:sldMk cId="828244721" sldId="261"/>
            <ac:grpSpMk id="77" creationId="{6BAE1E8C-29F0-1C51-AE25-8B7D2209A939}"/>
          </ac:grpSpMkLst>
        </pc:grpChg>
        <pc:grpChg chg="mod">
          <ac:chgData name="mathspt" userId="0238e0ea-a655-48f2-bae3-2ff3e0b97742" providerId="ADAL" clId="{399188D2-3F8A-499F-80C9-B0B95DA196DA}" dt="2025-08-07T07:42:30.415" v="348"/>
          <ac:grpSpMkLst>
            <pc:docMk/>
            <pc:sldMk cId="828244721" sldId="261"/>
            <ac:grpSpMk id="78" creationId="{E89E5CE1-B4AD-F3D6-DAA2-19A02156E395}"/>
          </ac:grpSpMkLst>
        </pc:grpChg>
        <pc:grpChg chg="mod">
          <ac:chgData name="mathspt" userId="0238e0ea-a655-48f2-bae3-2ff3e0b97742" providerId="ADAL" clId="{399188D2-3F8A-499F-80C9-B0B95DA196DA}" dt="2025-08-07T07:41:36.318" v="334"/>
          <ac:grpSpMkLst>
            <pc:docMk/>
            <pc:sldMk cId="828244721" sldId="261"/>
            <ac:grpSpMk id="79" creationId="{28054384-89B2-F754-4D5F-0FF03D3BF483}"/>
          </ac:grpSpMkLst>
        </pc:grpChg>
      </pc:sldChg>
      <pc:sldChg chg="modSp mod">
        <pc:chgData name="mathspt" userId="0238e0ea-a655-48f2-bae3-2ff3e0b97742" providerId="ADAL" clId="{399188D2-3F8A-499F-80C9-B0B95DA196DA}" dt="2025-08-07T08:10:29.154" v="1038" actId="1035"/>
        <pc:sldMkLst>
          <pc:docMk/>
          <pc:sldMk cId="3122320298" sldId="262"/>
        </pc:sldMkLst>
        <pc:spChg chg="mod">
          <ac:chgData name="mathspt" userId="0238e0ea-a655-48f2-bae3-2ff3e0b97742" providerId="ADAL" clId="{399188D2-3F8A-499F-80C9-B0B95DA196DA}" dt="2025-08-07T07:45:01.986" v="415"/>
          <ac:spMkLst>
            <pc:docMk/>
            <pc:sldMk cId="3122320298" sldId="262"/>
            <ac:spMk id="11" creationId="{F202603C-5A02-A0F5-EA0E-862E6D31A67C}"/>
          </ac:spMkLst>
        </pc:spChg>
        <pc:spChg chg="mod">
          <ac:chgData name="mathspt" userId="0238e0ea-a655-48f2-bae3-2ff3e0b97742" providerId="ADAL" clId="{399188D2-3F8A-499F-80C9-B0B95DA196DA}" dt="2025-08-07T07:44:49.735" v="411"/>
          <ac:spMkLst>
            <pc:docMk/>
            <pc:sldMk cId="3122320298" sldId="262"/>
            <ac:spMk id="12" creationId="{3AF12627-8372-A876-9D78-E7A8840B6736}"/>
          </ac:spMkLst>
        </pc:spChg>
        <pc:spChg chg="mod">
          <ac:chgData name="mathspt" userId="0238e0ea-a655-48f2-bae3-2ff3e0b97742" providerId="ADAL" clId="{399188D2-3F8A-499F-80C9-B0B95DA196DA}" dt="2025-08-07T07:44:49.735" v="411"/>
          <ac:spMkLst>
            <pc:docMk/>
            <pc:sldMk cId="3122320298" sldId="262"/>
            <ac:spMk id="13" creationId="{EDC19E57-2051-92D6-710F-42AD10CA89A8}"/>
          </ac:spMkLst>
        </pc:spChg>
        <pc:spChg chg="mod">
          <ac:chgData name="mathspt" userId="0238e0ea-a655-48f2-bae3-2ff3e0b97742" providerId="ADAL" clId="{399188D2-3F8A-499F-80C9-B0B95DA196DA}" dt="2025-08-07T07:44:49.735" v="411"/>
          <ac:spMkLst>
            <pc:docMk/>
            <pc:sldMk cId="3122320298" sldId="262"/>
            <ac:spMk id="14" creationId="{24AB36FF-58BD-D271-D41C-2344408E89A0}"/>
          </ac:spMkLst>
        </pc:spChg>
        <pc:spChg chg="mod">
          <ac:chgData name="mathspt" userId="0238e0ea-a655-48f2-bae3-2ff3e0b97742" providerId="ADAL" clId="{399188D2-3F8A-499F-80C9-B0B95DA196DA}" dt="2025-08-07T07:44:49.735" v="411"/>
          <ac:spMkLst>
            <pc:docMk/>
            <pc:sldMk cId="3122320298" sldId="262"/>
            <ac:spMk id="15" creationId="{253A2ADE-951C-89DE-BE5A-E15CBCB21C21}"/>
          </ac:spMkLst>
        </pc:spChg>
        <pc:spChg chg="mod">
          <ac:chgData name="mathspt" userId="0238e0ea-a655-48f2-bae3-2ff3e0b97742" providerId="ADAL" clId="{399188D2-3F8A-499F-80C9-B0B95DA196DA}" dt="2025-08-07T07:44:49.735" v="411"/>
          <ac:spMkLst>
            <pc:docMk/>
            <pc:sldMk cId="3122320298" sldId="262"/>
            <ac:spMk id="16" creationId="{DDE23342-927D-63FE-9897-FB1CC38B9A5F}"/>
          </ac:spMkLst>
        </pc:spChg>
        <pc:spChg chg="mod">
          <ac:chgData name="mathspt" userId="0238e0ea-a655-48f2-bae3-2ff3e0b97742" providerId="ADAL" clId="{399188D2-3F8A-499F-80C9-B0B95DA196DA}" dt="2025-08-07T07:44:49.735" v="411"/>
          <ac:spMkLst>
            <pc:docMk/>
            <pc:sldMk cId="3122320298" sldId="262"/>
            <ac:spMk id="17" creationId="{52361BEC-E9B9-53AC-0933-F6B823740933}"/>
          </ac:spMkLst>
        </pc:spChg>
        <pc:spChg chg="mod">
          <ac:chgData name="mathspt" userId="0238e0ea-a655-48f2-bae3-2ff3e0b97742" providerId="ADAL" clId="{399188D2-3F8A-499F-80C9-B0B95DA196DA}" dt="2025-08-07T07:44:49.735" v="411"/>
          <ac:spMkLst>
            <pc:docMk/>
            <pc:sldMk cId="3122320298" sldId="262"/>
            <ac:spMk id="18" creationId="{F1F80250-4058-1658-57F4-3D5F17514D07}"/>
          </ac:spMkLst>
        </pc:spChg>
        <pc:spChg chg="mod">
          <ac:chgData name="mathspt" userId="0238e0ea-a655-48f2-bae3-2ff3e0b97742" providerId="ADAL" clId="{399188D2-3F8A-499F-80C9-B0B95DA196DA}" dt="2025-08-07T07:45:01.986" v="415"/>
          <ac:spMkLst>
            <pc:docMk/>
            <pc:sldMk cId="3122320298" sldId="262"/>
            <ac:spMk id="19" creationId="{FB4ED340-6FC2-A8CD-50E9-89EDFB99101C}"/>
          </ac:spMkLst>
        </pc:spChg>
        <pc:spChg chg="mod">
          <ac:chgData name="mathspt" userId="0238e0ea-a655-48f2-bae3-2ff3e0b97742" providerId="ADAL" clId="{399188D2-3F8A-499F-80C9-B0B95DA196DA}" dt="2025-08-07T08:09:53.536" v="1010" actId="2711"/>
          <ac:spMkLst>
            <pc:docMk/>
            <pc:sldMk cId="3122320298" sldId="262"/>
            <ac:spMk id="20" creationId="{36C7DF93-8EE2-C2AA-5FD5-8550BC063157}"/>
          </ac:spMkLst>
        </pc:spChg>
        <pc:spChg chg="mod">
          <ac:chgData name="mathspt" userId="0238e0ea-a655-48f2-bae3-2ff3e0b97742" providerId="ADAL" clId="{399188D2-3F8A-499F-80C9-B0B95DA196DA}" dt="2025-08-07T07:46:54.236" v="436" actId="14100"/>
          <ac:spMkLst>
            <pc:docMk/>
            <pc:sldMk cId="3122320298" sldId="262"/>
            <ac:spMk id="21" creationId="{510BBF37-6300-C2F8-DF04-26D1DF45573D}"/>
          </ac:spMkLst>
        </pc:spChg>
        <pc:spChg chg="mod">
          <ac:chgData name="mathspt" userId="0238e0ea-a655-48f2-bae3-2ff3e0b97742" providerId="ADAL" clId="{399188D2-3F8A-499F-80C9-B0B95DA196DA}" dt="2025-08-07T07:45:01.986" v="415"/>
          <ac:spMkLst>
            <pc:docMk/>
            <pc:sldMk cId="3122320298" sldId="262"/>
            <ac:spMk id="22" creationId="{C41A2087-8748-B799-B9FA-4D05FA083E2D}"/>
          </ac:spMkLst>
        </pc:spChg>
        <pc:spChg chg="mod">
          <ac:chgData name="mathspt" userId="0238e0ea-a655-48f2-bae3-2ff3e0b97742" providerId="ADAL" clId="{399188D2-3F8A-499F-80C9-B0B95DA196DA}" dt="2025-08-07T07:45:01.986" v="415"/>
          <ac:spMkLst>
            <pc:docMk/>
            <pc:sldMk cId="3122320298" sldId="262"/>
            <ac:spMk id="23" creationId="{64F8423D-CD87-5A35-6EAF-C93AEF97907E}"/>
          </ac:spMkLst>
        </pc:spChg>
        <pc:spChg chg="mod">
          <ac:chgData name="mathspt" userId="0238e0ea-a655-48f2-bae3-2ff3e0b97742" providerId="ADAL" clId="{399188D2-3F8A-499F-80C9-B0B95DA196DA}" dt="2025-08-07T07:45:01.986" v="415"/>
          <ac:spMkLst>
            <pc:docMk/>
            <pc:sldMk cId="3122320298" sldId="262"/>
            <ac:spMk id="24" creationId="{A1E8A051-F232-35C2-B777-7EE8F3DDD884}"/>
          </ac:spMkLst>
        </pc:spChg>
        <pc:spChg chg="mod">
          <ac:chgData name="mathspt" userId="0238e0ea-a655-48f2-bae3-2ff3e0b97742" providerId="ADAL" clId="{399188D2-3F8A-499F-80C9-B0B95DA196DA}" dt="2025-08-07T07:45:01.986" v="415"/>
          <ac:spMkLst>
            <pc:docMk/>
            <pc:sldMk cId="3122320298" sldId="262"/>
            <ac:spMk id="25" creationId="{92A5D2B6-E01D-2C21-4248-5A03951B64A0}"/>
          </ac:spMkLst>
        </pc:spChg>
        <pc:spChg chg="mod">
          <ac:chgData name="mathspt" userId="0238e0ea-a655-48f2-bae3-2ff3e0b97742" providerId="ADAL" clId="{399188D2-3F8A-499F-80C9-B0B95DA196DA}" dt="2025-08-07T07:44:36.590" v="407"/>
          <ac:spMkLst>
            <pc:docMk/>
            <pc:sldMk cId="3122320298" sldId="262"/>
            <ac:spMk id="28" creationId="{7C947782-15B3-B578-CBAE-61923DAF8984}"/>
          </ac:spMkLst>
        </pc:spChg>
        <pc:spChg chg="mod">
          <ac:chgData name="mathspt" userId="0238e0ea-a655-48f2-bae3-2ff3e0b97742" providerId="ADAL" clId="{399188D2-3F8A-499F-80C9-B0B95DA196DA}" dt="2025-08-07T07:44:36.590" v="407"/>
          <ac:spMkLst>
            <pc:docMk/>
            <pc:sldMk cId="3122320298" sldId="262"/>
            <ac:spMk id="29" creationId="{C69E1FA6-66F3-17C1-D409-81EE685779E4}"/>
          </ac:spMkLst>
        </pc:spChg>
        <pc:spChg chg="mod">
          <ac:chgData name="mathspt" userId="0238e0ea-a655-48f2-bae3-2ff3e0b97742" providerId="ADAL" clId="{399188D2-3F8A-499F-80C9-B0B95DA196DA}" dt="2025-08-07T07:44:36.590" v="407"/>
          <ac:spMkLst>
            <pc:docMk/>
            <pc:sldMk cId="3122320298" sldId="262"/>
            <ac:spMk id="30" creationId="{C099295D-F8D4-9BEE-EEF1-E9FA104A1011}"/>
          </ac:spMkLst>
        </pc:spChg>
        <pc:spChg chg="mod">
          <ac:chgData name="mathspt" userId="0238e0ea-a655-48f2-bae3-2ff3e0b97742" providerId="ADAL" clId="{399188D2-3F8A-499F-80C9-B0B95DA196DA}" dt="2025-08-07T07:44:36.590" v="407"/>
          <ac:spMkLst>
            <pc:docMk/>
            <pc:sldMk cId="3122320298" sldId="262"/>
            <ac:spMk id="31" creationId="{38896D38-F37D-584F-F457-3ECCD5DEE4BD}"/>
          </ac:spMkLst>
        </pc:spChg>
        <pc:spChg chg="mod">
          <ac:chgData name="mathspt" userId="0238e0ea-a655-48f2-bae3-2ff3e0b97742" providerId="ADAL" clId="{399188D2-3F8A-499F-80C9-B0B95DA196DA}" dt="2025-08-07T07:44:36.590" v="407"/>
          <ac:spMkLst>
            <pc:docMk/>
            <pc:sldMk cId="3122320298" sldId="262"/>
            <ac:spMk id="32" creationId="{EF633CAC-4BB8-D1D1-B370-8CBB97B65182}"/>
          </ac:spMkLst>
        </pc:spChg>
        <pc:spChg chg="mod">
          <ac:chgData name="mathspt" userId="0238e0ea-a655-48f2-bae3-2ff3e0b97742" providerId="ADAL" clId="{399188D2-3F8A-499F-80C9-B0B95DA196DA}" dt="2025-08-07T07:44:36.590" v="407"/>
          <ac:spMkLst>
            <pc:docMk/>
            <pc:sldMk cId="3122320298" sldId="262"/>
            <ac:spMk id="33" creationId="{3A999E48-9C54-0974-35E5-A0858CE73B29}"/>
          </ac:spMkLst>
        </pc:spChg>
        <pc:spChg chg="mod">
          <ac:chgData name="mathspt" userId="0238e0ea-a655-48f2-bae3-2ff3e0b97742" providerId="ADAL" clId="{399188D2-3F8A-499F-80C9-B0B95DA196DA}" dt="2025-08-07T07:44:36.590" v="407"/>
          <ac:spMkLst>
            <pc:docMk/>
            <pc:sldMk cId="3122320298" sldId="262"/>
            <ac:spMk id="34" creationId="{A92C9DC3-0C2A-3E17-2573-BC15EA40A006}"/>
          </ac:spMkLst>
        </pc:spChg>
        <pc:spChg chg="mod">
          <ac:chgData name="mathspt" userId="0238e0ea-a655-48f2-bae3-2ff3e0b97742" providerId="ADAL" clId="{399188D2-3F8A-499F-80C9-B0B95DA196DA}" dt="2025-08-07T08:09:49.332" v="1009" actId="2711"/>
          <ac:spMkLst>
            <pc:docMk/>
            <pc:sldMk cId="3122320298" sldId="262"/>
            <ac:spMk id="36" creationId="{3423CBCD-4D9D-1F96-A4AB-CA301DC9CD4A}"/>
          </ac:spMkLst>
        </pc:spChg>
        <pc:spChg chg="mod">
          <ac:chgData name="mathspt" userId="0238e0ea-a655-48f2-bae3-2ff3e0b97742" providerId="ADAL" clId="{399188D2-3F8A-499F-80C9-B0B95DA196DA}" dt="2025-08-07T07:46:43.503" v="434" actId="14100"/>
          <ac:spMkLst>
            <pc:docMk/>
            <pc:sldMk cId="3122320298" sldId="262"/>
            <ac:spMk id="37" creationId="{DFEAFAFD-BAE8-6CB7-E747-272A1E7DA728}"/>
          </ac:spMkLst>
        </pc:spChg>
        <pc:spChg chg="mod">
          <ac:chgData name="mathspt" userId="0238e0ea-a655-48f2-bae3-2ff3e0b97742" providerId="ADAL" clId="{399188D2-3F8A-499F-80C9-B0B95DA196DA}" dt="2025-08-07T07:39:31.755" v="311" actId="1037"/>
          <ac:spMkLst>
            <pc:docMk/>
            <pc:sldMk cId="3122320298" sldId="262"/>
            <ac:spMk id="40" creationId="{71BC9677-4F44-29EB-D67E-7777D10F9287}"/>
          </ac:spMkLst>
        </pc:spChg>
        <pc:spChg chg="mod">
          <ac:chgData name="mathspt" userId="0238e0ea-a655-48f2-bae3-2ff3e0b97742" providerId="ADAL" clId="{399188D2-3F8A-499F-80C9-B0B95DA196DA}" dt="2025-08-07T07:46:25.427" v="431" actId="2711"/>
          <ac:spMkLst>
            <pc:docMk/>
            <pc:sldMk cId="3122320298" sldId="262"/>
            <ac:spMk id="41" creationId="{00ED31C1-8D14-AD81-440F-FE1ACC1C1AFE}"/>
          </ac:spMkLst>
        </pc:spChg>
        <pc:spChg chg="mod">
          <ac:chgData name="mathspt" userId="0238e0ea-a655-48f2-bae3-2ff3e0b97742" providerId="ADAL" clId="{399188D2-3F8A-499F-80C9-B0B95DA196DA}" dt="2025-08-07T07:45:08.217" v="417"/>
          <ac:spMkLst>
            <pc:docMk/>
            <pc:sldMk cId="3122320298" sldId="262"/>
            <ac:spMk id="43" creationId="{A4DA5ADA-EC59-D336-2AE5-5B1ED932AFEC}"/>
          </ac:spMkLst>
        </pc:spChg>
        <pc:spChg chg="mod">
          <ac:chgData name="mathspt" userId="0238e0ea-a655-48f2-bae3-2ff3e0b97742" providerId="ADAL" clId="{399188D2-3F8A-499F-80C9-B0B95DA196DA}" dt="2025-08-07T07:44:43.968" v="409"/>
          <ac:spMkLst>
            <pc:docMk/>
            <pc:sldMk cId="3122320298" sldId="262"/>
            <ac:spMk id="44" creationId="{68E1A5AA-47A1-CE1D-29DF-CDCD966B8567}"/>
          </ac:spMkLst>
        </pc:spChg>
        <pc:spChg chg="mod">
          <ac:chgData name="mathspt" userId="0238e0ea-a655-48f2-bae3-2ff3e0b97742" providerId="ADAL" clId="{399188D2-3F8A-499F-80C9-B0B95DA196DA}" dt="2025-08-07T07:44:43.968" v="409"/>
          <ac:spMkLst>
            <pc:docMk/>
            <pc:sldMk cId="3122320298" sldId="262"/>
            <ac:spMk id="45" creationId="{8E23579A-A425-1DCB-5DA5-01D0D1203226}"/>
          </ac:spMkLst>
        </pc:spChg>
        <pc:spChg chg="mod">
          <ac:chgData name="mathspt" userId="0238e0ea-a655-48f2-bae3-2ff3e0b97742" providerId="ADAL" clId="{399188D2-3F8A-499F-80C9-B0B95DA196DA}" dt="2025-08-07T07:44:43.968" v="409"/>
          <ac:spMkLst>
            <pc:docMk/>
            <pc:sldMk cId="3122320298" sldId="262"/>
            <ac:spMk id="46" creationId="{70A0EC4F-FC65-96A2-04CF-A7C3A6A3339E}"/>
          </ac:spMkLst>
        </pc:spChg>
        <pc:spChg chg="mod">
          <ac:chgData name="mathspt" userId="0238e0ea-a655-48f2-bae3-2ff3e0b97742" providerId="ADAL" clId="{399188D2-3F8A-499F-80C9-B0B95DA196DA}" dt="2025-08-07T07:44:43.968" v="409"/>
          <ac:spMkLst>
            <pc:docMk/>
            <pc:sldMk cId="3122320298" sldId="262"/>
            <ac:spMk id="47" creationId="{76FB2FF2-7130-5EAE-8DF2-ACA18F5C5B54}"/>
          </ac:spMkLst>
        </pc:spChg>
        <pc:spChg chg="mod">
          <ac:chgData name="mathspt" userId="0238e0ea-a655-48f2-bae3-2ff3e0b97742" providerId="ADAL" clId="{399188D2-3F8A-499F-80C9-B0B95DA196DA}" dt="2025-08-07T07:44:43.968" v="409"/>
          <ac:spMkLst>
            <pc:docMk/>
            <pc:sldMk cId="3122320298" sldId="262"/>
            <ac:spMk id="48" creationId="{D497578E-5CBA-7CCF-662B-CD124A2436AD}"/>
          </ac:spMkLst>
        </pc:spChg>
        <pc:spChg chg="mod">
          <ac:chgData name="mathspt" userId="0238e0ea-a655-48f2-bae3-2ff3e0b97742" providerId="ADAL" clId="{399188D2-3F8A-499F-80C9-B0B95DA196DA}" dt="2025-08-07T07:44:43.968" v="409"/>
          <ac:spMkLst>
            <pc:docMk/>
            <pc:sldMk cId="3122320298" sldId="262"/>
            <ac:spMk id="49" creationId="{C7567E69-420C-00D5-D760-A19F12FDD27C}"/>
          </ac:spMkLst>
        </pc:spChg>
        <pc:spChg chg="mod">
          <ac:chgData name="mathspt" userId="0238e0ea-a655-48f2-bae3-2ff3e0b97742" providerId="ADAL" clId="{399188D2-3F8A-499F-80C9-B0B95DA196DA}" dt="2025-08-07T07:44:43.968" v="409"/>
          <ac:spMkLst>
            <pc:docMk/>
            <pc:sldMk cId="3122320298" sldId="262"/>
            <ac:spMk id="50" creationId="{9DEDEA10-7A76-CC97-C267-8BC1C7FD8E75}"/>
          </ac:spMkLst>
        </pc:spChg>
        <pc:spChg chg="mod">
          <ac:chgData name="mathspt" userId="0238e0ea-a655-48f2-bae3-2ff3e0b97742" providerId="ADAL" clId="{399188D2-3F8A-499F-80C9-B0B95DA196DA}" dt="2025-08-07T07:45:08.217" v="417"/>
          <ac:spMkLst>
            <pc:docMk/>
            <pc:sldMk cId="3122320298" sldId="262"/>
            <ac:spMk id="51" creationId="{3A15EB4F-F1A9-085A-0C89-DF63FABF1BCF}"/>
          </ac:spMkLst>
        </pc:spChg>
        <pc:spChg chg="mod">
          <ac:chgData name="mathspt" userId="0238e0ea-a655-48f2-bae3-2ff3e0b97742" providerId="ADAL" clId="{399188D2-3F8A-499F-80C9-B0B95DA196DA}" dt="2025-08-07T08:09:58.726" v="1011" actId="2711"/>
          <ac:spMkLst>
            <pc:docMk/>
            <pc:sldMk cId="3122320298" sldId="262"/>
            <ac:spMk id="52" creationId="{89DE3BE2-0F81-4370-0852-7442572B63D4}"/>
          </ac:spMkLst>
        </pc:spChg>
        <pc:spChg chg="mod">
          <ac:chgData name="mathspt" userId="0238e0ea-a655-48f2-bae3-2ff3e0b97742" providerId="ADAL" clId="{399188D2-3F8A-499F-80C9-B0B95DA196DA}" dt="2025-08-07T08:10:14.639" v="1019" actId="1037"/>
          <ac:spMkLst>
            <pc:docMk/>
            <pc:sldMk cId="3122320298" sldId="262"/>
            <ac:spMk id="53" creationId="{2CC78582-E07B-F5D0-EF95-AD71335F2267}"/>
          </ac:spMkLst>
        </pc:spChg>
        <pc:spChg chg="mod">
          <ac:chgData name="mathspt" userId="0238e0ea-a655-48f2-bae3-2ff3e0b97742" providerId="ADAL" clId="{399188D2-3F8A-499F-80C9-B0B95DA196DA}" dt="2025-08-07T07:45:08.217" v="417"/>
          <ac:spMkLst>
            <pc:docMk/>
            <pc:sldMk cId="3122320298" sldId="262"/>
            <ac:spMk id="54" creationId="{A18BCDAB-4ECB-8ED6-DC02-B2F86687C681}"/>
          </ac:spMkLst>
        </pc:spChg>
        <pc:spChg chg="mod">
          <ac:chgData name="mathspt" userId="0238e0ea-a655-48f2-bae3-2ff3e0b97742" providerId="ADAL" clId="{399188D2-3F8A-499F-80C9-B0B95DA196DA}" dt="2025-08-07T07:45:08.217" v="417"/>
          <ac:spMkLst>
            <pc:docMk/>
            <pc:sldMk cId="3122320298" sldId="262"/>
            <ac:spMk id="55" creationId="{7247C176-95E2-322C-B5FA-AF548B8A2C1B}"/>
          </ac:spMkLst>
        </pc:spChg>
        <pc:spChg chg="mod">
          <ac:chgData name="mathspt" userId="0238e0ea-a655-48f2-bae3-2ff3e0b97742" providerId="ADAL" clId="{399188D2-3F8A-499F-80C9-B0B95DA196DA}" dt="2025-08-07T07:45:08.217" v="417"/>
          <ac:spMkLst>
            <pc:docMk/>
            <pc:sldMk cId="3122320298" sldId="262"/>
            <ac:spMk id="56" creationId="{24BA93B9-A4DC-3EC5-8195-6ECDD8930682}"/>
          </ac:spMkLst>
        </pc:spChg>
        <pc:spChg chg="mod">
          <ac:chgData name="mathspt" userId="0238e0ea-a655-48f2-bae3-2ff3e0b97742" providerId="ADAL" clId="{399188D2-3F8A-499F-80C9-B0B95DA196DA}" dt="2025-08-07T07:45:08.217" v="417"/>
          <ac:spMkLst>
            <pc:docMk/>
            <pc:sldMk cId="3122320298" sldId="262"/>
            <ac:spMk id="57" creationId="{CB818DF3-2BAA-754E-3013-E871FDAEFB48}"/>
          </ac:spMkLst>
        </pc:spChg>
        <pc:spChg chg="mod">
          <ac:chgData name="mathspt" userId="0238e0ea-a655-48f2-bae3-2ff3e0b97742" providerId="ADAL" clId="{399188D2-3F8A-499F-80C9-B0B95DA196DA}" dt="2025-08-07T07:47:16.551" v="447" actId="1037"/>
          <ac:spMkLst>
            <pc:docMk/>
            <pc:sldMk cId="3122320298" sldId="262"/>
            <ac:spMk id="60" creationId="{30FB4F3B-9E9F-8BB7-C8DA-21A262D8D940}"/>
          </ac:spMkLst>
        </pc:spChg>
        <pc:spChg chg="mod">
          <ac:chgData name="mathspt" userId="0238e0ea-a655-48f2-bae3-2ff3e0b97742" providerId="ADAL" clId="{399188D2-3F8A-499F-80C9-B0B95DA196DA}" dt="2025-08-07T07:44:52.949" v="413"/>
          <ac:spMkLst>
            <pc:docMk/>
            <pc:sldMk cId="3122320298" sldId="262"/>
            <ac:spMk id="61" creationId="{7C98D5CD-42F7-7A96-1A20-9DACDC8511E4}"/>
          </ac:spMkLst>
        </pc:spChg>
        <pc:spChg chg="mod">
          <ac:chgData name="mathspt" userId="0238e0ea-a655-48f2-bae3-2ff3e0b97742" providerId="ADAL" clId="{399188D2-3F8A-499F-80C9-B0B95DA196DA}" dt="2025-08-07T07:44:52.949" v="413"/>
          <ac:spMkLst>
            <pc:docMk/>
            <pc:sldMk cId="3122320298" sldId="262"/>
            <ac:spMk id="62" creationId="{5CDAA924-6548-ABBE-4A6E-A1EA55EEAA0D}"/>
          </ac:spMkLst>
        </pc:spChg>
        <pc:spChg chg="mod">
          <ac:chgData name="mathspt" userId="0238e0ea-a655-48f2-bae3-2ff3e0b97742" providerId="ADAL" clId="{399188D2-3F8A-499F-80C9-B0B95DA196DA}" dt="2025-08-07T07:44:52.949" v="413"/>
          <ac:spMkLst>
            <pc:docMk/>
            <pc:sldMk cId="3122320298" sldId="262"/>
            <ac:spMk id="63" creationId="{9719968F-84E2-8156-3312-0182FF98AFE1}"/>
          </ac:spMkLst>
        </pc:spChg>
        <pc:spChg chg="mod">
          <ac:chgData name="mathspt" userId="0238e0ea-a655-48f2-bae3-2ff3e0b97742" providerId="ADAL" clId="{399188D2-3F8A-499F-80C9-B0B95DA196DA}" dt="2025-08-07T07:44:52.949" v="413"/>
          <ac:spMkLst>
            <pc:docMk/>
            <pc:sldMk cId="3122320298" sldId="262"/>
            <ac:spMk id="64" creationId="{28F1A2B0-32C8-2DE9-BE64-1AB6C300EC8D}"/>
          </ac:spMkLst>
        </pc:spChg>
        <pc:spChg chg="mod">
          <ac:chgData name="mathspt" userId="0238e0ea-a655-48f2-bae3-2ff3e0b97742" providerId="ADAL" clId="{399188D2-3F8A-499F-80C9-B0B95DA196DA}" dt="2025-08-07T07:44:52.949" v="413"/>
          <ac:spMkLst>
            <pc:docMk/>
            <pc:sldMk cId="3122320298" sldId="262"/>
            <ac:spMk id="65" creationId="{C279A3AB-057A-1AF6-6F6E-989B62DDB849}"/>
          </ac:spMkLst>
        </pc:spChg>
        <pc:spChg chg="mod">
          <ac:chgData name="mathspt" userId="0238e0ea-a655-48f2-bae3-2ff3e0b97742" providerId="ADAL" clId="{399188D2-3F8A-499F-80C9-B0B95DA196DA}" dt="2025-08-07T07:44:52.949" v="413"/>
          <ac:spMkLst>
            <pc:docMk/>
            <pc:sldMk cId="3122320298" sldId="262"/>
            <ac:spMk id="66" creationId="{09466330-03DB-4B76-D8A7-4E5C37AFF095}"/>
          </ac:spMkLst>
        </pc:spChg>
        <pc:spChg chg="mod">
          <ac:chgData name="mathspt" userId="0238e0ea-a655-48f2-bae3-2ff3e0b97742" providerId="ADAL" clId="{399188D2-3F8A-499F-80C9-B0B95DA196DA}" dt="2025-08-07T07:45:24.382" v="430" actId="1038"/>
          <ac:spMkLst>
            <pc:docMk/>
            <pc:sldMk cId="3122320298" sldId="262"/>
            <ac:spMk id="67" creationId="{E0ED0DDE-7214-1035-CFF2-612512FDAFCB}"/>
          </ac:spMkLst>
        </pc:spChg>
        <pc:spChg chg="mod">
          <ac:chgData name="mathspt" userId="0238e0ea-a655-48f2-bae3-2ff3e0b97742" providerId="ADAL" clId="{399188D2-3F8A-499F-80C9-B0B95DA196DA}" dt="2025-08-07T08:10:02.856" v="1012" actId="2711"/>
          <ac:spMkLst>
            <pc:docMk/>
            <pc:sldMk cId="3122320298" sldId="262"/>
            <ac:spMk id="68" creationId="{616EB895-0B11-9CE9-1417-590B6CBF613C}"/>
          </ac:spMkLst>
        </pc:spChg>
        <pc:spChg chg="mod">
          <ac:chgData name="mathspt" userId="0238e0ea-a655-48f2-bae3-2ff3e0b97742" providerId="ADAL" clId="{399188D2-3F8A-499F-80C9-B0B95DA196DA}" dt="2025-08-07T07:47:22.017" v="458" actId="1037"/>
          <ac:spMkLst>
            <pc:docMk/>
            <pc:sldMk cId="3122320298" sldId="262"/>
            <ac:spMk id="69" creationId="{D4399A3B-D674-6C9E-7E98-DFCB14DF4543}"/>
          </ac:spMkLst>
        </pc:spChg>
        <pc:spChg chg="mod">
          <ac:chgData name="mathspt" userId="0238e0ea-a655-48f2-bae3-2ff3e0b97742" providerId="ADAL" clId="{399188D2-3F8A-499F-80C9-B0B95DA196DA}" dt="2025-08-07T07:45:18.884" v="422" actId="1037"/>
          <ac:spMkLst>
            <pc:docMk/>
            <pc:sldMk cId="3122320298" sldId="262"/>
            <ac:spMk id="72" creationId="{04C21CC5-43E9-CAFD-1163-81442B91BEF1}"/>
          </ac:spMkLst>
        </pc:spChg>
        <pc:spChg chg="mod">
          <ac:chgData name="mathspt" userId="0238e0ea-a655-48f2-bae3-2ff3e0b97742" providerId="ADAL" clId="{399188D2-3F8A-499F-80C9-B0B95DA196DA}" dt="2025-08-07T07:39:15.824" v="290" actId="2711"/>
          <ac:spMkLst>
            <pc:docMk/>
            <pc:sldMk cId="3122320298" sldId="262"/>
            <ac:spMk id="73" creationId="{F0BDB65D-DFAA-19B1-07BA-289334BAA390}"/>
          </ac:spMkLst>
        </pc:spChg>
        <pc:grpChg chg="mod">
          <ac:chgData name="mathspt" userId="0238e0ea-a655-48f2-bae3-2ff3e0b97742" providerId="ADAL" clId="{399188D2-3F8A-499F-80C9-B0B95DA196DA}" dt="2025-08-07T07:44:36.590" v="407"/>
          <ac:grpSpMkLst>
            <pc:docMk/>
            <pc:sldMk cId="3122320298" sldId="262"/>
            <ac:grpSpMk id="5" creationId="{C184DA46-5B45-2ABA-281D-28BB5983DA01}"/>
          </ac:grpSpMkLst>
        </pc:grpChg>
        <pc:grpChg chg="mod">
          <ac:chgData name="mathspt" userId="0238e0ea-a655-48f2-bae3-2ff3e0b97742" providerId="ADAL" clId="{399188D2-3F8A-499F-80C9-B0B95DA196DA}" dt="2025-08-07T07:45:01.986" v="415"/>
          <ac:grpSpMkLst>
            <pc:docMk/>
            <pc:sldMk cId="3122320298" sldId="262"/>
            <ac:grpSpMk id="6" creationId="{0FE71ED3-D8E2-43D3-9C46-C050EF29E7D1}"/>
          </ac:grpSpMkLst>
        </pc:grpChg>
        <pc:grpChg chg="mod">
          <ac:chgData name="mathspt" userId="0238e0ea-a655-48f2-bae3-2ff3e0b97742" providerId="ADAL" clId="{399188D2-3F8A-499F-80C9-B0B95DA196DA}" dt="2025-08-07T07:44:49.735" v="411"/>
          <ac:grpSpMkLst>
            <pc:docMk/>
            <pc:sldMk cId="3122320298" sldId="262"/>
            <ac:grpSpMk id="9" creationId="{8A1180E0-892A-2380-73A2-0FB3F41A9C15}"/>
          </ac:grpSpMkLst>
        </pc:grpChg>
        <pc:grpChg chg="mod">
          <ac:chgData name="mathspt" userId="0238e0ea-a655-48f2-bae3-2ff3e0b97742" providerId="ADAL" clId="{399188D2-3F8A-499F-80C9-B0B95DA196DA}" dt="2025-08-07T08:10:29.154" v="1038" actId="1035"/>
          <ac:grpSpMkLst>
            <pc:docMk/>
            <pc:sldMk cId="3122320298" sldId="262"/>
            <ac:grpSpMk id="74" creationId="{9FF0551D-5528-D486-D026-458B772872A6}"/>
          </ac:grpSpMkLst>
        </pc:grpChg>
        <pc:grpChg chg="mod">
          <ac:chgData name="mathspt" userId="0238e0ea-a655-48f2-bae3-2ff3e0b97742" providerId="ADAL" clId="{399188D2-3F8A-499F-80C9-B0B95DA196DA}" dt="2025-08-07T08:10:22.582" v="1029" actId="1035"/>
          <ac:grpSpMkLst>
            <pc:docMk/>
            <pc:sldMk cId="3122320298" sldId="262"/>
            <ac:grpSpMk id="75" creationId="{222E3B54-8DB8-1206-8A64-F3070B7ACA90}"/>
          </ac:grpSpMkLst>
        </pc:grpChg>
        <pc:grpChg chg="mod">
          <ac:chgData name="mathspt" userId="0238e0ea-a655-48f2-bae3-2ff3e0b97742" providerId="ADAL" clId="{399188D2-3F8A-499F-80C9-B0B95DA196DA}" dt="2025-08-07T07:44:52.949" v="413"/>
          <ac:grpSpMkLst>
            <pc:docMk/>
            <pc:sldMk cId="3122320298" sldId="262"/>
            <ac:grpSpMk id="78" creationId="{8EF0A146-901D-E759-186C-2C01645B3F29}"/>
          </ac:grpSpMkLst>
        </pc:grpChg>
      </pc:sldChg>
      <pc:sldChg chg="modSp mod">
        <pc:chgData name="mathspt" userId="0238e0ea-a655-48f2-bae3-2ff3e0b97742" providerId="ADAL" clId="{399188D2-3F8A-499F-80C9-B0B95DA196DA}" dt="2025-08-07T07:49:32.280" v="520" actId="1037"/>
        <pc:sldMkLst>
          <pc:docMk/>
          <pc:sldMk cId="3650834751" sldId="263"/>
        </pc:sldMkLst>
        <pc:spChg chg="mod">
          <ac:chgData name="mathspt" userId="0238e0ea-a655-48f2-bae3-2ff3e0b97742" providerId="ADAL" clId="{399188D2-3F8A-499F-80C9-B0B95DA196DA}" dt="2025-08-07T07:47:55.066" v="461" actId="2711"/>
          <ac:spMkLst>
            <pc:docMk/>
            <pc:sldMk cId="3650834751" sldId="263"/>
            <ac:spMk id="29" creationId="{EF39726D-011A-E43F-DDC9-F8D5EBE0852A}"/>
          </ac:spMkLst>
        </pc:spChg>
        <pc:spChg chg="mod">
          <ac:chgData name="mathspt" userId="0238e0ea-a655-48f2-bae3-2ff3e0b97742" providerId="ADAL" clId="{399188D2-3F8A-499F-80C9-B0B95DA196DA}" dt="2025-08-07T07:47:48.787" v="460" actId="2711"/>
          <ac:spMkLst>
            <pc:docMk/>
            <pc:sldMk cId="3650834751" sldId="263"/>
            <ac:spMk id="33" creationId="{E1B7CC52-1AD5-7893-BD38-2E295556019D}"/>
          </ac:spMkLst>
        </pc:spChg>
        <pc:spChg chg="mod">
          <ac:chgData name="mathspt" userId="0238e0ea-a655-48f2-bae3-2ff3e0b97742" providerId="ADAL" clId="{399188D2-3F8A-499F-80C9-B0B95DA196DA}" dt="2025-08-07T07:48:41.892" v="467" actId="2711"/>
          <ac:spMkLst>
            <pc:docMk/>
            <pc:sldMk cId="3650834751" sldId="263"/>
            <ac:spMk id="48" creationId="{290C817D-A2E3-7D26-239C-FD30E39CEFE3}"/>
          </ac:spMkLst>
        </pc:spChg>
        <pc:spChg chg="mod">
          <ac:chgData name="mathspt" userId="0238e0ea-a655-48f2-bae3-2ff3e0b97742" providerId="ADAL" clId="{399188D2-3F8A-499F-80C9-B0B95DA196DA}" dt="2025-08-07T07:48:31.433" v="466" actId="2711"/>
          <ac:spMkLst>
            <pc:docMk/>
            <pc:sldMk cId="3650834751" sldId="263"/>
            <ac:spMk id="54" creationId="{2193DB9D-2884-0D1F-2137-F1B3C5D24CA1}"/>
          </ac:spMkLst>
        </pc:spChg>
        <pc:spChg chg="mod">
          <ac:chgData name="mathspt" userId="0238e0ea-a655-48f2-bae3-2ff3e0b97742" providerId="ADAL" clId="{399188D2-3F8A-499F-80C9-B0B95DA196DA}" dt="2025-08-07T07:47:42.301" v="459" actId="2711"/>
          <ac:spMkLst>
            <pc:docMk/>
            <pc:sldMk cId="3650834751" sldId="263"/>
            <ac:spMk id="71" creationId="{6954A7EB-576A-0373-4A17-97DCB7A3C224}"/>
          </ac:spMkLst>
        </pc:spChg>
        <pc:spChg chg="mod">
          <ac:chgData name="mathspt" userId="0238e0ea-a655-48f2-bae3-2ff3e0b97742" providerId="ADAL" clId="{399188D2-3F8A-499F-80C9-B0B95DA196DA}" dt="2025-08-07T07:48:59.535" v="468" actId="2711"/>
          <ac:spMkLst>
            <pc:docMk/>
            <pc:sldMk cId="3650834751" sldId="263"/>
            <ac:spMk id="73" creationId="{D64AC55A-202F-E96D-1F7B-C33EFE341EAD}"/>
          </ac:spMkLst>
        </pc:spChg>
        <pc:spChg chg="mod">
          <ac:chgData name="mathspt" userId="0238e0ea-a655-48f2-bae3-2ff3e0b97742" providerId="ADAL" clId="{399188D2-3F8A-499F-80C9-B0B95DA196DA}" dt="2025-08-07T07:48:01.290" v="462" actId="2711"/>
          <ac:spMkLst>
            <pc:docMk/>
            <pc:sldMk cId="3650834751" sldId="263"/>
            <ac:spMk id="74" creationId="{12D8B5BF-EDF2-D205-3005-49E8ADF00EA4}"/>
          </ac:spMkLst>
        </pc:spChg>
        <pc:spChg chg="mod">
          <ac:chgData name="mathspt" userId="0238e0ea-a655-48f2-bae3-2ff3e0b97742" providerId="ADAL" clId="{399188D2-3F8A-499F-80C9-B0B95DA196DA}" dt="2025-08-07T07:49:22.058" v="484" actId="2711"/>
          <ac:spMkLst>
            <pc:docMk/>
            <pc:sldMk cId="3650834751" sldId="263"/>
            <ac:spMk id="92" creationId="{AD976D36-1DDC-7797-5E82-308E55618EA2}"/>
          </ac:spMkLst>
        </pc:spChg>
        <pc:spChg chg="mod">
          <ac:chgData name="mathspt" userId="0238e0ea-a655-48f2-bae3-2ff3e0b97742" providerId="ADAL" clId="{399188D2-3F8A-499F-80C9-B0B95DA196DA}" dt="2025-08-07T07:48:11.072" v="463" actId="2711"/>
          <ac:spMkLst>
            <pc:docMk/>
            <pc:sldMk cId="3650834751" sldId="263"/>
            <ac:spMk id="93" creationId="{151BBB38-D5D6-B6AF-9FA8-F4AF37ED5F3C}"/>
          </ac:spMkLst>
        </pc:spChg>
        <pc:spChg chg="mod">
          <ac:chgData name="mathspt" userId="0238e0ea-a655-48f2-bae3-2ff3e0b97742" providerId="ADAL" clId="{399188D2-3F8A-499F-80C9-B0B95DA196DA}" dt="2025-08-07T07:49:05.949" v="469" actId="14100"/>
          <ac:spMkLst>
            <pc:docMk/>
            <pc:sldMk cId="3650834751" sldId="263"/>
            <ac:spMk id="94" creationId="{CF5E74CE-93F9-F4B1-BD85-2D285BEBFE77}"/>
          </ac:spMkLst>
        </pc:spChg>
        <pc:spChg chg="mod">
          <ac:chgData name="mathspt" userId="0238e0ea-a655-48f2-bae3-2ff3e0b97742" providerId="ADAL" clId="{399188D2-3F8A-499F-80C9-B0B95DA196DA}" dt="2025-08-07T07:48:16.854" v="464" actId="2711"/>
          <ac:spMkLst>
            <pc:docMk/>
            <pc:sldMk cId="3650834751" sldId="263"/>
            <ac:spMk id="96" creationId="{2BC9D734-A392-CD1E-8173-82B6601925DD}"/>
          </ac:spMkLst>
        </pc:spChg>
        <pc:spChg chg="mod">
          <ac:chgData name="mathspt" userId="0238e0ea-a655-48f2-bae3-2ff3e0b97742" providerId="ADAL" clId="{399188D2-3F8A-499F-80C9-B0B95DA196DA}" dt="2025-08-07T07:49:32.280" v="520" actId="1037"/>
          <ac:spMkLst>
            <pc:docMk/>
            <pc:sldMk cId="3650834751" sldId="263"/>
            <ac:spMk id="99" creationId="{DBD0F7CA-3745-E6AD-D2D9-EA94C3278A15}"/>
          </ac:spMkLst>
        </pc:spChg>
      </pc:sldChg>
      <pc:sldChg chg="modSp mod">
        <pc:chgData name="mathspt" userId="0238e0ea-a655-48f2-bae3-2ff3e0b97742" providerId="ADAL" clId="{399188D2-3F8A-499F-80C9-B0B95DA196DA}" dt="2025-08-07T07:54:37.610" v="669" actId="2711"/>
        <pc:sldMkLst>
          <pc:docMk/>
          <pc:sldMk cId="2587831794" sldId="264"/>
        </pc:sldMkLst>
        <pc:spChg chg="mod">
          <ac:chgData name="mathspt" userId="0238e0ea-a655-48f2-bae3-2ff3e0b97742" providerId="ADAL" clId="{399188D2-3F8A-499F-80C9-B0B95DA196DA}" dt="2025-08-07T07:49:59.180" v="523"/>
          <ac:spMkLst>
            <pc:docMk/>
            <pc:sldMk cId="2587831794" sldId="264"/>
            <ac:spMk id="5" creationId="{AA000DD0-39B7-8AC3-6430-9FAB4BB4AD5E}"/>
          </ac:spMkLst>
        </pc:spChg>
        <pc:spChg chg="mod">
          <ac:chgData name="mathspt" userId="0238e0ea-a655-48f2-bae3-2ff3e0b97742" providerId="ADAL" clId="{399188D2-3F8A-499F-80C9-B0B95DA196DA}" dt="2025-08-07T07:50:05.809" v="527"/>
          <ac:spMkLst>
            <pc:docMk/>
            <pc:sldMk cId="2587831794" sldId="264"/>
            <ac:spMk id="10" creationId="{5A2F7BFB-BC78-F638-2FE2-84B25B6E942D}"/>
          </ac:spMkLst>
        </pc:spChg>
        <pc:spChg chg="mod">
          <ac:chgData name="mathspt" userId="0238e0ea-a655-48f2-bae3-2ff3e0b97742" providerId="ADAL" clId="{399188D2-3F8A-499F-80C9-B0B95DA196DA}" dt="2025-08-07T07:50:05.809" v="527"/>
          <ac:spMkLst>
            <pc:docMk/>
            <pc:sldMk cId="2587831794" sldId="264"/>
            <ac:spMk id="12" creationId="{5E83462F-A063-9AEE-8F74-2E281B627611}"/>
          </ac:spMkLst>
        </pc:spChg>
        <pc:spChg chg="mod">
          <ac:chgData name="mathspt" userId="0238e0ea-a655-48f2-bae3-2ff3e0b97742" providerId="ADAL" clId="{399188D2-3F8A-499F-80C9-B0B95DA196DA}" dt="2025-08-07T07:50:05.809" v="527"/>
          <ac:spMkLst>
            <pc:docMk/>
            <pc:sldMk cId="2587831794" sldId="264"/>
            <ac:spMk id="13" creationId="{0F1930BD-77AB-611E-F44B-9B34E7D0AFDF}"/>
          </ac:spMkLst>
        </pc:spChg>
        <pc:spChg chg="mod">
          <ac:chgData name="mathspt" userId="0238e0ea-a655-48f2-bae3-2ff3e0b97742" providerId="ADAL" clId="{399188D2-3F8A-499F-80C9-B0B95DA196DA}" dt="2025-08-07T07:50:05.809" v="527"/>
          <ac:spMkLst>
            <pc:docMk/>
            <pc:sldMk cId="2587831794" sldId="264"/>
            <ac:spMk id="14" creationId="{77E83D3B-1504-0FD5-9D8D-F7DAEA38575A}"/>
          </ac:spMkLst>
        </pc:spChg>
        <pc:spChg chg="mod">
          <ac:chgData name="mathspt" userId="0238e0ea-a655-48f2-bae3-2ff3e0b97742" providerId="ADAL" clId="{399188D2-3F8A-499F-80C9-B0B95DA196DA}" dt="2025-08-07T07:50:05.809" v="527"/>
          <ac:spMkLst>
            <pc:docMk/>
            <pc:sldMk cId="2587831794" sldId="264"/>
            <ac:spMk id="15" creationId="{D55074A8-6CF9-F909-632E-7B9DB698AF13}"/>
          </ac:spMkLst>
        </pc:spChg>
        <pc:spChg chg="mod">
          <ac:chgData name="mathspt" userId="0238e0ea-a655-48f2-bae3-2ff3e0b97742" providerId="ADAL" clId="{399188D2-3F8A-499F-80C9-B0B95DA196DA}" dt="2025-08-07T07:50:05.809" v="527"/>
          <ac:spMkLst>
            <pc:docMk/>
            <pc:sldMk cId="2587831794" sldId="264"/>
            <ac:spMk id="16" creationId="{BE9C5BF4-0795-A11B-2FCB-CDB11F942926}"/>
          </ac:spMkLst>
        </pc:spChg>
        <pc:spChg chg="mod">
          <ac:chgData name="mathspt" userId="0238e0ea-a655-48f2-bae3-2ff3e0b97742" providerId="ADAL" clId="{399188D2-3F8A-499F-80C9-B0B95DA196DA}" dt="2025-08-07T07:50:05.809" v="527"/>
          <ac:spMkLst>
            <pc:docMk/>
            <pc:sldMk cId="2587831794" sldId="264"/>
            <ac:spMk id="18" creationId="{0CFD9B86-BD96-D432-75F9-7DD1AC805B66}"/>
          </ac:spMkLst>
        </pc:spChg>
        <pc:spChg chg="mod">
          <ac:chgData name="mathspt" userId="0238e0ea-a655-48f2-bae3-2ff3e0b97742" providerId="ADAL" clId="{399188D2-3F8A-499F-80C9-B0B95DA196DA}" dt="2025-08-07T07:50:05.809" v="527"/>
          <ac:spMkLst>
            <pc:docMk/>
            <pc:sldMk cId="2587831794" sldId="264"/>
            <ac:spMk id="19" creationId="{2CA4E144-B571-5BF4-98E2-9862D9AE7709}"/>
          </ac:spMkLst>
        </pc:spChg>
        <pc:spChg chg="mod">
          <ac:chgData name="mathspt" userId="0238e0ea-a655-48f2-bae3-2ff3e0b97742" providerId="ADAL" clId="{399188D2-3F8A-499F-80C9-B0B95DA196DA}" dt="2025-08-07T07:50:05.809" v="527"/>
          <ac:spMkLst>
            <pc:docMk/>
            <pc:sldMk cId="2587831794" sldId="264"/>
            <ac:spMk id="20" creationId="{96A64DA0-CCF6-DFB8-0079-55661DDB2ACD}"/>
          </ac:spMkLst>
        </pc:spChg>
        <pc:spChg chg="mod">
          <ac:chgData name="mathspt" userId="0238e0ea-a655-48f2-bae3-2ff3e0b97742" providerId="ADAL" clId="{399188D2-3F8A-499F-80C9-B0B95DA196DA}" dt="2025-08-07T07:50:05.809" v="527"/>
          <ac:spMkLst>
            <pc:docMk/>
            <pc:sldMk cId="2587831794" sldId="264"/>
            <ac:spMk id="21" creationId="{259FBD94-9D32-C03F-848B-12484FBBF4B1}"/>
          </ac:spMkLst>
        </pc:spChg>
        <pc:spChg chg="mod">
          <ac:chgData name="mathspt" userId="0238e0ea-a655-48f2-bae3-2ff3e0b97742" providerId="ADAL" clId="{399188D2-3F8A-499F-80C9-B0B95DA196DA}" dt="2025-08-07T07:49:59.180" v="523"/>
          <ac:spMkLst>
            <pc:docMk/>
            <pc:sldMk cId="2587831794" sldId="264"/>
            <ac:spMk id="22" creationId="{6607839D-EB8F-1D82-75CA-E87C3F22E20A}"/>
          </ac:spMkLst>
        </pc:spChg>
        <pc:spChg chg="mod">
          <ac:chgData name="mathspt" userId="0238e0ea-a655-48f2-bae3-2ff3e0b97742" providerId="ADAL" clId="{399188D2-3F8A-499F-80C9-B0B95DA196DA}" dt="2025-08-07T07:49:59.180" v="523"/>
          <ac:spMkLst>
            <pc:docMk/>
            <pc:sldMk cId="2587831794" sldId="264"/>
            <ac:spMk id="23" creationId="{8D249309-2F65-BD04-7693-8954BE3E8E59}"/>
          </ac:spMkLst>
        </pc:spChg>
        <pc:spChg chg="mod">
          <ac:chgData name="mathspt" userId="0238e0ea-a655-48f2-bae3-2ff3e0b97742" providerId="ADAL" clId="{399188D2-3F8A-499F-80C9-B0B95DA196DA}" dt="2025-08-07T07:49:59.180" v="523"/>
          <ac:spMkLst>
            <pc:docMk/>
            <pc:sldMk cId="2587831794" sldId="264"/>
            <ac:spMk id="24" creationId="{7F1E3A9F-AAF6-07BD-DCA0-62A2C4259346}"/>
          </ac:spMkLst>
        </pc:spChg>
        <pc:spChg chg="mod">
          <ac:chgData name="mathspt" userId="0238e0ea-a655-48f2-bae3-2ff3e0b97742" providerId="ADAL" clId="{399188D2-3F8A-499F-80C9-B0B95DA196DA}" dt="2025-08-07T07:49:59.180" v="523"/>
          <ac:spMkLst>
            <pc:docMk/>
            <pc:sldMk cId="2587831794" sldId="264"/>
            <ac:spMk id="25" creationId="{5129683B-CD7F-72B4-4AB9-E1341D98EAB4}"/>
          </ac:spMkLst>
        </pc:spChg>
        <pc:spChg chg="mod">
          <ac:chgData name="mathspt" userId="0238e0ea-a655-48f2-bae3-2ff3e0b97742" providerId="ADAL" clId="{399188D2-3F8A-499F-80C9-B0B95DA196DA}" dt="2025-08-07T07:49:59.180" v="523"/>
          <ac:spMkLst>
            <pc:docMk/>
            <pc:sldMk cId="2587831794" sldId="264"/>
            <ac:spMk id="26" creationId="{F504FA90-26F1-16B4-B7F0-22587CA40C6E}"/>
          </ac:spMkLst>
        </pc:spChg>
        <pc:spChg chg="mod">
          <ac:chgData name="mathspt" userId="0238e0ea-a655-48f2-bae3-2ff3e0b97742" providerId="ADAL" clId="{399188D2-3F8A-499F-80C9-B0B95DA196DA}" dt="2025-08-07T07:49:59.180" v="523"/>
          <ac:spMkLst>
            <pc:docMk/>
            <pc:sldMk cId="2587831794" sldId="264"/>
            <ac:spMk id="27" creationId="{51323AE3-3F18-D292-9EB9-200ADD94CD32}"/>
          </ac:spMkLst>
        </pc:spChg>
        <pc:spChg chg="mod">
          <ac:chgData name="mathspt" userId="0238e0ea-a655-48f2-bae3-2ff3e0b97742" providerId="ADAL" clId="{399188D2-3F8A-499F-80C9-B0B95DA196DA}" dt="2025-08-07T07:49:59.180" v="523"/>
          <ac:spMkLst>
            <pc:docMk/>
            <pc:sldMk cId="2587831794" sldId="264"/>
            <ac:spMk id="28" creationId="{28496407-2362-5E61-DFFC-525068A3CD3C}"/>
          </ac:spMkLst>
        </pc:spChg>
        <pc:spChg chg="mod">
          <ac:chgData name="mathspt" userId="0238e0ea-a655-48f2-bae3-2ff3e0b97742" providerId="ADAL" clId="{399188D2-3F8A-499F-80C9-B0B95DA196DA}" dt="2025-08-07T07:50:23.620" v="533"/>
          <ac:spMkLst>
            <pc:docMk/>
            <pc:sldMk cId="2587831794" sldId="264"/>
            <ac:spMk id="46" creationId="{4903EC48-C22E-5862-0179-8F3792167A14}"/>
          </ac:spMkLst>
        </pc:spChg>
        <pc:spChg chg="mod">
          <ac:chgData name="mathspt" userId="0238e0ea-a655-48f2-bae3-2ff3e0b97742" providerId="ADAL" clId="{399188D2-3F8A-499F-80C9-B0B95DA196DA}" dt="2025-08-07T07:53:40.776" v="658" actId="2711"/>
          <ac:spMkLst>
            <pc:docMk/>
            <pc:sldMk cId="2587831794" sldId="264"/>
            <ac:spMk id="49" creationId="{AF89BD20-377C-EDD3-2638-6B32D7F10A6A}"/>
          </ac:spMkLst>
        </pc:spChg>
        <pc:spChg chg="mod">
          <ac:chgData name="mathspt" userId="0238e0ea-a655-48f2-bae3-2ff3e0b97742" providerId="ADAL" clId="{399188D2-3F8A-499F-80C9-B0B95DA196DA}" dt="2025-08-07T07:53:34.881" v="657" actId="2711"/>
          <ac:spMkLst>
            <pc:docMk/>
            <pc:sldMk cId="2587831794" sldId="264"/>
            <ac:spMk id="50" creationId="{37315656-9E9F-C31F-02E7-99F4E89D7F28}"/>
          </ac:spMkLst>
        </pc:spChg>
        <pc:spChg chg="mod">
          <ac:chgData name="mathspt" userId="0238e0ea-a655-48f2-bae3-2ff3e0b97742" providerId="ADAL" clId="{399188D2-3F8A-499F-80C9-B0B95DA196DA}" dt="2025-08-07T07:50:23.620" v="533"/>
          <ac:spMkLst>
            <pc:docMk/>
            <pc:sldMk cId="2587831794" sldId="264"/>
            <ac:spMk id="54" creationId="{A0E4EAE3-0700-ED63-5E73-4DFB65275940}"/>
          </ac:spMkLst>
        </pc:spChg>
        <pc:spChg chg="mod">
          <ac:chgData name="mathspt" userId="0238e0ea-a655-48f2-bae3-2ff3e0b97742" providerId="ADAL" clId="{399188D2-3F8A-499F-80C9-B0B95DA196DA}" dt="2025-08-07T07:50:23.620" v="533"/>
          <ac:spMkLst>
            <pc:docMk/>
            <pc:sldMk cId="2587831794" sldId="264"/>
            <ac:spMk id="70" creationId="{B4BA50D1-4CB2-6838-CBA4-5E775827E36B}"/>
          </ac:spMkLst>
        </pc:spChg>
        <pc:spChg chg="mod">
          <ac:chgData name="mathspt" userId="0238e0ea-a655-48f2-bae3-2ff3e0b97742" providerId="ADAL" clId="{399188D2-3F8A-499F-80C9-B0B95DA196DA}" dt="2025-08-07T07:50:23.620" v="533"/>
          <ac:spMkLst>
            <pc:docMk/>
            <pc:sldMk cId="2587831794" sldId="264"/>
            <ac:spMk id="72" creationId="{B7ABC9FB-65B8-7DCD-7C6C-B59E0DE411B6}"/>
          </ac:spMkLst>
        </pc:spChg>
        <pc:spChg chg="mod">
          <ac:chgData name="mathspt" userId="0238e0ea-a655-48f2-bae3-2ff3e0b97742" providerId="ADAL" clId="{399188D2-3F8A-499F-80C9-B0B95DA196DA}" dt="2025-08-07T07:50:23.620" v="533"/>
          <ac:spMkLst>
            <pc:docMk/>
            <pc:sldMk cId="2587831794" sldId="264"/>
            <ac:spMk id="74" creationId="{FF86EB3A-0EEB-ABB1-BF9D-3FDC5F373DEB}"/>
          </ac:spMkLst>
        </pc:spChg>
        <pc:spChg chg="mod">
          <ac:chgData name="mathspt" userId="0238e0ea-a655-48f2-bae3-2ff3e0b97742" providerId="ADAL" clId="{399188D2-3F8A-499F-80C9-B0B95DA196DA}" dt="2025-08-07T07:50:23.620" v="533"/>
          <ac:spMkLst>
            <pc:docMk/>
            <pc:sldMk cId="2587831794" sldId="264"/>
            <ac:spMk id="75" creationId="{B355CDF6-9DBB-BB3C-9329-03F53D52ADBB}"/>
          </ac:spMkLst>
        </pc:spChg>
        <pc:spChg chg="mod">
          <ac:chgData name="mathspt" userId="0238e0ea-a655-48f2-bae3-2ff3e0b97742" providerId="ADAL" clId="{399188D2-3F8A-499F-80C9-B0B95DA196DA}" dt="2025-08-07T07:54:08.522" v="666" actId="1037"/>
          <ac:spMkLst>
            <pc:docMk/>
            <pc:sldMk cId="2587831794" sldId="264"/>
            <ac:spMk id="76" creationId="{F0852DF9-3C38-FCEA-B57E-AC01A365E7E0}"/>
          </ac:spMkLst>
        </pc:spChg>
        <pc:spChg chg="mod">
          <ac:chgData name="mathspt" userId="0238e0ea-a655-48f2-bae3-2ff3e0b97742" providerId="ADAL" clId="{399188D2-3F8A-499F-80C9-B0B95DA196DA}" dt="2025-08-07T07:53:52.350" v="662" actId="1037"/>
          <ac:spMkLst>
            <pc:docMk/>
            <pc:sldMk cId="2587831794" sldId="264"/>
            <ac:spMk id="77" creationId="{85C3475F-AE5C-5BF3-1566-B67716E78312}"/>
          </ac:spMkLst>
        </pc:spChg>
        <pc:spChg chg="mod">
          <ac:chgData name="mathspt" userId="0238e0ea-a655-48f2-bae3-2ff3e0b97742" providerId="ADAL" clId="{399188D2-3F8A-499F-80C9-B0B95DA196DA}" dt="2025-08-07T07:54:20.979" v="667" actId="2711"/>
          <ac:spMkLst>
            <pc:docMk/>
            <pc:sldMk cId="2587831794" sldId="264"/>
            <ac:spMk id="78" creationId="{E507F577-8D02-0892-7903-6CD1F0991575}"/>
          </ac:spMkLst>
        </pc:spChg>
        <pc:spChg chg="mod">
          <ac:chgData name="mathspt" userId="0238e0ea-a655-48f2-bae3-2ff3e0b97742" providerId="ADAL" clId="{399188D2-3F8A-499F-80C9-B0B95DA196DA}" dt="2025-08-07T07:52:57.223" v="654" actId="2711"/>
          <ac:spMkLst>
            <pc:docMk/>
            <pc:sldMk cId="2587831794" sldId="264"/>
            <ac:spMk id="79" creationId="{DDB85F88-EE1A-9A8C-8FE3-B35FF424B5D8}"/>
          </ac:spMkLst>
        </pc:spChg>
        <pc:spChg chg="mod">
          <ac:chgData name="mathspt" userId="0238e0ea-a655-48f2-bae3-2ff3e0b97742" providerId="ADAL" clId="{399188D2-3F8A-499F-80C9-B0B95DA196DA}" dt="2025-08-07T07:52:02.869" v="617"/>
          <ac:spMkLst>
            <pc:docMk/>
            <pc:sldMk cId="2587831794" sldId="264"/>
            <ac:spMk id="80" creationId="{DD5CE583-457E-30FC-BF03-CFF2FA7AF720}"/>
          </ac:spMkLst>
        </pc:spChg>
        <pc:spChg chg="mod">
          <ac:chgData name="mathspt" userId="0238e0ea-a655-48f2-bae3-2ff3e0b97742" providerId="ADAL" clId="{399188D2-3F8A-499F-80C9-B0B95DA196DA}" dt="2025-08-07T07:52:10.908" v="649" actId="1035"/>
          <ac:spMkLst>
            <pc:docMk/>
            <pc:sldMk cId="2587831794" sldId="264"/>
            <ac:spMk id="81" creationId="{FE235540-A72F-1B79-CA98-5F6A7F8BDC2E}"/>
          </ac:spMkLst>
        </pc:spChg>
        <pc:spChg chg="mod">
          <ac:chgData name="mathspt" userId="0238e0ea-a655-48f2-bae3-2ff3e0b97742" providerId="ADAL" clId="{399188D2-3F8A-499F-80C9-B0B95DA196DA}" dt="2025-08-07T07:53:04.888" v="655" actId="2711"/>
          <ac:spMkLst>
            <pc:docMk/>
            <pc:sldMk cId="2587831794" sldId="264"/>
            <ac:spMk id="82" creationId="{0D656A55-237F-EEC5-2979-1A01EF6F8769}"/>
          </ac:spMkLst>
        </pc:spChg>
        <pc:spChg chg="mod">
          <ac:chgData name="mathspt" userId="0238e0ea-a655-48f2-bae3-2ff3e0b97742" providerId="ADAL" clId="{399188D2-3F8A-499F-80C9-B0B95DA196DA}" dt="2025-08-07T07:52:02.869" v="617"/>
          <ac:spMkLst>
            <pc:docMk/>
            <pc:sldMk cId="2587831794" sldId="264"/>
            <ac:spMk id="86" creationId="{8C41C297-7307-2F2E-57A3-D84F2E5B370E}"/>
          </ac:spMkLst>
        </pc:spChg>
        <pc:spChg chg="mod">
          <ac:chgData name="mathspt" userId="0238e0ea-a655-48f2-bae3-2ff3e0b97742" providerId="ADAL" clId="{399188D2-3F8A-499F-80C9-B0B95DA196DA}" dt="2025-08-07T07:52:02.869" v="617"/>
          <ac:spMkLst>
            <pc:docMk/>
            <pc:sldMk cId="2587831794" sldId="264"/>
            <ac:spMk id="88" creationId="{CBC6272A-4C6A-CA2C-A600-C7D36852D3CB}"/>
          </ac:spMkLst>
        </pc:spChg>
        <pc:spChg chg="mod">
          <ac:chgData name="mathspt" userId="0238e0ea-a655-48f2-bae3-2ff3e0b97742" providerId="ADAL" clId="{399188D2-3F8A-499F-80C9-B0B95DA196DA}" dt="2025-08-07T07:52:02.869" v="617"/>
          <ac:spMkLst>
            <pc:docMk/>
            <pc:sldMk cId="2587831794" sldId="264"/>
            <ac:spMk id="89" creationId="{4E4808C7-03CD-BAC8-9062-41AC07D3D574}"/>
          </ac:spMkLst>
        </pc:spChg>
        <pc:spChg chg="mod">
          <ac:chgData name="mathspt" userId="0238e0ea-a655-48f2-bae3-2ff3e0b97742" providerId="ADAL" clId="{399188D2-3F8A-499F-80C9-B0B95DA196DA}" dt="2025-08-07T07:53:19.044" v="656" actId="2711"/>
          <ac:spMkLst>
            <pc:docMk/>
            <pc:sldMk cId="2587831794" sldId="264"/>
            <ac:spMk id="90" creationId="{F5F5F1EB-37C2-0BD6-7E3C-49B281436D8E}"/>
          </ac:spMkLst>
        </pc:spChg>
        <pc:spChg chg="mod">
          <ac:chgData name="mathspt" userId="0238e0ea-a655-48f2-bae3-2ff3e0b97742" providerId="ADAL" clId="{399188D2-3F8A-499F-80C9-B0B95DA196DA}" dt="2025-08-07T07:52:02.869" v="617"/>
          <ac:spMkLst>
            <pc:docMk/>
            <pc:sldMk cId="2587831794" sldId="264"/>
            <ac:spMk id="91" creationId="{98654340-D2D4-48B4-B74A-603AA93C8D67}"/>
          </ac:spMkLst>
        </pc:spChg>
        <pc:spChg chg="mod">
          <ac:chgData name="mathspt" userId="0238e0ea-a655-48f2-bae3-2ff3e0b97742" providerId="ADAL" clId="{399188D2-3F8A-499F-80C9-B0B95DA196DA}" dt="2025-08-07T07:52:02.869" v="617"/>
          <ac:spMkLst>
            <pc:docMk/>
            <pc:sldMk cId="2587831794" sldId="264"/>
            <ac:spMk id="92" creationId="{0FEFC169-CD94-C754-C8FD-98226BB0876F}"/>
          </ac:spMkLst>
        </pc:spChg>
        <pc:spChg chg="mod">
          <ac:chgData name="mathspt" userId="0238e0ea-a655-48f2-bae3-2ff3e0b97742" providerId="ADAL" clId="{399188D2-3F8A-499F-80C9-B0B95DA196DA}" dt="2025-08-07T07:52:45.867" v="653" actId="2711"/>
          <ac:spMkLst>
            <pc:docMk/>
            <pc:sldMk cId="2587831794" sldId="264"/>
            <ac:spMk id="93" creationId="{ED6DC28B-4B7A-0A1C-C7FB-81ADA89C796D}"/>
          </ac:spMkLst>
        </pc:spChg>
        <pc:spChg chg="mod">
          <ac:chgData name="mathspt" userId="0238e0ea-a655-48f2-bae3-2ff3e0b97742" providerId="ADAL" clId="{399188D2-3F8A-499F-80C9-B0B95DA196DA}" dt="2025-08-07T07:51:05.477" v="575" actId="1037"/>
          <ac:spMkLst>
            <pc:docMk/>
            <pc:sldMk cId="2587831794" sldId="264"/>
            <ac:spMk id="94" creationId="{98F59342-0BBC-2DA2-8BE2-36A142D241A6}"/>
          </ac:spMkLst>
        </pc:spChg>
        <pc:spChg chg="mod">
          <ac:chgData name="mathspt" userId="0238e0ea-a655-48f2-bae3-2ff3e0b97742" providerId="ADAL" clId="{399188D2-3F8A-499F-80C9-B0B95DA196DA}" dt="2025-08-07T07:50:30.524" v="537"/>
          <ac:spMkLst>
            <pc:docMk/>
            <pc:sldMk cId="2587831794" sldId="264"/>
            <ac:spMk id="101" creationId="{5D0F61CB-1213-28A7-3AC5-C3528282429F}"/>
          </ac:spMkLst>
        </pc:spChg>
        <pc:spChg chg="mod">
          <ac:chgData name="mathspt" userId="0238e0ea-a655-48f2-bae3-2ff3e0b97742" providerId="ADAL" clId="{399188D2-3F8A-499F-80C9-B0B95DA196DA}" dt="2025-08-07T07:52:23.463" v="650" actId="2711"/>
          <ac:spMkLst>
            <pc:docMk/>
            <pc:sldMk cId="2587831794" sldId="264"/>
            <ac:spMk id="103" creationId="{6AF4F815-D52E-0C4A-FD43-D2E5E74EBB16}"/>
          </ac:spMkLst>
        </pc:spChg>
        <pc:spChg chg="mod">
          <ac:chgData name="mathspt" userId="0238e0ea-a655-48f2-bae3-2ff3e0b97742" providerId="ADAL" clId="{399188D2-3F8A-499F-80C9-B0B95DA196DA}" dt="2025-08-07T07:50:30.524" v="537"/>
          <ac:spMkLst>
            <pc:docMk/>
            <pc:sldMk cId="2587831794" sldId="264"/>
            <ac:spMk id="105" creationId="{17F06446-6594-2F61-DE8E-E3A7170C7F47}"/>
          </ac:spMkLst>
        </pc:spChg>
        <pc:spChg chg="mod">
          <ac:chgData name="mathspt" userId="0238e0ea-a655-48f2-bae3-2ff3e0b97742" providerId="ADAL" clId="{399188D2-3F8A-499F-80C9-B0B95DA196DA}" dt="2025-08-07T07:52:39.468" v="652" actId="2711"/>
          <ac:spMkLst>
            <pc:docMk/>
            <pc:sldMk cId="2587831794" sldId="264"/>
            <ac:spMk id="106" creationId="{48154843-7E9A-1996-4BD9-EFBDEF2145CA}"/>
          </ac:spMkLst>
        </pc:spChg>
        <pc:spChg chg="mod">
          <ac:chgData name="mathspt" userId="0238e0ea-a655-48f2-bae3-2ff3e0b97742" providerId="ADAL" clId="{399188D2-3F8A-499F-80C9-B0B95DA196DA}" dt="2025-08-07T07:54:37.610" v="669" actId="2711"/>
          <ac:spMkLst>
            <pc:docMk/>
            <pc:sldMk cId="2587831794" sldId="264"/>
            <ac:spMk id="107" creationId="{072D6F2E-0AF1-8525-9811-D0EDC09D0605}"/>
          </ac:spMkLst>
        </pc:spChg>
        <pc:spChg chg="mod">
          <ac:chgData name="mathspt" userId="0238e0ea-a655-48f2-bae3-2ff3e0b97742" providerId="ADAL" clId="{399188D2-3F8A-499F-80C9-B0B95DA196DA}" dt="2025-08-07T07:50:30.524" v="537"/>
          <ac:spMkLst>
            <pc:docMk/>
            <pc:sldMk cId="2587831794" sldId="264"/>
            <ac:spMk id="111" creationId="{5607E535-8EF9-0DF7-7FF0-2CDB3DB5B8D0}"/>
          </ac:spMkLst>
        </pc:spChg>
        <pc:spChg chg="mod">
          <ac:chgData name="mathspt" userId="0238e0ea-a655-48f2-bae3-2ff3e0b97742" providerId="ADAL" clId="{399188D2-3F8A-499F-80C9-B0B95DA196DA}" dt="2025-08-07T07:50:30.524" v="537"/>
          <ac:spMkLst>
            <pc:docMk/>
            <pc:sldMk cId="2587831794" sldId="264"/>
            <ac:spMk id="112" creationId="{475E3392-62A4-670B-91A4-68C73A820381}"/>
          </ac:spMkLst>
        </pc:spChg>
        <pc:spChg chg="mod">
          <ac:chgData name="mathspt" userId="0238e0ea-a655-48f2-bae3-2ff3e0b97742" providerId="ADAL" clId="{399188D2-3F8A-499F-80C9-B0B95DA196DA}" dt="2025-08-07T07:50:30.524" v="537"/>
          <ac:spMkLst>
            <pc:docMk/>
            <pc:sldMk cId="2587831794" sldId="264"/>
            <ac:spMk id="113" creationId="{6E8FD6BA-2EB7-24B6-C52F-F0076386F969}"/>
          </ac:spMkLst>
        </pc:spChg>
        <pc:spChg chg="mod">
          <ac:chgData name="mathspt" userId="0238e0ea-a655-48f2-bae3-2ff3e0b97742" providerId="ADAL" clId="{399188D2-3F8A-499F-80C9-B0B95DA196DA}" dt="2025-08-07T07:52:29.825" v="651" actId="2711"/>
          <ac:spMkLst>
            <pc:docMk/>
            <pc:sldMk cId="2587831794" sldId="264"/>
            <ac:spMk id="114" creationId="{F10A7229-6024-AD2A-2AB2-4AD88ADF5BA4}"/>
          </ac:spMkLst>
        </pc:spChg>
        <pc:spChg chg="mod">
          <ac:chgData name="mathspt" userId="0238e0ea-a655-48f2-bae3-2ff3e0b97742" providerId="ADAL" clId="{399188D2-3F8A-499F-80C9-B0B95DA196DA}" dt="2025-08-07T07:50:30.524" v="537"/>
          <ac:spMkLst>
            <pc:docMk/>
            <pc:sldMk cId="2587831794" sldId="264"/>
            <ac:spMk id="115" creationId="{EE7BA17A-B6BA-8C52-45A3-C120A572C561}"/>
          </ac:spMkLst>
        </pc:spChg>
        <pc:spChg chg="mod">
          <ac:chgData name="mathspt" userId="0238e0ea-a655-48f2-bae3-2ff3e0b97742" providerId="ADAL" clId="{399188D2-3F8A-499F-80C9-B0B95DA196DA}" dt="2025-08-07T07:54:32.611" v="668" actId="2711"/>
          <ac:spMkLst>
            <pc:docMk/>
            <pc:sldMk cId="2587831794" sldId="264"/>
            <ac:spMk id="116" creationId="{DAB7B699-7EA2-B4DC-BE03-E86305FE618D}"/>
          </ac:spMkLst>
        </pc:spChg>
        <pc:grpChg chg="mod">
          <ac:chgData name="mathspt" userId="0238e0ea-a655-48f2-bae3-2ff3e0b97742" providerId="ADAL" clId="{399188D2-3F8A-499F-80C9-B0B95DA196DA}" dt="2025-08-07T07:49:59.180" v="523"/>
          <ac:grpSpMkLst>
            <pc:docMk/>
            <pc:sldMk cId="2587831794" sldId="264"/>
            <ac:grpSpMk id="6" creationId="{4C02905F-028C-AED9-2E5E-39CB5CEC039B}"/>
          </ac:grpSpMkLst>
        </pc:grpChg>
        <pc:grpChg chg="mod">
          <ac:chgData name="mathspt" userId="0238e0ea-a655-48f2-bae3-2ff3e0b97742" providerId="ADAL" clId="{399188D2-3F8A-499F-80C9-B0B95DA196DA}" dt="2025-08-07T07:49:59.180" v="523"/>
          <ac:grpSpMkLst>
            <pc:docMk/>
            <pc:sldMk cId="2587831794" sldId="264"/>
            <ac:grpSpMk id="117" creationId="{0EFDDA23-8041-280A-8CDD-8F96E6E6E7C8}"/>
          </ac:grpSpMkLst>
        </pc:grpChg>
      </pc:sldChg>
      <pc:sldChg chg="modSp mod">
        <pc:chgData name="mathspt" userId="0238e0ea-a655-48f2-bae3-2ff3e0b97742" providerId="ADAL" clId="{399188D2-3F8A-499F-80C9-B0B95DA196DA}" dt="2025-08-07T08:00:59.633" v="764" actId="1035"/>
        <pc:sldMkLst>
          <pc:docMk/>
          <pc:sldMk cId="3235599402" sldId="265"/>
        </pc:sldMkLst>
        <pc:spChg chg="mod">
          <ac:chgData name="mathspt" userId="0238e0ea-a655-48f2-bae3-2ff3e0b97742" providerId="ADAL" clId="{399188D2-3F8A-499F-80C9-B0B95DA196DA}" dt="2025-08-07T07:59:12.819" v="727" actId="1038"/>
          <ac:spMkLst>
            <pc:docMk/>
            <pc:sldMk cId="3235599402" sldId="265"/>
            <ac:spMk id="10" creationId="{3E4044B3-B16A-FC7E-CC03-1BACE7203C07}"/>
          </ac:spMkLst>
        </pc:spChg>
        <pc:spChg chg="mod">
          <ac:chgData name="mathspt" userId="0238e0ea-a655-48f2-bae3-2ff3e0b97742" providerId="ADAL" clId="{399188D2-3F8A-499F-80C9-B0B95DA196DA}" dt="2025-08-07T08:00:18.359" v="760" actId="2711"/>
          <ac:spMkLst>
            <pc:docMk/>
            <pc:sldMk cId="3235599402" sldId="265"/>
            <ac:spMk id="13" creationId="{77E18D1F-B35E-A0F4-E068-CF4CF0C2714D}"/>
          </ac:spMkLst>
        </pc:spChg>
        <pc:spChg chg="mod">
          <ac:chgData name="mathspt" userId="0238e0ea-a655-48f2-bae3-2ff3e0b97742" providerId="ADAL" clId="{399188D2-3F8A-499F-80C9-B0B95DA196DA}" dt="2025-08-07T07:59:28.597" v="751" actId="2711"/>
          <ac:spMkLst>
            <pc:docMk/>
            <pc:sldMk cId="3235599402" sldId="265"/>
            <ac:spMk id="25" creationId="{DB730A3F-0700-EAEA-5B11-D69CC1918F2B}"/>
          </ac:spMkLst>
        </pc:spChg>
        <pc:spChg chg="mod">
          <ac:chgData name="mathspt" userId="0238e0ea-a655-48f2-bae3-2ff3e0b97742" providerId="ADAL" clId="{399188D2-3F8A-499F-80C9-B0B95DA196DA}" dt="2025-08-07T07:59:34.664" v="752" actId="2711"/>
          <ac:spMkLst>
            <pc:docMk/>
            <pc:sldMk cId="3235599402" sldId="265"/>
            <ac:spMk id="27" creationId="{99F590EC-1903-C692-7106-2837A1607B48}"/>
          </ac:spMkLst>
        </pc:spChg>
        <pc:spChg chg="mod">
          <ac:chgData name="mathspt" userId="0238e0ea-a655-48f2-bae3-2ff3e0b97742" providerId="ADAL" clId="{399188D2-3F8A-499F-80C9-B0B95DA196DA}" dt="2025-08-07T07:59:41.404" v="753" actId="2711"/>
          <ac:spMkLst>
            <pc:docMk/>
            <pc:sldMk cId="3235599402" sldId="265"/>
            <ac:spMk id="28" creationId="{39ADCF75-B02A-327E-39EC-FC59F4E13B48}"/>
          </ac:spMkLst>
        </pc:spChg>
        <pc:spChg chg="mod">
          <ac:chgData name="mathspt" userId="0238e0ea-a655-48f2-bae3-2ff3e0b97742" providerId="ADAL" clId="{399188D2-3F8A-499F-80C9-B0B95DA196DA}" dt="2025-08-07T07:59:17.551" v="750" actId="1036"/>
          <ac:spMkLst>
            <pc:docMk/>
            <pc:sldMk cId="3235599402" sldId="265"/>
            <ac:spMk id="57" creationId="{301BBEA8-4CD5-08F3-7339-C19B009237AB}"/>
          </ac:spMkLst>
        </pc:spChg>
        <pc:spChg chg="mod">
          <ac:chgData name="mathspt" userId="0238e0ea-a655-48f2-bae3-2ff3e0b97742" providerId="ADAL" clId="{399188D2-3F8A-499F-80C9-B0B95DA196DA}" dt="2025-08-07T07:58:38.765" v="719" actId="2711"/>
          <ac:spMkLst>
            <pc:docMk/>
            <pc:sldMk cId="3235599402" sldId="265"/>
            <ac:spMk id="63" creationId="{3C4FEA47-06DC-3BAC-4870-551B50927E61}"/>
          </ac:spMkLst>
        </pc:spChg>
        <pc:spChg chg="mod">
          <ac:chgData name="mathspt" userId="0238e0ea-a655-48f2-bae3-2ff3e0b97742" providerId="ADAL" clId="{399188D2-3F8A-499F-80C9-B0B95DA196DA}" dt="2025-08-07T07:58:23.276" v="717" actId="2711"/>
          <ac:spMkLst>
            <pc:docMk/>
            <pc:sldMk cId="3235599402" sldId="265"/>
            <ac:spMk id="66" creationId="{995343B0-63EA-3691-6DC8-C0235895F973}"/>
          </ac:spMkLst>
        </pc:spChg>
        <pc:spChg chg="mod">
          <ac:chgData name="mathspt" userId="0238e0ea-a655-48f2-bae3-2ff3e0b97742" providerId="ADAL" clId="{399188D2-3F8A-499F-80C9-B0B95DA196DA}" dt="2025-08-07T07:58:32.218" v="718" actId="2711"/>
          <ac:spMkLst>
            <pc:docMk/>
            <pc:sldMk cId="3235599402" sldId="265"/>
            <ac:spMk id="74" creationId="{4D3AF255-F2F1-E527-EDFC-88044913AE62}"/>
          </ac:spMkLst>
        </pc:spChg>
        <pc:spChg chg="mod">
          <ac:chgData name="mathspt" userId="0238e0ea-a655-48f2-bae3-2ff3e0b97742" providerId="ADAL" clId="{399188D2-3F8A-499F-80C9-B0B95DA196DA}" dt="2025-08-07T08:00:36.628" v="762" actId="2711"/>
          <ac:spMkLst>
            <pc:docMk/>
            <pc:sldMk cId="3235599402" sldId="265"/>
            <ac:spMk id="79" creationId="{8BD52527-D33E-9F51-35A5-C64ACE69632C}"/>
          </ac:spMkLst>
        </pc:spChg>
        <pc:spChg chg="mod">
          <ac:chgData name="mathspt" userId="0238e0ea-a655-48f2-bae3-2ff3e0b97742" providerId="ADAL" clId="{399188D2-3F8A-499F-80C9-B0B95DA196DA}" dt="2025-08-07T08:00:29.418" v="761" actId="2711"/>
          <ac:spMkLst>
            <pc:docMk/>
            <pc:sldMk cId="3235599402" sldId="265"/>
            <ac:spMk id="82" creationId="{74659CEE-1666-E3EF-95AD-5E6F40217AE8}"/>
          </ac:spMkLst>
        </pc:spChg>
        <pc:spChg chg="mod">
          <ac:chgData name="mathspt" userId="0238e0ea-a655-48f2-bae3-2ff3e0b97742" providerId="ADAL" clId="{399188D2-3F8A-499F-80C9-B0B95DA196DA}" dt="2025-08-07T07:58:04.830" v="709" actId="1037"/>
          <ac:spMkLst>
            <pc:docMk/>
            <pc:sldMk cId="3235599402" sldId="265"/>
            <ac:spMk id="90" creationId="{6C80AC85-32D3-BEFF-3B71-CB7F72015F38}"/>
          </ac:spMkLst>
        </pc:spChg>
        <pc:spChg chg="mod">
          <ac:chgData name="mathspt" userId="0238e0ea-a655-48f2-bae3-2ff3e0b97742" providerId="ADAL" clId="{399188D2-3F8A-499F-80C9-B0B95DA196DA}" dt="2025-08-07T07:57:38.882" v="703" actId="2711"/>
          <ac:spMkLst>
            <pc:docMk/>
            <pc:sldMk cId="3235599402" sldId="265"/>
            <ac:spMk id="98" creationId="{329ADD78-F139-79EC-8700-898B97F84325}"/>
          </ac:spMkLst>
        </pc:spChg>
        <pc:spChg chg="mod">
          <ac:chgData name="mathspt" userId="0238e0ea-a655-48f2-bae3-2ff3e0b97742" providerId="ADAL" clId="{399188D2-3F8A-499F-80C9-B0B95DA196DA}" dt="2025-08-07T08:00:59.633" v="764" actId="1035"/>
          <ac:spMkLst>
            <pc:docMk/>
            <pc:sldMk cId="3235599402" sldId="265"/>
            <ac:spMk id="100" creationId="{47C10F32-9889-C847-ED98-E12ED35D6C21}"/>
          </ac:spMkLst>
        </pc:spChg>
        <pc:spChg chg="mod">
          <ac:chgData name="mathspt" userId="0238e0ea-a655-48f2-bae3-2ff3e0b97742" providerId="ADAL" clId="{399188D2-3F8A-499F-80C9-B0B95DA196DA}" dt="2025-08-07T07:57:47.768" v="704" actId="2711"/>
          <ac:spMkLst>
            <pc:docMk/>
            <pc:sldMk cId="3235599402" sldId="265"/>
            <ac:spMk id="101" creationId="{B3173B81-699F-6587-B190-91973CB43B12}"/>
          </ac:spMkLst>
        </pc:spChg>
        <pc:spChg chg="mod">
          <ac:chgData name="mathspt" userId="0238e0ea-a655-48f2-bae3-2ff3e0b97742" providerId="ADAL" clId="{399188D2-3F8A-499F-80C9-B0B95DA196DA}" dt="2025-08-07T07:55:52.778" v="688"/>
          <ac:spMkLst>
            <pc:docMk/>
            <pc:sldMk cId="3235599402" sldId="265"/>
            <ac:spMk id="105" creationId="{03F3B914-462C-8C01-3BE2-357124EF17A9}"/>
          </ac:spMkLst>
        </pc:spChg>
        <pc:spChg chg="mod">
          <ac:chgData name="mathspt" userId="0238e0ea-a655-48f2-bae3-2ff3e0b97742" providerId="ADAL" clId="{399188D2-3F8A-499F-80C9-B0B95DA196DA}" dt="2025-08-07T07:55:52.778" v="688"/>
          <ac:spMkLst>
            <pc:docMk/>
            <pc:sldMk cId="3235599402" sldId="265"/>
            <ac:spMk id="106" creationId="{6C4D9A81-DE7A-98AC-702B-6698794A8186}"/>
          </ac:spMkLst>
        </pc:spChg>
        <pc:spChg chg="mod">
          <ac:chgData name="mathspt" userId="0238e0ea-a655-48f2-bae3-2ff3e0b97742" providerId="ADAL" clId="{399188D2-3F8A-499F-80C9-B0B95DA196DA}" dt="2025-08-07T07:55:52.778" v="688"/>
          <ac:spMkLst>
            <pc:docMk/>
            <pc:sldMk cId="3235599402" sldId="265"/>
            <ac:spMk id="107" creationId="{D2D2ACCC-6EB8-8EA1-7A0D-E6A590C39D12}"/>
          </ac:spMkLst>
        </pc:spChg>
        <pc:spChg chg="mod">
          <ac:chgData name="mathspt" userId="0238e0ea-a655-48f2-bae3-2ff3e0b97742" providerId="ADAL" clId="{399188D2-3F8A-499F-80C9-B0B95DA196DA}" dt="2025-08-07T07:55:52.778" v="688"/>
          <ac:spMkLst>
            <pc:docMk/>
            <pc:sldMk cId="3235599402" sldId="265"/>
            <ac:spMk id="108" creationId="{2D60754A-7D0F-FE0F-6ADA-9D792702B931}"/>
          </ac:spMkLst>
        </pc:spChg>
        <pc:spChg chg="mod">
          <ac:chgData name="mathspt" userId="0238e0ea-a655-48f2-bae3-2ff3e0b97742" providerId="ADAL" clId="{399188D2-3F8A-499F-80C9-B0B95DA196DA}" dt="2025-08-07T07:56:11.547" v="691" actId="2711"/>
          <ac:spMkLst>
            <pc:docMk/>
            <pc:sldMk cId="3235599402" sldId="265"/>
            <ac:spMk id="109" creationId="{0B9E5D59-29CC-2D1A-5FC4-69FE78D115DC}"/>
          </ac:spMkLst>
        </pc:spChg>
        <pc:spChg chg="mod">
          <ac:chgData name="mathspt" userId="0238e0ea-a655-48f2-bae3-2ff3e0b97742" providerId="ADAL" clId="{399188D2-3F8A-499F-80C9-B0B95DA196DA}" dt="2025-08-07T07:56:17.574" v="692" actId="2711"/>
          <ac:spMkLst>
            <pc:docMk/>
            <pc:sldMk cId="3235599402" sldId="265"/>
            <ac:spMk id="110" creationId="{6D9B0441-079F-86E6-D52F-A3A6B3977CAF}"/>
          </ac:spMkLst>
        </pc:spChg>
        <pc:spChg chg="mod">
          <ac:chgData name="mathspt" userId="0238e0ea-a655-48f2-bae3-2ff3e0b97742" providerId="ADAL" clId="{399188D2-3F8A-499F-80C9-B0B95DA196DA}" dt="2025-08-07T07:55:52.778" v="688"/>
          <ac:spMkLst>
            <pc:docMk/>
            <pc:sldMk cId="3235599402" sldId="265"/>
            <ac:spMk id="111" creationId="{E6838855-0D3B-4C00-5210-7C7ADA678563}"/>
          </ac:spMkLst>
        </pc:spChg>
        <pc:spChg chg="mod">
          <ac:chgData name="mathspt" userId="0238e0ea-a655-48f2-bae3-2ff3e0b97742" providerId="ADAL" clId="{399188D2-3F8A-499F-80C9-B0B95DA196DA}" dt="2025-08-07T07:55:52.778" v="688"/>
          <ac:spMkLst>
            <pc:docMk/>
            <pc:sldMk cId="3235599402" sldId="265"/>
            <ac:spMk id="113" creationId="{3A55CBB1-E254-4DD1-DC90-1038C9ABA9BB}"/>
          </ac:spMkLst>
        </pc:spChg>
        <pc:spChg chg="mod">
          <ac:chgData name="mathspt" userId="0238e0ea-a655-48f2-bae3-2ff3e0b97742" providerId="ADAL" clId="{399188D2-3F8A-499F-80C9-B0B95DA196DA}" dt="2025-08-07T07:55:41.054" v="684"/>
          <ac:spMkLst>
            <pc:docMk/>
            <pc:sldMk cId="3235599402" sldId="265"/>
            <ac:spMk id="115" creationId="{8290513F-44F1-8B56-4845-7C019F9D9047}"/>
          </ac:spMkLst>
        </pc:spChg>
        <pc:spChg chg="mod">
          <ac:chgData name="mathspt" userId="0238e0ea-a655-48f2-bae3-2ff3e0b97742" providerId="ADAL" clId="{399188D2-3F8A-499F-80C9-B0B95DA196DA}" dt="2025-08-07T07:55:41.054" v="684"/>
          <ac:spMkLst>
            <pc:docMk/>
            <pc:sldMk cId="3235599402" sldId="265"/>
            <ac:spMk id="117" creationId="{11D52F6B-82FA-3342-BEAF-2BD6E1F777BD}"/>
          </ac:spMkLst>
        </pc:spChg>
        <pc:spChg chg="mod">
          <ac:chgData name="mathspt" userId="0238e0ea-a655-48f2-bae3-2ff3e0b97742" providerId="ADAL" clId="{399188D2-3F8A-499F-80C9-B0B95DA196DA}" dt="2025-08-07T07:56:23.624" v="693" actId="2711"/>
          <ac:spMkLst>
            <pc:docMk/>
            <pc:sldMk cId="3235599402" sldId="265"/>
            <ac:spMk id="118" creationId="{DCEA87E8-688D-DA20-F21A-78CC34A17D0D}"/>
          </ac:spMkLst>
        </pc:spChg>
        <pc:spChg chg="mod">
          <ac:chgData name="mathspt" userId="0238e0ea-a655-48f2-bae3-2ff3e0b97742" providerId="ADAL" clId="{399188D2-3F8A-499F-80C9-B0B95DA196DA}" dt="2025-08-07T07:55:41.054" v="684"/>
          <ac:spMkLst>
            <pc:docMk/>
            <pc:sldMk cId="3235599402" sldId="265"/>
            <ac:spMk id="119" creationId="{880996E7-471A-2BA6-A123-B9B5113C2E50}"/>
          </ac:spMkLst>
        </pc:spChg>
        <pc:spChg chg="mod">
          <ac:chgData name="mathspt" userId="0238e0ea-a655-48f2-bae3-2ff3e0b97742" providerId="ADAL" clId="{399188D2-3F8A-499F-80C9-B0B95DA196DA}" dt="2025-08-07T07:55:41.054" v="684"/>
          <ac:spMkLst>
            <pc:docMk/>
            <pc:sldMk cId="3235599402" sldId="265"/>
            <ac:spMk id="120" creationId="{6F031221-CF93-080B-C242-5312595B9A68}"/>
          </ac:spMkLst>
        </pc:spChg>
        <pc:spChg chg="mod">
          <ac:chgData name="mathspt" userId="0238e0ea-a655-48f2-bae3-2ff3e0b97742" providerId="ADAL" clId="{399188D2-3F8A-499F-80C9-B0B95DA196DA}" dt="2025-08-07T07:57:26.439" v="701" actId="2711"/>
          <ac:spMkLst>
            <pc:docMk/>
            <pc:sldMk cId="3235599402" sldId="265"/>
            <ac:spMk id="121" creationId="{738C3FE2-AEE8-F6CE-F4DB-AD7541C740C9}"/>
          </ac:spMkLst>
        </pc:spChg>
        <pc:spChg chg="mod">
          <ac:chgData name="mathspt" userId="0238e0ea-a655-48f2-bae3-2ff3e0b97742" providerId="ADAL" clId="{399188D2-3F8A-499F-80C9-B0B95DA196DA}" dt="2025-08-07T07:57:33.151" v="702" actId="2711"/>
          <ac:spMkLst>
            <pc:docMk/>
            <pc:sldMk cId="3235599402" sldId="265"/>
            <ac:spMk id="123" creationId="{588B8CE7-AA11-2590-5F3A-51293C2B3B23}"/>
          </ac:spMkLst>
        </pc:spChg>
        <pc:spChg chg="mod">
          <ac:chgData name="mathspt" userId="0238e0ea-a655-48f2-bae3-2ff3e0b97742" providerId="ADAL" clId="{399188D2-3F8A-499F-80C9-B0B95DA196DA}" dt="2025-08-07T07:55:41.054" v="684"/>
          <ac:spMkLst>
            <pc:docMk/>
            <pc:sldMk cId="3235599402" sldId="265"/>
            <ac:spMk id="124" creationId="{1D41DF64-53B0-BB70-A7F1-000525B10C9D}"/>
          </ac:spMkLst>
        </pc:spChg>
        <pc:spChg chg="mod">
          <ac:chgData name="mathspt" userId="0238e0ea-a655-48f2-bae3-2ff3e0b97742" providerId="ADAL" clId="{399188D2-3F8A-499F-80C9-B0B95DA196DA}" dt="2025-08-07T07:55:41.054" v="684"/>
          <ac:spMkLst>
            <pc:docMk/>
            <pc:sldMk cId="3235599402" sldId="265"/>
            <ac:spMk id="125" creationId="{8FF8692B-FC42-3974-9539-EF838166415B}"/>
          </ac:spMkLst>
        </pc:spChg>
        <pc:spChg chg="mod">
          <ac:chgData name="mathspt" userId="0238e0ea-a655-48f2-bae3-2ff3e0b97742" providerId="ADAL" clId="{399188D2-3F8A-499F-80C9-B0B95DA196DA}" dt="2025-08-07T07:55:41.054" v="684"/>
          <ac:spMkLst>
            <pc:docMk/>
            <pc:sldMk cId="3235599402" sldId="265"/>
            <ac:spMk id="126" creationId="{21CAE0D2-928C-7A64-EB5E-460831DD2098}"/>
          </ac:spMkLst>
        </pc:spChg>
        <pc:spChg chg="mod">
          <ac:chgData name="mathspt" userId="0238e0ea-a655-48f2-bae3-2ff3e0b97742" providerId="ADAL" clId="{399188D2-3F8A-499F-80C9-B0B95DA196DA}" dt="2025-08-07T07:57:10.404" v="698" actId="2711"/>
          <ac:spMkLst>
            <pc:docMk/>
            <pc:sldMk cId="3235599402" sldId="265"/>
            <ac:spMk id="130" creationId="{C689382A-D674-FD3D-88EC-7AC7F0F90D1B}"/>
          </ac:spMkLst>
        </pc:spChg>
        <pc:spChg chg="mod">
          <ac:chgData name="mathspt" userId="0238e0ea-a655-48f2-bae3-2ff3e0b97742" providerId="ADAL" clId="{399188D2-3F8A-499F-80C9-B0B95DA196DA}" dt="2025-08-07T07:55:11.960" v="675"/>
          <ac:spMkLst>
            <pc:docMk/>
            <pc:sldMk cId="3235599402" sldId="265"/>
            <ac:spMk id="131" creationId="{AEDB9CE5-C79D-8B88-D5BF-0DC627F8412D}"/>
          </ac:spMkLst>
        </pc:spChg>
        <pc:spChg chg="mod">
          <ac:chgData name="mathspt" userId="0238e0ea-a655-48f2-bae3-2ff3e0b97742" providerId="ADAL" clId="{399188D2-3F8A-499F-80C9-B0B95DA196DA}" dt="2025-08-07T07:55:11.960" v="675"/>
          <ac:spMkLst>
            <pc:docMk/>
            <pc:sldMk cId="3235599402" sldId="265"/>
            <ac:spMk id="133" creationId="{E8D57DE1-CB62-B515-5E99-82EBD09B3965}"/>
          </ac:spMkLst>
        </pc:spChg>
        <pc:spChg chg="mod">
          <ac:chgData name="mathspt" userId="0238e0ea-a655-48f2-bae3-2ff3e0b97742" providerId="ADAL" clId="{399188D2-3F8A-499F-80C9-B0B95DA196DA}" dt="2025-08-07T07:55:11.960" v="675"/>
          <ac:spMkLst>
            <pc:docMk/>
            <pc:sldMk cId="3235599402" sldId="265"/>
            <ac:spMk id="135" creationId="{6A5E56BD-F595-DD1C-3758-B94773F4D55F}"/>
          </ac:spMkLst>
        </pc:spChg>
        <pc:spChg chg="mod">
          <ac:chgData name="mathspt" userId="0238e0ea-a655-48f2-bae3-2ff3e0b97742" providerId="ADAL" clId="{399188D2-3F8A-499F-80C9-B0B95DA196DA}" dt="2025-08-07T07:55:11.960" v="675"/>
          <ac:spMkLst>
            <pc:docMk/>
            <pc:sldMk cId="3235599402" sldId="265"/>
            <ac:spMk id="136" creationId="{12F7787F-B945-37F0-DBE8-3D5445C1B40C}"/>
          </ac:spMkLst>
        </pc:spChg>
        <pc:spChg chg="mod">
          <ac:chgData name="mathspt" userId="0238e0ea-a655-48f2-bae3-2ff3e0b97742" providerId="ADAL" clId="{399188D2-3F8A-499F-80C9-B0B95DA196DA}" dt="2025-08-07T07:55:11.960" v="675"/>
          <ac:spMkLst>
            <pc:docMk/>
            <pc:sldMk cId="3235599402" sldId="265"/>
            <ac:spMk id="137" creationId="{EB17C84E-394C-952A-838E-4D8D1FC92C2F}"/>
          </ac:spMkLst>
        </pc:spChg>
        <pc:spChg chg="mod">
          <ac:chgData name="mathspt" userId="0238e0ea-a655-48f2-bae3-2ff3e0b97742" providerId="ADAL" clId="{399188D2-3F8A-499F-80C9-B0B95DA196DA}" dt="2025-08-07T07:57:04.042" v="697" actId="2711"/>
          <ac:spMkLst>
            <pc:docMk/>
            <pc:sldMk cId="3235599402" sldId="265"/>
            <ac:spMk id="139" creationId="{0C0D7E6E-7BA0-C953-C3F3-1969B3B94D58}"/>
          </ac:spMkLst>
        </pc:spChg>
        <pc:spChg chg="mod">
          <ac:chgData name="mathspt" userId="0238e0ea-a655-48f2-bae3-2ff3e0b97742" providerId="ADAL" clId="{399188D2-3F8A-499F-80C9-B0B95DA196DA}" dt="2025-08-07T07:57:15.377" v="699" actId="2711"/>
          <ac:spMkLst>
            <pc:docMk/>
            <pc:sldMk cId="3235599402" sldId="265"/>
            <ac:spMk id="140" creationId="{9E351AAC-AF07-D7E8-A521-DA78428D86FC}"/>
          </ac:spMkLst>
        </pc:spChg>
        <pc:spChg chg="mod">
          <ac:chgData name="mathspt" userId="0238e0ea-a655-48f2-bae3-2ff3e0b97742" providerId="ADAL" clId="{399188D2-3F8A-499F-80C9-B0B95DA196DA}" dt="2025-08-07T07:55:11.960" v="675"/>
          <ac:spMkLst>
            <pc:docMk/>
            <pc:sldMk cId="3235599402" sldId="265"/>
            <ac:spMk id="142" creationId="{A9A0EBE1-F91C-882B-91F8-DF605C547E28}"/>
          </ac:spMkLst>
        </pc:spChg>
        <pc:spChg chg="mod">
          <ac:chgData name="mathspt" userId="0238e0ea-a655-48f2-bae3-2ff3e0b97742" providerId="ADAL" clId="{399188D2-3F8A-499F-80C9-B0B95DA196DA}" dt="2025-08-07T07:55:11.960" v="675"/>
          <ac:spMkLst>
            <pc:docMk/>
            <pc:sldMk cId="3235599402" sldId="265"/>
            <ac:spMk id="143" creationId="{7C98C433-96A4-6C19-BD73-2E048C6C74E6}"/>
          </ac:spMkLst>
        </pc:spChg>
        <pc:spChg chg="mod">
          <ac:chgData name="mathspt" userId="0238e0ea-a655-48f2-bae3-2ff3e0b97742" providerId="ADAL" clId="{399188D2-3F8A-499F-80C9-B0B95DA196DA}" dt="2025-08-07T07:56:43.012" v="695" actId="2711"/>
          <ac:spMkLst>
            <pc:docMk/>
            <pc:sldMk cId="3235599402" sldId="265"/>
            <ac:spMk id="144" creationId="{CFD9AAAB-F984-189B-5C0A-48FE9FA83536}"/>
          </ac:spMkLst>
        </pc:spChg>
        <pc:spChg chg="mod">
          <ac:chgData name="mathspt" userId="0238e0ea-a655-48f2-bae3-2ff3e0b97742" providerId="ADAL" clId="{399188D2-3F8A-499F-80C9-B0B95DA196DA}" dt="2025-08-07T07:55:11.960" v="675"/>
          <ac:spMkLst>
            <pc:docMk/>
            <pc:sldMk cId="3235599402" sldId="265"/>
            <ac:spMk id="147" creationId="{4C5163A4-63F4-B257-EF08-43F0E1E9AAF1}"/>
          </ac:spMkLst>
        </pc:spChg>
        <pc:spChg chg="mod">
          <ac:chgData name="mathspt" userId="0238e0ea-a655-48f2-bae3-2ff3e0b97742" providerId="ADAL" clId="{399188D2-3F8A-499F-80C9-B0B95DA196DA}" dt="2025-08-07T07:55:11.960" v="675"/>
          <ac:spMkLst>
            <pc:docMk/>
            <pc:sldMk cId="3235599402" sldId="265"/>
            <ac:spMk id="148" creationId="{F517FE68-98B3-466C-52E0-FB64EC7DC15F}"/>
          </ac:spMkLst>
        </pc:spChg>
        <pc:spChg chg="mod">
          <ac:chgData name="mathspt" userId="0238e0ea-a655-48f2-bae3-2ff3e0b97742" providerId="ADAL" clId="{399188D2-3F8A-499F-80C9-B0B95DA196DA}" dt="2025-08-07T07:57:20.530" v="700" actId="2711"/>
          <ac:spMkLst>
            <pc:docMk/>
            <pc:sldMk cId="3235599402" sldId="265"/>
            <ac:spMk id="150" creationId="{8497B939-F541-B4CD-8B95-A91800CE4ECD}"/>
          </ac:spMkLst>
        </pc:spChg>
        <pc:spChg chg="mod">
          <ac:chgData name="mathspt" userId="0238e0ea-a655-48f2-bae3-2ff3e0b97742" providerId="ADAL" clId="{399188D2-3F8A-499F-80C9-B0B95DA196DA}" dt="2025-08-07T07:55:08.520" v="673"/>
          <ac:spMkLst>
            <pc:docMk/>
            <pc:sldMk cId="3235599402" sldId="265"/>
            <ac:spMk id="155" creationId="{F84421DE-31FD-375E-D987-6E3571639DF9}"/>
          </ac:spMkLst>
        </pc:spChg>
        <pc:spChg chg="mod">
          <ac:chgData name="mathspt" userId="0238e0ea-a655-48f2-bae3-2ff3e0b97742" providerId="ADAL" clId="{399188D2-3F8A-499F-80C9-B0B95DA196DA}" dt="2025-08-07T07:55:08.520" v="673"/>
          <ac:spMkLst>
            <pc:docMk/>
            <pc:sldMk cId="3235599402" sldId="265"/>
            <ac:spMk id="156" creationId="{278FAA06-DCF6-98DE-03FC-17C28A78DF7C}"/>
          </ac:spMkLst>
        </pc:spChg>
        <pc:spChg chg="mod">
          <ac:chgData name="mathspt" userId="0238e0ea-a655-48f2-bae3-2ff3e0b97742" providerId="ADAL" clId="{399188D2-3F8A-499F-80C9-B0B95DA196DA}" dt="2025-08-07T07:55:08.520" v="673"/>
          <ac:spMkLst>
            <pc:docMk/>
            <pc:sldMk cId="3235599402" sldId="265"/>
            <ac:spMk id="157" creationId="{B88791D3-2734-6F16-3679-5D19964F36A9}"/>
          </ac:spMkLst>
        </pc:spChg>
        <pc:spChg chg="mod">
          <ac:chgData name="mathspt" userId="0238e0ea-a655-48f2-bae3-2ff3e0b97742" providerId="ADAL" clId="{399188D2-3F8A-499F-80C9-B0B95DA196DA}" dt="2025-08-07T07:56:57.295" v="696" actId="2711"/>
          <ac:spMkLst>
            <pc:docMk/>
            <pc:sldMk cId="3235599402" sldId="265"/>
            <ac:spMk id="158" creationId="{431C3E12-7605-484F-BA2C-9D56A5823F85}"/>
          </ac:spMkLst>
        </pc:spChg>
        <pc:spChg chg="mod">
          <ac:chgData name="mathspt" userId="0238e0ea-a655-48f2-bae3-2ff3e0b97742" providerId="ADAL" clId="{399188D2-3F8A-499F-80C9-B0B95DA196DA}" dt="2025-08-07T07:55:08.520" v="673"/>
          <ac:spMkLst>
            <pc:docMk/>
            <pc:sldMk cId="3235599402" sldId="265"/>
            <ac:spMk id="159" creationId="{22603382-4447-326A-27DC-37A84124751D}"/>
          </ac:spMkLst>
        </pc:spChg>
        <pc:spChg chg="mod">
          <ac:chgData name="mathspt" userId="0238e0ea-a655-48f2-bae3-2ff3e0b97742" providerId="ADAL" clId="{399188D2-3F8A-499F-80C9-B0B95DA196DA}" dt="2025-08-07T07:56:34.826" v="694" actId="2711"/>
          <ac:spMkLst>
            <pc:docMk/>
            <pc:sldMk cId="3235599402" sldId="265"/>
            <ac:spMk id="160" creationId="{0C042443-6723-7E4E-9683-B183C5743EE0}"/>
          </ac:spMkLst>
        </pc:spChg>
        <pc:spChg chg="mod">
          <ac:chgData name="mathspt" userId="0238e0ea-a655-48f2-bae3-2ff3e0b97742" providerId="ADAL" clId="{399188D2-3F8A-499F-80C9-B0B95DA196DA}" dt="2025-08-07T07:55:08.520" v="673"/>
          <ac:spMkLst>
            <pc:docMk/>
            <pc:sldMk cId="3235599402" sldId="265"/>
            <ac:spMk id="161" creationId="{01F4AAC5-4235-7C42-E5D0-E8F0B48DC612}"/>
          </ac:spMkLst>
        </pc:spChg>
        <pc:spChg chg="mod">
          <ac:chgData name="mathspt" userId="0238e0ea-a655-48f2-bae3-2ff3e0b97742" providerId="ADAL" clId="{399188D2-3F8A-499F-80C9-B0B95DA196DA}" dt="2025-08-07T07:55:08.520" v="673"/>
          <ac:spMkLst>
            <pc:docMk/>
            <pc:sldMk cId="3235599402" sldId="265"/>
            <ac:spMk id="162" creationId="{3EE9753B-31C0-1FDA-8086-FD20B8225858}"/>
          </ac:spMkLst>
        </pc:spChg>
        <pc:grpChg chg="mod">
          <ac:chgData name="mathspt" userId="0238e0ea-a655-48f2-bae3-2ff3e0b97742" providerId="ADAL" clId="{399188D2-3F8A-499F-80C9-B0B95DA196DA}" dt="2025-08-07T07:55:52.778" v="688"/>
          <ac:grpSpMkLst>
            <pc:docMk/>
            <pc:sldMk cId="3235599402" sldId="265"/>
            <ac:grpSpMk id="104" creationId="{A9CEC9DB-EB35-2F2C-0DF2-C85B0FDDEB60}"/>
          </ac:grpSpMkLst>
        </pc:grpChg>
        <pc:grpChg chg="mod">
          <ac:chgData name="mathspt" userId="0238e0ea-a655-48f2-bae3-2ff3e0b97742" providerId="ADAL" clId="{399188D2-3F8A-499F-80C9-B0B95DA196DA}" dt="2025-08-07T07:55:08.520" v="673"/>
          <ac:grpSpMkLst>
            <pc:docMk/>
            <pc:sldMk cId="3235599402" sldId="265"/>
            <ac:grpSpMk id="153" creationId="{B44347D5-9E69-A39C-9133-F8D3E4233266}"/>
          </ac:grpSpMkLst>
        </pc:grpChg>
      </pc:sldChg>
      <pc:sldChg chg="addSp delSp modSp mod">
        <pc:chgData name="mathspt" userId="0238e0ea-a655-48f2-bae3-2ff3e0b97742" providerId="ADAL" clId="{399188D2-3F8A-499F-80C9-B0B95DA196DA}" dt="2025-08-07T09:36:38.727" v="1592" actId="1076"/>
        <pc:sldMkLst>
          <pc:docMk/>
          <pc:sldMk cId="649242137" sldId="266"/>
        </pc:sldMkLst>
        <pc:spChg chg="mod">
          <ac:chgData name="mathspt" userId="0238e0ea-a655-48f2-bae3-2ff3e0b97742" providerId="ADAL" clId="{399188D2-3F8A-499F-80C9-B0B95DA196DA}" dt="2025-08-07T08:05:48.519" v="878"/>
          <ac:spMkLst>
            <pc:docMk/>
            <pc:sldMk cId="649242137" sldId="266"/>
            <ac:spMk id="6" creationId="{4F72B5E6-2E71-349E-F0A9-478CD64CC3BC}"/>
          </ac:spMkLst>
        </pc:spChg>
        <pc:spChg chg="mod">
          <ac:chgData name="mathspt" userId="0238e0ea-a655-48f2-bae3-2ff3e0b97742" providerId="ADAL" clId="{399188D2-3F8A-499F-80C9-B0B95DA196DA}" dt="2025-08-07T08:05:48.519" v="878"/>
          <ac:spMkLst>
            <pc:docMk/>
            <pc:sldMk cId="649242137" sldId="266"/>
            <ac:spMk id="8" creationId="{3C4DA91C-E799-2AF2-9448-412AFEF0ADBB}"/>
          </ac:spMkLst>
        </pc:spChg>
        <pc:spChg chg="mod">
          <ac:chgData name="mathspt" userId="0238e0ea-a655-48f2-bae3-2ff3e0b97742" providerId="ADAL" clId="{399188D2-3F8A-499F-80C9-B0B95DA196DA}" dt="2025-08-07T08:06:14.528" v="907" actId="1036"/>
          <ac:spMkLst>
            <pc:docMk/>
            <pc:sldMk cId="649242137" sldId="266"/>
            <ac:spMk id="9" creationId="{8021F0B7-2D66-269C-8EA0-9C6F4C89FB98}"/>
          </ac:spMkLst>
        </pc:spChg>
        <pc:spChg chg="mod">
          <ac:chgData name="mathspt" userId="0238e0ea-a655-48f2-bae3-2ff3e0b97742" providerId="ADAL" clId="{399188D2-3F8A-499F-80C9-B0B95DA196DA}" dt="2025-08-07T08:05:38.571" v="873" actId="20577"/>
          <ac:spMkLst>
            <pc:docMk/>
            <pc:sldMk cId="649242137" sldId="266"/>
            <ac:spMk id="10" creationId="{E5CD99B8-E974-E0F0-6270-7D938A680511}"/>
          </ac:spMkLst>
        </pc:spChg>
        <pc:spChg chg="mod">
          <ac:chgData name="mathspt" userId="0238e0ea-a655-48f2-bae3-2ff3e0b97742" providerId="ADAL" clId="{399188D2-3F8A-499F-80C9-B0B95DA196DA}" dt="2025-08-07T08:05:48.519" v="878"/>
          <ac:spMkLst>
            <pc:docMk/>
            <pc:sldMk cId="649242137" sldId="266"/>
            <ac:spMk id="11" creationId="{D9933CB8-B076-B105-D337-AF9253BCA5C6}"/>
          </ac:spMkLst>
        </pc:spChg>
        <pc:spChg chg="mod">
          <ac:chgData name="mathspt" userId="0238e0ea-a655-48f2-bae3-2ff3e0b97742" providerId="ADAL" clId="{399188D2-3F8A-499F-80C9-B0B95DA196DA}" dt="2025-08-07T08:05:48.519" v="878"/>
          <ac:spMkLst>
            <pc:docMk/>
            <pc:sldMk cId="649242137" sldId="266"/>
            <ac:spMk id="13" creationId="{EE184FB7-7BDD-E63D-AFDC-C90D71F21C0C}"/>
          </ac:spMkLst>
        </pc:spChg>
        <pc:spChg chg="mod">
          <ac:chgData name="mathspt" userId="0238e0ea-a655-48f2-bae3-2ff3e0b97742" providerId="ADAL" clId="{399188D2-3F8A-499F-80C9-B0B95DA196DA}" dt="2025-08-07T08:06:03.301" v="885" actId="1035"/>
          <ac:spMkLst>
            <pc:docMk/>
            <pc:sldMk cId="649242137" sldId="266"/>
            <ac:spMk id="14" creationId="{568ED507-3DF1-79DD-E9EB-57FBACB6DDDF}"/>
          </ac:spMkLst>
        </pc:spChg>
        <pc:spChg chg="mod">
          <ac:chgData name="mathspt" userId="0238e0ea-a655-48f2-bae3-2ff3e0b97742" providerId="ADAL" clId="{399188D2-3F8A-499F-80C9-B0B95DA196DA}" dt="2025-08-07T09:36:01.523" v="1566" actId="1038"/>
          <ac:spMkLst>
            <pc:docMk/>
            <pc:sldMk cId="649242137" sldId="266"/>
            <ac:spMk id="15" creationId="{60F952DF-CA72-24CF-E218-92B2ED561BA0}"/>
          </ac:spMkLst>
        </pc:spChg>
        <pc:spChg chg="mod">
          <ac:chgData name="mathspt" userId="0238e0ea-a655-48f2-bae3-2ff3e0b97742" providerId="ADAL" clId="{399188D2-3F8A-499F-80C9-B0B95DA196DA}" dt="2025-08-07T08:05:48.519" v="878"/>
          <ac:spMkLst>
            <pc:docMk/>
            <pc:sldMk cId="649242137" sldId="266"/>
            <ac:spMk id="17" creationId="{FBB02B10-695C-5B66-8E29-1AFBB1CFA003}"/>
          </ac:spMkLst>
        </pc:spChg>
        <pc:spChg chg="mod">
          <ac:chgData name="mathspt" userId="0238e0ea-a655-48f2-bae3-2ff3e0b97742" providerId="ADAL" clId="{399188D2-3F8A-499F-80C9-B0B95DA196DA}" dt="2025-08-07T08:05:48.519" v="878"/>
          <ac:spMkLst>
            <pc:docMk/>
            <pc:sldMk cId="649242137" sldId="266"/>
            <ac:spMk id="18" creationId="{F7C6629F-EAB1-9F3C-330F-1FD51A6D2B5C}"/>
          </ac:spMkLst>
        </pc:spChg>
        <pc:spChg chg="mod">
          <ac:chgData name="mathspt" userId="0238e0ea-a655-48f2-bae3-2ff3e0b97742" providerId="ADAL" clId="{399188D2-3F8A-499F-80C9-B0B95DA196DA}" dt="2025-08-07T08:02:18.215" v="771"/>
          <ac:spMkLst>
            <pc:docMk/>
            <pc:sldMk cId="649242137" sldId="266"/>
            <ac:spMk id="19" creationId="{B6A26632-7A21-838E-C571-DC56DE910D77}"/>
          </ac:spMkLst>
        </pc:spChg>
        <pc:spChg chg="mod">
          <ac:chgData name="mathspt" userId="0238e0ea-a655-48f2-bae3-2ff3e0b97742" providerId="ADAL" clId="{399188D2-3F8A-499F-80C9-B0B95DA196DA}" dt="2025-08-07T09:36:14.643" v="1588" actId="1035"/>
          <ac:spMkLst>
            <pc:docMk/>
            <pc:sldMk cId="649242137" sldId="266"/>
            <ac:spMk id="20" creationId="{E353350C-81F2-6EE3-19A2-F905BE34FA43}"/>
          </ac:spMkLst>
        </pc:spChg>
        <pc:spChg chg="mod">
          <ac:chgData name="mathspt" userId="0238e0ea-a655-48f2-bae3-2ff3e0b97742" providerId="ADAL" clId="{399188D2-3F8A-499F-80C9-B0B95DA196DA}" dt="2025-08-07T08:05:41.766" v="875" actId="20577"/>
          <ac:spMkLst>
            <pc:docMk/>
            <pc:sldMk cId="649242137" sldId="266"/>
            <ac:spMk id="21" creationId="{3F9D1759-7582-EFE8-67B7-D0360F9C95F3}"/>
          </ac:spMkLst>
        </pc:spChg>
        <pc:spChg chg="mod">
          <ac:chgData name="mathspt" userId="0238e0ea-a655-48f2-bae3-2ff3e0b97742" providerId="ADAL" clId="{399188D2-3F8A-499F-80C9-B0B95DA196DA}" dt="2025-08-07T08:05:48.519" v="878"/>
          <ac:spMkLst>
            <pc:docMk/>
            <pc:sldMk cId="649242137" sldId="266"/>
            <ac:spMk id="22" creationId="{A87D5686-42B7-2CF7-72B4-40FD815774F6}"/>
          </ac:spMkLst>
        </pc:spChg>
        <pc:spChg chg="mod">
          <ac:chgData name="mathspt" userId="0238e0ea-a655-48f2-bae3-2ff3e0b97742" providerId="ADAL" clId="{399188D2-3F8A-499F-80C9-B0B95DA196DA}" dt="2025-08-07T08:05:48.519" v="878"/>
          <ac:spMkLst>
            <pc:docMk/>
            <pc:sldMk cId="649242137" sldId="266"/>
            <ac:spMk id="23" creationId="{1FDD3E16-8AED-1657-6A01-43DA655D123B}"/>
          </ac:spMkLst>
        </pc:spChg>
        <pc:spChg chg="mod">
          <ac:chgData name="mathspt" userId="0238e0ea-a655-48f2-bae3-2ff3e0b97742" providerId="ADAL" clId="{399188D2-3F8A-499F-80C9-B0B95DA196DA}" dt="2025-08-07T09:36:24.270" v="1590" actId="1036"/>
          <ac:spMkLst>
            <pc:docMk/>
            <pc:sldMk cId="649242137" sldId="266"/>
            <ac:spMk id="24" creationId="{98203037-D16B-E4EA-C5C0-85275C4AB9D5}"/>
          </ac:spMkLst>
        </pc:spChg>
        <pc:spChg chg="mod">
          <ac:chgData name="mathspt" userId="0238e0ea-a655-48f2-bae3-2ff3e0b97742" providerId="ADAL" clId="{399188D2-3F8A-499F-80C9-B0B95DA196DA}" dt="2025-08-07T09:30:09.617" v="1077" actId="165"/>
          <ac:spMkLst>
            <pc:docMk/>
            <pc:sldMk cId="649242137" sldId="266"/>
            <ac:spMk id="26" creationId="{F660A3EB-6B97-3F8F-8EBE-C1B2290BEE48}"/>
          </ac:spMkLst>
        </pc:spChg>
        <pc:spChg chg="mod">
          <ac:chgData name="mathspt" userId="0238e0ea-a655-48f2-bae3-2ff3e0b97742" providerId="ADAL" clId="{399188D2-3F8A-499F-80C9-B0B95DA196DA}" dt="2025-08-07T09:30:09.617" v="1077" actId="165"/>
          <ac:spMkLst>
            <pc:docMk/>
            <pc:sldMk cId="649242137" sldId="266"/>
            <ac:spMk id="37" creationId="{4784EEF1-866D-5BFE-8ADB-7684F5FB5A00}"/>
          </ac:spMkLst>
        </pc:spChg>
        <pc:spChg chg="mod">
          <ac:chgData name="mathspt" userId="0238e0ea-a655-48f2-bae3-2ff3e0b97742" providerId="ADAL" clId="{399188D2-3F8A-499F-80C9-B0B95DA196DA}" dt="2025-08-07T09:30:09.617" v="1077" actId="165"/>
          <ac:spMkLst>
            <pc:docMk/>
            <pc:sldMk cId="649242137" sldId="266"/>
            <ac:spMk id="39" creationId="{21CF023B-C072-8915-0338-B89D546C04E7}"/>
          </ac:spMkLst>
        </pc:spChg>
        <pc:spChg chg="mod">
          <ac:chgData name="mathspt" userId="0238e0ea-a655-48f2-bae3-2ff3e0b97742" providerId="ADAL" clId="{399188D2-3F8A-499F-80C9-B0B95DA196DA}" dt="2025-08-07T09:33:13.070" v="1434" actId="1038"/>
          <ac:spMkLst>
            <pc:docMk/>
            <pc:sldMk cId="649242137" sldId="266"/>
            <ac:spMk id="41" creationId="{4079A3B4-B93F-F3FF-E4EB-25B2DFBD2240}"/>
          </ac:spMkLst>
        </pc:spChg>
        <pc:spChg chg="mod">
          <ac:chgData name="mathspt" userId="0238e0ea-a655-48f2-bae3-2ff3e0b97742" providerId="ADAL" clId="{399188D2-3F8A-499F-80C9-B0B95DA196DA}" dt="2025-08-07T09:34:18.341" v="1509" actId="14100"/>
          <ac:spMkLst>
            <pc:docMk/>
            <pc:sldMk cId="649242137" sldId="266"/>
            <ac:spMk id="42" creationId="{9EF05EF0-C329-57F7-6934-5E153CA9B690}"/>
          </ac:spMkLst>
        </pc:spChg>
        <pc:spChg chg="mod">
          <ac:chgData name="mathspt" userId="0238e0ea-a655-48f2-bae3-2ff3e0b97742" providerId="ADAL" clId="{399188D2-3F8A-499F-80C9-B0B95DA196DA}" dt="2025-08-07T09:30:09.617" v="1077" actId="165"/>
          <ac:spMkLst>
            <pc:docMk/>
            <pc:sldMk cId="649242137" sldId="266"/>
            <ac:spMk id="44" creationId="{6E0CFE9F-7F39-44F1-C1ED-D38F8C982CEE}"/>
          </ac:spMkLst>
        </pc:spChg>
        <pc:spChg chg="mod">
          <ac:chgData name="mathspt" userId="0238e0ea-a655-48f2-bae3-2ff3e0b97742" providerId="ADAL" clId="{399188D2-3F8A-499F-80C9-B0B95DA196DA}" dt="2025-08-07T09:30:09.617" v="1077" actId="165"/>
          <ac:spMkLst>
            <pc:docMk/>
            <pc:sldMk cId="649242137" sldId="266"/>
            <ac:spMk id="45" creationId="{FFB09BBB-A226-56BC-238C-160C3803C736}"/>
          </ac:spMkLst>
        </pc:spChg>
        <pc:spChg chg="mod">
          <ac:chgData name="mathspt" userId="0238e0ea-a655-48f2-bae3-2ff3e0b97742" providerId="ADAL" clId="{399188D2-3F8A-499F-80C9-B0B95DA196DA}" dt="2025-08-07T09:30:09.617" v="1077" actId="165"/>
          <ac:spMkLst>
            <pc:docMk/>
            <pc:sldMk cId="649242137" sldId="266"/>
            <ac:spMk id="46" creationId="{1F53046D-FF06-A4B7-97F0-3EDA18C85813}"/>
          </ac:spMkLst>
        </pc:spChg>
        <pc:spChg chg="mod">
          <ac:chgData name="mathspt" userId="0238e0ea-a655-48f2-bae3-2ff3e0b97742" providerId="ADAL" clId="{399188D2-3F8A-499F-80C9-B0B95DA196DA}" dt="2025-08-07T09:33:26.379" v="1461" actId="1038"/>
          <ac:spMkLst>
            <pc:docMk/>
            <pc:sldMk cId="649242137" sldId="266"/>
            <ac:spMk id="49" creationId="{BA41461E-86CC-91BE-BEEC-639C6DB6AA41}"/>
          </ac:spMkLst>
        </pc:spChg>
        <pc:spChg chg="mod">
          <ac:chgData name="mathspt" userId="0238e0ea-a655-48f2-bae3-2ff3e0b97742" providerId="ADAL" clId="{399188D2-3F8A-499F-80C9-B0B95DA196DA}" dt="2025-08-07T09:34:14.429" v="1508" actId="1038"/>
          <ac:spMkLst>
            <pc:docMk/>
            <pc:sldMk cId="649242137" sldId="266"/>
            <ac:spMk id="50" creationId="{CF1DC824-811C-2876-822E-618FF07516D0}"/>
          </ac:spMkLst>
        </pc:spChg>
        <pc:spChg chg="mod">
          <ac:chgData name="mathspt" userId="0238e0ea-a655-48f2-bae3-2ff3e0b97742" providerId="ADAL" clId="{399188D2-3F8A-499F-80C9-B0B95DA196DA}" dt="2025-08-07T09:30:09.617" v="1077" actId="165"/>
          <ac:spMkLst>
            <pc:docMk/>
            <pc:sldMk cId="649242137" sldId="266"/>
            <ac:spMk id="51" creationId="{96577F77-DC44-87F0-F388-317079A872E8}"/>
          </ac:spMkLst>
        </pc:spChg>
        <pc:spChg chg="mod">
          <ac:chgData name="mathspt" userId="0238e0ea-a655-48f2-bae3-2ff3e0b97742" providerId="ADAL" clId="{399188D2-3F8A-499F-80C9-B0B95DA196DA}" dt="2025-08-07T09:32:29.160" v="1380" actId="1037"/>
          <ac:spMkLst>
            <pc:docMk/>
            <pc:sldMk cId="649242137" sldId="266"/>
            <ac:spMk id="53" creationId="{323ECDFC-26C8-7D43-B13D-D4B1225CDC7C}"/>
          </ac:spMkLst>
        </pc:spChg>
        <pc:spChg chg="mod">
          <ac:chgData name="mathspt" userId="0238e0ea-a655-48f2-bae3-2ff3e0b97742" providerId="ADAL" clId="{399188D2-3F8A-499F-80C9-B0B95DA196DA}" dt="2025-08-07T09:33:55.675" v="1486" actId="1037"/>
          <ac:spMkLst>
            <pc:docMk/>
            <pc:sldMk cId="649242137" sldId="266"/>
            <ac:spMk id="54" creationId="{184A3816-91B1-11AA-C031-2AD275E234D9}"/>
          </ac:spMkLst>
        </pc:spChg>
        <pc:spChg chg="mod">
          <ac:chgData name="mathspt" userId="0238e0ea-a655-48f2-bae3-2ff3e0b97742" providerId="ADAL" clId="{399188D2-3F8A-499F-80C9-B0B95DA196DA}" dt="2025-08-07T08:02:34.034" v="776"/>
          <ac:spMkLst>
            <pc:docMk/>
            <pc:sldMk cId="649242137" sldId="266"/>
            <ac:spMk id="55" creationId="{CD17C3AC-AF42-F31A-4E52-82611D0FFFC7}"/>
          </ac:spMkLst>
        </pc:spChg>
        <pc:spChg chg="mod">
          <ac:chgData name="mathspt" userId="0238e0ea-a655-48f2-bae3-2ff3e0b97742" providerId="ADAL" clId="{399188D2-3F8A-499F-80C9-B0B95DA196DA}" dt="2025-08-07T08:05:34.072" v="872"/>
          <ac:spMkLst>
            <pc:docMk/>
            <pc:sldMk cId="649242137" sldId="266"/>
            <ac:spMk id="57" creationId="{F86F54E3-02D9-2B03-E374-338D8A7C2DA3}"/>
          </ac:spMkLst>
        </pc:spChg>
        <pc:spChg chg="mod">
          <ac:chgData name="mathspt" userId="0238e0ea-a655-48f2-bae3-2ff3e0b97742" providerId="ADAL" clId="{399188D2-3F8A-499F-80C9-B0B95DA196DA}" dt="2025-08-07T09:34:08.804" v="1502" actId="1037"/>
          <ac:spMkLst>
            <pc:docMk/>
            <pc:sldMk cId="649242137" sldId="266"/>
            <ac:spMk id="61" creationId="{AF8FE827-4208-5E44-7F9E-6EDB5D96D569}"/>
          </ac:spMkLst>
        </pc:spChg>
        <pc:spChg chg="mod">
          <ac:chgData name="mathspt" userId="0238e0ea-a655-48f2-bae3-2ff3e0b97742" providerId="ADAL" clId="{399188D2-3F8A-499F-80C9-B0B95DA196DA}" dt="2025-08-07T09:30:13.629" v="1078"/>
          <ac:spMkLst>
            <pc:docMk/>
            <pc:sldMk cId="649242137" sldId="266"/>
            <ac:spMk id="70" creationId="{321E4A8A-FA17-3452-7A97-DFBE5156C506}"/>
          </ac:spMkLst>
        </pc:spChg>
        <pc:spChg chg="mod">
          <ac:chgData name="mathspt" userId="0238e0ea-a655-48f2-bae3-2ff3e0b97742" providerId="ADAL" clId="{399188D2-3F8A-499F-80C9-B0B95DA196DA}" dt="2025-08-07T09:30:13.629" v="1078"/>
          <ac:spMkLst>
            <pc:docMk/>
            <pc:sldMk cId="649242137" sldId="266"/>
            <ac:spMk id="72" creationId="{9420E3CA-D700-98CE-EC0D-0D262CC6B110}"/>
          </ac:spMkLst>
        </pc:spChg>
        <pc:spChg chg="mod">
          <ac:chgData name="mathspt" userId="0238e0ea-a655-48f2-bae3-2ff3e0b97742" providerId="ADAL" clId="{399188D2-3F8A-499F-80C9-B0B95DA196DA}" dt="2025-08-07T09:30:13.629" v="1078"/>
          <ac:spMkLst>
            <pc:docMk/>
            <pc:sldMk cId="649242137" sldId="266"/>
            <ac:spMk id="74" creationId="{59B8ED18-276E-AD34-8A8D-4C04507349F8}"/>
          </ac:spMkLst>
        </pc:spChg>
        <pc:spChg chg="mod">
          <ac:chgData name="mathspt" userId="0238e0ea-a655-48f2-bae3-2ff3e0b97742" providerId="ADAL" clId="{399188D2-3F8A-499F-80C9-B0B95DA196DA}" dt="2025-08-07T09:30:13.629" v="1078"/>
          <ac:spMkLst>
            <pc:docMk/>
            <pc:sldMk cId="649242137" sldId="266"/>
            <ac:spMk id="75" creationId="{6F5F5C88-6746-9F0B-2FB4-016472065823}"/>
          </ac:spMkLst>
        </pc:spChg>
        <pc:spChg chg="mod">
          <ac:chgData name="mathspt" userId="0238e0ea-a655-48f2-bae3-2ff3e0b97742" providerId="ADAL" clId="{399188D2-3F8A-499F-80C9-B0B95DA196DA}" dt="2025-08-07T09:30:13.629" v="1078"/>
          <ac:spMkLst>
            <pc:docMk/>
            <pc:sldMk cId="649242137" sldId="266"/>
            <ac:spMk id="79" creationId="{CAD92325-06A2-C221-C44F-6DC33EE53ECD}"/>
          </ac:spMkLst>
        </pc:spChg>
        <pc:spChg chg="mod">
          <ac:chgData name="mathspt" userId="0238e0ea-a655-48f2-bae3-2ff3e0b97742" providerId="ADAL" clId="{399188D2-3F8A-499F-80C9-B0B95DA196DA}" dt="2025-08-07T09:30:13.629" v="1078"/>
          <ac:spMkLst>
            <pc:docMk/>
            <pc:sldMk cId="649242137" sldId="266"/>
            <ac:spMk id="81" creationId="{FE7D163C-6864-86DF-CFAF-C0644D314696}"/>
          </ac:spMkLst>
        </pc:spChg>
        <pc:spChg chg="mod">
          <ac:chgData name="mathspt" userId="0238e0ea-a655-48f2-bae3-2ff3e0b97742" providerId="ADAL" clId="{399188D2-3F8A-499F-80C9-B0B95DA196DA}" dt="2025-08-07T09:30:13.629" v="1078"/>
          <ac:spMkLst>
            <pc:docMk/>
            <pc:sldMk cId="649242137" sldId="266"/>
            <ac:spMk id="82" creationId="{A1A65CD2-491D-96E9-F11B-F08E47C7C535}"/>
          </ac:spMkLst>
        </pc:spChg>
        <pc:spChg chg="add mod">
          <ac:chgData name="mathspt" userId="0238e0ea-a655-48f2-bae3-2ff3e0b97742" providerId="ADAL" clId="{399188D2-3F8A-499F-80C9-B0B95DA196DA}" dt="2025-08-07T09:34:51.633" v="1510" actId="164"/>
          <ac:spMkLst>
            <pc:docMk/>
            <pc:sldMk cId="649242137" sldId="266"/>
            <ac:spMk id="85" creationId="{4418DE9E-2537-BBC3-5938-058416EA452F}"/>
          </ac:spMkLst>
        </pc:spChg>
        <pc:spChg chg="add mod">
          <ac:chgData name="mathspt" userId="0238e0ea-a655-48f2-bae3-2ff3e0b97742" providerId="ADAL" clId="{399188D2-3F8A-499F-80C9-B0B95DA196DA}" dt="2025-08-07T09:35:14.624" v="1543" actId="1038"/>
          <ac:spMkLst>
            <pc:docMk/>
            <pc:sldMk cId="649242137" sldId="266"/>
            <ac:spMk id="86" creationId="{BC1DC2BC-58C4-09DE-8A94-C58639DCF2BE}"/>
          </ac:spMkLst>
        </pc:spChg>
        <pc:spChg chg="add mod">
          <ac:chgData name="mathspt" userId="0238e0ea-a655-48f2-bae3-2ff3e0b97742" providerId="ADAL" clId="{399188D2-3F8A-499F-80C9-B0B95DA196DA}" dt="2025-08-07T09:34:51.633" v="1510" actId="164"/>
          <ac:spMkLst>
            <pc:docMk/>
            <pc:sldMk cId="649242137" sldId="266"/>
            <ac:spMk id="87" creationId="{D12FD64C-10DE-18D6-E699-4467DCE15934}"/>
          </ac:spMkLst>
        </pc:spChg>
        <pc:spChg chg="mod">
          <ac:chgData name="mathspt" userId="0238e0ea-a655-48f2-bae3-2ff3e0b97742" providerId="ADAL" clId="{399188D2-3F8A-499F-80C9-B0B95DA196DA}" dt="2025-08-07T09:30:09.617" v="1077" actId="165"/>
          <ac:spMkLst>
            <pc:docMk/>
            <pc:sldMk cId="649242137" sldId="266"/>
            <ac:spMk id="98" creationId="{391521DB-DAB5-29AB-6F1B-BED758F3DB4A}"/>
          </ac:spMkLst>
        </pc:spChg>
        <pc:spChg chg="mod">
          <ac:chgData name="mathspt" userId="0238e0ea-a655-48f2-bae3-2ff3e0b97742" providerId="ADAL" clId="{399188D2-3F8A-499F-80C9-B0B95DA196DA}" dt="2025-08-07T09:30:09.617" v="1077" actId="165"/>
          <ac:spMkLst>
            <pc:docMk/>
            <pc:sldMk cId="649242137" sldId="266"/>
            <ac:spMk id="100" creationId="{C00018C4-AF31-53C1-06D0-FCB0AA8BCEEB}"/>
          </ac:spMkLst>
        </pc:spChg>
        <pc:spChg chg="mod">
          <ac:chgData name="mathspt" userId="0238e0ea-a655-48f2-bae3-2ff3e0b97742" providerId="ADAL" clId="{399188D2-3F8A-499F-80C9-B0B95DA196DA}" dt="2025-08-07T08:05:27.943" v="871"/>
          <ac:spMkLst>
            <pc:docMk/>
            <pc:sldMk cId="649242137" sldId="266"/>
            <ac:spMk id="107" creationId="{40D2AD3F-608F-E730-4F59-62BFAB523867}"/>
          </ac:spMkLst>
        </pc:spChg>
        <pc:spChg chg="mod">
          <ac:chgData name="mathspt" userId="0238e0ea-a655-48f2-bae3-2ff3e0b97742" providerId="ADAL" clId="{399188D2-3F8A-499F-80C9-B0B95DA196DA}" dt="2025-08-07T09:30:09.617" v="1077" actId="165"/>
          <ac:spMkLst>
            <pc:docMk/>
            <pc:sldMk cId="649242137" sldId="266"/>
            <ac:spMk id="108" creationId="{6DE137BF-6958-EB09-7724-045C8D743111}"/>
          </ac:spMkLst>
        </pc:spChg>
        <pc:spChg chg="mod">
          <ac:chgData name="mathspt" userId="0238e0ea-a655-48f2-bae3-2ff3e0b97742" providerId="ADAL" clId="{399188D2-3F8A-499F-80C9-B0B95DA196DA}" dt="2025-08-07T08:07:13.289" v="948" actId="2711"/>
          <ac:spMkLst>
            <pc:docMk/>
            <pc:sldMk cId="649242137" sldId="266"/>
            <ac:spMk id="112" creationId="{C295562F-9836-BFBE-6AC8-2A278C5FC903}"/>
          </ac:spMkLst>
        </pc:spChg>
        <pc:spChg chg="mod">
          <ac:chgData name="mathspt" userId="0238e0ea-a655-48f2-bae3-2ff3e0b97742" providerId="ADAL" clId="{399188D2-3F8A-499F-80C9-B0B95DA196DA}" dt="2025-08-07T08:05:23.706" v="870"/>
          <ac:spMkLst>
            <pc:docMk/>
            <pc:sldMk cId="649242137" sldId="266"/>
            <ac:spMk id="117" creationId="{111319DE-FEDD-5978-62B2-3A5C2F4171CB}"/>
          </ac:spMkLst>
        </pc:spChg>
        <pc:spChg chg="mod">
          <ac:chgData name="mathspt" userId="0238e0ea-a655-48f2-bae3-2ff3e0b97742" providerId="ADAL" clId="{399188D2-3F8A-499F-80C9-B0B95DA196DA}" dt="2025-08-07T08:02:42.595" v="778"/>
          <ac:spMkLst>
            <pc:docMk/>
            <pc:sldMk cId="649242137" sldId="266"/>
            <ac:spMk id="128" creationId="{37E1DE35-E630-B49B-4858-190D7A504787}"/>
          </ac:spMkLst>
        </pc:spChg>
        <pc:spChg chg="mod">
          <ac:chgData name="mathspt" userId="0238e0ea-a655-48f2-bae3-2ff3e0b97742" providerId="ADAL" clId="{399188D2-3F8A-499F-80C9-B0B95DA196DA}" dt="2025-08-07T08:04:39.723" v="860" actId="2711"/>
          <ac:spMkLst>
            <pc:docMk/>
            <pc:sldMk cId="649242137" sldId="266"/>
            <ac:spMk id="153" creationId="{2EBAAEB1-1D7D-4435-F4C4-E5AA03F51084}"/>
          </ac:spMkLst>
        </pc:spChg>
        <pc:spChg chg="mod">
          <ac:chgData name="mathspt" userId="0238e0ea-a655-48f2-bae3-2ff3e0b97742" providerId="ADAL" clId="{399188D2-3F8A-499F-80C9-B0B95DA196DA}" dt="2025-08-07T08:02:51.861" v="780"/>
          <ac:spMkLst>
            <pc:docMk/>
            <pc:sldMk cId="649242137" sldId="266"/>
            <ac:spMk id="164" creationId="{F0FFACAD-D41C-402E-CDFB-FEAD765B7282}"/>
          </ac:spMkLst>
        </pc:spChg>
        <pc:spChg chg="mod">
          <ac:chgData name="mathspt" userId="0238e0ea-a655-48f2-bae3-2ff3e0b97742" providerId="ADAL" clId="{399188D2-3F8A-499F-80C9-B0B95DA196DA}" dt="2025-08-07T08:06:37.382" v="922" actId="1038"/>
          <ac:spMkLst>
            <pc:docMk/>
            <pc:sldMk cId="649242137" sldId="266"/>
            <ac:spMk id="169" creationId="{210B32AE-E8EB-EF16-0E96-4EDA04E74244}"/>
          </ac:spMkLst>
        </pc:spChg>
        <pc:spChg chg="mod">
          <ac:chgData name="mathspt" userId="0238e0ea-a655-48f2-bae3-2ff3e0b97742" providerId="ADAL" clId="{399188D2-3F8A-499F-80C9-B0B95DA196DA}" dt="2025-08-07T08:06:41.894" v="933" actId="1038"/>
          <ac:spMkLst>
            <pc:docMk/>
            <pc:sldMk cId="649242137" sldId="266"/>
            <ac:spMk id="173" creationId="{EC905A9E-058A-1E1F-6C67-678193D1D2C0}"/>
          </ac:spMkLst>
        </pc:spChg>
        <pc:spChg chg="mod">
          <ac:chgData name="mathspt" userId="0238e0ea-a655-48f2-bae3-2ff3e0b97742" providerId="ADAL" clId="{399188D2-3F8A-499F-80C9-B0B95DA196DA}" dt="2025-08-07T08:02:46.074" v="779"/>
          <ac:spMkLst>
            <pc:docMk/>
            <pc:sldMk cId="649242137" sldId="266"/>
            <ac:spMk id="175" creationId="{EF424DB3-D249-A3A7-02E1-E47D80EC7234}"/>
          </ac:spMkLst>
        </pc:spChg>
        <pc:spChg chg="mod">
          <ac:chgData name="mathspt" userId="0238e0ea-a655-48f2-bae3-2ff3e0b97742" providerId="ADAL" clId="{399188D2-3F8A-499F-80C9-B0B95DA196DA}" dt="2025-08-07T08:04:31.823" v="859" actId="2711"/>
          <ac:spMkLst>
            <pc:docMk/>
            <pc:sldMk cId="649242137" sldId="266"/>
            <ac:spMk id="176" creationId="{152D3F62-C618-62A4-1BA1-3A70606BB2E5}"/>
          </ac:spMkLst>
        </pc:spChg>
        <pc:spChg chg="mod">
          <ac:chgData name="mathspt" userId="0238e0ea-a655-48f2-bae3-2ff3e0b97742" providerId="ADAL" clId="{399188D2-3F8A-499F-80C9-B0B95DA196DA}" dt="2025-08-07T08:06:55.680" v="939"/>
          <ac:spMkLst>
            <pc:docMk/>
            <pc:sldMk cId="649242137" sldId="266"/>
            <ac:spMk id="187" creationId="{BF2E66A2-A55A-454C-D8DA-6727F314B814}"/>
          </ac:spMkLst>
        </pc:spChg>
        <pc:spChg chg="mod">
          <ac:chgData name="mathspt" userId="0238e0ea-a655-48f2-bae3-2ff3e0b97742" providerId="ADAL" clId="{399188D2-3F8A-499F-80C9-B0B95DA196DA}" dt="2025-08-07T08:07:01.390" v="947" actId="1037"/>
          <ac:spMkLst>
            <pc:docMk/>
            <pc:sldMk cId="649242137" sldId="266"/>
            <ac:spMk id="191" creationId="{FC636D68-4008-9B6C-7431-9F79B9912C71}"/>
          </ac:spMkLst>
        </pc:spChg>
        <pc:spChg chg="mod">
          <ac:chgData name="mathspt" userId="0238e0ea-a655-48f2-bae3-2ff3e0b97742" providerId="ADAL" clId="{399188D2-3F8A-499F-80C9-B0B95DA196DA}" dt="2025-08-07T08:05:10.385" v="865"/>
          <ac:spMkLst>
            <pc:docMk/>
            <pc:sldMk cId="649242137" sldId="266"/>
            <ac:spMk id="203" creationId="{437AC9EE-6485-3156-4A69-4D0119B6C90D}"/>
          </ac:spMkLst>
        </pc:spChg>
        <pc:spChg chg="mod">
          <ac:chgData name="mathspt" userId="0238e0ea-a655-48f2-bae3-2ff3e0b97742" providerId="ADAL" clId="{399188D2-3F8A-499F-80C9-B0B95DA196DA}" dt="2025-08-07T08:05:04.272" v="864"/>
          <ac:spMkLst>
            <pc:docMk/>
            <pc:sldMk cId="649242137" sldId="266"/>
            <ac:spMk id="217" creationId="{2680130A-DCA8-BAC1-303A-827DB614DD0C}"/>
          </ac:spMkLst>
        </pc:spChg>
        <pc:spChg chg="mod">
          <ac:chgData name="mathspt" userId="0238e0ea-a655-48f2-bae3-2ff3e0b97742" providerId="ADAL" clId="{399188D2-3F8A-499F-80C9-B0B95DA196DA}" dt="2025-08-07T08:05:04.272" v="864"/>
          <ac:spMkLst>
            <pc:docMk/>
            <pc:sldMk cId="649242137" sldId="266"/>
            <ac:spMk id="219" creationId="{724E67F5-0EAE-2137-D15A-8AF2157A80DF}"/>
          </ac:spMkLst>
        </pc:spChg>
        <pc:spChg chg="mod">
          <ac:chgData name="mathspt" userId="0238e0ea-a655-48f2-bae3-2ff3e0b97742" providerId="ADAL" clId="{399188D2-3F8A-499F-80C9-B0B95DA196DA}" dt="2025-08-07T08:05:03.817" v="863" actId="20577"/>
          <ac:spMkLst>
            <pc:docMk/>
            <pc:sldMk cId="649242137" sldId="266"/>
            <ac:spMk id="222" creationId="{4D2B0923-FDEF-4578-205B-A7F71B50D439}"/>
          </ac:spMkLst>
        </pc:spChg>
        <pc:spChg chg="mod">
          <ac:chgData name="mathspt" userId="0238e0ea-a655-48f2-bae3-2ff3e0b97742" providerId="ADAL" clId="{399188D2-3F8A-499F-80C9-B0B95DA196DA}" dt="2025-08-07T08:05:04.272" v="864"/>
          <ac:spMkLst>
            <pc:docMk/>
            <pc:sldMk cId="649242137" sldId="266"/>
            <ac:spMk id="223" creationId="{2709C07D-86E7-EC36-FCA7-93525D36930A}"/>
          </ac:spMkLst>
        </pc:spChg>
        <pc:spChg chg="mod">
          <ac:chgData name="mathspt" userId="0238e0ea-a655-48f2-bae3-2ff3e0b97742" providerId="ADAL" clId="{399188D2-3F8A-499F-80C9-B0B95DA196DA}" dt="2025-08-07T08:05:04.272" v="864"/>
          <ac:spMkLst>
            <pc:docMk/>
            <pc:sldMk cId="649242137" sldId="266"/>
            <ac:spMk id="228" creationId="{6A70CD06-3B4A-4858-ED63-BFD0C1CE8F72}"/>
          </ac:spMkLst>
        </pc:spChg>
        <pc:spChg chg="mod">
          <ac:chgData name="mathspt" userId="0238e0ea-a655-48f2-bae3-2ff3e0b97742" providerId="ADAL" clId="{399188D2-3F8A-499F-80C9-B0B95DA196DA}" dt="2025-08-07T08:05:04.272" v="864"/>
          <ac:spMkLst>
            <pc:docMk/>
            <pc:sldMk cId="649242137" sldId="266"/>
            <ac:spMk id="230" creationId="{B0CCB13A-00FF-8785-70E9-7B1FD57C2168}"/>
          </ac:spMkLst>
        </pc:spChg>
        <pc:spChg chg="mod">
          <ac:chgData name="mathspt" userId="0238e0ea-a655-48f2-bae3-2ff3e0b97742" providerId="ADAL" clId="{399188D2-3F8A-499F-80C9-B0B95DA196DA}" dt="2025-08-07T08:05:04.272" v="864"/>
          <ac:spMkLst>
            <pc:docMk/>
            <pc:sldMk cId="649242137" sldId="266"/>
            <ac:spMk id="231" creationId="{B874AA34-720B-40FB-1C78-76828CBDBAED}"/>
          </ac:spMkLst>
        </pc:spChg>
        <pc:spChg chg="mod">
          <ac:chgData name="mathspt" userId="0238e0ea-a655-48f2-bae3-2ff3e0b97742" providerId="ADAL" clId="{399188D2-3F8A-499F-80C9-B0B95DA196DA}" dt="2025-08-07T08:04:03.623" v="820" actId="2711"/>
          <ac:spMkLst>
            <pc:docMk/>
            <pc:sldMk cId="649242137" sldId="266"/>
            <ac:spMk id="234" creationId="{9AE4AF08-5575-A51F-1DE4-4CFDAC1FC813}"/>
          </ac:spMkLst>
        </pc:spChg>
        <pc:spChg chg="mod">
          <ac:chgData name="mathspt" userId="0238e0ea-a655-48f2-bae3-2ff3e0b97742" providerId="ADAL" clId="{399188D2-3F8A-499F-80C9-B0B95DA196DA}" dt="2025-08-07T08:05:04.272" v="864"/>
          <ac:spMkLst>
            <pc:docMk/>
            <pc:sldMk cId="649242137" sldId="266"/>
            <ac:spMk id="235" creationId="{E9276E69-E0CC-4D79-71E8-ECD60781C82F}"/>
          </ac:spMkLst>
        </pc:spChg>
        <pc:spChg chg="mod">
          <ac:chgData name="mathspt" userId="0238e0ea-a655-48f2-bae3-2ff3e0b97742" providerId="ADAL" clId="{399188D2-3F8A-499F-80C9-B0B95DA196DA}" dt="2025-08-07T08:05:04.272" v="864"/>
          <ac:spMkLst>
            <pc:docMk/>
            <pc:sldMk cId="649242137" sldId="266"/>
            <ac:spMk id="236" creationId="{0B830D5B-8933-51E0-D5CC-BA73827DAC61}"/>
          </ac:spMkLst>
        </pc:spChg>
        <pc:spChg chg="mod">
          <ac:chgData name="mathspt" userId="0238e0ea-a655-48f2-bae3-2ff3e0b97742" providerId="ADAL" clId="{399188D2-3F8A-499F-80C9-B0B95DA196DA}" dt="2025-08-07T08:04:11.718" v="858" actId="1038"/>
          <ac:spMkLst>
            <pc:docMk/>
            <pc:sldMk cId="649242137" sldId="266"/>
            <ac:spMk id="238" creationId="{4FB88622-4692-609E-D74D-DB62B938DF38}"/>
          </ac:spMkLst>
        </pc:spChg>
        <pc:spChg chg="mod">
          <ac:chgData name="mathspt" userId="0238e0ea-a655-48f2-bae3-2ff3e0b97742" providerId="ADAL" clId="{399188D2-3F8A-499F-80C9-B0B95DA196DA}" dt="2025-08-07T08:05:04.272" v="864"/>
          <ac:spMkLst>
            <pc:docMk/>
            <pc:sldMk cId="649242137" sldId="266"/>
            <ac:spMk id="240" creationId="{5AA51FBB-4C7E-0E32-579E-C4E648D89BFA}"/>
          </ac:spMkLst>
        </pc:spChg>
        <pc:spChg chg="mod">
          <ac:chgData name="mathspt" userId="0238e0ea-a655-48f2-bae3-2ff3e0b97742" providerId="ADAL" clId="{399188D2-3F8A-499F-80C9-B0B95DA196DA}" dt="2025-08-07T08:03:50.835" v="818" actId="14100"/>
          <ac:spMkLst>
            <pc:docMk/>
            <pc:sldMk cId="649242137" sldId="266"/>
            <ac:spMk id="241" creationId="{A9AC970E-4FDA-3E55-F148-DC538C862B24}"/>
          </ac:spMkLst>
        </pc:spChg>
        <pc:spChg chg="mod">
          <ac:chgData name="mathspt" userId="0238e0ea-a655-48f2-bae3-2ff3e0b97742" providerId="ADAL" clId="{399188D2-3F8A-499F-80C9-B0B95DA196DA}" dt="2025-08-07T08:05:04.272" v="864"/>
          <ac:spMkLst>
            <pc:docMk/>
            <pc:sldMk cId="649242137" sldId="266"/>
            <ac:spMk id="244" creationId="{8F5B3F2F-273F-A761-94ED-1CB0A4D25FA4}"/>
          </ac:spMkLst>
        </pc:spChg>
        <pc:grpChg chg="mod">
          <ac:chgData name="mathspt" userId="0238e0ea-a655-48f2-bae3-2ff3e0b97742" providerId="ADAL" clId="{399188D2-3F8A-499F-80C9-B0B95DA196DA}" dt="2025-08-07T09:34:51.633" v="1510" actId="164"/>
          <ac:grpSpMkLst>
            <pc:docMk/>
            <pc:sldMk cId="649242137" sldId="266"/>
            <ac:grpSpMk id="12" creationId="{95FA7ED3-E861-446E-A2D8-33BB36DAA135}"/>
          </ac:grpSpMkLst>
        </pc:grpChg>
        <pc:grpChg chg="mod">
          <ac:chgData name="mathspt" userId="0238e0ea-a655-48f2-bae3-2ff3e0b97742" providerId="ADAL" clId="{399188D2-3F8A-499F-80C9-B0B95DA196DA}" dt="2025-08-07T09:36:38.727" v="1592" actId="1076"/>
          <ac:grpSpMkLst>
            <pc:docMk/>
            <pc:sldMk cId="649242137" sldId="266"/>
            <ac:grpSpMk id="60" creationId="{7BFFF387-B333-BF05-B3B1-F702D6C4B89D}"/>
          </ac:grpSpMkLst>
        </pc:grpChg>
        <pc:grpChg chg="add mod">
          <ac:chgData name="mathspt" userId="0238e0ea-a655-48f2-bae3-2ff3e0b97742" providerId="ADAL" clId="{399188D2-3F8A-499F-80C9-B0B95DA196DA}" dt="2025-08-07T09:35:04.984" v="1512" actId="164"/>
          <ac:grpSpMkLst>
            <pc:docMk/>
            <pc:sldMk cId="649242137" sldId="266"/>
            <ac:grpSpMk id="88" creationId="{A126CFA6-C241-43F1-D5EA-199FD846C559}"/>
          </ac:grpSpMkLst>
        </pc:grpChg>
        <pc:grpChg chg="add mod">
          <ac:chgData name="mathspt" userId="0238e0ea-a655-48f2-bae3-2ff3e0b97742" providerId="ADAL" clId="{399188D2-3F8A-499F-80C9-B0B95DA196DA}" dt="2025-08-07T09:35:21.284" v="1544" actId="1076"/>
          <ac:grpSpMkLst>
            <pc:docMk/>
            <pc:sldMk cId="649242137" sldId="266"/>
            <ac:grpSpMk id="89" creationId="{13C9640E-A6D3-E9B7-31A0-9A1837B1631B}"/>
          </ac:grpSpMkLst>
        </pc:grpChg>
        <pc:grpChg chg="mod">
          <ac:chgData name="mathspt" userId="0238e0ea-a655-48f2-bae3-2ff3e0b97742" providerId="ADAL" clId="{399188D2-3F8A-499F-80C9-B0B95DA196DA}" dt="2025-08-07T09:29:35.368" v="1074" actId="164"/>
          <ac:grpSpMkLst>
            <pc:docMk/>
            <pc:sldMk cId="649242137" sldId="266"/>
            <ac:grpSpMk id="110" creationId="{79A8BC6B-852D-9B49-0FA7-4F6FFD3DC882}"/>
          </ac:grpSpMkLst>
        </pc:grpChg>
        <pc:grpChg chg="mod">
          <ac:chgData name="mathspt" userId="0238e0ea-a655-48f2-bae3-2ff3e0b97742" providerId="ADAL" clId="{399188D2-3F8A-499F-80C9-B0B95DA196DA}" dt="2025-08-07T09:29:35.368" v="1074" actId="164"/>
          <ac:grpSpMkLst>
            <pc:docMk/>
            <pc:sldMk cId="649242137" sldId="266"/>
            <ac:grpSpMk id="113" creationId="{9565B7B9-A3D4-C9D2-4CA6-CFC93191934F}"/>
          </ac:grpSpMkLst>
        </pc:grpChg>
        <pc:grpChg chg="mod">
          <ac:chgData name="mathspt" userId="0238e0ea-a655-48f2-bae3-2ff3e0b97742" providerId="ADAL" clId="{399188D2-3F8A-499F-80C9-B0B95DA196DA}" dt="2025-08-07T09:31:40.186" v="1315" actId="1037"/>
          <ac:grpSpMkLst>
            <pc:docMk/>
            <pc:sldMk cId="649242137" sldId="266"/>
            <ac:grpSpMk id="200" creationId="{1BED75EC-472F-E1E8-E076-FE9E84FC825B}"/>
          </ac:grpSpMkLst>
        </pc:grpChg>
      </pc:sldChg>
    </pc:docChg>
  </pc:docChgLst>
  <pc:docChgLst>
    <pc:chgData name="mathspt" userId="0238e0ea-a655-48f2-bae3-2ff3e0b97742" providerId="ADAL" clId="{A39D618B-3493-4B83-8CDB-AACD08208EDE}"/>
    <pc:docChg chg="undo custSel addSld modSld">
      <pc:chgData name="mathspt" userId="0238e0ea-a655-48f2-bae3-2ff3e0b97742" providerId="ADAL" clId="{A39D618B-3493-4B83-8CDB-AACD08208EDE}" dt="2025-07-31T10:37:32.376" v="9016" actId="1076"/>
      <pc:docMkLst>
        <pc:docMk/>
      </pc:docMkLst>
      <pc:sldChg chg="addSp delSp modSp mod modAnim">
        <pc:chgData name="mathspt" userId="0238e0ea-a655-48f2-bae3-2ff3e0b97742" providerId="ADAL" clId="{A39D618B-3493-4B83-8CDB-AACD08208EDE}" dt="2025-07-31T09:40:37.769" v="8857" actId="1037"/>
        <pc:sldMkLst>
          <pc:docMk/>
          <pc:sldMk cId="718379738" sldId="256"/>
        </pc:sldMkLst>
        <pc:spChg chg="mod topLvl">
          <ac:chgData name="mathspt" userId="0238e0ea-a655-48f2-bae3-2ff3e0b97742" providerId="ADAL" clId="{A39D618B-3493-4B83-8CDB-AACD08208EDE}" dt="2025-07-31T09:39:32.220" v="8778"/>
          <ac:spMkLst>
            <pc:docMk/>
            <pc:sldMk cId="718379738" sldId="256"/>
            <ac:spMk id="28" creationId="{F12B6A50-3665-E99E-0FE4-83D11D713753}"/>
          </ac:spMkLst>
        </pc:spChg>
        <pc:spChg chg="mod topLvl">
          <ac:chgData name="mathspt" userId="0238e0ea-a655-48f2-bae3-2ff3e0b97742" providerId="ADAL" clId="{A39D618B-3493-4B83-8CDB-AACD08208EDE}" dt="2025-07-31T09:39:32.220" v="8778"/>
          <ac:spMkLst>
            <pc:docMk/>
            <pc:sldMk cId="718379738" sldId="256"/>
            <ac:spMk id="29" creationId="{83BC2DD5-F529-32AD-123F-C7BC4734EE77}"/>
          </ac:spMkLst>
        </pc:spChg>
        <pc:spChg chg="mod">
          <ac:chgData name="mathspt" userId="0238e0ea-a655-48f2-bae3-2ff3e0b97742" providerId="ADAL" clId="{A39D618B-3493-4B83-8CDB-AACD08208EDE}" dt="2025-07-31T09:39:32.220" v="8778"/>
          <ac:spMkLst>
            <pc:docMk/>
            <pc:sldMk cId="718379738" sldId="256"/>
            <ac:spMk id="31" creationId="{5715E7F6-AD6A-B5FF-3899-427AD45728BD}"/>
          </ac:spMkLst>
        </pc:spChg>
        <pc:spChg chg="mod topLvl">
          <ac:chgData name="mathspt" userId="0238e0ea-a655-48f2-bae3-2ff3e0b97742" providerId="ADAL" clId="{A39D618B-3493-4B83-8CDB-AACD08208EDE}" dt="2025-07-31T09:39:32.220" v="8778"/>
          <ac:spMkLst>
            <pc:docMk/>
            <pc:sldMk cId="718379738" sldId="256"/>
            <ac:spMk id="32" creationId="{073786A9-EF1B-A815-99F5-F104AE1270F0}"/>
          </ac:spMkLst>
        </pc:spChg>
        <pc:spChg chg="mod topLvl">
          <ac:chgData name="mathspt" userId="0238e0ea-a655-48f2-bae3-2ff3e0b97742" providerId="ADAL" clId="{A39D618B-3493-4B83-8CDB-AACD08208EDE}" dt="2025-07-31T09:39:32.220" v="8778"/>
          <ac:spMkLst>
            <pc:docMk/>
            <pc:sldMk cId="718379738" sldId="256"/>
            <ac:spMk id="33" creationId="{95319ADB-D4E9-4462-A6F5-16B42813A315}"/>
          </ac:spMkLst>
        </pc:spChg>
        <pc:spChg chg="mod topLvl">
          <ac:chgData name="mathspt" userId="0238e0ea-a655-48f2-bae3-2ff3e0b97742" providerId="ADAL" clId="{A39D618B-3493-4B83-8CDB-AACD08208EDE}" dt="2025-07-31T09:39:32.220" v="8778"/>
          <ac:spMkLst>
            <pc:docMk/>
            <pc:sldMk cId="718379738" sldId="256"/>
            <ac:spMk id="34" creationId="{9A070136-5AD1-F30B-D50D-5C6AC0A3F4B4}"/>
          </ac:spMkLst>
        </pc:spChg>
        <pc:spChg chg="mod">
          <ac:chgData name="mathspt" userId="0238e0ea-a655-48f2-bae3-2ff3e0b97742" providerId="ADAL" clId="{A39D618B-3493-4B83-8CDB-AACD08208EDE}" dt="2025-07-31T09:39:46.592" v="8800"/>
          <ac:spMkLst>
            <pc:docMk/>
            <pc:sldMk cId="718379738" sldId="256"/>
            <ac:spMk id="35" creationId="{FCE01DD7-CAAE-F155-9202-FBB7F0DF4A42}"/>
          </ac:spMkLst>
        </pc:spChg>
        <pc:spChg chg="mod">
          <ac:chgData name="mathspt" userId="0238e0ea-a655-48f2-bae3-2ff3e0b97742" providerId="ADAL" clId="{A39D618B-3493-4B83-8CDB-AACD08208EDE}" dt="2025-07-31T09:39:46.592" v="8800"/>
          <ac:spMkLst>
            <pc:docMk/>
            <pc:sldMk cId="718379738" sldId="256"/>
            <ac:spMk id="36" creationId="{09703ED0-62FF-0A62-51EF-EAC331F37B6B}"/>
          </ac:spMkLst>
        </pc:spChg>
        <pc:spChg chg="mod topLvl">
          <ac:chgData name="mathspt" userId="0238e0ea-a655-48f2-bae3-2ff3e0b97742" providerId="ADAL" clId="{A39D618B-3493-4B83-8CDB-AACD08208EDE}" dt="2025-07-31T09:39:32.220" v="8778"/>
          <ac:spMkLst>
            <pc:docMk/>
            <pc:sldMk cId="718379738" sldId="256"/>
            <ac:spMk id="37" creationId="{74972209-D444-4BF5-1887-0C687007BA2D}"/>
          </ac:spMkLst>
        </pc:spChg>
        <pc:spChg chg="mod">
          <ac:chgData name="mathspt" userId="0238e0ea-a655-48f2-bae3-2ff3e0b97742" providerId="ADAL" clId="{A39D618B-3493-4B83-8CDB-AACD08208EDE}" dt="2025-07-31T09:39:38.620" v="8793" actId="1037"/>
          <ac:spMkLst>
            <pc:docMk/>
            <pc:sldMk cId="718379738" sldId="256"/>
            <ac:spMk id="38" creationId="{C901EE68-3839-FB0C-C780-E5451ED438BD}"/>
          </ac:spMkLst>
        </pc:spChg>
        <pc:spChg chg="mod">
          <ac:chgData name="mathspt" userId="0238e0ea-a655-48f2-bae3-2ff3e0b97742" providerId="ADAL" clId="{A39D618B-3493-4B83-8CDB-AACD08208EDE}" dt="2025-07-31T09:39:32.220" v="8778"/>
          <ac:spMkLst>
            <pc:docMk/>
            <pc:sldMk cId="718379738" sldId="256"/>
            <ac:spMk id="39" creationId="{43166FDD-9CDA-14BF-06A8-B682261F181C}"/>
          </ac:spMkLst>
        </pc:spChg>
        <pc:spChg chg="mod topLvl">
          <ac:chgData name="mathspt" userId="0238e0ea-a655-48f2-bae3-2ff3e0b97742" providerId="ADAL" clId="{A39D618B-3493-4B83-8CDB-AACD08208EDE}" dt="2025-07-31T09:39:57.213" v="8811"/>
          <ac:spMkLst>
            <pc:docMk/>
            <pc:sldMk cId="718379738" sldId="256"/>
            <ac:spMk id="40" creationId="{C2FC6B31-0F60-005A-8ECA-57E589DD3EAA}"/>
          </ac:spMkLst>
        </pc:spChg>
        <pc:spChg chg="mod topLvl">
          <ac:chgData name="mathspt" userId="0238e0ea-a655-48f2-bae3-2ff3e0b97742" providerId="ADAL" clId="{A39D618B-3493-4B83-8CDB-AACD08208EDE}" dt="2025-07-31T09:39:46.592" v="8800"/>
          <ac:spMkLst>
            <pc:docMk/>
            <pc:sldMk cId="718379738" sldId="256"/>
            <ac:spMk id="41" creationId="{D01C3B70-CCF0-D7E5-C77B-9C11B4A2B128}"/>
          </ac:spMkLst>
        </pc:spChg>
        <pc:spChg chg="mod topLvl">
          <ac:chgData name="mathspt" userId="0238e0ea-a655-48f2-bae3-2ff3e0b97742" providerId="ADAL" clId="{A39D618B-3493-4B83-8CDB-AACD08208EDE}" dt="2025-07-31T09:39:52.469" v="8810" actId="1037"/>
          <ac:spMkLst>
            <pc:docMk/>
            <pc:sldMk cId="718379738" sldId="256"/>
            <ac:spMk id="42" creationId="{326F3D0F-2F13-D875-11B2-F5209EE4BB49}"/>
          </ac:spMkLst>
        </pc:spChg>
        <pc:spChg chg="mod topLvl">
          <ac:chgData name="mathspt" userId="0238e0ea-a655-48f2-bae3-2ff3e0b97742" providerId="ADAL" clId="{A39D618B-3493-4B83-8CDB-AACD08208EDE}" dt="2025-07-31T09:39:46.592" v="8800"/>
          <ac:spMkLst>
            <pc:docMk/>
            <pc:sldMk cId="718379738" sldId="256"/>
            <ac:spMk id="43" creationId="{77DA97F1-C262-0292-E356-8BA29D58F3BB}"/>
          </ac:spMkLst>
        </pc:spChg>
        <pc:spChg chg="mod">
          <ac:chgData name="mathspt" userId="0238e0ea-a655-48f2-bae3-2ff3e0b97742" providerId="ADAL" clId="{A39D618B-3493-4B83-8CDB-AACD08208EDE}" dt="2025-07-31T09:40:11.811" v="8816"/>
          <ac:spMkLst>
            <pc:docMk/>
            <pc:sldMk cId="718379738" sldId="256"/>
            <ac:spMk id="47" creationId="{5C623430-13B8-3B1F-032F-8840FF3176C7}"/>
          </ac:spMkLst>
        </pc:spChg>
        <pc:spChg chg="mod topLvl">
          <ac:chgData name="mathspt" userId="0238e0ea-a655-48f2-bae3-2ff3e0b97742" providerId="ADAL" clId="{A39D618B-3493-4B83-8CDB-AACD08208EDE}" dt="2025-07-31T09:39:05.987" v="8760"/>
          <ac:spMkLst>
            <pc:docMk/>
            <pc:sldMk cId="718379738" sldId="256"/>
            <ac:spMk id="48" creationId="{4265254A-F2B3-DCEF-C5F0-4FB515F2753A}"/>
          </ac:spMkLst>
        </pc:spChg>
        <pc:spChg chg="mod topLvl">
          <ac:chgData name="mathspt" userId="0238e0ea-a655-48f2-bae3-2ff3e0b97742" providerId="ADAL" clId="{A39D618B-3493-4B83-8CDB-AACD08208EDE}" dt="2025-07-31T09:39:05.987" v="8760"/>
          <ac:spMkLst>
            <pc:docMk/>
            <pc:sldMk cId="718379738" sldId="256"/>
            <ac:spMk id="49" creationId="{6BC0F1DE-E406-4878-9E88-D057CAF888A8}"/>
          </ac:spMkLst>
        </pc:spChg>
        <pc:spChg chg="mod topLvl">
          <ac:chgData name="mathspt" userId="0238e0ea-a655-48f2-bae3-2ff3e0b97742" providerId="ADAL" clId="{A39D618B-3493-4B83-8CDB-AACD08208EDE}" dt="2025-07-31T09:39:05.987" v="8760"/>
          <ac:spMkLst>
            <pc:docMk/>
            <pc:sldMk cId="718379738" sldId="256"/>
            <ac:spMk id="50" creationId="{638E7C55-D3F0-1D4F-9482-C28EC22300CF}"/>
          </ac:spMkLst>
        </pc:spChg>
        <pc:spChg chg="mod topLvl">
          <ac:chgData name="mathspt" userId="0238e0ea-a655-48f2-bae3-2ff3e0b97742" providerId="ADAL" clId="{A39D618B-3493-4B83-8CDB-AACD08208EDE}" dt="2025-07-31T09:39:05.987" v="8760"/>
          <ac:spMkLst>
            <pc:docMk/>
            <pc:sldMk cId="718379738" sldId="256"/>
            <ac:spMk id="51" creationId="{FE040626-DC10-9D29-8173-9EA2CBC45CCD}"/>
          </ac:spMkLst>
        </pc:spChg>
        <pc:spChg chg="mod">
          <ac:chgData name="mathspt" userId="0238e0ea-a655-48f2-bae3-2ff3e0b97742" providerId="ADAL" clId="{A39D618B-3493-4B83-8CDB-AACD08208EDE}" dt="2025-07-31T09:39:05.987" v="8760"/>
          <ac:spMkLst>
            <pc:docMk/>
            <pc:sldMk cId="718379738" sldId="256"/>
            <ac:spMk id="52" creationId="{BE681B82-8DE3-A3F8-D54C-82CF2AA766F5}"/>
          </ac:spMkLst>
        </pc:spChg>
        <pc:spChg chg="mod topLvl">
          <ac:chgData name="mathspt" userId="0238e0ea-a655-48f2-bae3-2ff3e0b97742" providerId="ADAL" clId="{A39D618B-3493-4B83-8CDB-AACD08208EDE}" dt="2025-07-31T09:39:05.987" v="8760"/>
          <ac:spMkLst>
            <pc:docMk/>
            <pc:sldMk cId="718379738" sldId="256"/>
            <ac:spMk id="53" creationId="{FF545F76-BB6E-9529-4EA8-4305D5A27690}"/>
          </ac:spMkLst>
        </pc:spChg>
        <pc:spChg chg="mod topLvl">
          <ac:chgData name="mathspt" userId="0238e0ea-a655-48f2-bae3-2ff3e0b97742" providerId="ADAL" clId="{A39D618B-3493-4B83-8CDB-AACD08208EDE}" dt="2025-07-31T09:39:05.987" v="8760"/>
          <ac:spMkLst>
            <pc:docMk/>
            <pc:sldMk cId="718379738" sldId="256"/>
            <ac:spMk id="54" creationId="{86837A06-1ADF-1223-2AD1-0FFE249DCD78}"/>
          </ac:spMkLst>
        </pc:spChg>
        <pc:spChg chg="mod">
          <ac:chgData name="mathspt" userId="0238e0ea-a655-48f2-bae3-2ff3e0b97742" providerId="ADAL" clId="{A39D618B-3493-4B83-8CDB-AACD08208EDE}" dt="2025-07-31T09:40:11.811" v="8816"/>
          <ac:spMkLst>
            <pc:docMk/>
            <pc:sldMk cId="718379738" sldId="256"/>
            <ac:spMk id="55" creationId="{4ED58D21-B7A1-05F0-4557-42EB50AC6523}"/>
          </ac:spMkLst>
        </pc:spChg>
        <pc:spChg chg="mod topLvl">
          <ac:chgData name="mathspt" userId="0238e0ea-a655-48f2-bae3-2ff3e0b97742" providerId="ADAL" clId="{A39D618B-3493-4B83-8CDB-AACD08208EDE}" dt="2025-07-31T09:39:17.411" v="8762" actId="1076"/>
          <ac:spMkLst>
            <pc:docMk/>
            <pc:sldMk cId="718379738" sldId="256"/>
            <ac:spMk id="56" creationId="{2420F873-D46D-461C-AC3B-DA99128897B9}"/>
          </ac:spMkLst>
        </pc:spChg>
        <pc:spChg chg="mod topLvl">
          <ac:chgData name="mathspt" userId="0238e0ea-a655-48f2-bae3-2ff3e0b97742" providerId="ADAL" clId="{A39D618B-3493-4B83-8CDB-AACD08208EDE}" dt="2025-07-31T09:39:05.987" v="8760"/>
          <ac:spMkLst>
            <pc:docMk/>
            <pc:sldMk cId="718379738" sldId="256"/>
            <ac:spMk id="57" creationId="{D46CB0D4-889D-03F5-0EA2-4CE6DE55D642}"/>
          </ac:spMkLst>
        </pc:spChg>
        <pc:spChg chg="mod">
          <ac:chgData name="mathspt" userId="0238e0ea-a655-48f2-bae3-2ff3e0b97742" providerId="ADAL" clId="{A39D618B-3493-4B83-8CDB-AACD08208EDE}" dt="2025-07-31T09:40:11.811" v="8816"/>
          <ac:spMkLst>
            <pc:docMk/>
            <pc:sldMk cId="718379738" sldId="256"/>
            <ac:spMk id="58" creationId="{720A3AC3-CECF-9D03-5870-133059E068BA}"/>
          </ac:spMkLst>
        </pc:spChg>
        <pc:spChg chg="mod topLvl">
          <ac:chgData name="mathspt" userId="0238e0ea-a655-48f2-bae3-2ff3e0b97742" providerId="ADAL" clId="{A39D618B-3493-4B83-8CDB-AACD08208EDE}" dt="2025-07-31T09:40:11.811" v="8816"/>
          <ac:spMkLst>
            <pc:docMk/>
            <pc:sldMk cId="718379738" sldId="256"/>
            <ac:spMk id="59" creationId="{9804019E-E6AF-F949-569B-983B9A9E4C7E}"/>
          </ac:spMkLst>
        </pc:spChg>
        <pc:spChg chg="mod">
          <ac:chgData name="mathspt" userId="0238e0ea-a655-48f2-bae3-2ff3e0b97742" providerId="ADAL" clId="{A39D618B-3493-4B83-8CDB-AACD08208EDE}" dt="2025-07-31T09:40:37.769" v="8857" actId="1037"/>
          <ac:spMkLst>
            <pc:docMk/>
            <pc:sldMk cId="718379738" sldId="256"/>
            <ac:spMk id="60" creationId="{614CC274-F06E-639E-906F-F37F602834D7}"/>
          </ac:spMkLst>
        </pc:spChg>
        <pc:spChg chg="mod topLvl">
          <ac:chgData name="mathspt" userId="0238e0ea-a655-48f2-bae3-2ff3e0b97742" providerId="ADAL" clId="{A39D618B-3493-4B83-8CDB-AACD08208EDE}" dt="2025-07-31T09:40:11.811" v="8816"/>
          <ac:spMkLst>
            <pc:docMk/>
            <pc:sldMk cId="718379738" sldId="256"/>
            <ac:spMk id="61" creationId="{B5387C9C-2E35-D05F-B5C4-38545181BE29}"/>
          </ac:spMkLst>
        </pc:spChg>
        <pc:spChg chg="mod topLvl">
          <ac:chgData name="mathspt" userId="0238e0ea-a655-48f2-bae3-2ff3e0b97742" providerId="ADAL" clId="{A39D618B-3493-4B83-8CDB-AACD08208EDE}" dt="2025-07-31T09:40:26.345" v="8836"/>
          <ac:spMkLst>
            <pc:docMk/>
            <pc:sldMk cId="718379738" sldId="256"/>
            <ac:spMk id="63" creationId="{FE843206-3368-4567-AC52-57B360CC5A8D}"/>
          </ac:spMkLst>
        </pc:spChg>
        <pc:spChg chg="mod topLvl">
          <ac:chgData name="mathspt" userId="0238e0ea-a655-48f2-bae3-2ff3e0b97742" providerId="ADAL" clId="{A39D618B-3493-4B83-8CDB-AACD08208EDE}" dt="2025-07-31T09:38:59.460" v="8757"/>
          <ac:spMkLst>
            <pc:docMk/>
            <pc:sldMk cId="718379738" sldId="256"/>
            <ac:spMk id="64" creationId="{B97EF41B-30D0-B79E-7DAA-6B1767F6D9D0}"/>
          </ac:spMkLst>
        </pc:spChg>
        <pc:spChg chg="mod topLvl">
          <ac:chgData name="mathspt" userId="0238e0ea-a655-48f2-bae3-2ff3e0b97742" providerId="ADAL" clId="{A39D618B-3493-4B83-8CDB-AACD08208EDE}" dt="2025-07-31T09:38:59.460" v="8757"/>
          <ac:spMkLst>
            <pc:docMk/>
            <pc:sldMk cId="718379738" sldId="256"/>
            <ac:spMk id="65" creationId="{3AAA7EC0-3516-4F7D-54A2-F5141851F156}"/>
          </ac:spMkLst>
        </pc:spChg>
        <pc:spChg chg="mod topLvl">
          <ac:chgData name="mathspt" userId="0238e0ea-a655-48f2-bae3-2ff3e0b97742" providerId="ADAL" clId="{A39D618B-3493-4B83-8CDB-AACD08208EDE}" dt="2025-07-31T09:38:59.460" v="8757"/>
          <ac:spMkLst>
            <pc:docMk/>
            <pc:sldMk cId="718379738" sldId="256"/>
            <ac:spMk id="66" creationId="{4751C4DD-D775-250F-783E-623BA15E544D}"/>
          </ac:spMkLst>
        </pc:spChg>
        <pc:spChg chg="mod">
          <ac:chgData name="mathspt" userId="0238e0ea-a655-48f2-bae3-2ff3e0b97742" providerId="ADAL" clId="{A39D618B-3493-4B83-8CDB-AACD08208EDE}" dt="2025-07-31T09:38:59.460" v="8757"/>
          <ac:spMkLst>
            <pc:docMk/>
            <pc:sldMk cId="718379738" sldId="256"/>
            <ac:spMk id="67" creationId="{27DBB15B-7123-194B-5470-CB20B0CDC0FF}"/>
          </ac:spMkLst>
        </pc:spChg>
        <pc:spChg chg="mod topLvl">
          <ac:chgData name="mathspt" userId="0238e0ea-a655-48f2-bae3-2ff3e0b97742" providerId="ADAL" clId="{A39D618B-3493-4B83-8CDB-AACD08208EDE}" dt="2025-07-31T09:38:59.460" v="8757"/>
          <ac:spMkLst>
            <pc:docMk/>
            <pc:sldMk cId="718379738" sldId="256"/>
            <ac:spMk id="68" creationId="{652FCBA2-253E-790C-5BF2-988446B6AC95}"/>
          </ac:spMkLst>
        </pc:spChg>
        <pc:spChg chg="mod">
          <ac:chgData name="mathspt" userId="0238e0ea-a655-48f2-bae3-2ff3e0b97742" providerId="ADAL" clId="{A39D618B-3493-4B83-8CDB-AACD08208EDE}" dt="2025-07-31T09:38:59.460" v="8757"/>
          <ac:spMkLst>
            <pc:docMk/>
            <pc:sldMk cId="718379738" sldId="256"/>
            <ac:spMk id="69" creationId="{9FEF5738-916E-2920-CD87-5FF66F14256A}"/>
          </ac:spMkLst>
        </pc:spChg>
        <pc:spChg chg="mod topLvl">
          <ac:chgData name="mathspt" userId="0238e0ea-a655-48f2-bae3-2ff3e0b97742" providerId="ADAL" clId="{A39D618B-3493-4B83-8CDB-AACD08208EDE}" dt="2025-07-31T09:38:59.460" v="8757"/>
          <ac:spMkLst>
            <pc:docMk/>
            <pc:sldMk cId="718379738" sldId="256"/>
            <ac:spMk id="70" creationId="{A024229D-3F83-4596-EEEB-6D89CBE23747}"/>
          </ac:spMkLst>
        </pc:spChg>
        <pc:spChg chg="mod">
          <ac:chgData name="mathspt" userId="0238e0ea-a655-48f2-bae3-2ff3e0b97742" providerId="ADAL" clId="{A39D618B-3493-4B83-8CDB-AACD08208EDE}" dt="2025-07-31T09:40:26.345" v="8836"/>
          <ac:spMkLst>
            <pc:docMk/>
            <pc:sldMk cId="718379738" sldId="256"/>
            <ac:spMk id="71" creationId="{5FA7F474-1AF2-4F35-B458-7264A31C5471}"/>
          </ac:spMkLst>
        </pc:spChg>
        <pc:spChg chg="mod topLvl">
          <ac:chgData name="mathspt" userId="0238e0ea-a655-48f2-bae3-2ff3e0b97742" providerId="ADAL" clId="{A39D618B-3493-4B83-8CDB-AACD08208EDE}" dt="2025-07-31T09:39:02.806" v="8758" actId="14100"/>
          <ac:spMkLst>
            <pc:docMk/>
            <pc:sldMk cId="718379738" sldId="256"/>
            <ac:spMk id="72" creationId="{9AB3BE21-88BE-0D95-78EA-F46C5C7E0872}"/>
          </ac:spMkLst>
        </pc:spChg>
        <pc:spChg chg="mod topLvl">
          <ac:chgData name="mathspt" userId="0238e0ea-a655-48f2-bae3-2ff3e0b97742" providerId="ADAL" clId="{A39D618B-3493-4B83-8CDB-AACD08208EDE}" dt="2025-07-31T09:38:59.460" v="8757"/>
          <ac:spMkLst>
            <pc:docMk/>
            <pc:sldMk cId="718379738" sldId="256"/>
            <ac:spMk id="73" creationId="{72DC2C4B-C1CB-2DC7-23A8-7E4EA0452A69}"/>
          </ac:spMkLst>
        </pc:spChg>
        <pc:spChg chg="add del mod">
          <ac:chgData name="mathspt" userId="0238e0ea-a655-48f2-bae3-2ff3e0b97742" providerId="ADAL" clId="{A39D618B-3493-4B83-8CDB-AACD08208EDE}" dt="2025-07-31T09:40:26.345" v="8836"/>
          <ac:spMkLst>
            <pc:docMk/>
            <pc:sldMk cId="718379738" sldId="256"/>
            <ac:spMk id="74" creationId="{E5AD595E-751B-E0F3-51F5-2032418D2AF9}"/>
          </ac:spMkLst>
        </pc:spChg>
        <pc:spChg chg="mod">
          <ac:chgData name="mathspt" userId="0238e0ea-a655-48f2-bae3-2ff3e0b97742" providerId="ADAL" clId="{A39D618B-3493-4B83-8CDB-AACD08208EDE}" dt="2025-07-31T09:40:26.345" v="8836"/>
          <ac:spMkLst>
            <pc:docMk/>
            <pc:sldMk cId="718379738" sldId="256"/>
            <ac:spMk id="75" creationId="{EB751FD9-29CA-50AF-A76A-CC2F234FF9E2}"/>
          </ac:spMkLst>
        </pc:spChg>
        <pc:spChg chg="mod topLvl">
          <ac:chgData name="mathspt" userId="0238e0ea-a655-48f2-bae3-2ff3e0b97742" providerId="ADAL" clId="{A39D618B-3493-4B83-8CDB-AACD08208EDE}" dt="2025-07-31T09:40:30.524" v="8849" actId="1037"/>
          <ac:spMkLst>
            <pc:docMk/>
            <pc:sldMk cId="718379738" sldId="256"/>
            <ac:spMk id="76" creationId="{C2A754E7-EC21-3524-ADCB-114FB0FF1B61}"/>
          </ac:spMkLst>
        </pc:spChg>
        <pc:spChg chg="mod topLvl">
          <ac:chgData name="mathspt" userId="0238e0ea-a655-48f2-bae3-2ff3e0b97742" providerId="ADAL" clId="{A39D618B-3493-4B83-8CDB-AACD08208EDE}" dt="2025-07-31T09:40:26.345" v="8836"/>
          <ac:spMkLst>
            <pc:docMk/>
            <pc:sldMk cId="718379738" sldId="256"/>
            <ac:spMk id="77" creationId="{AEC620BD-2759-8B9F-54B1-F2D3AF73CA42}"/>
          </ac:spMkLst>
        </pc:spChg>
        <pc:spChg chg="mod">
          <ac:chgData name="mathspt" userId="0238e0ea-a655-48f2-bae3-2ff3e0b97742" providerId="ADAL" clId="{A39D618B-3493-4B83-8CDB-AACD08208EDE}" dt="2025-07-31T09:40:18.279" v="8819"/>
          <ac:spMkLst>
            <pc:docMk/>
            <pc:sldMk cId="718379738" sldId="256"/>
            <ac:spMk id="79" creationId="{7CD74064-0DDE-7E7D-281E-BA413B50573D}"/>
          </ac:spMkLst>
        </pc:spChg>
        <pc:spChg chg="mod topLvl">
          <ac:chgData name="mathspt" userId="0238e0ea-a655-48f2-bae3-2ff3e0b97742" providerId="ADAL" clId="{A39D618B-3493-4B83-8CDB-AACD08208EDE}" dt="2025-07-31T09:39:20.365" v="8764"/>
          <ac:spMkLst>
            <pc:docMk/>
            <pc:sldMk cId="718379738" sldId="256"/>
            <ac:spMk id="80" creationId="{263A596A-3A93-6322-3E75-BF5469F7A9B2}"/>
          </ac:spMkLst>
        </pc:spChg>
        <pc:spChg chg="mod">
          <ac:chgData name="mathspt" userId="0238e0ea-a655-48f2-bae3-2ff3e0b97742" providerId="ADAL" clId="{A39D618B-3493-4B83-8CDB-AACD08208EDE}" dt="2025-07-31T09:39:20.365" v="8764"/>
          <ac:spMkLst>
            <pc:docMk/>
            <pc:sldMk cId="718379738" sldId="256"/>
            <ac:spMk id="81" creationId="{20A4E7E0-9D12-1FA0-28B9-4034BDAAE386}"/>
          </ac:spMkLst>
        </pc:spChg>
        <pc:spChg chg="mod">
          <ac:chgData name="mathspt" userId="0238e0ea-a655-48f2-bae3-2ff3e0b97742" providerId="ADAL" clId="{A39D618B-3493-4B83-8CDB-AACD08208EDE}" dt="2025-07-31T09:39:20.365" v="8764"/>
          <ac:spMkLst>
            <pc:docMk/>
            <pc:sldMk cId="718379738" sldId="256"/>
            <ac:spMk id="82" creationId="{B9D3BBA1-E287-7DC0-C93D-26719D5B769E}"/>
          </ac:spMkLst>
        </pc:spChg>
        <pc:spChg chg="mod topLvl">
          <ac:chgData name="mathspt" userId="0238e0ea-a655-48f2-bae3-2ff3e0b97742" providerId="ADAL" clId="{A39D618B-3493-4B83-8CDB-AACD08208EDE}" dt="2025-07-31T09:39:20.365" v="8764"/>
          <ac:spMkLst>
            <pc:docMk/>
            <pc:sldMk cId="718379738" sldId="256"/>
            <ac:spMk id="83" creationId="{4F6C595F-016E-E4B0-94D5-876F7EB24C55}"/>
          </ac:spMkLst>
        </pc:spChg>
        <pc:spChg chg="mod topLvl">
          <ac:chgData name="mathspt" userId="0238e0ea-a655-48f2-bae3-2ff3e0b97742" providerId="ADAL" clId="{A39D618B-3493-4B83-8CDB-AACD08208EDE}" dt="2025-07-31T09:39:20.365" v="8764"/>
          <ac:spMkLst>
            <pc:docMk/>
            <pc:sldMk cId="718379738" sldId="256"/>
            <ac:spMk id="84" creationId="{853F3B5B-54DE-CDC3-0D8F-6CB85A9CCCB7}"/>
          </ac:spMkLst>
        </pc:spChg>
        <pc:spChg chg="mod topLvl">
          <ac:chgData name="mathspt" userId="0238e0ea-a655-48f2-bae3-2ff3e0b97742" providerId="ADAL" clId="{A39D618B-3493-4B83-8CDB-AACD08208EDE}" dt="2025-07-31T09:39:20.365" v="8764"/>
          <ac:spMkLst>
            <pc:docMk/>
            <pc:sldMk cId="718379738" sldId="256"/>
            <ac:spMk id="85" creationId="{4D679A9F-C606-FFCA-8BE3-1E429533B129}"/>
          </ac:spMkLst>
        </pc:spChg>
        <pc:spChg chg="mod">
          <ac:chgData name="mathspt" userId="0238e0ea-a655-48f2-bae3-2ff3e0b97742" providerId="ADAL" clId="{A39D618B-3493-4B83-8CDB-AACD08208EDE}" dt="2025-07-31T09:39:20.365" v="8764"/>
          <ac:spMkLst>
            <pc:docMk/>
            <pc:sldMk cId="718379738" sldId="256"/>
            <ac:spMk id="86" creationId="{C3954B78-F255-F2D5-3379-E695323C72BD}"/>
          </ac:spMkLst>
        </pc:spChg>
        <pc:spChg chg="mod topLvl">
          <ac:chgData name="mathspt" userId="0238e0ea-a655-48f2-bae3-2ff3e0b97742" providerId="ADAL" clId="{A39D618B-3493-4B83-8CDB-AACD08208EDE}" dt="2025-07-31T09:40:18.279" v="8819"/>
          <ac:spMkLst>
            <pc:docMk/>
            <pc:sldMk cId="718379738" sldId="256"/>
            <ac:spMk id="87" creationId="{BC9261BB-97F4-67B7-790F-3552D872B1B6}"/>
          </ac:spMkLst>
        </pc:spChg>
        <pc:spChg chg="mod topLvl">
          <ac:chgData name="mathspt" userId="0238e0ea-a655-48f2-bae3-2ff3e0b97742" providerId="ADAL" clId="{A39D618B-3493-4B83-8CDB-AACD08208EDE}" dt="2025-07-31T09:39:28.001" v="8776" actId="1037"/>
          <ac:spMkLst>
            <pc:docMk/>
            <pc:sldMk cId="718379738" sldId="256"/>
            <ac:spMk id="88" creationId="{B96C8928-D11C-0B95-4272-5C431F690173}"/>
          </ac:spMkLst>
        </pc:spChg>
        <pc:spChg chg="mod">
          <ac:chgData name="mathspt" userId="0238e0ea-a655-48f2-bae3-2ff3e0b97742" providerId="ADAL" clId="{A39D618B-3493-4B83-8CDB-AACD08208EDE}" dt="2025-07-31T09:39:20.365" v="8764"/>
          <ac:spMkLst>
            <pc:docMk/>
            <pc:sldMk cId="718379738" sldId="256"/>
            <ac:spMk id="89" creationId="{D8C7E07E-F099-F6FF-52C5-E28B5F5D087E}"/>
          </ac:spMkLst>
        </pc:spChg>
        <pc:spChg chg="mod topLvl">
          <ac:chgData name="mathspt" userId="0238e0ea-a655-48f2-bae3-2ff3e0b97742" providerId="ADAL" clId="{A39D618B-3493-4B83-8CDB-AACD08208EDE}" dt="2025-07-31T09:40:18.279" v="8819"/>
          <ac:spMkLst>
            <pc:docMk/>
            <pc:sldMk cId="718379738" sldId="256"/>
            <ac:spMk id="90" creationId="{E7086CFA-BB03-DFA9-F9E6-505078C335F3}"/>
          </ac:spMkLst>
        </pc:spChg>
        <pc:spChg chg="mod topLvl">
          <ac:chgData name="mathspt" userId="0238e0ea-a655-48f2-bae3-2ff3e0b97742" providerId="ADAL" clId="{A39D618B-3493-4B83-8CDB-AACD08208EDE}" dt="2025-07-31T09:40:18.279" v="8819"/>
          <ac:spMkLst>
            <pc:docMk/>
            <pc:sldMk cId="718379738" sldId="256"/>
            <ac:spMk id="91" creationId="{EC17B358-8091-AA86-335E-956BA3CF5299}"/>
          </ac:spMkLst>
        </pc:spChg>
        <pc:spChg chg="mod topLvl">
          <ac:chgData name="mathspt" userId="0238e0ea-a655-48f2-bae3-2ff3e0b97742" providerId="ADAL" clId="{A39D618B-3493-4B83-8CDB-AACD08208EDE}" dt="2025-07-31T09:40:22.918" v="8834" actId="1037"/>
          <ac:spMkLst>
            <pc:docMk/>
            <pc:sldMk cId="718379738" sldId="256"/>
            <ac:spMk id="92" creationId="{E3A8B3D9-A67C-3DFA-8300-23CE7479E57F}"/>
          </ac:spMkLst>
        </pc:spChg>
        <pc:spChg chg="mod topLvl">
          <ac:chgData name="mathspt" userId="0238e0ea-a655-48f2-bae3-2ff3e0b97742" providerId="ADAL" clId="{A39D618B-3493-4B83-8CDB-AACD08208EDE}" dt="2025-07-31T09:40:18.279" v="8819"/>
          <ac:spMkLst>
            <pc:docMk/>
            <pc:sldMk cId="718379738" sldId="256"/>
            <ac:spMk id="93" creationId="{589AF030-0DE7-689E-13FC-BFF77A45DEC0}"/>
          </ac:spMkLst>
        </pc:spChg>
        <pc:grpChg chg="add mod">
          <ac:chgData name="mathspt" userId="0238e0ea-a655-48f2-bae3-2ff3e0b97742" providerId="ADAL" clId="{A39D618B-3493-4B83-8CDB-AACD08208EDE}" dt="2025-07-31T09:39:46.592" v="8800"/>
          <ac:grpSpMkLst>
            <pc:docMk/>
            <pc:sldMk cId="718379738" sldId="256"/>
            <ac:grpSpMk id="4" creationId="{283AE297-A355-2011-F6DB-2BCCB9FC1008}"/>
          </ac:grpSpMkLst>
        </pc:grpChg>
        <pc:grpChg chg="add mod">
          <ac:chgData name="mathspt" userId="0238e0ea-a655-48f2-bae3-2ff3e0b97742" providerId="ADAL" clId="{A39D618B-3493-4B83-8CDB-AACD08208EDE}" dt="2025-07-31T09:39:32.220" v="8778"/>
          <ac:grpSpMkLst>
            <pc:docMk/>
            <pc:sldMk cId="718379738" sldId="256"/>
            <ac:grpSpMk id="6" creationId="{6423ED55-5C5F-F5A9-E5A4-857D2C7A6B2F}"/>
          </ac:grpSpMkLst>
        </pc:grpChg>
        <pc:grpChg chg="add mod">
          <ac:chgData name="mathspt" userId="0238e0ea-a655-48f2-bae3-2ff3e0b97742" providerId="ADAL" clId="{A39D618B-3493-4B83-8CDB-AACD08208EDE}" dt="2025-07-31T09:40:11.811" v="8816"/>
          <ac:grpSpMkLst>
            <pc:docMk/>
            <pc:sldMk cId="718379738" sldId="256"/>
            <ac:grpSpMk id="7" creationId="{951EC2CA-83F6-5254-309F-AFFDD177A8B1}"/>
          </ac:grpSpMkLst>
        </pc:grpChg>
        <pc:grpChg chg="add mod">
          <ac:chgData name="mathspt" userId="0238e0ea-a655-48f2-bae3-2ff3e0b97742" providerId="ADAL" clId="{A39D618B-3493-4B83-8CDB-AACD08208EDE}" dt="2025-07-31T09:40:11.811" v="8816"/>
          <ac:grpSpMkLst>
            <pc:docMk/>
            <pc:sldMk cId="718379738" sldId="256"/>
            <ac:grpSpMk id="8" creationId="{959DB9A9-A283-261C-4812-AE34FD73A2E0}"/>
          </ac:grpSpMkLst>
        </pc:grpChg>
        <pc:grpChg chg="add mod">
          <ac:chgData name="mathspt" userId="0238e0ea-a655-48f2-bae3-2ff3e0b97742" providerId="ADAL" clId="{A39D618B-3493-4B83-8CDB-AACD08208EDE}" dt="2025-07-31T07:56:50.302" v="4270" actId="164"/>
          <ac:grpSpMkLst>
            <pc:docMk/>
            <pc:sldMk cId="718379738" sldId="256"/>
            <ac:grpSpMk id="9" creationId="{2BD47111-8B9F-3D25-2A7E-911FD2F679B9}"/>
          </ac:grpSpMkLst>
        </pc:grpChg>
        <pc:grpChg chg="add mod">
          <ac:chgData name="mathspt" userId="0238e0ea-a655-48f2-bae3-2ff3e0b97742" providerId="ADAL" clId="{A39D618B-3493-4B83-8CDB-AACD08208EDE}" dt="2025-07-31T09:39:05.987" v="8760"/>
          <ac:grpSpMkLst>
            <pc:docMk/>
            <pc:sldMk cId="718379738" sldId="256"/>
            <ac:grpSpMk id="10" creationId="{71727FF1-C743-95E9-797F-4A409A053A8C}"/>
          </ac:grpSpMkLst>
        </pc:grpChg>
        <pc:grpChg chg="add mod">
          <ac:chgData name="mathspt" userId="0238e0ea-a655-48f2-bae3-2ff3e0b97742" providerId="ADAL" clId="{A39D618B-3493-4B83-8CDB-AACD08208EDE}" dt="2025-07-31T09:40:18.279" v="8819"/>
          <ac:grpSpMkLst>
            <pc:docMk/>
            <pc:sldMk cId="718379738" sldId="256"/>
            <ac:grpSpMk id="11" creationId="{4E29AD71-ADE4-53B5-D298-44F0621BC460}"/>
          </ac:grpSpMkLst>
        </pc:grpChg>
        <pc:grpChg chg="add mod">
          <ac:chgData name="mathspt" userId="0238e0ea-a655-48f2-bae3-2ff3e0b97742" providerId="ADAL" clId="{A39D618B-3493-4B83-8CDB-AACD08208EDE}" dt="2025-07-31T09:39:20.365" v="8764"/>
          <ac:grpSpMkLst>
            <pc:docMk/>
            <pc:sldMk cId="718379738" sldId="256"/>
            <ac:grpSpMk id="12" creationId="{AD108D54-712C-6838-0805-F5785DAAB467}"/>
          </ac:grpSpMkLst>
        </pc:grpChg>
        <pc:grpChg chg="add mod">
          <ac:chgData name="mathspt" userId="0238e0ea-a655-48f2-bae3-2ff3e0b97742" providerId="ADAL" clId="{A39D618B-3493-4B83-8CDB-AACD08208EDE}" dt="2025-07-31T09:40:26.345" v="8836"/>
          <ac:grpSpMkLst>
            <pc:docMk/>
            <pc:sldMk cId="718379738" sldId="256"/>
            <ac:grpSpMk id="13" creationId="{B3278D51-80E5-4340-256B-3C5C8AEF0AE8}"/>
          </ac:grpSpMkLst>
        </pc:grpChg>
        <pc:grpChg chg="add mod">
          <ac:chgData name="mathspt" userId="0238e0ea-a655-48f2-bae3-2ff3e0b97742" providerId="ADAL" clId="{A39D618B-3493-4B83-8CDB-AACD08208EDE}" dt="2025-07-31T09:40:26.345" v="8836"/>
          <ac:grpSpMkLst>
            <pc:docMk/>
            <pc:sldMk cId="718379738" sldId="256"/>
            <ac:grpSpMk id="15" creationId="{D32D4A45-D06E-85FD-0AAB-4D8A5CA3FBF9}"/>
          </ac:grpSpMkLst>
        </pc:grpChg>
        <pc:grpChg chg="add mod">
          <ac:chgData name="mathspt" userId="0238e0ea-a655-48f2-bae3-2ff3e0b97742" providerId="ADAL" clId="{A39D618B-3493-4B83-8CDB-AACD08208EDE}" dt="2025-07-31T09:38:59.460" v="8757"/>
          <ac:grpSpMkLst>
            <pc:docMk/>
            <pc:sldMk cId="718379738" sldId="256"/>
            <ac:grpSpMk id="16" creationId="{6E4E7B7B-B172-D784-656C-67E972ECF556}"/>
          </ac:grpSpMkLst>
        </pc:grpChg>
      </pc:sldChg>
      <pc:sldChg chg="addSp modSp mod modAnim">
        <pc:chgData name="mathspt" userId="0238e0ea-a655-48f2-bae3-2ff3e0b97742" providerId="ADAL" clId="{A39D618B-3493-4B83-8CDB-AACD08208EDE}" dt="2025-07-31T10:36:52.437" v="9007" actId="1076"/>
        <pc:sldMkLst>
          <pc:docMk/>
          <pc:sldMk cId="1480927284" sldId="257"/>
        </pc:sldMkLst>
        <pc:spChg chg="mod">
          <ac:chgData name="mathspt" userId="0238e0ea-a655-48f2-bae3-2ff3e0b97742" providerId="ADAL" clId="{A39D618B-3493-4B83-8CDB-AACD08208EDE}" dt="2025-07-31T09:49:49.361" v="8922" actId="2711"/>
          <ac:spMkLst>
            <pc:docMk/>
            <pc:sldMk cId="1480927284" sldId="257"/>
            <ac:spMk id="15" creationId="{FE333817-A535-1C2E-45F2-7604B6D31D80}"/>
          </ac:spMkLst>
        </pc:spChg>
        <pc:spChg chg="mod">
          <ac:chgData name="mathspt" userId="0238e0ea-a655-48f2-bae3-2ff3e0b97742" providerId="ADAL" clId="{A39D618B-3493-4B83-8CDB-AACD08208EDE}" dt="2025-07-31T09:50:46.498" v="8932"/>
          <ac:spMkLst>
            <pc:docMk/>
            <pc:sldMk cId="1480927284" sldId="257"/>
            <ac:spMk id="20" creationId="{DBCF1A1C-8E07-2297-839A-B3390A342302}"/>
          </ac:spMkLst>
        </pc:spChg>
        <pc:spChg chg="mod">
          <ac:chgData name="mathspt" userId="0238e0ea-a655-48f2-bae3-2ff3e0b97742" providerId="ADAL" clId="{A39D618B-3493-4B83-8CDB-AACD08208EDE}" dt="2025-07-31T09:50:01.250" v="8924" actId="14100"/>
          <ac:spMkLst>
            <pc:docMk/>
            <pc:sldMk cId="1480927284" sldId="257"/>
            <ac:spMk id="26" creationId="{55E89501-2144-917E-5111-81DE75B3346F}"/>
          </ac:spMkLst>
        </pc:spChg>
        <pc:spChg chg="mod">
          <ac:chgData name="mathspt" userId="0238e0ea-a655-48f2-bae3-2ff3e0b97742" providerId="ADAL" clId="{A39D618B-3493-4B83-8CDB-AACD08208EDE}" dt="2025-07-31T09:50:49.740" v="8934"/>
          <ac:spMkLst>
            <pc:docMk/>
            <pc:sldMk cId="1480927284" sldId="257"/>
            <ac:spMk id="28" creationId="{F615308F-4327-EE4F-9E18-2E22A4B8B26B}"/>
          </ac:spMkLst>
        </pc:spChg>
        <pc:spChg chg="mod">
          <ac:chgData name="mathspt" userId="0238e0ea-a655-48f2-bae3-2ff3e0b97742" providerId="ADAL" clId="{A39D618B-3493-4B83-8CDB-AACD08208EDE}" dt="2025-07-31T09:50:52.660" v="8936"/>
          <ac:spMkLst>
            <pc:docMk/>
            <pc:sldMk cId="1480927284" sldId="257"/>
            <ac:spMk id="31" creationId="{AF303D96-E8D7-F15C-A142-FB32C53979C9}"/>
          </ac:spMkLst>
        </pc:spChg>
        <pc:spChg chg="mod">
          <ac:chgData name="mathspt" userId="0238e0ea-a655-48f2-bae3-2ff3e0b97742" providerId="ADAL" clId="{A39D618B-3493-4B83-8CDB-AACD08208EDE}" dt="2025-07-31T09:50:32.819" v="8930"/>
          <ac:spMkLst>
            <pc:docMk/>
            <pc:sldMk cId="1480927284" sldId="257"/>
            <ac:spMk id="32" creationId="{C5269339-DD49-1834-AB4A-61C500C2186F}"/>
          </ac:spMkLst>
        </pc:spChg>
        <pc:spChg chg="mod">
          <ac:chgData name="mathspt" userId="0238e0ea-a655-48f2-bae3-2ff3e0b97742" providerId="ADAL" clId="{A39D618B-3493-4B83-8CDB-AACD08208EDE}" dt="2025-07-31T09:50:55.169" v="8938"/>
          <ac:spMkLst>
            <pc:docMk/>
            <pc:sldMk cId="1480927284" sldId="257"/>
            <ac:spMk id="41" creationId="{B19F3FD6-D122-B582-74B8-9F8F3F18FA8B}"/>
          </ac:spMkLst>
        </pc:spChg>
        <pc:spChg chg="mod">
          <ac:chgData name="mathspt" userId="0238e0ea-a655-48f2-bae3-2ff3e0b97742" providerId="ADAL" clId="{A39D618B-3493-4B83-8CDB-AACD08208EDE}" dt="2025-07-31T09:50:57.276" v="8940"/>
          <ac:spMkLst>
            <pc:docMk/>
            <pc:sldMk cId="1480927284" sldId="257"/>
            <ac:spMk id="49" creationId="{5B3B935D-7277-0D45-9165-9E7E14E0D873}"/>
          </ac:spMkLst>
        </pc:spChg>
        <pc:spChg chg="mod">
          <ac:chgData name="mathspt" userId="0238e0ea-a655-48f2-bae3-2ff3e0b97742" providerId="ADAL" clId="{A39D618B-3493-4B83-8CDB-AACD08208EDE}" dt="2025-07-31T09:51:23.051" v="8944" actId="2711"/>
          <ac:spMkLst>
            <pc:docMk/>
            <pc:sldMk cId="1480927284" sldId="257"/>
            <ac:spMk id="53" creationId="{5B02A2C3-F699-998B-CC4A-D40A6A891705}"/>
          </ac:spMkLst>
        </pc:spChg>
        <pc:spChg chg="mod">
          <ac:chgData name="mathspt" userId="0238e0ea-a655-48f2-bae3-2ff3e0b97742" providerId="ADAL" clId="{A39D618B-3493-4B83-8CDB-AACD08208EDE}" dt="2025-07-31T09:51:29.610" v="8945" actId="2711"/>
          <ac:spMkLst>
            <pc:docMk/>
            <pc:sldMk cId="1480927284" sldId="257"/>
            <ac:spMk id="60" creationId="{91A62E38-6C8C-04B2-9FB9-20FF6FA926FA}"/>
          </ac:spMkLst>
        </pc:spChg>
        <pc:spChg chg="mod">
          <ac:chgData name="mathspt" userId="0238e0ea-a655-48f2-bae3-2ff3e0b97742" providerId="ADAL" clId="{A39D618B-3493-4B83-8CDB-AACD08208EDE}" dt="2025-07-31T09:51:00.298" v="8942"/>
          <ac:spMkLst>
            <pc:docMk/>
            <pc:sldMk cId="1480927284" sldId="257"/>
            <ac:spMk id="66" creationId="{F814A56A-BB33-BC54-4038-512AF6FAA7C6}"/>
          </ac:spMkLst>
        </pc:spChg>
        <pc:spChg chg="mod">
          <ac:chgData name="mathspt" userId="0238e0ea-a655-48f2-bae3-2ff3e0b97742" providerId="ADAL" clId="{A39D618B-3493-4B83-8CDB-AACD08208EDE}" dt="2025-07-31T09:51:13.911" v="8943" actId="2711"/>
          <ac:spMkLst>
            <pc:docMk/>
            <pc:sldMk cId="1480927284" sldId="257"/>
            <ac:spMk id="69" creationId="{86FD345A-8D85-C3B5-D223-C8CA7C76F4F5}"/>
          </ac:spMkLst>
        </pc:spChg>
        <pc:inkChg chg="add mod">
          <ac:chgData name="mathspt" userId="0238e0ea-a655-48f2-bae3-2ff3e0b97742" providerId="ADAL" clId="{A39D618B-3493-4B83-8CDB-AACD08208EDE}" dt="2025-07-31T10:36:52.437" v="9007" actId="1076"/>
          <ac:inkMkLst>
            <pc:docMk/>
            <pc:sldMk cId="1480927284" sldId="257"/>
            <ac:inkMk id="2" creationId="{58C8E0B0-10FA-382E-80A0-FD7C073AB73E}"/>
          </ac:inkMkLst>
        </pc:inkChg>
      </pc:sldChg>
      <pc:sldChg chg="addSp delSp modSp mod modAnim">
        <pc:chgData name="mathspt" userId="0238e0ea-a655-48f2-bae3-2ff3e0b97742" providerId="ADAL" clId="{A39D618B-3493-4B83-8CDB-AACD08208EDE}" dt="2025-07-31T10:37:00.635" v="9009" actId="1076"/>
        <pc:sldMkLst>
          <pc:docMk/>
          <pc:sldMk cId="4125551762" sldId="258"/>
        </pc:sldMkLst>
        <pc:spChg chg="mod">
          <ac:chgData name="mathspt" userId="0238e0ea-a655-48f2-bae3-2ff3e0b97742" providerId="ADAL" clId="{A39D618B-3493-4B83-8CDB-AACD08208EDE}" dt="2025-07-31T09:53:09.232" v="8959" actId="14100"/>
          <ac:spMkLst>
            <pc:docMk/>
            <pc:sldMk cId="4125551762" sldId="258"/>
            <ac:spMk id="11" creationId="{E9373F8C-BF7E-9D07-E814-A024C7AE87D3}"/>
          </ac:spMkLst>
        </pc:spChg>
        <pc:spChg chg="mod">
          <ac:chgData name="mathspt" userId="0238e0ea-a655-48f2-bae3-2ff3e0b97742" providerId="ADAL" clId="{A39D618B-3493-4B83-8CDB-AACD08208EDE}" dt="2025-07-31T07:45:31.943" v="4031" actId="113"/>
          <ac:spMkLst>
            <pc:docMk/>
            <pc:sldMk cId="4125551762" sldId="258"/>
            <ac:spMk id="13" creationId="{04012D82-0261-057E-A8A8-25C1FB907752}"/>
          </ac:spMkLst>
        </pc:spChg>
        <pc:spChg chg="mod">
          <ac:chgData name="mathspt" userId="0238e0ea-a655-48f2-bae3-2ff3e0b97742" providerId="ADAL" clId="{A39D618B-3493-4B83-8CDB-AACD08208EDE}" dt="2025-07-31T10:10:47.381" v="9005" actId="165"/>
          <ac:spMkLst>
            <pc:docMk/>
            <pc:sldMk cId="4125551762" sldId="258"/>
            <ac:spMk id="15" creationId="{B3759625-1176-1A3A-EA0B-6B6B0DECB1F1}"/>
          </ac:spMkLst>
        </pc:spChg>
        <pc:spChg chg="mod">
          <ac:chgData name="mathspt" userId="0238e0ea-a655-48f2-bae3-2ff3e0b97742" providerId="ADAL" clId="{A39D618B-3493-4B83-8CDB-AACD08208EDE}" dt="2025-07-31T10:10:47.381" v="9005" actId="165"/>
          <ac:spMkLst>
            <pc:docMk/>
            <pc:sldMk cId="4125551762" sldId="258"/>
            <ac:spMk id="16" creationId="{6DAE7D1E-1997-BDC1-69F6-158CB0ACB8A1}"/>
          </ac:spMkLst>
        </pc:spChg>
        <pc:spChg chg="mod">
          <ac:chgData name="mathspt" userId="0238e0ea-a655-48f2-bae3-2ff3e0b97742" providerId="ADAL" clId="{A39D618B-3493-4B83-8CDB-AACD08208EDE}" dt="2025-07-31T10:10:47.381" v="9005" actId="165"/>
          <ac:spMkLst>
            <pc:docMk/>
            <pc:sldMk cId="4125551762" sldId="258"/>
            <ac:spMk id="17" creationId="{54042B04-2810-16F8-9BF0-CCCC694A3456}"/>
          </ac:spMkLst>
        </pc:spChg>
        <pc:spChg chg="mod">
          <ac:chgData name="mathspt" userId="0238e0ea-a655-48f2-bae3-2ff3e0b97742" providerId="ADAL" clId="{A39D618B-3493-4B83-8CDB-AACD08208EDE}" dt="2025-07-31T10:10:47.381" v="9005" actId="165"/>
          <ac:spMkLst>
            <pc:docMk/>
            <pc:sldMk cId="4125551762" sldId="258"/>
            <ac:spMk id="18" creationId="{DE6946D8-0015-A551-C9BE-6E698DED91F9}"/>
          </ac:spMkLst>
        </pc:spChg>
        <pc:spChg chg="mod">
          <ac:chgData name="mathspt" userId="0238e0ea-a655-48f2-bae3-2ff3e0b97742" providerId="ADAL" clId="{A39D618B-3493-4B83-8CDB-AACD08208EDE}" dt="2025-07-31T10:10:47.381" v="9005" actId="165"/>
          <ac:spMkLst>
            <pc:docMk/>
            <pc:sldMk cId="4125551762" sldId="258"/>
            <ac:spMk id="23" creationId="{FD7A8394-A7CA-6A3D-9B89-07E8C4ACD486}"/>
          </ac:spMkLst>
        </pc:spChg>
        <pc:spChg chg="mod">
          <ac:chgData name="mathspt" userId="0238e0ea-a655-48f2-bae3-2ff3e0b97742" providerId="ADAL" clId="{A39D618B-3493-4B83-8CDB-AACD08208EDE}" dt="2025-07-31T10:10:47.381" v="9005" actId="165"/>
          <ac:spMkLst>
            <pc:docMk/>
            <pc:sldMk cId="4125551762" sldId="258"/>
            <ac:spMk id="24" creationId="{0A82E66B-5CF4-F179-C041-7C651DBA6984}"/>
          </ac:spMkLst>
        </pc:spChg>
        <pc:spChg chg="mod">
          <ac:chgData name="mathspt" userId="0238e0ea-a655-48f2-bae3-2ff3e0b97742" providerId="ADAL" clId="{A39D618B-3493-4B83-8CDB-AACD08208EDE}" dt="2025-07-31T09:51:49.329" v="8946" actId="2711"/>
          <ac:spMkLst>
            <pc:docMk/>
            <pc:sldMk cId="4125551762" sldId="258"/>
            <ac:spMk id="26" creationId="{5A56C8AF-7B3C-2D87-0057-A334C648CD8C}"/>
          </ac:spMkLst>
        </pc:spChg>
        <pc:spChg chg="mod">
          <ac:chgData name="mathspt" userId="0238e0ea-a655-48f2-bae3-2ff3e0b97742" providerId="ADAL" clId="{A39D618B-3493-4B83-8CDB-AACD08208EDE}" dt="2025-07-31T10:10:47.381" v="9005" actId="165"/>
          <ac:spMkLst>
            <pc:docMk/>
            <pc:sldMk cId="4125551762" sldId="258"/>
            <ac:spMk id="27" creationId="{C40F2FD4-F84F-E55B-0E70-6B445382010B}"/>
          </ac:spMkLst>
        </pc:spChg>
        <pc:spChg chg="mod">
          <ac:chgData name="mathspt" userId="0238e0ea-a655-48f2-bae3-2ff3e0b97742" providerId="ADAL" clId="{A39D618B-3493-4B83-8CDB-AACD08208EDE}" dt="2025-07-31T10:10:47.381" v="9005" actId="165"/>
          <ac:spMkLst>
            <pc:docMk/>
            <pc:sldMk cId="4125551762" sldId="258"/>
            <ac:spMk id="28" creationId="{0CDF08A7-A4FF-0CB2-3726-5EB005AA7DA0}"/>
          </ac:spMkLst>
        </pc:spChg>
        <pc:spChg chg="mod">
          <ac:chgData name="mathspt" userId="0238e0ea-a655-48f2-bae3-2ff3e0b97742" providerId="ADAL" clId="{A39D618B-3493-4B83-8CDB-AACD08208EDE}" dt="2025-07-31T09:52:03.848" v="8948" actId="2711"/>
          <ac:spMkLst>
            <pc:docMk/>
            <pc:sldMk cId="4125551762" sldId="258"/>
            <ac:spMk id="30" creationId="{C94560ED-6B50-AD43-03AC-6018D31EF3CF}"/>
          </ac:spMkLst>
        </pc:spChg>
        <pc:spChg chg="mod topLvl">
          <ac:chgData name="mathspt" userId="0238e0ea-a655-48f2-bae3-2ff3e0b97742" providerId="ADAL" clId="{A39D618B-3493-4B83-8CDB-AACD08208EDE}" dt="2025-07-31T10:10:47.381" v="9005" actId="165"/>
          <ac:spMkLst>
            <pc:docMk/>
            <pc:sldMk cId="4125551762" sldId="258"/>
            <ac:spMk id="31" creationId="{B99E18B9-D2C4-B2A1-1D1D-483B5164E10F}"/>
          </ac:spMkLst>
        </pc:spChg>
        <pc:spChg chg="mod topLvl">
          <ac:chgData name="mathspt" userId="0238e0ea-a655-48f2-bae3-2ff3e0b97742" providerId="ADAL" clId="{A39D618B-3493-4B83-8CDB-AACD08208EDE}" dt="2025-07-31T09:40:48.631" v="8861"/>
          <ac:spMkLst>
            <pc:docMk/>
            <pc:sldMk cId="4125551762" sldId="258"/>
            <ac:spMk id="37" creationId="{14E7CF1E-02D6-DA7D-6E75-4E2A429790D5}"/>
          </ac:spMkLst>
        </pc:spChg>
        <pc:spChg chg="mod topLvl">
          <ac:chgData name="mathspt" userId="0238e0ea-a655-48f2-bae3-2ff3e0b97742" providerId="ADAL" clId="{A39D618B-3493-4B83-8CDB-AACD08208EDE}" dt="2025-07-31T09:40:48.631" v="8861"/>
          <ac:spMkLst>
            <pc:docMk/>
            <pc:sldMk cId="4125551762" sldId="258"/>
            <ac:spMk id="38" creationId="{A74EADBD-81AD-A5EF-CE79-1229D038B302}"/>
          </ac:spMkLst>
        </pc:spChg>
        <pc:spChg chg="mod topLvl">
          <ac:chgData name="mathspt" userId="0238e0ea-a655-48f2-bae3-2ff3e0b97742" providerId="ADAL" clId="{A39D618B-3493-4B83-8CDB-AACD08208EDE}" dt="2025-07-31T09:40:45.606" v="8859"/>
          <ac:spMkLst>
            <pc:docMk/>
            <pc:sldMk cId="4125551762" sldId="258"/>
            <ac:spMk id="40" creationId="{CB2BE7EA-A557-415A-9CDA-3DBB734E15DA}"/>
          </ac:spMkLst>
        </pc:spChg>
        <pc:spChg chg="mod topLvl">
          <ac:chgData name="mathspt" userId="0238e0ea-a655-48f2-bae3-2ff3e0b97742" providerId="ADAL" clId="{A39D618B-3493-4B83-8CDB-AACD08208EDE}" dt="2025-07-31T09:40:45.606" v="8859"/>
          <ac:spMkLst>
            <pc:docMk/>
            <pc:sldMk cId="4125551762" sldId="258"/>
            <ac:spMk id="41" creationId="{46235E36-9042-F144-89E6-F48639E74427}"/>
          </ac:spMkLst>
        </pc:spChg>
        <pc:spChg chg="mod">
          <ac:chgData name="mathspt" userId="0238e0ea-a655-48f2-bae3-2ff3e0b97742" providerId="ADAL" clId="{A39D618B-3493-4B83-8CDB-AACD08208EDE}" dt="2025-07-31T09:40:48.631" v="8861"/>
          <ac:spMkLst>
            <pc:docMk/>
            <pc:sldMk cId="4125551762" sldId="258"/>
            <ac:spMk id="43" creationId="{8E0A82FB-977D-20F0-F8E7-7B6833206EB9}"/>
          </ac:spMkLst>
        </pc:spChg>
        <pc:spChg chg="mod">
          <ac:chgData name="mathspt" userId="0238e0ea-a655-48f2-bae3-2ff3e0b97742" providerId="ADAL" clId="{A39D618B-3493-4B83-8CDB-AACD08208EDE}" dt="2025-07-31T09:40:48.631" v="8861"/>
          <ac:spMkLst>
            <pc:docMk/>
            <pc:sldMk cId="4125551762" sldId="258"/>
            <ac:spMk id="44" creationId="{B2FA75ED-3D60-03FA-BAC0-6BAEC4CF61E5}"/>
          </ac:spMkLst>
        </pc:spChg>
        <pc:spChg chg="mod topLvl">
          <ac:chgData name="mathspt" userId="0238e0ea-a655-48f2-bae3-2ff3e0b97742" providerId="ADAL" clId="{A39D618B-3493-4B83-8CDB-AACD08208EDE}" dt="2025-07-31T09:40:48.631" v="8861"/>
          <ac:spMkLst>
            <pc:docMk/>
            <pc:sldMk cId="4125551762" sldId="258"/>
            <ac:spMk id="45" creationId="{A49C0D78-4AC6-9F65-A0D4-1E776A4233E3}"/>
          </ac:spMkLst>
        </pc:spChg>
        <pc:spChg chg="mod topLvl">
          <ac:chgData name="mathspt" userId="0238e0ea-a655-48f2-bae3-2ff3e0b97742" providerId="ADAL" clId="{A39D618B-3493-4B83-8CDB-AACD08208EDE}" dt="2025-07-31T09:40:48.631" v="8861"/>
          <ac:spMkLst>
            <pc:docMk/>
            <pc:sldMk cId="4125551762" sldId="258"/>
            <ac:spMk id="46" creationId="{49C147E0-F857-B8E4-43F2-76CDECF1D4BE}"/>
          </ac:spMkLst>
        </pc:spChg>
        <pc:spChg chg="mod topLvl">
          <ac:chgData name="mathspt" userId="0238e0ea-a655-48f2-bae3-2ff3e0b97742" providerId="ADAL" clId="{A39D618B-3493-4B83-8CDB-AACD08208EDE}" dt="2025-07-31T09:40:48.631" v="8861"/>
          <ac:spMkLst>
            <pc:docMk/>
            <pc:sldMk cId="4125551762" sldId="258"/>
            <ac:spMk id="47" creationId="{CD5A138D-2B54-1493-137B-2745C46A8640}"/>
          </ac:spMkLst>
        </pc:spChg>
        <pc:spChg chg="mod topLvl">
          <ac:chgData name="mathspt" userId="0238e0ea-a655-48f2-bae3-2ff3e0b97742" providerId="ADAL" clId="{A39D618B-3493-4B83-8CDB-AACD08208EDE}" dt="2025-07-31T09:40:45.606" v="8859"/>
          <ac:spMkLst>
            <pc:docMk/>
            <pc:sldMk cId="4125551762" sldId="258"/>
            <ac:spMk id="50" creationId="{91FAD33F-9823-8769-5A7A-6FE864EA212C}"/>
          </ac:spMkLst>
        </pc:spChg>
        <pc:spChg chg="mod">
          <ac:chgData name="mathspt" userId="0238e0ea-a655-48f2-bae3-2ff3e0b97742" providerId="ADAL" clId="{A39D618B-3493-4B83-8CDB-AACD08208EDE}" dt="2025-07-31T09:40:45.606" v="8859"/>
          <ac:spMkLst>
            <pc:docMk/>
            <pc:sldMk cId="4125551762" sldId="258"/>
            <ac:spMk id="51" creationId="{E55F41F5-172A-F9CA-39BC-A11754602FE6}"/>
          </ac:spMkLst>
        </pc:spChg>
        <pc:spChg chg="mod topLvl">
          <ac:chgData name="mathspt" userId="0238e0ea-a655-48f2-bae3-2ff3e0b97742" providerId="ADAL" clId="{A39D618B-3493-4B83-8CDB-AACD08208EDE}" dt="2025-07-31T09:40:45.606" v="8859"/>
          <ac:spMkLst>
            <pc:docMk/>
            <pc:sldMk cId="4125551762" sldId="258"/>
            <ac:spMk id="52" creationId="{222F9DF2-A56A-2353-F471-6423367A09A1}"/>
          </ac:spMkLst>
        </pc:spChg>
        <pc:spChg chg="mod topLvl">
          <ac:chgData name="mathspt" userId="0238e0ea-a655-48f2-bae3-2ff3e0b97742" providerId="ADAL" clId="{A39D618B-3493-4B83-8CDB-AACD08208EDE}" dt="2025-07-31T09:40:45.606" v="8859"/>
          <ac:spMkLst>
            <pc:docMk/>
            <pc:sldMk cId="4125551762" sldId="258"/>
            <ac:spMk id="53" creationId="{CC2989AC-BAC7-03E0-B535-74FAB6041CA8}"/>
          </ac:spMkLst>
        </pc:spChg>
        <pc:spChg chg="mod">
          <ac:chgData name="mathspt" userId="0238e0ea-a655-48f2-bae3-2ff3e0b97742" providerId="ADAL" clId="{A39D618B-3493-4B83-8CDB-AACD08208EDE}" dt="2025-07-31T09:40:48.631" v="8861"/>
          <ac:spMkLst>
            <pc:docMk/>
            <pc:sldMk cId="4125551762" sldId="258"/>
            <ac:spMk id="54" creationId="{65CC146A-3139-AECE-2149-1B3AF760A518}"/>
          </ac:spMkLst>
        </pc:spChg>
        <pc:spChg chg="mod topLvl">
          <ac:chgData name="mathspt" userId="0238e0ea-a655-48f2-bae3-2ff3e0b97742" providerId="ADAL" clId="{A39D618B-3493-4B83-8CDB-AACD08208EDE}" dt="2025-07-31T09:40:48.631" v="8861"/>
          <ac:spMkLst>
            <pc:docMk/>
            <pc:sldMk cId="4125551762" sldId="258"/>
            <ac:spMk id="55" creationId="{EB8F331C-2520-E129-1055-3300726CFD9A}"/>
          </ac:spMkLst>
        </pc:spChg>
        <pc:spChg chg="mod topLvl">
          <ac:chgData name="mathspt" userId="0238e0ea-a655-48f2-bae3-2ff3e0b97742" providerId="ADAL" clId="{A39D618B-3493-4B83-8CDB-AACD08208EDE}" dt="2025-07-31T09:40:45.606" v="8859"/>
          <ac:spMkLst>
            <pc:docMk/>
            <pc:sldMk cId="4125551762" sldId="258"/>
            <ac:spMk id="56" creationId="{B1EADC0B-F439-74D1-9A79-486941E8C59B}"/>
          </ac:spMkLst>
        </pc:spChg>
        <pc:spChg chg="mod topLvl">
          <ac:chgData name="mathspt" userId="0238e0ea-a655-48f2-bae3-2ff3e0b97742" providerId="ADAL" clId="{A39D618B-3493-4B83-8CDB-AACD08208EDE}" dt="2025-07-31T09:40:45.606" v="8859"/>
          <ac:spMkLst>
            <pc:docMk/>
            <pc:sldMk cId="4125551762" sldId="258"/>
            <ac:spMk id="57" creationId="{2DF9A5BD-47C9-C359-31BB-4768F71A80D3}"/>
          </ac:spMkLst>
        </pc:spChg>
        <pc:spChg chg="mod topLvl">
          <ac:chgData name="mathspt" userId="0238e0ea-a655-48f2-bae3-2ff3e0b97742" providerId="ADAL" clId="{A39D618B-3493-4B83-8CDB-AACD08208EDE}" dt="2025-07-31T09:40:45.606" v="8859"/>
          <ac:spMkLst>
            <pc:docMk/>
            <pc:sldMk cId="4125551762" sldId="258"/>
            <ac:spMk id="58" creationId="{3711C6C6-717D-D029-1BEA-77F9C5379C6B}"/>
          </ac:spMkLst>
        </pc:spChg>
        <pc:spChg chg="mod">
          <ac:chgData name="mathspt" userId="0238e0ea-a655-48f2-bae3-2ff3e0b97742" providerId="ADAL" clId="{A39D618B-3493-4B83-8CDB-AACD08208EDE}" dt="2025-07-31T09:41:24.625" v="8877" actId="1035"/>
          <ac:spMkLst>
            <pc:docMk/>
            <pc:sldMk cId="4125551762" sldId="258"/>
            <ac:spMk id="74" creationId="{B67FD8E1-E8F7-BC32-E3E6-D70987A3FC68}"/>
          </ac:spMkLst>
        </pc:spChg>
        <pc:spChg chg="mod">
          <ac:chgData name="mathspt" userId="0238e0ea-a655-48f2-bae3-2ff3e0b97742" providerId="ADAL" clId="{A39D618B-3493-4B83-8CDB-AACD08208EDE}" dt="2025-07-31T09:41:12.223" v="8867"/>
          <ac:spMkLst>
            <pc:docMk/>
            <pc:sldMk cId="4125551762" sldId="258"/>
            <ac:spMk id="95" creationId="{55841D64-24EA-588B-CCE8-2C4EE634DF30}"/>
          </ac:spMkLst>
        </pc:spChg>
        <pc:spChg chg="mod">
          <ac:chgData name="mathspt" userId="0238e0ea-a655-48f2-bae3-2ff3e0b97742" providerId="ADAL" clId="{A39D618B-3493-4B83-8CDB-AACD08208EDE}" dt="2025-07-31T09:40:55.448" v="8863"/>
          <ac:spMkLst>
            <pc:docMk/>
            <pc:sldMk cId="4125551762" sldId="258"/>
            <ac:spMk id="127" creationId="{48BC0565-2F0C-98A1-0848-0C6FCD722B8A}"/>
          </ac:spMkLst>
        </pc:spChg>
        <pc:spChg chg="mod">
          <ac:chgData name="mathspt" userId="0238e0ea-a655-48f2-bae3-2ff3e0b97742" providerId="ADAL" clId="{A39D618B-3493-4B83-8CDB-AACD08208EDE}" dt="2025-07-31T09:40:58.079" v="8865"/>
          <ac:spMkLst>
            <pc:docMk/>
            <pc:sldMk cId="4125551762" sldId="258"/>
            <ac:spMk id="133" creationId="{7A8F8088-80B7-6E3B-D428-1A7E7A88B0B0}"/>
          </ac:spMkLst>
        </pc:spChg>
        <pc:grpChg chg="add mod">
          <ac:chgData name="mathspt" userId="0238e0ea-a655-48f2-bae3-2ff3e0b97742" providerId="ADAL" clId="{A39D618B-3493-4B83-8CDB-AACD08208EDE}" dt="2025-07-31T08:08:38.803" v="4520" actId="164"/>
          <ac:grpSpMkLst>
            <pc:docMk/>
            <pc:sldMk cId="4125551762" sldId="258"/>
            <ac:grpSpMk id="6" creationId="{E6C0E22E-485A-EA52-12F5-D45AF5DAD9FA}"/>
          </ac:grpSpMkLst>
        </pc:grpChg>
        <pc:grpChg chg="add mod">
          <ac:chgData name="mathspt" userId="0238e0ea-a655-48f2-bae3-2ff3e0b97742" providerId="ADAL" clId="{A39D618B-3493-4B83-8CDB-AACD08208EDE}" dt="2025-07-31T09:40:48.631" v="8861"/>
          <ac:grpSpMkLst>
            <pc:docMk/>
            <pc:sldMk cId="4125551762" sldId="258"/>
            <ac:grpSpMk id="7" creationId="{D7F4A58C-6CCF-D98E-87A6-62CE988459C1}"/>
          </ac:grpSpMkLst>
        </pc:grpChg>
        <pc:grpChg chg="add mod">
          <ac:chgData name="mathspt" userId="0238e0ea-a655-48f2-bae3-2ff3e0b97742" providerId="ADAL" clId="{A39D618B-3493-4B83-8CDB-AACD08208EDE}" dt="2025-07-31T08:10:05.499" v="4597" actId="1076"/>
          <ac:grpSpMkLst>
            <pc:docMk/>
            <pc:sldMk cId="4125551762" sldId="258"/>
            <ac:grpSpMk id="8" creationId="{EC64C38F-80A1-EA42-B68D-49D51736E061}"/>
          </ac:grpSpMkLst>
        </pc:grpChg>
        <pc:grpChg chg="add mod">
          <ac:chgData name="mathspt" userId="0238e0ea-a655-48f2-bae3-2ff3e0b97742" providerId="ADAL" clId="{A39D618B-3493-4B83-8CDB-AACD08208EDE}" dt="2025-07-31T08:11:52.224" v="4610" actId="164"/>
          <ac:grpSpMkLst>
            <pc:docMk/>
            <pc:sldMk cId="4125551762" sldId="258"/>
            <ac:grpSpMk id="9" creationId="{7A88D126-08FE-6005-EC67-568CA5927B9F}"/>
          </ac:grpSpMkLst>
        </pc:grpChg>
        <pc:grpChg chg="add mod">
          <ac:chgData name="mathspt" userId="0238e0ea-a655-48f2-bae3-2ff3e0b97742" providerId="ADAL" clId="{A39D618B-3493-4B83-8CDB-AACD08208EDE}" dt="2025-07-31T09:40:45.606" v="8859"/>
          <ac:grpSpMkLst>
            <pc:docMk/>
            <pc:sldMk cId="4125551762" sldId="258"/>
            <ac:grpSpMk id="10" creationId="{3600547F-A7D0-CA63-8EAE-4C53D95BE6F8}"/>
          </ac:grpSpMkLst>
        </pc:grpChg>
        <pc:grpChg chg="mod">
          <ac:chgData name="mathspt" userId="0238e0ea-a655-48f2-bae3-2ff3e0b97742" providerId="ADAL" clId="{A39D618B-3493-4B83-8CDB-AACD08208EDE}" dt="2025-07-31T08:07:52.192" v="4517" actId="1076"/>
          <ac:grpSpMkLst>
            <pc:docMk/>
            <pc:sldMk cId="4125551762" sldId="258"/>
            <ac:grpSpMk id="33" creationId="{EBA76A52-0EB1-8350-DAA2-C5207EEFB0A2}"/>
          </ac:grpSpMkLst>
        </pc:grpChg>
      </pc:sldChg>
      <pc:sldChg chg="addSp modSp mod modAnim">
        <pc:chgData name="mathspt" userId="0238e0ea-a655-48f2-bae3-2ff3e0b97742" providerId="ADAL" clId="{A39D618B-3493-4B83-8CDB-AACD08208EDE}" dt="2025-07-31T10:37:10.111" v="9012" actId="14100"/>
        <pc:sldMkLst>
          <pc:docMk/>
          <pc:sldMk cId="928515194" sldId="259"/>
        </pc:sldMkLst>
        <pc:spChg chg="mod">
          <ac:chgData name="mathspt" userId="0238e0ea-a655-48f2-bae3-2ff3e0b97742" providerId="ADAL" clId="{A39D618B-3493-4B83-8CDB-AACD08208EDE}" dt="2025-07-31T09:43:24.572" v="8889"/>
          <ac:spMkLst>
            <pc:docMk/>
            <pc:sldMk cId="928515194" sldId="259"/>
            <ac:spMk id="11" creationId="{0D6815DA-5136-95CC-F613-02BC1360F3EE}"/>
          </ac:spMkLst>
        </pc:spChg>
        <pc:spChg chg="mod">
          <ac:chgData name="mathspt" userId="0238e0ea-a655-48f2-bae3-2ff3e0b97742" providerId="ADAL" clId="{A39D618B-3493-4B83-8CDB-AACD08208EDE}" dt="2025-07-31T09:43:24.572" v="8889"/>
          <ac:spMkLst>
            <pc:docMk/>
            <pc:sldMk cId="928515194" sldId="259"/>
            <ac:spMk id="13" creationId="{E8EA4B4B-D5FE-E985-C0F0-AD3502355476}"/>
          </ac:spMkLst>
        </pc:spChg>
        <pc:spChg chg="mod">
          <ac:chgData name="mathspt" userId="0238e0ea-a655-48f2-bae3-2ff3e0b97742" providerId="ADAL" clId="{A39D618B-3493-4B83-8CDB-AACD08208EDE}" dt="2025-07-31T09:43:24.572" v="8889"/>
          <ac:spMkLst>
            <pc:docMk/>
            <pc:sldMk cId="928515194" sldId="259"/>
            <ac:spMk id="16" creationId="{7B39D33E-B386-15F4-5FB6-ECBCDC7D7168}"/>
          </ac:spMkLst>
        </pc:spChg>
        <pc:spChg chg="mod">
          <ac:chgData name="mathspt" userId="0238e0ea-a655-48f2-bae3-2ff3e0b97742" providerId="ADAL" clId="{A39D618B-3493-4B83-8CDB-AACD08208EDE}" dt="2025-07-31T09:43:24.572" v="8889"/>
          <ac:spMkLst>
            <pc:docMk/>
            <pc:sldMk cId="928515194" sldId="259"/>
            <ac:spMk id="19" creationId="{AE0864A6-DCA7-3D91-58C6-8E726719790B}"/>
          </ac:spMkLst>
        </pc:spChg>
        <pc:spChg chg="mod">
          <ac:chgData name="mathspt" userId="0238e0ea-a655-48f2-bae3-2ff3e0b97742" providerId="ADAL" clId="{A39D618B-3493-4B83-8CDB-AACD08208EDE}" dt="2025-07-31T09:43:24.572" v="8889"/>
          <ac:spMkLst>
            <pc:docMk/>
            <pc:sldMk cId="928515194" sldId="259"/>
            <ac:spMk id="20" creationId="{57A43FDF-FC79-4EA5-A4E4-078372C3847B}"/>
          </ac:spMkLst>
        </pc:spChg>
        <pc:spChg chg="mod">
          <ac:chgData name="mathspt" userId="0238e0ea-a655-48f2-bae3-2ff3e0b97742" providerId="ADAL" clId="{A39D618B-3493-4B83-8CDB-AACD08208EDE}" dt="2025-07-31T09:43:57.978" v="8890" actId="2711"/>
          <ac:spMkLst>
            <pc:docMk/>
            <pc:sldMk cId="928515194" sldId="259"/>
            <ac:spMk id="22" creationId="{4F83919A-702E-ED2E-DBF8-BD37ED06D396}"/>
          </ac:spMkLst>
        </pc:spChg>
        <pc:spChg chg="mod">
          <ac:chgData name="mathspt" userId="0238e0ea-a655-48f2-bae3-2ff3e0b97742" providerId="ADAL" clId="{A39D618B-3493-4B83-8CDB-AACD08208EDE}" dt="2025-07-31T09:43:24.572" v="8889"/>
          <ac:spMkLst>
            <pc:docMk/>
            <pc:sldMk cId="928515194" sldId="259"/>
            <ac:spMk id="24" creationId="{2AE175C8-F44A-9C9F-57C2-88A0311EF441}"/>
          </ac:spMkLst>
        </pc:spChg>
        <pc:spChg chg="mod">
          <ac:chgData name="mathspt" userId="0238e0ea-a655-48f2-bae3-2ff3e0b97742" providerId="ADAL" clId="{A39D618B-3493-4B83-8CDB-AACD08208EDE}" dt="2025-07-31T09:43:24.260" v="8888" actId="20577"/>
          <ac:spMkLst>
            <pc:docMk/>
            <pc:sldMk cId="928515194" sldId="259"/>
            <ac:spMk id="25" creationId="{1ECB28EB-FE23-7FE6-0CB3-A8C243B8E766}"/>
          </ac:spMkLst>
        </pc:spChg>
        <pc:spChg chg="mod">
          <ac:chgData name="mathspt" userId="0238e0ea-a655-48f2-bae3-2ff3e0b97742" providerId="ADAL" clId="{A39D618B-3493-4B83-8CDB-AACD08208EDE}" dt="2025-07-31T09:43:24.572" v="8889"/>
          <ac:spMkLst>
            <pc:docMk/>
            <pc:sldMk cId="928515194" sldId="259"/>
            <ac:spMk id="26" creationId="{531DD109-563F-7F86-F295-5F5B8052E64F}"/>
          </ac:spMkLst>
        </pc:spChg>
        <pc:spChg chg="mod">
          <ac:chgData name="mathspt" userId="0238e0ea-a655-48f2-bae3-2ff3e0b97742" providerId="ADAL" clId="{A39D618B-3493-4B83-8CDB-AACD08208EDE}" dt="2025-07-31T09:43:24.572" v="8889"/>
          <ac:spMkLst>
            <pc:docMk/>
            <pc:sldMk cId="928515194" sldId="259"/>
            <ac:spMk id="27" creationId="{05BDD46A-5DBC-CC2A-1866-C5FA431CCAE2}"/>
          </ac:spMkLst>
        </pc:spChg>
        <pc:spChg chg="mod">
          <ac:chgData name="mathspt" userId="0238e0ea-a655-48f2-bae3-2ff3e0b97742" providerId="ADAL" clId="{A39D618B-3493-4B83-8CDB-AACD08208EDE}" dt="2025-07-31T09:43:24.572" v="8889"/>
          <ac:spMkLst>
            <pc:docMk/>
            <pc:sldMk cId="928515194" sldId="259"/>
            <ac:spMk id="28" creationId="{D27853B4-B22B-EA69-B43D-9E99B63D95AA}"/>
          </ac:spMkLst>
        </pc:spChg>
        <pc:spChg chg="mod">
          <ac:chgData name="mathspt" userId="0238e0ea-a655-48f2-bae3-2ff3e0b97742" providerId="ADAL" clId="{A39D618B-3493-4B83-8CDB-AACD08208EDE}" dt="2025-07-31T09:43:24.572" v="8889"/>
          <ac:spMkLst>
            <pc:docMk/>
            <pc:sldMk cId="928515194" sldId="259"/>
            <ac:spMk id="36" creationId="{1CF58114-EC5F-9AC1-BC42-9645DE0FE0DD}"/>
          </ac:spMkLst>
        </pc:spChg>
        <pc:spChg chg="mod">
          <ac:chgData name="mathspt" userId="0238e0ea-a655-48f2-bae3-2ff3e0b97742" providerId="ADAL" clId="{A39D618B-3493-4B83-8CDB-AACD08208EDE}" dt="2025-07-31T09:43:21.682" v="8887"/>
          <ac:spMkLst>
            <pc:docMk/>
            <pc:sldMk cId="928515194" sldId="259"/>
            <ac:spMk id="40" creationId="{71FD4325-AA67-312A-8518-B09E9B14B3A5}"/>
          </ac:spMkLst>
        </pc:spChg>
        <pc:spChg chg="mod">
          <ac:chgData name="mathspt" userId="0238e0ea-a655-48f2-bae3-2ff3e0b97742" providerId="ADAL" clId="{A39D618B-3493-4B83-8CDB-AACD08208EDE}" dt="2025-07-31T09:43:21.682" v="8887"/>
          <ac:spMkLst>
            <pc:docMk/>
            <pc:sldMk cId="928515194" sldId="259"/>
            <ac:spMk id="54" creationId="{6F14315E-2F93-2FEE-DD94-3479CB2EBFD6}"/>
          </ac:spMkLst>
        </pc:spChg>
        <pc:spChg chg="mod">
          <ac:chgData name="mathspt" userId="0238e0ea-a655-48f2-bae3-2ff3e0b97742" providerId="ADAL" clId="{A39D618B-3493-4B83-8CDB-AACD08208EDE}" dt="2025-07-31T09:43:21.682" v="8887"/>
          <ac:spMkLst>
            <pc:docMk/>
            <pc:sldMk cId="928515194" sldId="259"/>
            <ac:spMk id="56" creationId="{E2D21A2C-96AB-7B62-0F2B-C56DCA4A9213}"/>
          </ac:spMkLst>
        </pc:spChg>
        <pc:spChg chg="mod">
          <ac:chgData name="mathspt" userId="0238e0ea-a655-48f2-bae3-2ff3e0b97742" providerId="ADAL" clId="{A39D618B-3493-4B83-8CDB-AACD08208EDE}" dt="2025-07-31T09:38:05.993" v="8733"/>
          <ac:spMkLst>
            <pc:docMk/>
            <pc:sldMk cId="928515194" sldId="259"/>
            <ac:spMk id="58" creationId="{F71A206E-F9D7-9B30-32DE-FD80D0B5166C}"/>
          </ac:spMkLst>
        </pc:spChg>
        <pc:spChg chg="mod">
          <ac:chgData name="mathspt" userId="0238e0ea-a655-48f2-bae3-2ff3e0b97742" providerId="ADAL" clId="{A39D618B-3493-4B83-8CDB-AACD08208EDE}" dt="2025-07-31T09:43:21.682" v="8887"/>
          <ac:spMkLst>
            <pc:docMk/>
            <pc:sldMk cId="928515194" sldId="259"/>
            <ac:spMk id="59" creationId="{2A1BCB14-6E20-55DB-E678-FF05F787815E}"/>
          </ac:spMkLst>
        </pc:spChg>
        <pc:spChg chg="mod">
          <ac:chgData name="mathspt" userId="0238e0ea-a655-48f2-bae3-2ff3e0b97742" providerId="ADAL" clId="{A39D618B-3493-4B83-8CDB-AACD08208EDE}" dt="2025-07-31T09:43:21.682" v="8887"/>
          <ac:spMkLst>
            <pc:docMk/>
            <pc:sldMk cId="928515194" sldId="259"/>
            <ac:spMk id="60" creationId="{D37DF70D-1A7B-6FC8-D352-E0613250E9B7}"/>
          </ac:spMkLst>
        </pc:spChg>
        <pc:spChg chg="mod">
          <ac:chgData name="mathspt" userId="0238e0ea-a655-48f2-bae3-2ff3e0b97742" providerId="ADAL" clId="{A39D618B-3493-4B83-8CDB-AACD08208EDE}" dt="2025-07-31T09:43:21.682" v="8887"/>
          <ac:spMkLst>
            <pc:docMk/>
            <pc:sldMk cId="928515194" sldId="259"/>
            <ac:spMk id="67" creationId="{56AED8B1-6C31-56EF-DA34-E34F97DC3988}"/>
          </ac:spMkLst>
        </pc:spChg>
        <pc:spChg chg="mod">
          <ac:chgData name="mathspt" userId="0238e0ea-a655-48f2-bae3-2ff3e0b97742" providerId="ADAL" clId="{A39D618B-3493-4B83-8CDB-AACD08208EDE}" dt="2025-07-31T09:43:21.682" v="8887"/>
          <ac:spMkLst>
            <pc:docMk/>
            <pc:sldMk cId="928515194" sldId="259"/>
            <ac:spMk id="69" creationId="{0703B2BD-B98D-C866-D918-CF7B8CD82E33}"/>
          </ac:spMkLst>
        </pc:spChg>
        <pc:spChg chg="mod">
          <ac:chgData name="mathspt" userId="0238e0ea-a655-48f2-bae3-2ff3e0b97742" providerId="ADAL" clId="{A39D618B-3493-4B83-8CDB-AACD08208EDE}" dt="2025-07-31T09:43:21.682" v="8887"/>
          <ac:spMkLst>
            <pc:docMk/>
            <pc:sldMk cId="928515194" sldId="259"/>
            <ac:spMk id="70" creationId="{E2520821-2C8E-8028-78EE-A7B9C747C999}"/>
          </ac:spMkLst>
        </pc:spChg>
        <pc:spChg chg="mod">
          <ac:chgData name="mathspt" userId="0238e0ea-a655-48f2-bae3-2ff3e0b97742" providerId="ADAL" clId="{A39D618B-3493-4B83-8CDB-AACD08208EDE}" dt="2025-07-31T09:43:21.682" v="8887"/>
          <ac:spMkLst>
            <pc:docMk/>
            <pc:sldMk cId="928515194" sldId="259"/>
            <ac:spMk id="71" creationId="{E4D579C3-BACA-60F5-94F0-9F54BC7D7260}"/>
          </ac:spMkLst>
        </pc:spChg>
        <pc:spChg chg="mod">
          <ac:chgData name="mathspt" userId="0238e0ea-a655-48f2-bae3-2ff3e0b97742" providerId="ADAL" clId="{A39D618B-3493-4B83-8CDB-AACD08208EDE}" dt="2025-07-31T09:43:21.682" v="8887"/>
          <ac:spMkLst>
            <pc:docMk/>
            <pc:sldMk cId="928515194" sldId="259"/>
            <ac:spMk id="72" creationId="{53CBA42F-50D2-82DA-58DC-1EC7389FFF16}"/>
          </ac:spMkLst>
        </pc:spChg>
        <pc:spChg chg="mod">
          <ac:chgData name="mathspt" userId="0238e0ea-a655-48f2-bae3-2ff3e0b97742" providerId="ADAL" clId="{A39D618B-3493-4B83-8CDB-AACD08208EDE}" dt="2025-07-31T09:43:13.032" v="8881"/>
          <ac:spMkLst>
            <pc:docMk/>
            <pc:sldMk cId="928515194" sldId="259"/>
            <ac:spMk id="73" creationId="{1543DB01-7037-2A55-766B-007DA51A47C8}"/>
          </ac:spMkLst>
        </pc:spChg>
        <pc:spChg chg="mod">
          <ac:chgData name="mathspt" userId="0238e0ea-a655-48f2-bae3-2ff3e0b97742" providerId="ADAL" clId="{A39D618B-3493-4B83-8CDB-AACD08208EDE}" dt="2025-07-31T09:43:13.032" v="8881"/>
          <ac:spMkLst>
            <pc:docMk/>
            <pc:sldMk cId="928515194" sldId="259"/>
            <ac:spMk id="75" creationId="{3814B6E3-4352-1583-1F4B-109546B1A375}"/>
          </ac:spMkLst>
        </pc:spChg>
        <pc:spChg chg="mod">
          <ac:chgData name="mathspt" userId="0238e0ea-a655-48f2-bae3-2ff3e0b97742" providerId="ADAL" clId="{A39D618B-3493-4B83-8CDB-AACD08208EDE}" dt="2025-07-31T09:43:13.032" v="8881"/>
          <ac:spMkLst>
            <pc:docMk/>
            <pc:sldMk cId="928515194" sldId="259"/>
            <ac:spMk id="76" creationId="{EE6FA3FD-01CF-154A-6739-E6BE2725B133}"/>
          </ac:spMkLst>
        </pc:spChg>
        <pc:spChg chg="mod">
          <ac:chgData name="mathspt" userId="0238e0ea-a655-48f2-bae3-2ff3e0b97742" providerId="ADAL" clId="{A39D618B-3493-4B83-8CDB-AACD08208EDE}" dt="2025-07-31T09:43:13.032" v="8881"/>
          <ac:spMkLst>
            <pc:docMk/>
            <pc:sldMk cId="928515194" sldId="259"/>
            <ac:spMk id="77" creationId="{D4E9E143-4C8E-550D-86B5-DFF48EA2F8F6}"/>
          </ac:spMkLst>
        </pc:spChg>
        <pc:spChg chg="mod">
          <ac:chgData name="mathspt" userId="0238e0ea-a655-48f2-bae3-2ff3e0b97742" providerId="ADAL" clId="{A39D618B-3493-4B83-8CDB-AACD08208EDE}" dt="2025-07-31T09:43:13.032" v="8881"/>
          <ac:spMkLst>
            <pc:docMk/>
            <pc:sldMk cId="928515194" sldId="259"/>
            <ac:spMk id="78" creationId="{A3FD786A-D0F5-BAAB-085E-A1F9268A46BA}"/>
          </ac:spMkLst>
        </pc:spChg>
        <pc:spChg chg="mod">
          <ac:chgData name="mathspt" userId="0238e0ea-a655-48f2-bae3-2ff3e0b97742" providerId="ADAL" clId="{A39D618B-3493-4B83-8CDB-AACD08208EDE}" dt="2025-07-31T09:43:13.032" v="8881"/>
          <ac:spMkLst>
            <pc:docMk/>
            <pc:sldMk cId="928515194" sldId="259"/>
            <ac:spMk id="82" creationId="{56BC5BFB-52B1-A57B-55DF-78BDDDC9631E}"/>
          </ac:spMkLst>
        </pc:spChg>
        <pc:spChg chg="mod">
          <ac:chgData name="mathspt" userId="0238e0ea-a655-48f2-bae3-2ff3e0b97742" providerId="ADAL" clId="{A39D618B-3493-4B83-8CDB-AACD08208EDE}" dt="2025-07-31T09:43:13.032" v="8881"/>
          <ac:spMkLst>
            <pc:docMk/>
            <pc:sldMk cId="928515194" sldId="259"/>
            <ac:spMk id="87" creationId="{03E16AFF-E91F-3436-B87D-D2931BE43AA3}"/>
          </ac:spMkLst>
        </pc:spChg>
        <pc:spChg chg="mod">
          <ac:chgData name="mathspt" userId="0238e0ea-a655-48f2-bae3-2ff3e0b97742" providerId="ADAL" clId="{A39D618B-3493-4B83-8CDB-AACD08208EDE}" dt="2025-07-31T09:43:13.032" v="8881"/>
          <ac:spMkLst>
            <pc:docMk/>
            <pc:sldMk cId="928515194" sldId="259"/>
            <ac:spMk id="89" creationId="{6D3FBC6A-20B3-79D8-F800-FE5027EB850E}"/>
          </ac:spMkLst>
        </pc:spChg>
        <pc:spChg chg="mod">
          <ac:chgData name="mathspt" userId="0238e0ea-a655-48f2-bae3-2ff3e0b97742" providerId="ADAL" clId="{A39D618B-3493-4B83-8CDB-AACD08208EDE}" dt="2025-07-31T09:43:13.032" v="8881"/>
          <ac:spMkLst>
            <pc:docMk/>
            <pc:sldMk cId="928515194" sldId="259"/>
            <ac:spMk id="91" creationId="{B06AA023-1F75-E38E-9F85-803531159819}"/>
          </ac:spMkLst>
        </pc:spChg>
        <pc:spChg chg="mod">
          <ac:chgData name="mathspt" userId="0238e0ea-a655-48f2-bae3-2ff3e0b97742" providerId="ADAL" clId="{A39D618B-3493-4B83-8CDB-AACD08208EDE}" dt="2025-07-31T09:43:13.032" v="8881"/>
          <ac:spMkLst>
            <pc:docMk/>
            <pc:sldMk cId="928515194" sldId="259"/>
            <ac:spMk id="92" creationId="{AF735E62-D0A6-B388-9CE1-626E2965C0CC}"/>
          </ac:spMkLst>
        </pc:spChg>
        <pc:inkChg chg="add mod">
          <ac:chgData name="mathspt" userId="0238e0ea-a655-48f2-bae3-2ff3e0b97742" providerId="ADAL" clId="{A39D618B-3493-4B83-8CDB-AACD08208EDE}" dt="2025-07-31T10:37:10.111" v="9012" actId="14100"/>
          <ac:inkMkLst>
            <pc:docMk/>
            <pc:sldMk cId="928515194" sldId="259"/>
            <ac:inkMk id="2" creationId="{BBEBB034-60DD-7BE2-036D-C541987125C1}"/>
          </ac:inkMkLst>
        </pc:inkChg>
      </pc:sldChg>
      <pc:sldChg chg="addSp delSp modSp mod modAnim">
        <pc:chgData name="mathspt" userId="0238e0ea-a655-48f2-bae3-2ff3e0b97742" providerId="ADAL" clId="{A39D618B-3493-4B83-8CDB-AACD08208EDE}" dt="2025-07-31T10:37:32.376" v="9016" actId="1076"/>
        <pc:sldMkLst>
          <pc:docMk/>
          <pc:sldMk cId="519719835" sldId="260"/>
        </pc:sldMkLst>
        <pc:spChg chg="mod topLvl">
          <ac:chgData name="mathspt" userId="0238e0ea-a655-48f2-bae3-2ff3e0b97742" providerId="ADAL" clId="{A39D618B-3493-4B83-8CDB-AACD08208EDE}" dt="2025-07-31T08:00:45.854" v="4387" actId="164"/>
          <ac:spMkLst>
            <pc:docMk/>
            <pc:sldMk cId="519719835" sldId="260"/>
            <ac:spMk id="14" creationId="{99F8322B-CD70-119D-9839-D057A7ADB0D0}"/>
          </ac:spMkLst>
        </pc:spChg>
        <pc:spChg chg="mod">
          <ac:chgData name="mathspt" userId="0238e0ea-a655-48f2-bae3-2ff3e0b97742" providerId="ADAL" clId="{A39D618B-3493-4B83-8CDB-AACD08208EDE}" dt="2025-07-31T08:00:02.948" v="4383" actId="165"/>
          <ac:spMkLst>
            <pc:docMk/>
            <pc:sldMk cId="519719835" sldId="260"/>
            <ac:spMk id="15" creationId="{5CFE8F7F-EA06-D73D-352B-0294BD31B4D8}"/>
          </ac:spMkLst>
        </pc:spChg>
        <pc:spChg chg="mod topLvl">
          <ac:chgData name="mathspt" userId="0238e0ea-a655-48f2-bae3-2ff3e0b97742" providerId="ADAL" clId="{A39D618B-3493-4B83-8CDB-AACD08208EDE}" dt="2025-07-31T09:37:39.275" v="8723" actId="2711"/>
          <ac:spMkLst>
            <pc:docMk/>
            <pc:sldMk cId="519719835" sldId="260"/>
            <ac:spMk id="18" creationId="{4B8C38E3-AB3E-AF68-0BA8-DECA2D96A651}"/>
          </ac:spMkLst>
        </pc:spChg>
        <pc:spChg chg="mod">
          <ac:chgData name="mathspt" userId="0238e0ea-a655-48f2-bae3-2ff3e0b97742" providerId="ADAL" clId="{A39D618B-3493-4B83-8CDB-AACD08208EDE}" dt="2025-07-31T09:37:30.763" v="8720"/>
          <ac:spMkLst>
            <pc:docMk/>
            <pc:sldMk cId="519719835" sldId="260"/>
            <ac:spMk id="21" creationId="{C820F01D-E148-5D1B-BB44-C60D5759609A}"/>
          </ac:spMkLst>
        </pc:spChg>
        <pc:spChg chg="mod">
          <ac:chgData name="mathspt" userId="0238e0ea-a655-48f2-bae3-2ff3e0b97742" providerId="ADAL" clId="{A39D618B-3493-4B83-8CDB-AACD08208EDE}" dt="2025-07-31T09:37:34.383" v="8722"/>
          <ac:spMkLst>
            <pc:docMk/>
            <pc:sldMk cId="519719835" sldId="260"/>
            <ac:spMk id="22" creationId="{10A618AA-9BF6-7BC2-A862-99D0A4C3762F}"/>
          </ac:spMkLst>
        </pc:spChg>
        <pc:spChg chg="mod">
          <ac:chgData name="mathspt" userId="0238e0ea-a655-48f2-bae3-2ff3e0b97742" providerId="ADAL" clId="{A39D618B-3493-4B83-8CDB-AACD08208EDE}" dt="2025-07-31T09:37:47.551" v="8725"/>
          <ac:spMkLst>
            <pc:docMk/>
            <pc:sldMk cId="519719835" sldId="260"/>
            <ac:spMk id="24" creationId="{A594BFB9-E296-DCB3-C27E-210766E1D718}"/>
          </ac:spMkLst>
        </pc:spChg>
        <pc:spChg chg="mod">
          <ac:chgData name="mathspt" userId="0238e0ea-a655-48f2-bae3-2ff3e0b97742" providerId="ADAL" clId="{A39D618B-3493-4B83-8CDB-AACD08208EDE}" dt="2025-07-31T08:00:45.854" v="4387" actId="164"/>
          <ac:spMkLst>
            <pc:docMk/>
            <pc:sldMk cId="519719835" sldId="260"/>
            <ac:spMk id="25" creationId="{09C9BBBA-27F4-0863-657F-9E7260599932}"/>
          </ac:spMkLst>
        </pc:spChg>
        <pc:spChg chg="mod">
          <ac:chgData name="mathspt" userId="0238e0ea-a655-48f2-bae3-2ff3e0b97742" providerId="ADAL" clId="{A39D618B-3493-4B83-8CDB-AACD08208EDE}" dt="2025-07-31T07:59:57.215" v="4382" actId="165"/>
          <ac:spMkLst>
            <pc:docMk/>
            <pc:sldMk cId="519719835" sldId="260"/>
            <ac:spMk id="31" creationId="{60BA2D65-10D0-46AF-A7F8-880A86DAA05F}"/>
          </ac:spMkLst>
        </pc:spChg>
        <pc:spChg chg="mod">
          <ac:chgData name="mathspt" userId="0238e0ea-a655-48f2-bae3-2ff3e0b97742" providerId="ADAL" clId="{A39D618B-3493-4B83-8CDB-AACD08208EDE}" dt="2025-07-31T09:37:28.034" v="8718"/>
          <ac:spMkLst>
            <pc:docMk/>
            <pc:sldMk cId="519719835" sldId="260"/>
            <ac:spMk id="32" creationId="{FA127905-01BF-5B98-DC91-A2A6DAFDA8E2}"/>
          </ac:spMkLst>
        </pc:spChg>
        <pc:spChg chg="mod">
          <ac:chgData name="mathspt" userId="0238e0ea-a655-48f2-bae3-2ff3e0b97742" providerId="ADAL" clId="{A39D618B-3493-4B83-8CDB-AACD08208EDE}" dt="2025-07-31T09:37:50.811" v="8727"/>
          <ac:spMkLst>
            <pc:docMk/>
            <pc:sldMk cId="519719835" sldId="260"/>
            <ac:spMk id="33" creationId="{F1079621-27F1-3496-C499-C33AD73030DA}"/>
          </ac:spMkLst>
        </pc:spChg>
        <pc:spChg chg="mod">
          <ac:chgData name="mathspt" userId="0238e0ea-a655-48f2-bae3-2ff3e0b97742" providerId="ADAL" clId="{A39D618B-3493-4B83-8CDB-AACD08208EDE}" dt="2025-07-31T09:54:22.864" v="8975"/>
          <ac:spMkLst>
            <pc:docMk/>
            <pc:sldMk cId="519719835" sldId="260"/>
            <ac:spMk id="36" creationId="{80A400B9-FD8B-9082-652D-A07805A02AC8}"/>
          </ac:spMkLst>
        </pc:spChg>
        <pc:spChg chg="mod">
          <ac:chgData name="mathspt" userId="0238e0ea-a655-48f2-bae3-2ff3e0b97742" providerId="ADAL" clId="{A39D618B-3493-4B83-8CDB-AACD08208EDE}" dt="2025-07-31T09:54:22.864" v="8975"/>
          <ac:spMkLst>
            <pc:docMk/>
            <pc:sldMk cId="519719835" sldId="260"/>
            <ac:spMk id="38" creationId="{FEA4DC58-7C98-37A0-D058-A550937CE99E}"/>
          </ac:spMkLst>
        </pc:spChg>
        <pc:spChg chg="mod">
          <ac:chgData name="mathspt" userId="0238e0ea-a655-48f2-bae3-2ff3e0b97742" providerId="ADAL" clId="{A39D618B-3493-4B83-8CDB-AACD08208EDE}" dt="2025-07-31T09:54:22.864" v="8975"/>
          <ac:spMkLst>
            <pc:docMk/>
            <pc:sldMk cId="519719835" sldId="260"/>
            <ac:spMk id="39" creationId="{BB95F487-FB07-15D0-25BE-5B6C17A7B89D}"/>
          </ac:spMkLst>
        </pc:spChg>
        <pc:spChg chg="mod">
          <ac:chgData name="mathspt" userId="0238e0ea-a655-48f2-bae3-2ff3e0b97742" providerId="ADAL" clId="{A39D618B-3493-4B83-8CDB-AACD08208EDE}" dt="2025-07-31T09:54:02.358" v="8970"/>
          <ac:spMkLst>
            <pc:docMk/>
            <pc:sldMk cId="519719835" sldId="260"/>
            <ac:spMk id="40" creationId="{E807C2B9-D224-1BD9-D8F9-25D63283A4F3}"/>
          </ac:spMkLst>
        </pc:spChg>
        <pc:spChg chg="mod">
          <ac:chgData name="mathspt" userId="0238e0ea-a655-48f2-bae3-2ff3e0b97742" providerId="ADAL" clId="{A39D618B-3493-4B83-8CDB-AACD08208EDE}" dt="2025-07-31T09:54:22.864" v="8975"/>
          <ac:spMkLst>
            <pc:docMk/>
            <pc:sldMk cId="519719835" sldId="260"/>
            <ac:spMk id="41" creationId="{3040826A-27AA-7FCA-CA27-5185A33335AD}"/>
          </ac:spMkLst>
        </pc:spChg>
        <pc:spChg chg="mod">
          <ac:chgData name="mathspt" userId="0238e0ea-a655-48f2-bae3-2ff3e0b97742" providerId="ADAL" clId="{A39D618B-3493-4B83-8CDB-AACD08208EDE}" dt="2025-07-31T09:53:54.172" v="8969"/>
          <ac:spMkLst>
            <pc:docMk/>
            <pc:sldMk cId="519719835" sldId="260"/>
            <ac:spMk id="43" creationId="{0AF3E380-0F04-FE8F-CCD6-E86354DB36EC}"/>
          </ac:spMkLst>
        </pc:spChg>
        <pc:spChg chg="mod">
          <ac:chgData name="mathspt" userId="0238e0ea-a655-48f2-bae3-2ff3e0b97742" providerId="ADAL" clId="{A39D618B-3493-4B83-8CDB-AACD08208EDE}" dt="2025-07-31T09:53:54.172" v="8969"/>
          <ac:spMkLst>
            <pc:docMk/>
            <pc:sldMk cId="519719835" sldId="260"/>
            <ac:spMk id="46" creationId="{98330541-409B-4E06-D35E-0B9050793039}"/>
          </ac:spMkLst>
        </pc:spChg>
        <pc:spChg chg="mod">
          <ac:chgData name="mathspt" userId="0238e0ea-a655-48f2-bae3-2ff3e0b97742" providerId="ADAL" clId="{A39D618B-3493-4B83-8CDB-AACD08208EDE}" dt="2025-07-31T09:53:54.172" v="8969"/>
          <ac:spMkLst>
            <pc:docMk/>
            <pc:sldMk cId="519719835" sldId="260"/>
            <ac:spMk id="47" creationId="{866C1E07-5D14-A912-C842-87370843FCE8}"/>
          </ac:spMkLst>
        </pc:spChg>
        <pc:spChg chg="mod">
          <ac:chgData name="mathspt" userId="0238e0ea-a655-48f2-bae3-2ff3e0b97742" providerId="ADAL" clId="{A39D618B-3493-4B83-8CDB-AACD08208EDE}" dt="2025-07-31T09:53:54.172" v="8969"/>
          <ac:spMkLst>
            <pc:docMk/>
            <pc:sldMk cId="519719835" sldId="260"/>
            <ac:spMk id="50" creationId="{5C7BEC44-A147-2ED3-91CF-5249D546BF6A}"/>
          </ac:spMkLst>
        </pc:spChg>
        <pc:spChg chg="mod">
          <ac:chgData name="mathspt" userId="0238e0ea-a655-48f2-bae3-2ff3e0b97742" providerId="ADAL" clId="{A39D618B-3493-4B83-8CDB-AACD08208EDE}" dt="2025-07-31T09:37:01.604" v="8701"/>
          <ac:spMkLst>
            <pc:docMk/>
            <pc:sldMk cId="519719835" sldId="260"/>
            <ac:spMk id="53" creationId="{2BE8A104-2942-357A-8144-9E0CBAAAE3FE}"/>
          </ac:spMkLst>
        </pc:spChg>
        <pc:spChg chg="mod">
          <ac:chgData name="mathspt" userId="0238e0ea-a655-48f2-bae3-2ff3e0b97742" providerId="ADAL" clId="{A39D618B-3493-4B83-8CDB-AACD08208EDE}" dt="2025-07-31T09:53:53.846" v="8968" actId="20577"/>
          <ac:spMkLst>
            <pc:docMk/>
            <pc:sldMk cId="519719835" sldId="260"/>
            <ac:spMk id="54" creationId="{6FF31DB6-EEE3-F6C5-C083-804D296234BF}"/>
          </ac:spMkLst>
        </pc:spChg>
        <pc:spChg chg="mod">
          <ac:chgData name="mathspt" userId="0238e0ea-a655-48f2-bae3-2ff3e0b97742" providerId="ADAL" clId="{A39D618B-3493-4B83-8CDB-AACD08208EDE}" dt="2025-07-31T09:53:54.172" v="8969"/>
          <ac:spMkLst>
            <pc:docMk/>
            <pc:sldMk cId="519719835" sldId="260"/>
            <ac:spMk id="55" creationId="{66343C46-2A37-4444-ABAE-674349D1F62D}"/>
          </ac:spMkLst>
        </pc:spChg>
        <pc:spChg chg="mod">
          <ac:chgData name="mathspt" userId="0238e0ea-a655-48f2-bae3-2ff3e0b97742" providerId="ADAL" clId="{A39D618B-3493-4B83-8CDB-AACD08208EDE}" dt="2025-07-31T09:37:18.273" v="8714"/>
          <ac:spMkLst>
            <pc:docMk/>
            <pc:sldMk cId="519719835" sldId="260"/>
            <ac:spMk id="60" creationId="{3DF2CFF0-5A87-7F71-564F-AD00C4E866DA}"/>
          </ac:spMkLst>
        </pc:spChg>
        <pc:spChg chg="mod">
          <ac:chgData name="mathspt" userId="0238e0ea-a655-48f2-bae3-2ff3e0b97742" providerId="ADAL" clId="{A39D618B-3493-4B83-8CDB-AACD08208EDE}" dt="2025-07-31T09:37:53.495" v="8729"/>
          <ac:spMkLst>
            <pc:docMk/>
            <pc:sldMk cId="519719835" sldId="260"/>
            <ac:spMk id="61" creationId="{A08BB9C3-7BC9-A2B2-18EB-F799AB812C8F}"/>
          </ac:spMkLst>
        </pc:spChg>
        <pc:spChg chg="mod topLvl">
          <ac:chgData name="mathspt" userId="0238e0ea-a655-48f2-bae3-2ff3e0b97742" providerId="ADAL" clId="{A39D618B-3493-4B83-8CDB-AACD08208EDE}" dt="2025-07-31T08:00:45.854" v="4387" actId="164"/>
          <ac:spMkLst>
            <pc:docMk/>
            <pc:sldMk cId="519719835" sldId="260"/>
            <ac:spMk id="63" creationId="{5C5F2600-C6B9-7EA2-7DB9-462096F23269}"/>
          </ac:spMkLst>
        </pc:spChg>
        <pc:spChg chg="mod">
          <ac:chgData name="mathspt" userId="0238e0ea-a655-48f2-bae3-2ff3e0b97742" providerId="ADAL" clId="{A39D618B-3493-4B83-8CDB-AACD08208EDE}" dt="2025-07-31T08:00:45.854" v="4387" actId="164"/>
          <ac:spMkLst>
            <pc:docMk/>
            <pc:sldMk cId="519719835" sldId="260"/>
            <ac:spMk id="64" creationId="{06E4EC97-61E1-9230-A764-8466986F1544}"/>
          </ac:spMkLst>
        </pc:spChg>
        <pc:spChg chg="mod">
          <ac:chgData name="mathspt" userId="0238e0ea-a655-48f2-bae3-2ff3e0b97742" providerId="ADAL" clId="{A39D618B-3493-4B83-8CDB-AACD08208EDE}" dt="2025-07-31T09:54:22.864" v="8975"/>
          <ac:spMkLst>
            <pc:docMk/>
            <pc:sldMk cId="519719835" sldId="260"/>
            <ac:spMk id="65" creationId="{3BF3E9C0-9BAD-C2E8-DC60-B9FA51F5AE24}"/>
          </ac:spMkLst>
        </pc:spChg>
        <pc:spChg chg="mod topLvl">
          <ac:chgData name="mathspt" userId="0238e0ea-a655-48f2-bae3-2ff3e0b97742" providerId="ADAL" clId="{A39D618B-3493-4B83-8CDB-AACD08208EDE}" dt="2025-07-31T09:54:22.864" v="8975"/>
          <ac:spMkLst>
            <pc:docMk/>
            <pc:sldMk cId="519719835" sldId="260"/>
            <ac:spMk id="66" creationId="{07566F12-6AF5-1E2C-7FFA-600FB804A10D}"/>
          </ac:spMkLst>
        </pc:spChg>
        <pc:spChg chg="mod">
          <ac:chgData name="mathspt" userId="0238e0ea-a655-48f2-bae3-2ff3e0b97742" providerId="ADAL" clId="{A39D618B-3493-4B83-8CDB-AACD08208EDE}" dt="2025-07-31T09:54:22.864" v="8975"/>
          <ac:spMkLst>
            <pc:docMk/>
            <pc:sldMk cId="519719835" sldId="260"/>
            <ac:spMk id="67" creationId="{B8DB5677-2036-EE18-ECDD-A9CE4AE15667}"/>
          </ac:spMkLst>
        </pc:spChg>
        <pc:spChg chg="mod">
          <ac:chgData name="mathspt" userId="0238e0ea-a655-48f2-bae3-2ff3e0b97742" providerId="ADAL" clId="{A39D618B-3493-4B83-8CDB-AACD08208EDE}" dt="2025-07-31T08:00:34.606" v="4385" actId="164"/>
          <ac:spMkLst>
            <pc:docMk/>
            <pc:sldMk cId="519719835" sldId="260"/>
            <ac:spMk id="68" creationId="{094E00D8-BB91-3D19-5B42-6533FC2D1538}"/>
          </ac:spMkLst>
        </pc:spChg>
        <pc:spChg chg="mod topLvl">
          <ac:chgData name="mathspt" userId="0238e0ea-a655-48f2-bae3-2ff3e0b97742" providerId="ADAL" clId="{A39D618B-3493-4B83-8CDB-AACD08208EDE}" dt="2025-07-31T09:54:22.864" v="8975"/>
          <ac:spMkLst>
            <pc:docMk/>
            <pc:sldMk cId="519719835" sldId="260"/>
            <ac:spMk id="69" creationId="{4D7D46BA-AF4E-C07D-40D6-C835F831DD14}"/>
          </ac:spMkLst>
        </pc:spChg>
        <pc:spChg chg="mod topLvl">
          <ac:chgData name="mathspt" userId="0238e0ea-a655-48f2-bae3-2ff3e0b97742" providerId="ADAL" clId="{A39D618B-3493-4B83-8CDB-AACD08208EDE}" dt="2025-07-31T09:54:22.864" v="8975"/>
          <ac:spMkLst>
            <pc:docMk/>
            <pc:sldMk cId="519719835" sldId="260"/>
            <ac:spMk id="70" creationId="{77D9880B-5477-92FD-F0E9-33BEBA4C74B8}"/>
          </ac:spMkLst>
        </pc:spChg>
        <pc:spChg chg="mod">
          <ac:chgData name="mathspt" userId="0238e0ea-a655-48f2-bae3-2ff3e0b97742" providerId="ADAL" clId="{A39D618B-3493-4B83-8CDB-AACD08208EDE}" dt="2025-07-31T09:54:22.864" v="8975"/>
          <ac:spMkLst>
            <pc:docMk/>
            <pc:sldMk cId="519719835" sldId="260"/>
            <ac:spMk id="71" creationId="{63F2901E-8A15-0644-269C-CAC491E92FFB}"/>
          </ac:spMkLst>
        </pc:spChg>
        <pc:spChg chg="mod">
          <ac:chgData name="mathspt" userId="0238e0ea-a655-48f2-bae3-2ff3e0b97742" providerId="ADAL" clId="{A39D618B-3493-4B83-8CDB-AACD08208EDE}" dt="2025-07-31T09:53:54.172" v="8969"/>
          <ac:spMkLst>
            <pc:docMk/>
            <pc:sldMk cId="519719835" sldId="260"/>
            <ac:spMk id="72" creationId="{56BE2E4B-EFAF-6B0A-F096-8DDC42426976}"/>
          </ac:spMkLst>
        </pc:spChg>
        <pc:spChg chg="mod">
          <ac:chgData name="mathspt" userId="0238e0ea-a655-48f2-bae3-2ff3e0b97742" providerId="ADAL" clId="{A39D618B-3493-4B83-8CDB-AACD08208EDE}" dt="2025-07-31T09:53:54.172" v="8969"/>
          <ac:spMkLst>
            <pc:docMk/>
            <pc:sldMk cId="519719835" sldId="260"/>
            <ac:spMk id="74" creationId="{99BB8189-C92C-7140-4C9B-216D0FD0818C}"/>
          </ac:spMkLst>
        </pc:spChg>
        <pc:spChg chg="mod">
          <ac:chgData name="mathspt" userId="0238e0ea-a655-48f2-bae3-2ff3e0b97742" providerId="ADAL" clId="{A39D618B-3493-4B83-8CDB-AACD08208EDE}" dt="2025-07-31T09:53:54.172" v="8969"/>
          <ac:spMkLst>
            <pc:docMk/>
            <pc:sldMk cId="519719835" sldId="260"/>
            <ac:spMk id="76" creationId="{4472CF44-34CA-EE35-E913-08245A7EA0B3}"/>
          </ac:spMkLst>
        </pc:spChg>
        <pc:spChg chg="mod">
          <ac:chgData name="mathspt" userId="0238e0ea-a655-48f2-bae3-2ff3e0b97742" providerId="ADAL" clId="{A39D618B-3493-4B83-8CDB-AACD08208EDE}" dt="2025-07-31T09:37:05.183" v="8703"/>
          <ac:spMkLst>
            <pc:docMk/>
            <pc:sldMk cId="519719835" sldId="260"/>
            <ac:spMk id="77" creationId="{5232A2C0-71F0-E369-3705-3362F015C70C}"/>
          </ac:spMkLst>
        </pc:spChg>
        <pc:spChg chg="mod">
          <ac:chgData name="mathspt" userId="0238e0ea-a655-48f2-bae3-2ff3e0b97742" providerId="ADAL" clId="{A39D618B-3493-4B83-8CDB-AACD08208EDE}" dt="2025-07-31T09:53:54.172" v="8969"/>
          <ac:spMkLst>
            <pc:docMk/>
            <pc:sldMk cId="519719835" sldId="260"/>
            <ac:spMk id="78" creationId="{D70FC6F1-DC96-04C3-A610-958123D9CFAE}"/>
          </ac:spMkLst>
        </pc:spChg>
        <pc:spChg chg="mod">
          <ac:chgData name="mathspt" userId="0238e0ea-a655-48f2-bae3-2ff3e0b97742" providerId="ADAL" clId="{A39D618B-3493-4B83-8CDB-AACD08208EDE}" dt="2025-07-31T09:53:54.172" v="8969"/>
          <ac:spMkLst>
            <pc:docMk/>
            <pc:sldMk cId="519719835" sldId="260"/>
            <ac:spMk id="79" creationId="{F02AF495-318E-FCBE-66F7-129B2DE131F4}"/>
          </ac:spMkLst>
        </pc:spChg>
        <pc:spChg chg="mod">
          <ac:chgData name="mathspt" userId="0238e0ea-a655-48f2-bae3-2ff3e0b97742" providerId="ADAL" clId="{A39D618B-3493-4B83-8CDB-AACD08208EDE}" dt="2025-07-31T09:37:13.374" v="8708"/>
          <ac:spMkLst>
            <pc:docMk/>
            <pc:sldMk cId="519719835" sldId="260"/>
            <ac:spMk id="86" creationId="{2EFE68F4-4569-8FF1-110F-6078B7E08E28}"/>
          </ac:spMkLst>
        </pc:spChg>
        <pc:spChg chg="mod">
          <ac:chgData name="mathspt" userId="0238e0ea-a655-48f2-bae3-2ff3e0b97742" providerId="ADAL" clId="{A39D618B-3493-4B83-8CDB-AACD08208EDE}" dt="2025-07-31T09:37:58.673" v="8731"/>
          <ac:spMkLst>
            <pc:docMk/>
            <pc:sldMk cId="519719835" sldId="260"/>
            <ac:spMk id="87" creationId="{BAB432D9-83BA-E71F-27A3-70A2A5D9E035}"/>
          </ac:spMkLst>
        </pc:spChg>
        <pc:grpChg chg="add mod">
          <ac:chgData name="mathspt" userId="0238e0ea-a655-48f2-bae3-2ff3e0b97742" providerId="ADAL" clId="{A39D618B-3493-4B83-8CDB-AACD08208EDE}" dt="2025-07-31T08:00:36.509" v="4386" actId="1076"/>
          <ac:grpSpMkLst>
            <pc:docMk/>
            <pc:sldMk cId="519719835" sldId="260"/>
            <ac:grpSpMk id="2" creationId="{0844AD23-4F16-A05E-CCE6-BB1739C6D75F}"/>
          </ac:grpSpMkLst>
        </pc:grpChg>
        <pc:grpChg chg="add mod">
          <ac:chgData name="mathspt" userId="0238e0ea-a655-48f2-bae3-2ff3e0b97742" providerId="ADAL" clId="{A39D618B-3493-4B83-8CDB-AACD08208EDE}" dt="2025-07-31T08:00:51.499" v="4388" actId="1076"/>
          <ac:grpSpMkLst>
            <pc:docMk/>
            <pc:sldMk cId="519719835" sldId="260"/>
            <ac:grpSpMk id="4" creationId="{C1CD5A2B-BA9B-C506-1212-175089F47CA3}"/>
          </ac:grpSpMkLst>
        </pc:grpChg>
        <pc:grpChg chg="mod">
          <ac:chgData name="mathspt" userId="0238e0ea-a655-48f2-bae3-2ff3e0b97742" providerId="ADAL" clId="{A39D618B-3493-4B83-8CDB-AACD08208EDE}" dt="2025-07-31T08:00:45.854" v="4387" actId="164"/>
          <ac:grpSpMkLst>
            <pc:docMk/>
            <pc:sldMk cId="519719835" sldId="260"/>
            <ac:grpSpMk id="27" creationId="{3956999C-E7CD-6A6D-E474-D89D1B24CDD6}"/>
          </ac:grpSpMkLst>
        </pc:grpChg>
        <pc:grpChg chg="mod">
          <ac:chgData name="mathspt" userId="0238e0ea-a655-48f2-bae3-2ff3e0b97742" providerId="ADAL" clId="{A39D618B-3493-4B83-8CDB-AACD08208EDE}" dt="2025-07-31T08:00:45.854" v="4387" actId="164"/>
          <ac:grpSpMkLst>
            <pc:docMk/>
            <pc:sldMk cId="519719835" sldId="260"/>
            <ac:grpSpMk id="28" creationId="{2E34F9C4-14E1-B289-9387-44170981D522}"/>
          </ac:grpSpMkLst>
        </pc:grpChg>
        <pc:grpChg chg="mod">
          <ac:chgData name="mathspt" userId="0238e0ea-a655-48f2-bae3-2ff3e0b97742" providerId="ADAL" clId="{A39D618B-3493-4B83-8CDB-AACD08208EDE}" dt="2025-07-31T08:00:34.606" v="4385" actId="164"/>
          <ac:grpSpMkLst>
            <pc:docMk/>
            <pc:sldMk cId="519719835" sldId="260"/>
            <ac:grpSpMk id="35" creationId="{9FEE3B30-FA8F-433B-611B-87C07194CAE8}"/>
          </ac:grpSpMkLst>
        </pc:grpChg>
        <pc:grpChg chg="mod">
          <ac:chgData name="mathspt" userId="0238e0ea-a655-48f2-bae3-2ff3e0b97742" providerId="ADAL" clId="{A39D618B-3493-4B83-8CDB-AACD08208EDE}" dt="2025-07-31T08:00:54.296" v="4389" actId="1076"/>
          <ac:grpSpMkLst>
            <pc:docMk/>
            <pc:sldMk cId="519719835" sldId="260"/>
            <ac:grpSpMk id="90" creationId="{58FDE93A-D698-4FBD-49EA-03EDFD4F20F6}"/>
          </ac:grpSpMkLst>
        </pc:grpChg>
        <pc:grpChg chg="mod">
          <ac:chgData name="mathspt" userId="0238e0ea-a655-48f2-bae3-2ff3e0b97742" providerId="ADAL" clId="{A39D618B-3493-4B83-8CDB-AACD08208EDE}" dt="2025-07-31T09:17:30.426" v="7902" actId="1076"/>
          <ac:grpSpMkLst>
            <pc:docMk/>
            <pc:sldMk cId="519719835" sldId="260"/>
            <ac:grpSpMk id="91" creationId="{A919B50F-5FB9-3B3C-D8E9-CFD66E39034C}"/>
          </ac:grpSpMkLst>
        </pc:grpChg>
        <pc:inkChg chg="add mod">
          <ac:chgData name="mathspt" userId="0238e0ea-a655-48f2-bae3-2ff3e0b97742" providerId="ADAL" clId="{A39D618B-3493-4B83-8CDB-AACD08208EDE}" dt="2025-07-31T10:37:32.376" v="9016" actId="1076"/>
          <ac:inkMkLst>
            <pc:docMk/>
            <pc:sldMk cId="519719835" sldId="260"/>
            <ac:inkMk id="5" creationId="{68832F46-96D6-F18D-8AC4-2902FD0C37D6}"/>
          </ac:inkMkLst>
        </pc:inkChg>
      </pc:sldChg>
      <pc:sldChg chg="addSp delSp modSp mod modAnim">
        <pc:chgData name="mathspt" userId="0238e0ea-a655-48f2-bae3-2ff3e0b97742" providerId="ADAL" clId="{A39D618B-3493-4B83-8CDB-AACD08208EDE}" dt="2025-07-31T09:54:49.618" v="8980"/>
        <pc:sldMkLst>
          <pc:docMk/>
          <pc:sldMk cId="828244721" sldId="261"/>
        </pc:sldMkLst>
        <pc:spChg chg="mod topLvl">
          <ac:chgData name="mathspt" userId="0238e0ea-a655-48f2-bae3-2ff3e0b97742" providerId="ADAL" clId="{A39D618B-3493-4B83-8CDB-AACD08208EDE}" dt="2025-07-31T08:01:38.142" v="4419" actId="164"/>
          <ac:spMkLst>
            <pc:docMk/>
            <pc:sldMk cId="828244721" sldId="261"/>
            <ac:spMk id="10" creationId="{7D6C2B36-1676-96E7-CF9C-AEB824DC4EC1}"/>
          </ac:spMkLst>
        </pc:spChg>
        <pc:spChg chg="mod">
          <ac:chgData name="mathspt" userId="0238e0ea-a655-48f2-bae3-2ff3e0b97742" providerId="ADAL" clId="{A39D618B-3493-4B83-8CDB-AACD08208EDE}" dt="2025-07-31T09:54:38.481" v="8977"/>
          <ac:spMkLst>
            <pc:docMk/>
            <pc:sldMk cId="828244721" sldId="261"/>
            <ac:spMk id="11" creationId="{742D7C24-770B-8AA9-B39C-B99F26372938}"/>
          </ac:spMkLst>
        </pc:spChg>
        <pc:spChg chg="mod topLvl">
          <ac:chgData name="mathspt" userId="0238e0ea-a655-48f2-bae3-2ff3e0b97742" providerId="ADAL" clId="{A39D618B-3493-4B83-8CDB-AACD08208EDE}" dt="2025-07-31T09:54:38.481" v="8977"/>
          <ac:spMkLst>
            <pc:docMk/>
            <pc:sldMk cId="828244721" sldId="261"/>
            <ac:spMk id="12" creationId="{F115F6FA-46AA-5F12-FAA7-A2D73014503E}"/>
          </ac:spMkLst>
        </pc:spChg>
        <pc:spChg chg="mod topLvl">
          <ac:chgData name="mathspt" userId="0238e0ea-a655-48f2-bae3-2ff3e0b97742" providerId="ADAL" clId="{A39D618B-3493-4B83-8CDB-AACD08208EDE}" dt="2025-07-31T09:54:38.481" v="8977"/>
          <ac:spMkLst>
            <pc:docMk/>
            <pc:sldMk cId="828244721" sldId="261"/>
            <ac:spMk id="13" creationId="{3E9FBB73-019A-B4CB-143D-0372C51B839F}"/>
          </ac:spMkLst>
        </pc:spChg>
        <pc:spChg chg="mod topLvl">
          <ac:chgData name="mathspt" userId="0238e0ea-a655-48f2-bae3-2ff3e0b97742" providerId="ADAL" clId="{A39D618B-3493-4B83-8CDB-AACD08208EDE}" dt="2025-07-31T09:54:38.481" v="8977"/>
          <ac:spMkLst>
            <pc:docMk/>
            <pc:sldMk cId="828244721" sldId="261"/>
            <ac:spMk id="14" creationId="{D0AE30F2-A99C-1F27-95CC-25AE239E2F4B}"/>
          </ac:spMkLst>
        </pc:spChg>
        <pc:spChg chg="mod">
          <ac:chgData name="mathspt" userId="0238e0ea-a655-48f2-bae3-2ff3e0b97742" providerId="ADAL" clId="{A39D618B-3493-4B83-8CDB-AACD08208EDE}" dt="2025-07-31T09:54:38.481" v="8977"/>
          <ac:spMkLst>
            <pc:docMk/>
            <pc:sldMk cId="828244721" sldId="261"/>
            <ac:spMk id="15" creationId="{A039AF43-EB7F-5A7A-0280-21FFCD100EB9}"/>
          </ac:spMkLst>
        </pc:spChg>
        <pc:spChg chg="mod topLvl">
          <ac:chgData name="mathspt" userId="0238e0ea-a655-48f2-bae3-2ff3e0b97742" providerId="ADAL" clId="{A39D618B-3493-4B83-8CDB-AACD08208EDE}" dt="2025-07-31T09:54:38.481" v="8977"/>
          <ac:spMkLst>
            <pc:docMk/>
            <pc:sldMk cId="828244721" sldId="261"/>
            <ac:spMk id="16" creationId="{FAC88F0D-F0D0-1521-2AE8-6F095FBA3A17}"/>
          </ac:spMkLst>
        </pc:spChg>
        <pc:spChg chg="mod topLvl">
          <ac:chgData name="mathspt" userId="0238e0ea-a655-48f2-bae3-2ff3e0b97742" providerId="ADAL" clId="{A39D618B-3493-4B83-8CDB-AACD08208EDE}" dt="2025-07-31T09:54:38.481" v="8977"/>
          <ac:spMkLst>
            <pc:docMk/>
            <pc:sldMk cId="828244721" sldId="261"/>
            <ac:spMk id="17" creationId="{DB5CABD6-E7CB-BF9B-2EF4-F8AE3D3C0B74}"/>
          </ac:spMkLst>
        </pc:spChg>
        <pc:spChg chg="mod topLvl">
          <ac:chgData name="mathspt" userId="0238e0ea-a655-48f2-bae3-2ff3e0b97742" providerId="ADAL" clId="{A39D618B-3493-4B83-8CDB-AACD08208EDE}" dt="2025-07-31T08:01:38.142" v="4419" actId="164"/>
          <ac:spMkLst>
            <pc:docMk/>
            <pc:sldMk cId="828244721" sldId="261"/>
            <ac:spMk id="18" creationId="{34A72C9F-E23A-ED82-43D4-74233F565503}"/>
          </ac:spMkLst>
        </pc:spChg>
        <pc:spChg chg="mod topLvl">
          <ac:chgData name="mathspt" userId="0238e0ea-a655-48f2-bae3-2ff3e0b97742" providerId="ADAL" clId="{A39D618B-3493-4B83-8CDB-AACD08208EDE}" dt="2025-07-31T09:54:38.481" v="8977"/>
          <ac:spMkLst>
            <pc:docMk/>
            <pc:sldMk cId="828244721" sldId="261"/>
            <ac:spMk id="19" creationId="{AA09B80D-FB72-8F67-5943-4972B47C2025}"/>
          </ac:spMkLst>
        </pc:spChg>
        <pc:spChg chg="mod topLvl">
          <ac:chgData name="mathspt" userId="0238e0ea-a655-48f2-bae3-2ff3e0b97742" providerId="ADAL" clId="{A39D618B-3493-4B83-8CDB-AACD08208EDE}" dt="2025-07-31T09:54:38.481" v="8977"/>
          <ac:spMkLst>
            <pc:docMk/>
            <pc:sldMk cId="828244721" sldId="261"/>
            <ac:spMk id="20" creationId="{EA2139FA-7517-F364-FE93-29FA5DF2619A}"/>
          </ac:spMkLst>
        </pc:spChg>
        <pc:spChg chg="mod">
          <ac:chgData name="mathspt" userId="0238e0ea-a655-48f2-bae3-2ff3e0b97742" providerId="ADAL" clId="{A39D618B-3493-4B83-8CDB-AACD08208EDE}" dt="2025-07-31T09:35:53.779" v="8679"/>
          <ac:spMkLst>
            <pc:docMk/>
            <pc:sldMk cId="828244721" sldId="261"/>
            <ac:spMk id="21" creationId="{33DBA232-9040-EE83-7270-9E0C38BFD01F}"/>
          </ac:spMkLst>
        </pc:spChg>
        <pc:spChg chg="mod">
          <ac:chgData name="mathspt" userId="0238e0ea-a655-48f2-bae3-2ff3e0b97742" providerId="ADAL" clId="{A39D618B-3493-4B83-8CDB-AACD08208EDE}" dt="2025-07-31T08:01:38.142" v="4419" actId="164"/>
          <ac:spMkLst>
            <pc:docMk/>
            <pc:sldMk cId="828244721" sldId="261"/>
            <ac:spMk id="22" creationId="{BCC9D80D-28D2-4174-D084-8AAFB57A361D}"/>
          </ac:spMkLst>
        </pc:spChg>
        <pc:spChg chg="mod">
          <ac:chgData name="mathspt" userId="0238e0ea-a655-48f2-bae3-2ff3e0b97742" providerId="ADAL" clId="{A39D618B-3493-4B83-8CDB-AACD08208EDE}" dt="2025-07-31T09:36:15.391" v="8689"/>
          <ac:spMkLst>
            <pc:docMk/>
            <pc:sldMk cId="828244721" sldId="261"/>
            <ac:spMk id="23" creationId="{0EAC5243-27A6-B688-D8EE-AB8CECD41274}"/>
          </ac:spMkLst>
        </pc:spChg>
        <pc:spChg chg="mod topLvl">
          <ac:chgData name="mathspt" userId="0238e0ea-a655-48f2-bae3-2ff3e0b97742" providerId="ADAL" clId="{A39D618B-3493-4B83-8CDB-AACD08208EDE}" dt="2025-07-31T08:01:38.142" v="4419" actId="164"/>
          <ac:spMkLst>
            <pc:docMk/>
            <pc:sldMk cId="828244721" sldId="261"/>
            <ac:spMk id="24" creationId="{419FF29E-DA21-8DB5-A55D-E38CC68D537D}"/>
          </ac:spMkLst>
        </pc:spChg>
        <pc:spChg chg="mod topLvl">
          <ac:chgData name="mathspt" userId="0238e0ea-a655-48f2-bae3-2ff3e0b97742" providerId="ADAL" clId="{A39D618B-3493-4B83-8CDB-AACD08208EDE}" dt="2025-07-31T08:03:04.647" v="4457" actId="164"/>
          <ac:spMkLst>
            <pc:docMk/>
            <pc:sldMk cId="828244721" sldId="261"/>
            <ac:spMk id="26" creationId="{8E07EB07-61A4-7C20-F010-6B73FA3D28B3}"/>
          </ac:spMkLst>
        </pc:spChg>
        <pc:spChg chg="mod">
          <ac:chgData name="mathspt" userId="0238e0ea-a655-48f2-bae3-2ff3e0b97742" providerId="ADAL" clId="{A39D618B-3493-4B83-8CDB-AACD08208EDE}" dt="2025-07-31T08:03:38.715" v="4464" actId="164"/>
          <ac:spMkLst>
            <pc:docMk/>
            <pc:sldMk cId="828244721" sldId="261"/>
            <ac:spMk id="27" creationId="{E7023B6A-38A0-1ACB-1F85-D757964B6633}"/>
          </ac:spMkLst>
        </pc:spChg>
        <pc:spChg chg="mod topLvl">
          <ac:chgData name="mathspt" userId="0238e0ea-a655-48f2-bae3-2ff3e0b97742" providerId="ADAL" clId="{A39D618B-3493-4B83-8CDB-AACD08208EDE}" dt="2025-07-31T08:03:38.715" v="4464" actId="164"/>
          <ac:spMkLst>
            <pc:docMk/>
            <pc:sldMk cId="828244721" sldId="261"/>
            <ac:spMk id="28" creationId="{A5CA4B35-CCDE-4F32-A552-5FE6CC2479C1}"/>
          </ac:spMkLst>
        </pc:spChg>
        <pc:spChg chg="mod topLvl">
          <ac:chgData name="mathspt" userId="0238e0ea-a655-48f2-bae3-2ff3e0b97742" providerId="ADAL" clId="{A39D618B-3493-4B83-8CDB-AACD08208EDE}" dt="2025-07-31T08:03:38.715" v="4464" actId="164"/>
          <ac:spMkLst>
            <pc:docMk/>
            <pc:sldMk cId="828244721" sldId="261"/>
            <ac:spMk id="29" creationId="{ABAEDA0E-CF61-55D0-BC88-DB726B2D94AB}"/>
          </ac:spMkLst>
        </pc:spChg>
        <pc:spChg chg="mod">
          <ac:chgData name="mathspt" userId="0238e0ea-a655-48f2-bae3-2ff3e0b97742" providerId="ADAL" clId="{A39D618B-3493-4B83-8CDB-AACD08208EDE}" dt="2025-07-31T09:54:42.550" v="8978"/>
          <ac:spMkLst>
            <pc:docMk/>
            <pc:sldMk cId="828244721" sldId="261"/>
            <ac:spMk id="30" creationId="{FA9B3A66-67CA-1BA2-D672-CD3A7A8936FE}"/>
          </ac:spMkLst>
        </pc:spChg>
        <pc:spChg chg="mod topLvl">
          <ac:chgData name="mathspt" userId="0238e0ea-a655-48f2-bae3-2ff3e0b97742" providerId="ADAL" clId="{A39D618B-3493-4B83-8CDB-AACD08208EDE}" dt="2025-07-31T08:03:50.159" v="4467" actId="1076"/>
          <ac:spMkLst>
            <pc:docMk/>
            <pc:sldMk cId="828244721" sldId="261"/>
            <ac:spMk id="31" creationId="{4D67406B-87BD-A07E-D7F9-5E30CD6C784A}"/>
          </ac:spMkLst>
        </pc:spChg>
        <pc:spChg chg="mod">
          <ac:chgData name="mathspt" userId="0238e0ea-a655-48f2-bae3-2ff3e0b97742" providerId="ADAL" clId="{A39D618B-3493-4B83-8CDB-AACD08208EDE}" dt="2025-07-31T09:34:47.546" v="8665" actId="20577"/>
          <ac:spMkLst>
            <pc:docMk/>
            <pc:sldMk cId="828244721" sldId="261"/>
            <ac:spMk id="32" creationId="{B23945CA-990A-12D7-8F9D-F2CDA24FB36C}"/>
          </ac:spMkLst>
        </pc:spChg>
        <pc:spChg chg="mod topLvl">
          <ac:chgData name="mathspt" userId="0238e0ea-a655-48f2-bae3-2ff3e0b97742" providerId="ADAL" clId="{A39D618B-3493-4B83-8CDB-AACD08208EDE}" dt="2025-07-31T08:03:38.715" v="4464" actId="164"/>
          <ac:spMkLst>
            <pc:docMk/>
            <pc:sldMk cId="828244721" sldId="261"/>
            <ac:spMk id="33" creationId="{17E2082B-3192-2C2F-2772-E8B5C4D66E15}"/>
          </ac:spMkLst>
        </pc:spChg>
        <pc:spChg chg="mod topLvl">
          <ac:chgData name="mathspt" userId="0238e0ea-a655-48f2-bae3-2ff3e0b97742" providerId="ADAL" clId="{A39D618B-3493-4B83-8CDB-AACD08208EDE}" dt="2025-07-31T08:03:04.647" v="4457" actId="164"/>
          <ac:spMkLst>
            <pc:docMk/>
            <pc:sldMk cId="828244721" sldId="261"/>
            <ac:spMk id="34" creationId="{4EFA3BD8-2930-AD80-BB9D-E79BBA229E7C}"/>
          </ac:spMkLst>
        </pc:spChg>
        <pc:spChg chg="mod topLvl">
          <ac:chgData name="mathspt" userId="0238e0ea-a655-48f2-bae3-2ff3e0b97742" providerId="ADAL" clId="{A39D618B-3493-4B83-8CDB-AACD08208EDE}" dt="2025-07-31T09:35:43.955" v="8675"/>
          <ac:spMkLst>
            <pc:docMk/>
            <pc:sldMk cId="828244721" sldId="261"/>
            <ac:spMk id="35" creationId="{41BBFBCC-26D9-6640-B81F-964ADF987109}"/>
          </ac:spMkLst>
        </pc:spChg>
        <pc:spChg chg="mod">
          <ac:chgData name="mathspt" userId="0238e0ea-a655-48f2-bae3-2ff3e0b97742" providerId="ADAL" clId="{A39D618B-3493-4B83-8CDB-AACD08208EDE}" dt="2025-07-31T08:03:38.715" v="4464" actId="164"/>
          <ac:spMkLst>
            <pc:docMk/>
            <pc:sldMk cId="828244721" sldId="261"/>
            <ac:spMk id="36" creationId="{D2601F95-1723-1FB1-B222-76EFD8EFEA29}"/>
          </ac:spMkLst>
        </pc:spChg>
        <pc:spChg chg="mod topLvl">
          <ac:chgData name="mathspt" userId="0238e0ea-a655-48f2-bae3-2ff3e0b97742" providerId="ADAL" clId="{A39D618B-3493-4B83-8CDB-AACD08208EDE}" dt="2025-07-31T09:35:57.232" v="8681"/>
          <ac:spMkLst>
            <pc:docMk/>
            <pc:sldMk cId="828244721" sldId="261"/>
            <ac:spMk id="37" creationId="{01236B14-7D69-B8F1-655A-9F392EE0E156}"/>
          </ac:spMkLst>
        </pc:spChg>
        <pc:spChg chg="mod">
          <ac:chgData name="mathspt" userId="0238e0ea-a655-48f2-bae3-2ff3e0b97742" providerId="ADAL" clId="{A39D618B-3493-4B83-8CDB-AACD08208EDE}" dt="2025-07-31T08:03:04.647" v="4457" actId="164"/>
          <ac:spMkLst>
            <pc:docMk/>
            <pc:sldMk cId="828244721" sldId="261"/>
            <ac:spMk id="38" creationId="{B21F7F00-38AC-C9D0-B310-F4018E0EE68A}"/>
          </ac:spMkLst>
        </pc:spChg>
        <pc:spChg chg="mod topLvl">
          <ac:chgData name="mathspt" userId="0238e0ea-a655-48f2-bae3-2ff3e0b97742" providerId="ADAL" clId="{A39D618B-3493-4B83-8CDB-AACD08208EDE}" dt="2025-07-31T09:36:18.220" v="8691"/>
          <ac:spMkLst>
            <pc:docMk/>
            <pc:sldMk cId="828244721" sldId="261"/>
            <ac:spMk id="39" creationId="{694AD998-C21C-644D-600D-54F44B80C1E1}"/>
          </ac:spMkLst>
        </pc:spChg>
        <pc:spChg chg="mod topLvl">
          <ac:chgData name="mathspt" userId="0238e0ea-a655-48f2-bae3-2ff3e0b97742" providerId="ADAL" clId="{A39D618B-3493-4B83-8CDB-AACD08208EDE}" dt="2025-07-31T08:03:04.647" v="4457" actId="164"/>
          <ac:spMkLst>
            <pc:docMk/>
            <pc:sldMk cId="828244721" sldId="261"/>
            <ac:spMk id="40" creationId="{CD25047F-3E25-A088-AC04-9806808FF7AA}"/>
          </ac:spMkLst>
        </pc:spChg>
        <pc:spChg chg="mod topLvl">
          <ac:chgData name="mathspt" userId="0238e0ea-a655-48f2-bae3-2ff3e0b97742" providerId="ADAL" clId="{A39D618B-3493-4B83-8CDB-AACD08208EDE}" dt="2025-07-31T09:36:22.716" v="8695"/>
          <ac:spMkLst>
            <pc:docMk/>
            <pc:sldMk cId="828244721" sldId="261"/>
            <ac:spMk id="42" creationId="{2D70F3C2-3CB4-BAF3-08C1-E00BD10567BD}"/>
          </ac:spMkLst>
        </pc:spChg>
        <pc:spChg chg="mod topLvl">
          <ac:chgData name="mathspt" userId="0238e0ea-a655-48f2-bae3-2ff3e0b97742" providerId="ADAL" clId="{A39D618B-3493-4B83-8CDB-AACD08208EDE}" dt="2025-07-31T08:05:18.129" v="4500" actId="164"/>
          <ac:spMkLst>
            <pc:docMk/>
            <pc:sldMk cId="828244721" sldId="261"/>
            <ac:spMk id="43" creationId="{F7C741B2-3160-B4A1-F872-DC8362F7FF91}"/>
          </ac:spMkLst>
        </pc:spChg>
        <pc:spChg chg="mod">
          <ac:chgData name="mathspt" userId="0238e0ea-a655-48f2-bae3-2ff3e0b97742" providerId="ADAL" clId="{A39D618B-3493-4B83-8CDB-AACD08208EDE}" dt="2025-07-31T08:05:18.129" v="4500" actId="164"/>
          <ac:spMkLst>
            <pc:docMk/>
            <pc:sldMk cId="828244721" sldId="261"/>
            <ac:spMk id="44" creationId="{ED27EC20-A99C-7112-7CD6-7EC533F06BA6}"/>
          </ac:spMkLst>
        </pc:spChg>
        <pc:spChg chg="mod topLvl">
          <ac:chgData name="mathspt" userId="0238e0ea-a655-48f2-bae3-2ff3e0b97742" providerId="ADAL" clId="{A39D618B-3493-4B83-8CDB-AACD08208EDE}" dt="2025-07-31T08:05:18.129" v="4500" actId="164"/>
          <ac:spMkLst>
            <pc:docMk/>
            <pc:sldMk cId="828244721" sldId="261"/>
            <ac:spMk id="45" creationId="{22D0AA81-2CA4-B3AE-1A49-C4B5E5AE13F0}"/>
          </ac:spMkLst>
        </pc:spChg>
        <pc:spChg chg="mod topLvl">
          <ac:chgData name="mathspt" userId="0238e0ea-a655-48f2-bae3-2ff3e0b97742" providerId="ADAL" clId="{A39D618B-3493-4B83-8CDB-AACD08208EDE}" dt="2025-07-31T09:54:45.290" v="8979"/>
          <ac:spMkLst>
            <pc:docMk/>
            <pc:sldMk cId="828244721" sldId="261"/>
            <ac:spMk id="46" creationId="{796D3590-5FA9-A748-80D9-FF320F6B8D13}"/>
          </ac:spMkLst>
        </pc:spChg>
        <pc:spChg chg="mod">
          <ac:chgData name="mathspt" userId="0238e0ea-a655-48f2-bae3-2ff3e0b97742" providerId="ADAL" clId="{A39D618B-3493-4B83-8CDB-AACD08208EDE}" dt="2025-07-31T08:05:18.129" v="4500" actId="164"/>
          <ac:spMkLst>
            <pc:docMk/>
            <pc:sldMk cId="828244721" sldId="261"/>
            <ac:spMk id="47" creationId="{629D2AC6-5864-4F36-472A-F62E5A08DC0C}"/>
          </ac:spMkLst>
        </pc:spChg>
        <pc:spChg chg="mod topLvl">
          <ac:chgData name="mathspt" userId="0238e0ea-a655-48f2-bae3-2ff3e0b97742" providerId="ADAL" clId="{A39D618B-3493-4B83-8CDB-AACD08208EDE}" dt="2025-07-31T09:34:59.560" v="8667" actId="20577"/>
          <ac:spMkLst>
            <pc:docMk/>
            <pc:sldMk cId="828244721" sldId="261"/>
            <ac:spMk id="48" creationId="{66170AF7-9900-501A-6FAA-9A150D449615}"/>
          </ac:spMkLst>
        </pc:spChg>
        <pc:spChg chg="mod topLvl">
          <ac:chgData name="mathspt" userId="0238e0ea-a655-48f2-bae3-2ff3e0b97742" providerId="ADAL" clId="{A39D618B-3493-4B83-8CDB-AACD08208EDE}" dt="2025-07-31T08:05:18.129" v="4500" actId="164"/>
          <ac:spMkLst>
            <pc:docMk/>
            <pc:sldMk cId="828244721" sldId="261"/>
            <ac:spMk id="49" creationId="{94A31738-AC36-3E10-A2EB-0697129908D6}"/>
          </ac:spMkLst>
        </pc:spChg>
        <pc:spChg chg="mod topLvl">
          <ac:chgData name="mathspt" userId="0238e0ea-a655-48f2-bae3-2ff3e0b97742" providerId="ADAL" clId="{A39D618B-3493-4B83-8CDB-AACD08208EDE}" dt="2025-07-31T09:36:22.716" v="8695"/>
          <ac:spMkLst>
            <pc:docMk/>
            <pc:sldMk cId="828244721" sldId="261"/>
            <ac:spMk id="50" creationId="{38F5BE85-80CF-EC66-DEC9-A541B84920EF}"/>
          </ac:spMkLst>
        </pc:spChg>
        <pc:spChg chg="mod topLvl">
          <ac:chgData name="mathspt" userId="0238e0ea-a655-48f2-bae3-2ff3e0b97742" providerId="ADAL" clId="{A39D618B-3493-4B83-8CDB-AACD08208EDE}" dt="2025-07-31T09:35:36.575" v="8673" actId="20577"/>
          <ac:spMkLst>
            <pc:docMk/>
            <pc:sldMk cId="828244721" sldId="261"/>
            <ac:spMk id="51" creationId="{79E3C127-6337-2829-6535-F6B0A5D5893A}"/>
          </ac:spMkLst>
        </pc:spChg>
        <pc:spChg chg="mod topLvl">
          <ac:chgData name="mathspt" userId="0238e0ea-a655-48f2-bae3-2ff3e0b97742" providerId="ADAL" clId="{A39D618B-3493-4B83-8CDB-AACD08208EDE}" dt="2025-07-31T08:05:18.129" v="4500" actId="164"/>
          <ac:spMkLst>
            <pc:docMk/>
            <pc:sldMk cId="828244721" sldId="261"/>
            <ac:spMk id="52" creationId="{3587ACBC-A85C-F658-6BFF-72D3823FED72}"/>
          </ac:spMkLst>
        </pc:spChg>
        <pc:spChg chg="mod topLvl">
          <ac:chgData name="mathspt" userId="0238e0ea-a655-48f2-bae3-2ff3e0b97742" providerId="ADAL" clId="{A39D618B-3493-4B83-8CDB-AACD08208EDE}" dt="2025-07-31T09:36:22.716" v="8695"/>
          <ac:spMkLst>
            <pc:docMk/>
            <pc:sldMk cId="828244721" sldId="261"/>
            <ac:spMk id="53" creationId="{EF03F37E-2B87-D8D6-5793-66743562C8B3}"/>
          </ac:spMkLst>
        </pc:spChg>
        <pc:spChg chg="mod">
          <ac:chgData name="mathspt" userId="0238e0ea-a655-48f2-bae3-2ff3e0b97742" providerId="ADAL" clId="{A39D618B-3493-4B83-8CDB-AACD08208EDE}" dt="2025-07-31T09:36:22.716" v="8695"/>
          <ac:spMkLst>
            <pc:docMk/>
            <pc:sldMk cId="828244721" sldId="261"/>
            <ac:spMk id="54" creationId="{ABB92295-D619-4385-C270-18B9123CC4FF}"/>
          </ac:spMkLst>
        </pc:spChg>
        <pc:spChg chg="mod">
          <ac:chgData name="mathspt" userId="0238e0ea-a655-48f2-bae3-2ff3e0b97742" providerId="ADAL" clId="{A39D618B-3493-4B83-8CDB-AACD08208EDE}" dt="2025-07-31T09:36:24.104" v="8697"/>
          <ac:spMkLst>
            <pc:docMk/>
            <pc:sldMk cId="828244721" sldId="261"/>
            <ac:spMk id="55" creationId="{411E498F-189E-4610-874D-82287B06B596}"/>
          </ac:spMkLst>
        </pc:spChg>
        <pc:spChg chg="mod">
          <ac:chgData name="mathspt" userId="0238e0ea-a655-48f2-bae3-2ff3e0b97742" providerId="ADAL" clId="{A39D618B-3493-4B83-8CDB-AACD08208EDE}" dt="2025-07-31T09:36:22.716" v="8695"/>
          <ac:spMkLst>
            <pc:docMk/>
            <pc:sldMk cId="828244721" sldId="261"/>
            <ac:spMk id="56" creationId="{A4FDCFAD-DB61-D47A-EAB8-BFBB12266D18}"/>
          </ac:spMkLst>
        </pc:spChg>
        <pc:spChg chg="mod topLvl">
          <ac:chgData name="mathspt" userId="0238e0ea-a655-48f2-bae3-2ff3e0b97742" providerId="ADAL" clId="{A39D618B-3493-4B83-8CDB-AACD08208EDE}" dt="2025-07-31T08:04:29.881" v="4474" actId="164"/>
          <ac:spMkLst>
            <pc:docMk/>
            <pc:sldMk cId="828244721" sldId="261"/>
            <ac:spMk id="58" creationId="{DD57868B-F9C5-DA9A-F9EE-D49B1613F4D1}"/>
          </ac:spMkLst>
        </pc:spChg>
        <pc:spChg chg="mod topLvl">
          <ac:chgData name="mathspt" userId="0238e0ea-a655-48f2-bae3-2ff3e0b97742" providerId="ADAL" clId="{A39D618B-3493-4B83-8CDB-AACD08208EDE}" dt="2025-07-31T08:04:55.066" v="4497" actId="164"/>
          <ac:spMkLst>
            <pc:docMk/>
            <pc:sldMk cId="828244721" sldId="261"/>
            <ac:spMk id="59" creationId="{C3D2139E-E9AC-0015-600E-17EBBCB22761}"/>
          </ac:spMkLst>
        </pc:spChg>
        <pc:spChg chg="mod">
          <ac:chgData name="mathspt" userId="0238e0ea-a655-48f2-bae3-2ff3e0b97742" providerId="ADAL" clId="{A39D618B-3493-4B83-8CDB-AACD08208EDE}" dt="2025-07-31T08:04:55.066" v="4497" actId="164"/>
          <ac:spMkLst>
            <pc:docMk/>
            <pc:sldMk cId="828244721" sldId="261"/>
            <ac:spMk id="60" creationId="{00D6A975-2D81-2135-D8AA-4454D4F5565F}"/>
          </ac:spMkLst>
        </pc:spChg>
        <pc:spChg chg="mod topLvl">
          <ac:chgData name="mathspt" userId="0238e0ea-a655-48f2-bae3-2ff3e0b97742" providerId="ADAL" clId="{A39D618B-3493-4B83-8CDB-AACD08208EDE}" dt="2025-07-31T08:04:55.066" v="4497" actId="164"/>
          <ac:spMkLst>
            <pc:docMk/>
            <pc:sldMk cId="828244721" sldId="261"/>
            <ac:spMk id="61" creationId="{F5CEA1F5-F294-6526-F1D9-6BAE142ACF3C}"/>
          </ac:spMkLst>
        </pc:spChg>
        <pc:spChg chg="mod topLvl">
          <ac:chgData name="mathspt" userId="0238e0ea-a655-48f2-bae3-2ff3e0b97742" providerId="ADAL" clId="{A39D618B-3493-4B83-8CDB-AACD08208EDE}" dt="2025-07-31T09:54:49.618" v="8980"/>
          <ac:spMkLst>
            <pc:docMk/>
            <pc:sldMk cId="828244721" sldId="261"/>
            <ac:spMk id="62" creationId="{12584C5E-43E9-9161-DD50-1CDB05C5F2B8}"/>
          </ac:spMkLst>
        </pc:spChg>
        <pc:spChg chg="mod topLvl">
          <ac:chgData name="mathspt" userId="0238e0ea-a655-48f2-bae3-2ff3e0b97742" providerId="ADAL" clId="{A39D618B-3493-4B83-8CDB-AACD08208EDE}" dt="2025-07-31T08:04:55.066" v="4497" actId="164"/>
          <ac:spMkLst>
            <pc:docMk/>
            <pc:sldMk cId="828244721" sldId="261"/>
            <ac:spMk id="63" creationId="{EAD1387B-4EE4-CDC6-30E9-20602CEC6238}"/>
          </ac:spMkLst>
        </pc:spChg>
        <pc:spChg chg="mod topLvl">
          <ac:chgData name="mathspt" userId="0238e0ea-a655-48f2-bae3-2ff3e0b97742" providerId="ADAL" clId="{A39D618B-3493-4B83-8CDB-AACD08208EDE}" dt="2025-07-31T09:35:08.151" v="8669" actId="20577"/>
          <ac:spMkLst>
            <pc:docMk/>
            <pc:sldMk cId="828244721" sldId="261"/>
            <ac:spMk id="64" creationId="{6D934FCD-6286-360A-7961-636E529CD0EF}"/>
          </ac:spMkLst>
        </pc:spChg>
        <pc:spChg chg="mod topLvl">
          <ac:chgData name="mathspt" userId="0238e0ea-a655-48f2-bae3-2ff3e0b97742" providerId="ADAL" clId="{A39D618B-3493-4B83-8CDB-AACD08208EDE}" dt="2025-07-31T08:04:55.066" v="4497" actId="164"/>
          <ac:spMkLst>
            <pc:docMk/>
            <pc:sldMk cId="828244721" sldId="261"/>
            <ac:spMk id="65" creationId="{A563979D-3B19-AEE8-D8BC-0F61AD029690}"/>
          </ac:spMkLst>
        </pc:spChg>
        <pc:spChg chg="mod">
          <ac:chgData name="mathspt" userId="0238e0ea-a655-48f2-bae3-2ff3e0b97742" providerId="ADAL" clId="{A39D618B-3493-4B83-8CDB-AACD08208EDE}" dt="2025-07-31T08:04:29.881" v="4474" actId="164"/>
          <ac:spMkLst>
            <pc:docMk/>
            <pc:sldMk cId="828244721" sldId="261"/>
            <ac:spMk id="66" creationId="{5E5975BC-2E65-99B6-202E-53B445A3BF52}"/>
          </ac:spMkLst>
        </pc:spChg>
        <pc:spChg chg="mod topLvl">
          <ac:chgData name="mathspt" userId="0238e0ea-a655-48f2-bae3-2ff3e0b97742" providerId="ADAL" clId="{A39D618B-3493-4B83-8CDB-AACD08208EDE}" dt="2025-07-31T09:35:28.740" v="8671" actId="20577"/>
          <ac:spMkLst>
            <pc:docMk/>
            <pc:sldMk cId="828244721" sldId="261"/>
            <ac:spMk id="67" creationId="{6AB33B90-C48A-72B4-E87A-5FD445B6C48B}"/>
          </ac:spMkLst>
        </pc:spChg>
        <pc:spChg chg="mod">
          <ac:chgData name="mathspt" userId="0238e0ea-a655-48f2-bae3-2ff3e0b97742" providerId="ADAL" clId="{A39D618B-3493-4B83-8CDB-AACD08208EDE}" dt="2025-07-31T08:04:55.066" v="4497" actId="164"/>
          <ac:spMkLst>
            <pc:docMk/>
            <pc:sldMk cId="828244721" sldId="261"/>
            <ac:spMk id="68" creationId="{0A06DB9C-7415-7E52-EC43-332998726773}"/>
          </ac:spMkLst>
        </pc:spChg>
        <pc:spChg chg="mod">
          <ac:chgData name="mathspt" userId="0238e0ea-a655-48f2-bae3-2ff3e0b97742" providerId="ADAL" clId="{A39D618B-3493-4B83-8CDB-AACD08208EDE}" dt="2025-07-31T09:36:08.635" v="8685"/>
          <ac:spMkLst>
            <pc:docMk/>
            <pc:sldMk cId="828244721" sldId="261"/>
            <ac:spMk id="69" creationId="{5D31E21C-1D05-5861-7D87-7568964FF0A0}"/>
          </ac:spMkLst>
        </pc:spChg>
        <pc:spChg chg="mod topLvl">
          <ac:chgData name="mathspt" userId="0238e0ea-a655-48f2-bae3-2ff3e0b97742" providerId="ADAL" clId="{A39D618B-3493-4B83-8CDB-AACD08208EDE}" dt="2025-07-31T08:04:29.881" v="4474" actId="164"/>
          <ac:spMkLst>
            <pc:docMk/>
            <pc:sldMk cId="828244721" sldId="261"/>
            <ac:spMk id="70" creationId="{8E53B588-3204-D02F-40F6-583A905473D3}"/>
          </ac:spMkLst>
        </pc:spChg>
        <pc:spChg chg="mod topLvl">
          <ac:chgData name="mathspt" userId="0238e0ea-a655-48f2-bae3-2ff3e0b97742" providerId="ADAL" clId="{A39D618B-3493-4B83-8CDB-AACD08208EDE}" dt="2025-07-31T09:36:11.765" v="8687"/>
          <ac:spMkLst>
            <pc:docMk/>
            <pc:sldMk cId="828244721" sldId="261"/>
            <ac:spMk id="71" creationId="{CB013D41-0EAD-616E-E731-6C15CCE6DF6D}"/>
          </ac:spMkLst>
        </pc:spChg>
        <pc:spChg chg="mod">
          <ac:chgData name="mathspt" userId="0238e0ea-a655-48f2-bae3-2ff3e0b97742" providerId="ADAL" clId="{A39D618B-3493-4B83-8CDB-AACD08208EDE}" dt="2025-07-31T08:04:29.881" v="4474" actId="164"/>
          <ac:spMkLst>
            <pc:docMk/>
            <pc:sldMk cId="828244721" sldId="261"/>
            <ac:spMk id="72" creationId="{E49F5966-DE2B-1BAE-16FB-DFD7098C2BC5}"/>
          </ac:spMkLst>
        </pc:spChg>
        <pc:grpChg chg="add mod">
          <ac:chgData name="mathspt" userId="0238e0ea-a655-48f2-bae3-2ff3e0b97742" providerId="ADAL" clId="{A39D618B-3493-4B83-8CDB-AACD08208EDE}" dt="2025-07-31T08:01:44.287" v="4421" actId="164"/>
          <ac:grpSpMkLst>
            <pc:docMk/>
            <pc:sldMk cId="828244721" sldId="261"/>
            <ac:grpSpMk id="4" creationId="{DD23D15F-F80A-4214-F0F2-0018E7F7776C}"/>
          </ac:grpSpMkLst>
        </pc:grpChg>
        <pc:grpChg chg="add mod">
          <ac:chgData name="mathspt" userId="0238e0ea-a655-48f2-bae3-2ff3e0b97742" providerId="ADAL" clId="{A39D618B-3493-4B83-8CDB-AACD08208EDE}" dt="2025-07-31T08:03:22.654" v="4462" actId="1076"/>
          <ac:grpSpMkLst>
            <pc:docMk/>
            <pc:sldMk cId="828244721" sldId="261"/>
            <ac:grpSpMk id="5" creationId="{13EB86A2-55A8-506B-0614-5FE44346ED83}"/>
          </ac:grpSpMkLst>
        </pc:grpChg>
        <pc:grpChg chg="add mod">
          <ac:chgData name="mathspt" userId="0238e0ea-a655-48f2-bae3-2ff3e0b97742" providerId="ADAL" clId="{A39D618B-3493-4B83-8CDB-AACD08208EDE}" dt="2025-07-31T09:54:38.481" v="8977"/>
          <ac:grpSpMkLst>
            <pc:docMk/>
            <pc:sldMk cId="828244721" sldId="261"/>
            <ac:grpSpMk id="6" creationId="{25BAF537-A8E9-D2EE-4A44-1B5B5DABF368}"/>
          </ac:grpSpMkLst>
        </pc:grpChg>
        <pc:grpChg chg="add mod">
          <ac:chgData name="mathspt" userId="0238e0ea-a655-48f2-bae3-2ff3e0b97742" providerId="ADAL" clId="{A39D618B-3493-4B83-8CDB-AACD08208EDE}" dt="2025-07-31T08:05:32.526" v="4503" actId="1076"/>
          <ac:grpSpMkLst>
            <pc:docMk/>
            <pc:sldMk cId="828244721" sldId="261"/>
            <ac:grpSpMk id="7" creationId="{6BAFDB24-4CDE-17DD-4EA0-A5EBCB01CCCE}"/>
          </ac:grpSpMkLst>
        </pc:grpChg>
        <pc:grpChg chg="add mod">
          <ac:chgData name="mathspt" userId="0238e0ea-a655-48f2-bae3-2ff3e0b97742" providerId="ADAL" clId="{A39D618B-3493-4B83-8CDB-AACD08208EDE}" dt="2025-07-31T08:03:45.816" v="4466" actId="164"/>
          <ac:grpSpMkLst>
            <pc:docMk/>
            <pc:sldMk cId="828244721" sldId="261"/>
            <ac:grpSpMk id="73" creationId="{F30339B8-F6F2-9330-84A3-246B1BA02CA2}"/>
          </ac:grpSpMkLst>
        </pc:grpChg>
        <pc:grpChg chg="add mod">
          <ac:chgData name="mathspt" userId="0238e0ea-a655-48f2-bae3-2ff3e0b97742" providerId="ADAL" clId="{A39D618B-3493-4B83-8CDB-AACD08208EDE}" dt="2025-07-31T08:03:55.972" v="4470" actId="1076"/>
          <ac:grpSpMkLst>
            <pc:docMk/>
            <pc:sldMk cId="828244721" sldId="261"/>
            <ac:grpSpMk id="74" creationId="{986E8747-26FB-2FA3-7E28-BAE554B784C7}"/>
          </ac:grpSpMkLst>
        </pc:grpChg>
        <pc:grpChg chg="add mod">
          <ac:chgData name="mathspt" userId="0238e0ea-a655-48f2-bae3-2ff3e0b97742" providerId="ADAL" clId="{A39D618B-3493-4B83-8CDB-AACD08208EDE}" dt="2025-07-31T08:04:36.022" v="4476" actId="164"/>
          <ac:grpSpMkLst>
            <pc:docMk/>
            <pc:sldMk cId="828244721" sldId="261"/>
            <ac:grpSpMk id="75" creationId="{AC3D9D25-421D-4FB9-DE52-51DDCB9DE581}"/>
          </ac:grpSpMkLst>
        </pc:grpChg>
        <pc:grpChg chg="add mod">
          <ac:chgData name="mathspt" userId="0238e0ea-a655-48f2-bae3-2ff3e0b97742" providerId="ADAL" clId="{A39D618B-3493-4B83-8CDB-AACD08208EDE}" dt="2025-07-31T08:05:44.428" v="4505" actId="1076"/>
          <ac:grpSpMkLst>
            <pc:docMk/>
            <pc:sldMk cId="828244721" sldId="261"/>
            <ac:grpSpMk id="76" creationId="{D8BCB7C4-FA3B-0604-0A1A-1866C6EEEE90}"/>
          </ac:grpSpMkLst>
        </pc:grpChg>
        <pc:grpChg chg="add mod">
          <ac:chgData name="mathspt" userId="0238e0ea-a655-48f2-bae3-2ff3e0b97742" providerId="ADAL" clId="{A39D618B-3493-4B83-8CDB-AACD08208EDE}" dt="2025-07-31T08:05:37.229" v="4504" actId="1076"/>
          <ac:grpSpMkLst>
            <pc:docMk/>
            <pc:sldMk cId="828244721" sldId="261"/>
            <ac:grpSpMk id="77" creationId="{6BAE1E8C-29F0-1C51-AE25-8B7D2209A939}"/>
          </ac:grpSpMkLst>
        </pc:grpChg>
        <pc:grpChg chg="add mod">
          <ac:chgData name="mathspt" userId="0238e0ea-a655-48f2-bae3-2ff3e0b97742" providerId="ADAL" clId="{A39D618B-3493-4B83-8CDB-AACD08208EDE}" dt="2025-07-31T09:36:22.716" v="8695"/>
          <ac:grpSpMkLst>
            <pc:docMk/>
            <pc:sldMk cId="828244721" sldId="261"/>
            <ac:grpSpMk id="78" creationId="{E89E5CE1-B4AD-F3D6-DAA2-19A02156E395}"/>
          </ac:grpSpMkLst>
        </pc:grpChg>
        <pc:grpChg chg="add mod">
          <ac:chgData name="mathspt" userId="0238e0ea-a655-48f2-bae3-2ff3e0b97742" providerId="ADAL" clId="{A39D618B-3493-4B83-8CDB-AACD08208EDE}" dt="2025-07-31T08:05:21.418" v="4501" actId="1076"/>
          <ac:grpSpMkLst>
            <pc:docMk/>
            <pc:sldMk cId="828244721" sldId="261"/>
            <ac:grpSpMk id="79" creationId="{28054384-89B2-F754-4D5F-0FF03D3BF483}"/>
          </ac:grpSpMkLst>
        </pc:grpChg>
        <pc:inkChg chg="add mod">
          <ac:chgData name="mathspt" userId="0238e0ea-a655-48f2-bae3-2ff3e0b97742" providerId="ADAL" clId="{A39D618B-3493-4B83-8CDB-AACD08208EDE}" dt="2025-07-31T07:52:06.998" v="4209" actId="1036"/>
          <ac:inkMkLst>
            <pc:docMk/>
            <pc:sldMk cId="828244721" sldId="261"/>
            <ac:inkMk id="2" creationId="{205E3684-A956-06E4-39E9-DDBB2E563CBC}"/>
          </ac:inkMkLst>
        </pc:inkChg>
      </pc:sldChg>
      <pc:sldChg chg="addSp delSp modSp mod modAnim">
        <pc:chgData name="mathspt" userId="0238e0ea-a655-48f2-bae3-2ff3e0b97742" providerId="ADAL" clId="{A39D618B-3493-4B83-8CDB-AACD08208EDE}" dt="2025-07-31T09:34:16.402" v="8659" actId="1037"/>
        <pc:sldMkLst>
          <pc:docMk/>
          <pc:sldMk cId="3122320298" sldId="262"/>
        </pc:sldMkLst>
        <pc:spChg chg="mod">
          <ac:chgData name="mathspt" userId="0238e0ea-a655-48f2-bae3-2ff3e0b97742" providerId="ADAL" clId="{A39D618B-3493-4B83-8CDB-AACD08208EDE}" dt="2025-07-31T07:49:39.312" v="4051" actId="164"/>
          <ac:spMkLst>
            <pc:docMk/>
            <pc:sldMk cId="3122320298" sldId="262"/>
            <ac:spMk id="11" creationId="{F202603C-5A02-A0F5-EA0E-862E6D31A67C}"/>
          </ac:spMkLst>
        </pc:spChg>
        <pc:spChg chg="mod topLvl">
          <ac:chgData name="mathspt" userId="0238e0ea-a655-48f2-bae3-2ff3e0b97742" providerId="ADAL" clId="{A39D618B-3493-4B83-8CDB-AACD08208EDE}" dt="2025-07-31T07:49:53.306" v="4053" actId="164"/>
          <ac:spMkLst>
            <pc:docMk/>
            <pc:sldMk cId="3122320298" sldId="262"/>
            <ac:spMk id="12" creationId="{3AF12627-8372-A876-9D78-E7A8840B6736}"/>
          </ac:spMkLst>
        </pc:spChg>
        <pc:spChg chg="mod topLvl">
          <ac:chgData name="mathspt" userId="0238e0ea-a655-48f2-bae3-2ff3e0b97742" providerId="ADAL" clId="{A39D618B-3493-4B83-8CDB-AACD08208EDE}" dt="2025-07-31T07:49:53.306" v="4053" actId="164"/>
          <ac:spMkLst>
            <pc:docMk/>
            <pc:sldMk cId="3122320298" sldId="262"/>
            <ac:spMk id="13" creationId="{EDC19E57-2051-92D6-710F-42AD10CA89A8}"/>
          </ac:spMkLst>
        </pc:spChg>
        <pc:spChg chg="mod topLvl">
          <ac:chgData name="mathspt" userId="0238e0ea-a655-48f2-bae3-2ff3e0b97742" providerId="ADAL" clId="{A39D618B-3493-4B83-8CDB-AACD08208EDE}" dt="2025-07-31T07:49:53.306" v="4053" actId="164"/>
          <ac:spMkLst>
            <pc:docMk/>
            <pc:sldMk cId="3122320298" sldId="262"/>
            <ac:spMk id="14" creationId="{24AB36FF-58BD-D271-D41C-2344408E89A0}"/>
          </ac:spMkLst>
        </pc:spChg>
        <pc:spChg chg="mod topLvl">
          <ac:chgData name="mathspt" userId="0238e0ea-a655-48f2-bae3-2ff3e0b97742" providerId="ADAL" clId="{A39D618B-3493-4B83-8CDB-AACD08208EDE}" dt="2025-07-31T07:49:53.306" v="4053" actId="164"/>
          <ac:spMkLst>
            <pc:docMk/>
            <pc:sldMk cId="3122320298" sldId="262"/>
            <ac:spMk id="15" creationId="{253A2ADE-951C-89DE-BE5A-E15CBCB21C21}"/>
          </ac:spMkLst>
        </pc:spChg>
        <pc:spChg chg="mod topLvl">
          <ac:chgData name="mathspt" userId="0238e0ea-a655-48f2-bae3-2ff3e0b97742" providerId="ADAL" clId="{A39D618B-3493-4B83-8CDB-AACD08208EDE}" dt="2025-07-31T07:50:10.831" v="4084" actId="1038"/>
          <ac:spMkLst>
            <pc:docMk/>
            <pc:sldMk cId="3122320298" sldId="262"/>
            <ac:spMk id="16" creationId="{DDE23342-927D-63FE-9897-FB1CC38B9A5F}"/>
          </ac:spMkLst>
        </pc:spChg>
        <pc:spChg chg="mod topLvl">
          <ac:chgData name="mathspt" userId="0238e0ea-a655-48f2-bae3-2ff3e0b97742" providerId="ADAL" clId="{A39D618B-3493-4B83-8CDB-AACD08208EDE}" dt="2025-07-31T09:34:16.402" v="8659" actId="1037"/>
          <ac:spMkLst>
            <pc:docMk/>
            <pc:sldMk cId="3122320298" sldId="262"/>
            <ac:spMk id="17" creationId="{52361BEC-E9B9-53AC-0933-F6B823740933}"/>
          </ac:spMkLst>
        </pc:spChg>
        <pc:spChg chg="mod">
          <ac:chgData name="mathspt" userId="0238e0ea-a655-48f2-bae3-2ff3e0b97742" providerId="ADAL" clId="{A39D618B-3493-4B83-8CDB-AACD08208EDE}" dt="2025-07-31T07:49:53.306" v="4053" actId="164"/>
          <ac:spMkLst>
            <pc:docMk/>
            <pc:sldMk cId="3122320298" sldId="262"/>
            <ac:spMk id="18" creationId="{F1F80250-4058-1658-57F4-3D5F17514D07}"/>
          </ac:spMkLst>
        </pc:spChg>
        <pc:spChg chg="mod">
          <ac:chgData name="mathspt" userId="0238e0ea-a655-48f2-bae3-2ff3e0b97742" providerId="ADAL" clId="{A39D618B-3493-4B83-8CDB-AACD08208EDE}" dt="2025-07-31T07:49:39.312" v="4051" actId="164"/>
          <ac:spMkLst>
            <pc:docMk/>
            <pc:sldMk cId="3122320298" sldId="262"/>
            <ac:spMk id="19" creationId="{FB4ED340-6FC2-A8CD-50E9-89EDFB99101C}"/>
          </ac:spMkLst>
        </pc:spChg>
        <pc:spChg chg="mod">
          <ac:chgData name="mathspt" userId="0238e0ea-a655-48f2-bae3-2ff3e0b97742" providerId="ADAL" clId="{A39D618B-3493-4B83-8CDB-AACD08208EDE}" dt="2025-07-31T07:49:53.306" v="4053" actId="164"/>
          <ac:spMkLst>
            <pc:docMk/>
            <pc:sldMk cId="3122320298" sldId="262"/>
            <ac:spMk id="20" creationId="{36C7DF93-8EE2-C2AA-5FD5-8550BC063157}"/>
          </ac:spMkLst>
        </pc:spChg>
        <pc:spChg chg="mod topLvl">
          <ac:chgData name="mathspt" userId="0238e0ea-a655-48f2-bae3-2ff3e0b97742" providerId="ADAL" clId="{A39D618B-3493-4B83-8CDB-AACD08208EDE}" dt="2025-07-31T07:50:13.859" v="4086" actId="1076"/>
          <ac:spMkLst>
            <pc:docMk/>
            <pc:sldMk cId="3122320298" sldId="262"/>
            <ac:spMk id="21" creationId="{510BBF37-6300-C2F8-DF04-26D1DF45573D}"/>
          </ac:spMkLst>
        </pc:spChg>
        <pc:spChg chg="mod">
          <ac:chgData name="mathspt" userId="0238e0ea-a655-48f2-bae3-2ff3e0b97742" providerId="ADAL" clId="{A39D618B-3493-4B83-8CDB-AACD08208EDE}" dt="2025-07-31T07:49:39.312" v="4051" actId="164"/>
          <ac:spMkLst>
            <pc:docMk/>
            <pc:sldMk cId="3122320298" sldId="262"/>
            <ac:spMk id="22" creationId="{C41A2087-8748-B799-B9FA-4D05FA083E2D}"/>
          </ac:spMkLst>
        </pc:spChg>
        <pc:spChg chg="mod topLvl">
          <ac:chgData name="mathspt" userId="0238e0ea-a655-48f2-bae3-2ff3e0b97742" providerId="ADAL" clId="{A39D618B-3493-4B83-8CDB-AACD08208EDE}" dt="2025-07-31T07:49:39.312" v="4051" actId="164"/>
          <ac:spMkLst>
            <pc:docMk/>
            <pc:sldMk cId="3122320298" sldId="262"/>
            <ac:spMk id="23" creationId="{64F8423D-CD87-5A35-6EAF-C93AEF97907E}"/>
          </ac:spMkLst>
        </pc:spChg>
        <pc:spChg chg="mod topLvl">
          <ac:chgData name="mathspt" userId="0238e0ea-a655-48f2-bae3-2ff3e0b97742" providerId="ADAL" clId="{A39D618B-3493-4B83-8CDB-AACD08208EDE}" dt="2025-07-31T09:32:26.642" v="8610" actId="1037"/>
          <ac:spMkLst>
            <pc:docMk/>
            <pc:sldMk cId="3122320298" sldId="262"/>
            <ac:spMk id="24" creationId="{A1E8A051-F232-35C2-B777-7EE8F3DDD884}"/>
          </ac:spMkLst>
        </pc:spChg>
        <pc:spChg chg="mod topLvl">
          <ac:chgData name="mathspt" userId="0238e0ea-a655-48f2-bae3-2ff3e0b97742" providerId="ADAL" clId="{A39D618B-3493-4B83-8CDB-AACD08208EDE}" dt="2025-07-31T07:49:39.312" v="4051" actId="164"/>
          <ac:spMkLst>
            <pc:docMk/>
            <pc:sldMk cId="3122320298" sldId="262"/>
            <ac:spMk id="25" creationId="{92A5D2B6-E01D-2C21-4248-5A03951B64A0}"/>
          </ac:spMkLst>
        </pc:spChg>
        <pc:spChg chg="mod topLvl">
          <ac:chgData name="mathspt" userId="0238e0ea-a655-48f2-bae3-2ff3e0b97742" providerId="ADAL" clId="{A39D618B-3493-4B83-8CDB-AACD08208EDE}" dt="2025-07-31T07:49:10.630" v="4046" actId="164"/>
          <ac:spMkLst>
            <pc:docMk/>
            <pc:sldMk cId="3122320298" sldId="262"/>
            <ac:spMk id="27" creationId="{A0DA16D7-D295-7879-AF72-1F4A035F8E7F}"/>
          </ac:spMkLst>
        </pc:spChg>
        <pc:spChg chg="mod">
          <ac:chgData name="mathspt" userId="0238e0ea-a655-48f2-bae3-2ff3e0b97742" providerId="ADAL" clId="{A39D618B-3493-4B83-8CDB-AACD08208EDE}" dt="2025-07-31T07:49:23.735" v="4048" actId="164"/>
          <ac:spMkLst>
            <pc:docMk/>
            <pc:sldMk cId="3122320298" sldId="262"/>
            <ac:spMk id="28" creationId="{7C947782-15B3-B578-CBAE-61923DAF8984}"/>
          </ac:spMkLst>
        </pc:spChg>
        <pc:spChg chg="mod">
          <ac:chgData name="mathspt" userId="0238e0ea-a655-48f2-bae3-2ff3e0b97742" providerId="ADAL" clId="{A39D618B-3493-4B83-8CDB-AACD08208EDE}" dt="2025-07-31T07:49:23.735" v="4048" actId="164"/>
          <ac:spMkLst>
            <pc:docMk/>
            <pc:sldMk cId="3122320298" sldId="262"/>
            <ac:spMk id="29" creationId="{C69E1FA6-66F3-17C1-D409-81EE685779E4}"/>
          </ac:spMkLst>
        </pc:spChg>
        <pc:spChg chg="mod topLvl">
          <ac:chgData name="mathspt" userId="0238e0ea-a655-48f2-bae3-2ff3e0b97742" providerId="ADAL" clId="{A39D618B-3493-4B83-8CDB-AACD08208EDE}" dt="2025-07-31T07:49:23.735" v="4048" actId="164"/>
          <ac:spMkLst>
            <pc:docMk/>
            <pc:sldMk cId="3122320298" sldId="262"/>
            <ac:spMk id="30" creationId="{C099295D-F8D4-9BEE-EEF1-E9FA104A1011}"/>
          </ac:spMkLst>
        </pc:spChg>
        <pc:spChg chg="mod topLvl">
          <ac:chgData name="mathspt" userId="0238e0ea-a655-48f2-bae3-2ff3e0b97742" providerId="ADAL" clId="{A39D618B-3493-4B83-8CDB-AACD08208EDE}" dt="2025-07-31T07:49:23.735" v="4048" actId="164"/>
          <ac:spMkLst>
            <pc:docMk/>
            <pc:sldMk cId="3122320298" sldId="262"/>
            <ac:spMk id="31" creationId="{38896D38-F37D-584F-F457-3ECCD5DEE4BD}"/>
          </ac:spMkLst>
        </pc:spChg>
        <pc:spChg chg="mod topLvl">
          <ac:chgData name="mathspt" userId="0238e0ea-a655-48f2-bae3-2ff3e0b97742" providerId="ADAL" clId="{A39D618B-3493-4B83-8CDB-AACD08208EDE}" dt="2025-07-31T07:49:23.735" v="4048" actId="164"/>
          <ac:spMkLst>
            <pc:docMk/>
            <pc:sldMk cId="3122320298" sldId="262"/>
            <ac:spMk id="32" creationId="{EF633CAC-4BB8-D1D1-B370-8CBB97B65182}"/>
          </ac:spMkLst>
        </pc:spChg>
        <pc:spChg chg="mod topLvl">
          <ac:chgData name="mathspt" userId="0238e0ea-a655-48f2-bae3-2ff3e0b97742" providerId="ADAL" clId="{A39D618B-3493-4B83-8CDB-AACD08208EDE}" dt="2025-07-31T09:33:23.543" v="8650" actId="1037"/>
          <ac:spMkLst>
            <pc:docMk/>
            <pc:sldMk cId="3122320298" sldId="262"/>
            <ac:spMk id="33" creationId="{3A999E48-9C54-0974-35E5-A0858CE73B29}"/>
          </ac:spMkLst>
        </pc:spChg>
        <pc:spChg chg="mod topLvl">
          <ac:chgData name="mathspt" userId="0238e0ea-a655-48f2-bae3-2ff3e0b97742" providerId="ADAL" clId="{A39D618B-3493-4B83-8CDB-AACD08208EDE}" dt="2025-07-31T07:49:23.735" v="4048" actId="164"/>
          <ac:spMkLst>
            <pc:docMk/>
            <pc:sldMk cId="3122320298" sldId="262"/>
            <ac:spMk id="34" creationId="{A92C9DC3-0C2A-3E17-2573-BC15EA40A006}"/>
          </ac:spMkLst>
        </pc:spChg>
        <pc:spChg chg="mod topLvl">
          <ac:chgData name="mathspt" userId="0238e0ea-a655-48f2-bae3-2ff3e0b97742" providerId="ADAL" clId="{A39D618B-3493-4B83-8CDB-AACD08208EDE}" dt="2025-07-31T07:49:10.630" v="4046" actId="164"/>
          <ac:spMkLst>
            <pc:docMk/>
            <pc:sldMk cId="3122320298" sldId="262"/>
            <ac:spMk id="35" creationId="{4C8C0793-8267-22E3-6D0C-A2CEE9EA3A2C}"/>
          </ac:spMkLst>
        </pc:spChg>
        <pc:spChg chg="mod topLvl">
          <ac:chgData name="mathspt" userId="0238e0ea-a655-48f2-bae3-2ff3e0b97742" providerId="ADAL" clId="{A39D618B-3493-4B83-8CDB-AACD08208EDE}" dt="2025-07-31T07:49:23.735" v="4048" actId="164"/>
          <ac:spMkLst>
            <pc:docMk/>
            <pc:sldMk cId="3122320298" sldId="262"/>
            <ac:spMk id="36" creationId="{3423CBCD-4D9D-1F96-A4AB-CA301DC9CD4A}"/>
          </ac:spMkLst>
        </pc:spChg>
        <pc:spChg chg="mod topLvl">
          <ac:chgData name="mathspt" userId="0238e0ea-a655-48f2-bae3-2ff3e0b97742" providerId="ADAL" clId="{A39D618B-3493-4B83-8CDB-AACD08208EDE}" dt="2025-07-31T07:49:23.735" v="4048" actId="164"/>
          <ac:spMkLst>
            <pc:docMk/>
            <pc:sldMk cId="3122320298" sldId="262"/>
            <ac:spMk id="37" creationId="{DFEAFAFD-BAE8-6CB7-E747-272A1E7DA728}"/>
          </ac:spMkLst>
        </pc:spChg>
        <pc:spChg chg="mod">
          <ac:chgData name="mathspt" userId="0238e0ea-a655-48f2-bae3-2ff3e0b97742" providerId="ADAL" clId="{A39D618B-3493-4B83-8CDB-AACD08208EDE}" dt="2025-07-31T07:49:10.630" v="4046" actId="164"/>
          <ac:spMkLst>
            <pc:docMk/>
            <pc:sldMk cId="3122320298" sldId="262"/>
            <ac:spMk id="38" creationId="{7AE6BD47-7C40-D9EF-C146-7419E7D757B0}"/>
          </ac:spMkLst>
        </pc:spChg>
        <pc:spChg chg="mod">
          <ac:chgData name="mathspt" userId="0238e0ea-a655-48f2-bae3-2ff3e0b97742" providerId="ADAL" clId="{A39D618B-3493-4B83-8CDB-AACD08208EDE}" dt="2025-07-31T07:49:10.630" v="4046" actId="164"/>
          <ac:spMkLst>
            <pc:docMk/>
            <pc:sldMk cId="3122320298" sldId="262"/>
            <ac:spMk id="39" creationId="{DD420CFB-7C01-1EE2-92FD-B53073BAE88C}"/>
          </ac:spMkLst>
        </pc:spChg>
        <pc:spChg chg="mod">
          <ac:chgData name="mathspt" userId="0238e0ea-a655-48f2-bae3-2ff3e0b97742" providerId="ADAL" clId="{A39D618B-3493-4B83-8CDB-AACD08208EDE}" dt="2025-07-31T09:32:11.976" v="8596" actId="2711"/>
          <ac:spMkLst>
            <pc:docMk/>
            <pc:sldMk cId="3122320298" sldId="262"/>
            <ac:spMk id="40" creationId="{71BC9677-4F44-29EB-D67E-7777D10F9287}"/>
          </ac:spMkLst>
        </pc:spChg>
        <pc:spChg chg="mod topLvl">
          <ac:chgData name="mathspt" userId="0238e0ea-a655-48f2-bae3-2ff3e0b97742" providerId="ADAL" clId="{A39D618B-3493-4B83-8CDB-AACD08208EDE}" dt="2025-07-31T07:49:10.630" v="4046" actId="164"/>
          <ac:spMkLst>
            <pc:docMk/>
            <pc:sldMk cId="3122320298" sldId="262"/>
            <ac:spMk id="41" creationId="{00ED31C1-8D14-AD81-440F-FE1ACC1C1AFE}"/>
          </ac:spMkLst>
        </pc:spChg>
        <pc:spChg chg="mod topLvl">
          <ac:chgData name="mathspt" userId="0238e0ea-a655-48f2-bae3-2ff3e0b97742" providerId="ADAL" clId="{A39D618B-3493-4B83-8CDB-AACD08208EDE}" dt="2025-07-31T07:50:39.719" v="4089" actId="164"/>
          <ac:spMkLst>
            <pc:docMk/>
            <pc:sldMk cId="3122320298" sldId="262"/>
            <ac:spMk id="43" creationId="{A4DA5ADA-EC59-D336-2AE5-5B1ED932AFEC}"/>
          </ac:spMkLst>
        </pc:spChg>
        <pc:spChg chg="mod">
          <ac:chgData name="mathspt" userId="0238e0ea-a655-48f2-bae3-2ff3e0b97742" providerId="ADAL" clId="{A39D618B-3493-4B83-8CDB-AACD08208EDE}" dt="2025-07-31T07:50:53.344" v="4092" actId="164"/>
          <ac:spMkLst>
            <pc:docMk/>
            <pc:sldMk cId="3122320298" sldId="262"/>
            <ac:spMk id="44" creationId="{68E1A5AA-47A1-CE1D-29DF-CDCD966B8567}"/>
          </ac:spMkLst>
        </pc:spChg>
        <pc:spChg chg="mod">
          <ac:chgData name="mathspt" userId="0238e0ea-a655-48f2-bae3-2ff3e0b97742" providerId="ADAL" clId="{A39D618B-3493-4B83-8CDB-AACD08208EDE}" dt="2025-07-31T07:50:53.344" v="4092" actId="164"/>
          <ac:spMkLst>
            <pc:docMk/>
            <pc:sldMk cId="3122320298" sldId="262"/>
            <ac:spMk id="45" creationId="{8E23579A-A425-1DCB-5DA5-01D0D1203226}"/>
          </ac:spMkLst>
        </pc:spChg>
        <pc:spChg chg="mod">
          <ac:chgData name="mathspt" userId="0238e0ea-a655-48f2-bae3-2ff3e0b97742" providerId="ADAL" clId="{A39D618B-3493-4B83-8CDB-AACD08208EDE}" dt="2025-07-31T07:50:53.344" v="4092" actId="164"/>
          <ac:spMkLst>
            <pc:docMk/>
            <pc:sldMk cId="3122320298" sldId="262"/>
            <ac:spMk id="46" creationId="{70A0EC4F-FC65-96A2-04CF-A7C3A6A3339E}"/>
          </ac:spMkLst>
        </pc:spChg>
        <pc:spChg chg="mod topLvl">
          <ac:chgData name="mathspt" userId="0238e0ea-a655-48f2-bae3-2ff3e0b97742" providerId="ADAL" clId="{A39D618B-3493-4B83-8CDB-AACD08208EDE}" dt="2025-07-31T07:50:53.344" v="4092" actId="164"/>
          <ac:spMkLst>
            <pc:docMk/>
            <pc:sldMk cId="3122320298" sldId="262"/>
            <ac:spMk id="47" creationId="{76FB2FF2-7130-5EAE-8DF2-ACA18F5C5B54}"/>
          </ac:spMkLst>
        </pc:spChg>
        <pc:spChg chg="mod">
          <ac:chgData name="mathspt" userId="0238e0ea-a655-48f2-bae3-2ff3e0b97742" providerId="ADAL" clId="{A39D618B-3493-4B83-8CDB-AACD08208EDE}" dt="2025-07-31T07:50:53.344" v="4092" actId="164"/>
          <ac:spMkLst>
            <pc:docMk/>
            <pc:sldMk cId="3122320298" sldId="262"/>
            <ac:spMk id="48" creationId="{D497578E-5CBA-7CCF-662B-CD124A2436AD}"/>
          </ac:spMkLst>
        </pc:spChg>
        <pc:spChg chg="mod topLvl">
          <ac:chgData name="mathspt" userId="0238e0ea-a655-48f2-bae3-2ff3e0b97742" providerId="ADAL" clId="{A39D618B-3493-4B83-8CDB-AACD08208EDE}" dt="2025-07-31T09:33:12.179" v="8640" actId="1037"/>
          <ac:spMkLst>
            <pc:docMk/>
            <pc:sldMk cId="3122320298" sldId="262"/>
            <ac:spMk id="49" creationId="{C7567E69-420C-00D5-D760-A19F12FDD27C}"/>
          </ac:spMkLst>
        </pc:spChg>
        <pc:spChg chg="mod topLvl">
          <ac:chgData name="mathspt" userId="0238e0ea-a655-48f2-bae3-2ff3e0b97742" providerId="ADAL" clId="{A39D618B-3493-4B83-8CDB-AACD08208EDE}" dt="2025-07-31T09:32:59.804" v="8632" actId="1076"/>
          <ac:spMkLst>
            <pc:docMk/>
            <pc:sldMk cId="3122320298" sldId="262"/>
            <ac:spMk id="50" creationId="{9DEDEA10-7A76-CC97-C267-8BC1C7FD8E75}"/>
          </ac:spMkLst>
        </pc:spChg>
        <pc:spChg chg="mod topLvl">
          <ac:chgData name="mathspt" userId="0238e0ea-a655-48f2-bae3-2ff3e0b97742" providerId="ADAL" clId="{A39D618B-3493-4B83-8CDB-AACD08208EDE}" dt="2025-07-31T07:50:39.719" v="4089" actId="164"/>
          <ac:spMkLst>
            <pc:docMk/>
            <pc:sldMk cId="3122320298" sldId="262"/>
            <ac:spMk id="51" creationId="{3A15EB4F-F1A9-085A-0C89-DF63FABF1BCF}"/>
          </ac:spMkLst>
        </pc:spChg>
        <pc:spChg chg="mod">
          <ac:chgData name="mathspt" userId="0238e0ea-a655-48f2-bae3-2ff3e0b97742" providerId="ADAL" clId="{A39D618B-3493-4B83-8CDB-AACD08208EDE}" dt="2025-07-31T07:50:53.344" v="4092" actId="164"/>
          <ac:spMkLst>
            <pc:docMk/>
            <pc:sldMk cId="3122320298" sldId="262"/>
            <ac:spMk id="52" creationId="{89DE3BE2-0F81-4370-0852-7442572B63D4}"/>
          </ac:spMkLst>
        </pc:spChg>
        <pc:spChg chg="mod topLvl">
          <ac:chgData name="mathspt" userId="0238e0ea-a655-48f2-bae3-2ff3e0b97742" providerId="ADAL" clId="{A39D618B-3493-4B83-8CDB-AACD08208EDE}" dt="2025-07-31T07:50:53.344" v="4092" actId="164"/>
          <ac:spMkLst>
            <pc:docMk/>
            <pc:sldMk cId="3122320298" sldId="262"/>
            <ac:spMk id="53" creationId="{2CC78582-E07B-F5D0-EF95-AD71335F2267}"/>
          </ac:spMkLst>
        </pc:spChg>
        <pc:spChg chg="mod topLvl">
          <ac:chgData name="mathspt" userId="0238e0ea-a655-48f2-bae3-2ff3e0b97742" providerId="ADAL" clId="{A39D618B-3493-4B83-8CDB-AACD08208EDE}" dt="2025-07-31T07:50:39.719" v="4089" actId="164"/>
          <ac:spMkLst>
            <pc:docMk/>
            <pc:sldMk cId="3122320298" sldId="262"/>
            <ac:spMk id="54" creationId="{A18BCDAB-4ECB-8ED6-DC02-B2F86687C681}"/>
          </ac:spMkLst>
        </pc:spChg>
        <pc:spChg chg="mod topLvl">
          <ac:chgData name="mathspt" userId="0238e0ea-a655-48f2-bae3-2ff3e0b97742" providerId="ADAL" clId="{A39D618B-3493-4B83-8CDB-AACD08208EDE}" dt="2025-07-31T07:50:39.719" v="4089" actId="164"/>
          <ac:spMkLst>
            <pc:docMk/>
            <pc:sldMk cId="3122320298" sldId="262"/>
            <ac:spMk id="55" creationId="{7247C176-95E2-322C-B5FA-AF548B8A2C1B}"/>
          </ac:spMkLst>
        </pc:spChg>
        <pc:spChg chg="mod topLvl">
          <ac:chgData name="mathspt" userId="0238e0ea-a655-48f2-bae3-2ff3e0b97742" providerId="ADAL" clId="{A39D618B-3493-4B83-8CDB-AACD08208EDE}" dt="2025-07-31T09:32:39.574" v="8626" actId="1037"/>
          <ac:spMkLst>
            <pc:docMk/>
            <pc:sldMk cId="3122320298" sldId="262"/>
            <ac:spMk id="56" creationId="{24BA93B9-A4DC-3EC5-8195-6ECDD8930682}"/>
          </ac:spMkLst>
        </pc:spChg>
        <pc:spChg chg="mod topLvl">
          <ac:chgData name="mathspt" userId="0238e0ea-a655-48f2-bae3-2ff3e0b97742" providerId="ADAL" clId="{A39D618B-3493-4B83-8CDB-AACD08208EDE}" dt="2025-07-31T07:50:39.719" v="4089" actId="164"/>
          <ac:spMkLst>
            <pc:docMk/>
            <pc:sldMk cId="3122320298" sldId="262"/>
            <ac:spMk id="57" creationId="{CB818DF3-2BAA-754E-3013-E871FDAEFB48}"/>
          </ac:spMkLst>
        </pc:spChg>
        <pc:spChg chg="mod topLvl">
          <ac:chgData name="mathspt" userId="0238e0ea-a655-48f2-bae3-2ff3e0b97742" providerId="ADAL" clId="{A39D618B-3493-4B83-8CDB-AACD08208EDE}" dt="2025-07-31T07:51:09.976" v="4095" actId="164"/>
          <ac:spMkLst>
            <pc:docMk/>
            <pc:sldMk cId="3122320298" sldId="262"/>
            <ac:spMk id="59" creationId="{9CB80AAC-F269-A8B4-A6B2-FD0E63E19E09}"/>
          </ac:spMkLst>
        </pc:spChg>
        <pc:spChg chg="mod">
          <ac:chgData name="mathspt" userId="0238e0ea-a655-48f2-bae3-2ff3e0b97742" providerId="ADAL" clId="{A39D618B-3493-4B83-8CDB-AACD08208EDE}" dt="2025-07-31T07:51:26.112" v="4099" actId="164"/>
          <ac:spMkLst>
            <pc:docMk/>
            <pc:sldMk cId="3122320298" sldId="262"/>
            <ac:spMk id="60" creationId="{30FB4F3B-9E9F-8BB7-C8DA-21A262D8D940}"/>
          </ac:spMkLst>
        </pc:spChg>
        <pc:spChg chg="mod topLvl">
          <ac:chgData name="mathspt" userId="0238e0ea-a655-48f2-bae3-2ff3e0b97742" providerId="ADAL" clId="{A39D618B-3493-4B83-8CDB-AACD08208EDE}" dt="2025-07-31T07:51:26.112" v="4099" actId="164"/>
          <ac:spMkLst>
            <pc:docMk/>
            <pc:sldMk cId="3122320298" sldId="262"/>
            <ac:spMk id="61" creationId="{7C98D5CD-42F7-7A96-1A20-9DACDC8511E4}"/>
          </ac:spMkLst>
        </pc:spChg>
        <pc:spChg chg="mod topLvl">
          <ac:chgData name="mathspt" userId="0238e0ea-a655-48f2-bae3-2ff3e0b97742" providerId="ADAL" clId="{A39D618B-3493-4B83-8CDB-AACD08208EDE}" dt="2025-07-31T07:51:26.112" v="4099" actId="164"/>
          <ac:spMkLst>
            <pc:docMk/>
            <pc:sldMk cId="3122320298" sldId="262"/>
            <ac:spMk id="62" creationId="{5CDAA924-6548-ABBE-4A6E-A1EA55EEAA0D}"/>
          </ac:spMkLst>
        </pc:spChg>
        <pc:spChg chg="mod">
          <ac:chgData name="mathspt" userId="0238e0ea-a655-48f2-bae3-2ff3e0b97742" providerId="ADAL" clId="{A39D618B-3493-4B83-8CDB-AACD08208EDE}" dt="2025-07-31T07:51:26.112" v="4099" actId="164"/>
          <ac:spMkLst>
            <pc:docMk/>
            <pc:sldMk cId="3122320298" sldId="262"/>
            <ac:spMk id="63" creationId="{9719968F-84E2-8156-3312-0182FF98AFE1}"/>
          </ac:spMkLst>
        </pc:spChg>
        <pc:spChg chg="mod">
          <ac:chgData name="mathspt" userId="0238e0ea-a655-48f2-bae3-2ff3e0b97742" providerId="ADAL" clId="{A39D618B-3493-4B83-8CDB-AACD08208EDE}" dt="2025-07-31T07:51:26.112" v="4099" actId="164"/>
          <ac:spMkLst>
            <pc:docMk/>
            <pc:sldMk cId="3122320298" sldId="262"/>
            <ac:spMk id="64" creationId="{28F1A2B0-32C8-2DE9-BE64-1AB6C300EC8D}"/>
          </ac:spMkLst>
        </pc:spChg>
        <pc:spChg chg="mod topLvl">
          <ac:chgData name="mathspt" userId="0238e0ea-a655-48f2-bae3-2ff3e0b97742" providerId="ADAL" clId="{A39D618B-3493-4B83-8CDB-AACD08208EDE}" dt="2025-07-31T09:32:54.968" v="8630" actId="14100"/>
          <ac:spMkLst>
            <pc:docMk/>
            <pc:sldMk cId="3122320298" sldId="262"/>
            <ac:spMk id="65" creationId="{C279A3AB-057A-1AF6-6F6E-989B62DDB849}"/>
          </ac:spMkLst>
        </pc:spChg>
        <pc:spChg chg="mod">
          <ac:chgData name="mathspt" userId="0238e0ea-a655-48f2-bae3-2ff3e0b97742" providerId="ADAL" clId="{A39D618B-3493-4B83-8CDB-AACD08208EDE}" dt="2025-07-31T07:51:26.112" v="4099" actId="164"/>
          <ac:spMkLst>
            <pc:docMk/>
            <pc:sldMk cId="3122320298" sldId="262"/>
            <ac:spMk id="66" creationId="{09466330-03DB-4B76-D8A7-4E5C37AFF095}"/>
          </ac:spMkLst>
        </pc:spChg>
        <pc:spChg chg="mod topLvl">
          <ac:chgData name="mathspt" userId="0238e0ea-a655-48f2-bae3-2ff3e0b97742" providerId="ADAL" clId="{A39D618B-3493-4B83-8CDB-AACD08208EDE}" dt="2025-07-31T07:51:09.976" v="4095" actId="164"/>
          <ac:spMkLst>
            <pc:docMk/>
            <pc:sldMk cId="3122320298" sldId="262"/>
            <ac:spMk id="67" creationId="{E0ED0DDE-7214-1035-CFF2-612512FDAFCB}"/>
          </ac:spMkLst>
        </pc:spChg>
        <pc:spChg chg="mod topLvl">
          <ac:chgData name="mathspt" userId="0238e0ea-a655-48f2-bae3-2ff3e0b97742" providerId="ADAL" clId="{A39D618B-3493-4B83-8CDB-AACD08208EDE}" dt="2025-07-31T07:51:26.112" v="4099" actId="164"/>
          <ac:spMkLst>
            <pc:docMk/>
            <pc:sldMk cId="3122320298" sldId="262"/>
            <ac:spMk id="68" creationId="{616EB895-0B11-9CE9-1417-590B6CBF613C}"/>
          </ac:spMkLst>
        </pc:spChg>
        <pc:spChg chg="mod topLvl">
          <ac:chgData name="mathspt" userId="0238e0ea-a655-48f2-bae3-2ff3e0b97742" providerId="ADAL" clId="{A39D618B-3493-4B83-8CDB-AACD08208EDE}" dt="2025-07-31T07:51:26.112" v="4099" actId="164"/>
          <ac:spMkLst>
            <pc:docMk/>
            <pc:sldMk cId="3122320298" sldId="262"/>
            <ac:spMk id="69" creationId="{D4399A3B-D674-6C9E-7E98-DFCB14DF4543}"/>
          </ac:spMkLst>
        </pc:spChg>
        <pc:spChg chg="mod topLvl">
          <ac:chgData name="mathspt" userId="0238e0ea-a655-48f2-bae3-2ff3e0b97742" providerId="ADAL" clId="{A39D618B-3493-4B83-8CDB-AACD08208EDE}" dt="2025-07-31T07:51:18.497" v="4097" actId="164"/>
          <ac:spMkLst>
            <pc:docMk/>
            <pc:sldMk cId="3122320298" sldId="262"/>
            <ac:spMk id="70" creationId="{7A39A5DF-997A-B09A-9341-16AE6ECB4AF5}"/>
          </ac:spMkLst>
        </pc:spChg>
        <pc:spChg chg="mod">
          <ac:chgData name="mathspt" userId="0238e0ea-a655-48f2-bae3-2ff3e0b97742" providerId="ADAL" clId="{A39D618B-3493-4B83-8CDB-AACD08208EDE}" dt="2025-07-31T07:51:09.976" v="4095" actId="164"/>
          <ac:spMkLst>
            <pc:docMk/>
            <pc:sldMk cId="3122320298" sldId="262"/>
            <ac:spMk id="71" creationId="{56CA4C31-A166-2F07-4119-C3B505CFFB94}"/>
          </ac:spMkLst>
        </pc:spChg>
        <pc:spChg chg="mod topLvl">
          <ac:chgData name="mathspt" userId="0238e0ea-a655-48f2-bae3-2ff3e0b97742" providerId="ADAL" clId="{A39D618B-3493-4B83-8CDB-AACD08208EDE}" dt="2025-07-31T09:32:46.387" v="8628" actId="2711"/>
          <ac:spMkLst>
            <pc:docMk/>
            <pc:sldMk cId="3122320298" sldId="262"/>
            <ac:spMk id="72" creationId="{04C21CC5-43E9-CAFD-1163-81442B91BEF1}"/>
          </ac:spMkLst>
        </pc:spChg>
        <pc:spChg chg="mod topLvl">
          <ac:chgData name="mathspt" userId="0238e0ea-a655-48f2-bae3-2ff3e0b97742" providerId="ADAL" clId="{A39D618B-3493-4B83-8CDB-AACD08208EDE}" dt="2025-07-31T07:51:09.976" v="4095" actId="164"/>
          <ac:spMkLst>
            <pc:docMk/>
            <pc:sldMk cId="3122320298" sldId="262"/>
            <ac:spMk id="73" creationId="{F0BDB65D-DFAA-19B1-07BA-289334BAA390}"/>
          </ac:spMkLst>
        </pc:spChg>
        <pc:grpChg chg="add mod">
          <ac:chgData name="mathspt" userId="0238e0ea-a655-48f2-bae3-2ff3e0b97742" providerId="ADAL" clId="{A39D618B-3493-4B83-8CDB-AACD08208EDE}" dt="2025-07-31T07:51:47.662" v="4104" actId="1076"/>
          <ac:grpSpMkLst>
            <pc:docMk/>
            <pc:sldMk cId="3122320298" sldId="262"/>
            <ac:grpSpMk id="4" creationId="{49111BD3-E1DA-8CF6-1118-1B69CBB92A10}"/>
          </ac:grpSpMkLst>
        </pc:grpChg>
        <pc:grpChg chg="add mod">
          <ac:chgData name="mathspt" userId="0238e0ea-a655-48f2-bae3-2ff3e0b97742" providerId="ADAL" clId="{A39D618B-3493-4B83-8CDB-AACD08208EDE}" dt="2025-07-31T08:05:54.613" v="4507" actId="1076"/>
          <ac:grpSpMkLst>
            <pc:docMk/>
            <pc:sldMk cId="3122320298" sldId="262"/>
            <ac:grpSpMk id="5" creationId="{C184DA46-5B45-2ABA-281D-28BB5983DA01}"/>
          </ac:grpSpMkLst>
        </pc:grpChg>
        <pc:grpChg chg="add mod">
          <ac:chgData name="mathspt" userId="0238e0ea-a655-48f2-bae3-2ff3e0b97742" providerId="ADAL" clId="{A39D618B-3493-4B83-8CDB-AACD08208EDE}" dt="2025-07-31T07:51:44.147" v="4103" actId="1076"/>
          <ac:grpSpMkLst>
            <pc:docMk/>
            <pc:sldMk cId="3122320298" sldId="262"/>
            <ac:grpSpMk id="6" creationId="{0FE71ED3-D8E2-43D3-9C46-C050EF29E7D1}"/>
          </ac:grpSpMkLst>
        </pc:grpChg>
        <pc:grpChg chg="add mod">
          <ac:chgData name="mathspt" userId="0238e0ea-a655-48f2-bae3-2ff3e0b97742" providerId="ADAL" clId="{A39D618B-3493-4B83-8CDB-AACD08208EDE}" dt="2025-07-31T07:50:05.210" v="4055" actId="164"/>
          <ac:grpSpMkLst>
            <pc:docMk/>
            <pc:sldMk cId="3122320298" sldId="262"/>
            <ac:grpSpMk id="7" creationId="{6184F345-3B1D-AA27-D0C0-31B5C123F010}"/>
          </ac:grpSpMkLst>
        </pc:grpChg>
        <pc:grpChg chg="add mod">
          <ac:chgData name="mathspt" userId="0238e0ea-a655-48f2-bae3-2ff3e0b97742" providerId="ADAL" clId="{A39D618B-3493-4B83-8CDB-AACD08208EDE}" dt="2025-07-31T07:50:20.130" v="4087" actId="1076"/>
          <ac:grpSpMkLst>
            <pc:docMk/>
            <pc:sldMk cId="3122320298" sldId="262"/>
            <ac:grpSpMk id="9" creationId="{8A1180E0-892A-2380-73A2-0FB3F41A9C15}"/>
          </ac:grpSpMkLst>
        </pc:grpChg>
        <pc:grpChg chg="add mod">
          <ac:chgData name="mathspt" userId="0238e0ea-a655-48f2-bae3-2ff3e0b97742" providerId="ADAL" clId="{A39D618B-3493-4B83-8CDB-AACD08208EDE}" dt="2025-07-31T07:51:39.295" v="4102" actId="1076"/>
          <ac:grpSpMkLst>
            <pc:docMk/>
            <pc:sldMk cId="3122320298" sldId="262"/>
            <ac:grpSpMk id="74" creationId="{9FF0551D-5528-D486-D026-458B772872A6}"/>
          </ac:grpSpMkLst>
        </pc:grpChg>
        <pc:grpChg chg="add mod">
          <ac:chgData name="mathspt" userId="0238e0ea-a655-48f2-bae3-2ff3e0b97742" providerId="ADAL" clId="{A39D618B-3493-4B83-8CDB-AACD08208EDE}" dt="2025-07-31T07:50:55.685" v="4093" actId="1076"/>
          <ac:grpSpMkLst>
            <pc:docMk/>
            <pc:sldMk cId="3122320298" sldId="262"/>
            <ac:grpSpMk id="75" creationId="{222E3B54-8DB8-1206-8A64-F3070B7ACA90}"/>
          </ac:grpSpMkLst>
        </pc:grpChg>
        <pc:grpChg chg="add mod">
          <ac:chgData name="mathspt" userId="0238e0ea-a655-48f2-bae3-2ff3e0b97742" providerId="ADAL" clId="{A39D618B-3493-4B83-8CDB-AACD08208EDE}" dt="2025-07-31T07:51:18.497" v="4097" actId="164"/>
          <ac:grpSpMkLst>
            <pc:docMk/>
            <pc:sldMk cId="3122320298" sldId="262"/>
            <ac:grpSpMk id="76" creationId="{2934A76C-FA75-A715-A456-7315EAED1F09}"/>
          </ac:grpSpMkLst>
        </pc:grpChg>
        <pc:grpChg chg="add mod">
          <ac:chgData name="mathspt" userId="0238e0ea-a655-48f2-bae3-2ff3e0b97742" providerId="ADAL" clId="{A39D618B-3493-4B83-8CDB-AACD08208EDE}" dt="2025-07-31T07:51:34.458" v="4101" actId="1076"/>
          <ac:grpSpMkLst>
            <pc:docMk/>
            <pc:sldMk cId="3122320298" sldId="262"/>
            <ac:grpSpMk id="77" creationId="{DA7DD2A4-0417-5597-59C6-DEFC13C54EE9}"/>
          </ac:grpSpMkLst>
        </pc:grpChg>
        <pc:grpChg chg="add mod">
          <ac:chgData name="mathspt" userId="0238e0ea-a655-48f2-bae3-2ff3e0b97742" providerId="ADAL" clId="{A39D618B-3493-4B83-8CDB-AACD08208EDE}" dt="2025-07-31T07:51:30.404" v="4100" actId="1076"/>
          <ac:grpSpMkLst>
            <pc:docMk/>
            <pc:sldMk cId="3122320298" sldId="262"/>
            <ac:grpSpMk id="78" creationId="{8EF0A146-901D-E759-186C-2C01645B3F29}"/>
          </ac:grpSpMkLst>
        </pc:grpChg>
        <pc:picChg chg="mod">
          <ac:chgData name="mathspt" userId="0238e0ea-a655-48f2-bae3-2ff3e0b97742" providerId="ADAL" clId="{A39D618B-3493-4B83-8CDB-AACD08208EDE}" dt="2025-07-31T07:21:12.576" v="2169" actId="34135"/>
          <ac:picMkLst>
            <pc:docMk/>
            <pc:sldMk cId="3122320298" sldId="262"/>
            <ac:picMk id="3" creationId="{224EB21D-6468-6DA4-B5D8-DF9EA26D73B0}"/>
          </ac:picMkLst>
        </pc:picChg>
        <pc:inkChg chg="add mod">
          <ac:chgData name="mathspt" userId="0238e0ea-a655-48f2-bae3-2ff3e0b97742" providerId="ADAL" clId="{A39D618B-3493-4B83-8CDB-AACD08208EDE}" dt="2025-07-31T07:48:12.377" v="4045" actId="14100"/>
          <ac:inkMkLst>
            <pc:docMk/>
            <pc:sldMk cId="3122320298" sldId="262"/>
            <ac:inkMk id="2" creationId="{1EC8B040-F093-E80D-F0AD-37F7A226210C}"/>
          </ac:inkMkLst>
        </pc:inkChg>
      </pc:sldChg>
      <pc:sldChg chg="addSp delSp modSp mod">
        <pc:chgData name="mathspt" userId="0238e0ea-a655-48f2-bae3-2ff3e0b97742" providerId="ADAL" clId="{A39D618B-3493-4B83-8CDB-AACD08208EDE}" dt="2025-07-31T09:44:18.307" v="8892"/>
        <pc:sldMkLst>
          <pc:docMk/>
          <pc:sldMk cId="3650834751" sldId="263"/>
        </pc:sldMkLst>
        <pc:spChg chg="mod">
          <ac:chgData name="mathspt" userId="0238e0ea-a655-48f2-bae3-2ff3e0b97742" providerId="ADAL" clId="{A39D618B-3493-4B83-8CDB-AACD08208EDE}" dt="2025-07-31T08:24:40.444" v="4975" actId="165"/>
          <ac:spMkLst>
            <pc:docMk/>
            <pc:sldMk cId="3650834751" sldId="263"/>
            <ac:spMk id="24" creationId="{695739A5-5FDC-B2A5-2A63-2298ED7BD3A3}"/>
          </ac:spMkLst>
        </pc:spChg>
        <pc:spChg chg="mod">
          <ac:chgData name="mathspt" userId="0238e0ea-a655-48f2-bae3-2ff3e0b97742" providerId="ADAL" clId="{A39D618B-3493-4B83-8CDB-AACD08208EDE}" dt="2025-07-31T08:24:40.444" v="4975" actId="165"/>
          <ac:spMkLst>
            <pc:docMk/>
            <pc:sldMk cId="3650834751" sldId="263"/>
            <ac:spMk id="25" creationId="{BB188842-6658-D829-CA84-59F7AEFEF3E1}"/>
          </ac:spMkLst>
        </pc:spChg>
        <pc:spChg chg="mod">
          <ac:chgData name="mathspt" userId="0238e0ea-a655-48f2-bae3-2ff3e0b97742" providerId="ADAL" clId="{A39D618B-3493-4B83-8CDB-AACD08208EDE}" dt="2025-07-31T08:24:40.444" v="4975" actId="165"/>
          <ac:spMkLst>
            <pc:docMk/>
            <pc:sldMk cId="3650834751" sldId="263"/>
            <ac:spMk id="26" creationId="{755DDEAE-44B6-C452-BAAA-61C8EBD9B761}"/>
          </ac:spMkLst>
        </pc:spChg>
        <pc:spChg chg="mod">
          <ac:chgData name="mathspt" userId="0238e0ea-a655-48f2-bae3-2ff3e0b97742" providerId="ADAL" clId="{A39D618B-3493-4B83-8CDB-AACD08208EDE}" dt="2025-07-31T08:24:40.444" v="4975" actId="165"/>
          <ac:spMkLst>
            <pc:docMk/>
            <pc:sldMk cId="3650834751" sldId="263"/>
            <ac:spMk id="28" creationId="{D7AC58C3-D1D2-1BDC-0928-9A9BD8655F45}"/>
          </ac:spMkLst>
        </pc:spChg>
        <pc:spChg chg="mod topLvl">
          <ac:chgData name="mathspt" userId="0238e0ea-a655-48f2-bae3-2ff3e0b97742" providerId="ADAL" clId="{A39D618B-3493-4B83-8CDB-AACD08208EDE}" dt="2025-07-31T08:25:20.012" v="4981" actId="164"/>
          <ac:spMkLst>
            <pc:docMk/>
            <pc:sldMk cId="3650834751" sldId="263"/>
            <ac:spMk id="44" creationId="{9836F53D-A133-A96C-DF62-B7DC06D40E3F}"/>
          </ac:spMkLst>
        </pc:spChg>
        <pc:spChg chg="mod topLvl">
          <ac:chgData name="mathspt" userId="0238e0ea-a655-48f2-bae3-2ff3e0b97742" providerId="ADAL" clId="{A39D618B-3493-4B83-8CDB-AACD08208EDE}" dt="2025-07-31T08:25:20.012" v="4981" actId="164"/>
          <ac:spMkLst>
            <pc:docMk/>
            <pc:sldMk cId="3650834751" sldId="263"/>
            <ac:spMk id="46" creationId="{027C890A-3EF4-C415-0DE4-393441244CB2}"/>
          </ac:spMkLst>
        </pc:spChg>
        <pc:spChg chg="mod topLvl">
          <ac:chgData name="mathspt" userId="0238e0ea-a655-48f2-bae3-2ff3e0b97742" providerId="ADAL" clId="{A39D618B-3493-4B83-8CDB-AACD08208EDE}" dt="2025-07-31T09:31:48.344" v="8593" actId="2711"/>
          <ac:spMkLst>
            <pc:docMk/>
            <pc:sldMk cId="3650834751" sldId="263"/>
            <ac:spMk id="47" creationId="{926BD1F0-35FE-2831-5D56-A29A4F8DBA41}"/>
          </ac:spMkLst>
        </pc:spChg>
        <pc:spChg chg="mod topLvl">
          <ac:chgData name="mathspt" userId="0238e0ea-a655-48f2-bae3-2ff3e0b97742" providerId="ADAL" clId="{A39D618B-3493-4B83-8CDB-AACD08208EDE}" dt="2025-07-31T09:31:23.442" v="8581" actId="2711"/>
          <ac:spMkLst>
            <pc:docMk/>
            <pc:sldMk cId="3650834751" sldId="263"/>
            <ac:spMk id="48" creationId="{290C817D-A2E3-7D26-239C-FD30E39CEFE3}"/>
          </ac:spMkLst>
        </pc:spChg>
        <pc:spChg chg="mod topLvl">
          <ac:chgData name="mathspt" userId="0238e0ea-a655-48f2-bae3-2ff3e0b97742" providerId="ADAL" clId="{A39D618B-3493-4B83-8CDB-AACD08208EDE}" dt="2025-07-31T08:25:20.012" v="4981" actId="164"/>
          <ac:spMkLst>
            <pc:docMk/>
            <pc:sldMk cId="3650834751" sldId="263"/>
            <ac:spMk id="49" creationId="{F072C340-6E78-1B6A-BF04-BAFD61CF1F31}"/>
          </ac:spMkLst>
        </pc:spChg>
        <pc:spChg chg="mod topLvl">
          <ac:chgData name="mathspt" userId="0238e0ea-a655-48f2-bae3-2ff3e0b97742" providerId="ADAL" clId="{A39D618B-3493-4B83-8CDB-AACD08208EDE}" dt="2025-07-31T08:25:20.012" v="4981" actId="164"/>
          <ac:spMkLst>
            <pc:docMk/>
            <pc:sldMk cId="3650834751" sldId="263"/>
            <ac:spMk id="50" creationId="{E2A4F910-7260-053B-A38D-41D587DCCDD9}"/>
          </ac:spMkLst>
        </pc:spChg>
        <pc:spChg chg="mod topLvl">
          <ac:chgData name="mathspt" userId="0238e0ea-a655-48f2-bae3-2ff3e0b97742" providerId="ADAL" clId="{A39D618B-3493-4B83-8CDB-AACD08208EDE}" dt="2025-07-31T08:25:20.012" v="4981" actId="164"/>
          <ac:spMkLst>
            <pc:docMk/>
            <pc:sldMk cId="3650834751" sldId="263"/>
            <ac:spMk id="52" creationId="{CA243590-CF80-A9CA-C7AA-47E6ABC59849}"/>
          </ac:spMkLst>
        </pc:spChg>
        <pc:spChg chg="mod topLvl">
          <ac:chgData name="mathspt" userId="0238e0ea-a655-48f2-bae3-2ff3e0b97742" providerId="ADAL" clId="{A39D618B-3493-4B83-8CDB-AACD08208EDE}" dt="2025-07-31T09:31:51.872" v="8594" actId="2711"/>
          <ac:spMkLst>
            <pc:docMk/>
            <pc:sldMk cId="3650834751" sldId="263"/>
            <ac:spMk id="53" creationId="{AAC6A2A3-3D3E-C588-4DB2-CF19C411D124}"/>
          </ac:spMkLst>
        </pc:spChg>
        <pc:spChg chg="mod topLvl">
          <ac:chgData name="mathspt" userId="0238e0ea-a655-48f2-bae3-2ff3e0b97742" providerId="ADAL" clId="{A39D618B-3493-4B83-8CDB-AACD08208EDE}" dt="2025-07-31T09:31:18.972" v="8580" actId="2711"/>
          <ac:spMkLst>
            <pc:docMk/>
            <pc:sldMk cId="3650834751" sldId="263"/>
            <ac:spMk id="54" creationId="{2193DB9D-2884-0D1F-2137-F1B3C5D24CA1}"/>
          </ac:spMkLst>
        </pc:spChg>
        <pc:spChg chg="mod topLvl">
          <ac:chgData name="mathspt" userId="0238e0ea-a655-48f2-bae3-2ff3e0b97742" providerId="ADAL" clId="{A39D618B-3493-4B83-8CDB-AACD08208EDE}" dt="2025-07-31T08:25:20.012" v="4981" actId="164"/>
          <ac:spMkLst>
            <pc:docMk/>
            <pc:sldMk cId="3650834751" sldId="263"/>
            <ac:spMk id="55" creationId="{D8BD81A9-229F-B86F-8392-3895600D90BE}"/>
          </ac:spMkLst>
        </pc:spChg>
        <pc:spChg chg="mod">
          <ac:chgData name="mathspt" userId="0238e0ea-a655-48f2-bae3-2ff3e0b97742" providerId="ADAL" clId="{A39D618B-3493-4B83-8CDB-AACD08208EDE}" dt="2025-07-31T08:25:32.238" v="4985" actId="164"/>
          <ac:spMkLst>
            <pc:docMk/>
            <pc:sldMk cId="3650834751" sldId="263"/>
            <ac:spMk id="57" creationId="{D438DD3F-F845-697B-1625-D700E3D4E435}"/>
          </ac:spMkLst>
        </pc:spChg>
        <pc:spChg chg="mod topLvl">
          <ac:chgData name="mathspt" userId="0238e0ea-a655-48f2-bae3-2ff3e0b97742" providerId="ADAL" clId="{A39D618B-3493-4B83-8CDB-AACD08208EDE}" dt="2025-07-31T09:44:18.307" v="8892"/>
          <ac:spMkLst>
            <pc:docMk/>
            <pc:sldMk cId="3650834751" sldId="263"/>
            <ac:spMk id="60" creationId="{5D493A4C-11C9-A832-531C-69B65398D1B0}"/>
          </ac:spMkLst>
        </pc:spChg>
        <pc:spChg chg="mod topLvl">
          <ac:chgData name="mathspt" userId="0238e0ea-a655-48f2-bae3-2ff3e0b97742" providerId="ADAL" clId="{A39D618B-3493-4B83-8CDB-AACD08208EDE}" dt="2025-07-31T08:23:05.906" v="4965" actId="1076"/>
          <ac:spMkLst>
            <pc:docMk/>
            <pc:sldMk cId="3650834751" sldId="263"/>
            <ac:spMk id="63" creationId="{698A2579-10D8-EE02-54F9-DA91017F47B4}"/>
          </ac:spMkLst>
        </pc:spChg>
        <pc:spChg chg="mod topLvl">
          <ac:chgData name="mathspt" userId="0238e0ea-a655-48f2-bae3-2ff3e0b97742" providerId="ADAL" clId="{A39D618B-3493-4B83-8CDB-AACD08208EDE}" dt="2025-07-31T09:44:18.307" v="8892"/>
          <ac:spMkLst>
            <pc:docMk/>
            <pc:sldMk cId="3650834751" sldId="263"/>
            <ac:spMk id="68" creationId="{2EB942F3-DDC6-1364-E6BD-A2692E91A72B}"/>
          </ac:spMkLst>
        </pc:spChg>
        <pc:spChg chg="mod topLvl">
          <ac:chgData name="mathspt" userId="0238e0ea-a655-48f2-bae3-2ff3e0b97742" providerId="ADAL" clId="{A39D618B-3493-4B83-8CDB-AACD08208EDE}" dt="2025-07-31T09:44:18.307" v="8892"/>
          <ac:spMkLst>
            <pc:docMk/>
            <pc:sldMk cId="3650834751" sldId="263"/>
            <ac:spMk id="71" creationId="{6954A7EB-576A-0373-4A17-97DCB7A3C224}"/>
          </ac:spMkLst>
        </pc:spChg>
        <pc:spChg chg="mod topLvl">
          <ac:chgData name="mathspt" userId="0238e0ea-a655-48f2-bae3-2ff3e0b97742" providerId="ADAL" clId="{A39D618B-3493-4B83-8CDB-AACD08208EDE}" dt="2025-07-31T09:44:18.307" v="8892"/>
          <ac:spMkLst>
            <pc:docMk/>
            <pc:sldMk cId="3650834751" sldId="263"/>
            <ac:spMk id="72" creationId="{70E381A2-D915-5D40-6ECA-29A4B04F3753}"/>
          </ac:spMkLst>
        </pc:spChg>
        <pc:spChg chg="mod topLvl">
          <ac:chgData name="mathspt" userId="0238e0ea-a655-48f2-bae3-2ff3e0b97742" providerId="ADAL" clId="{A39D618B-3493-4B83-8CDB-AACD08208EDE}" dt="2025-07-31T09:44:18.307" v="8892"/>
          <ac:spMkLst>
            <pc:docMk/>
            <pc:sldMk cId="3650834751" sldId="263"/>
            <ac:spMk id="73" creationId="{D64AC55A-202F-E96D-1F7B-C33EFE341EAD}"/>
          </ac:spMkLst>
        </pc:spChg>
        <pc:spChg chg="mod topLvl">
          <ac:chgData name="mathspt" userId="0238e0ea-a655-48f2-bae3-2ff3e0b97742" providerId="ADAL" clId="{A39D618B-3493-4B83-8CDB-AACD08208EDE}" dt="2025-07-31T09:44:18.307" v="8892"/>
          <ac:spMkLst>
            <pc:docMk/>
            <pc:sldMk cId="3650834751" sldId="263"/>
            <ac:spMk id="74" creationId="{12D8B5BF-EDF2-D205-3005-49E8ADF00EA4}"/>
          </ac:spMkLst>
        </pc:spChg>
        <pc:spChg chg="mod">
          <ac:chgData name="mathspt" userId="0238e0ea-a655-48f2-bae3-2ff3e0b97742" providerId="ADAL" clId="{A39D618B-3493-4B83-8CDB-AACD08208EDE}" dt="2025-07-31T08:22:51.925" v="4962" actId="164"/>
          <ac:spMkLst>
            <pc:docMk/>
            <pc:sldMk cId="3650834751" sldId="263"/>
            <ac:spMk id="91" creationId="{7489E1B2-3318-F3D2-87B2-045B33B649AF}"/>
          </ac:spMkLst>
        </pc:spChg>
        <pc:spChg chg="mod topLvl">
          <ac:chgData name="mathspt" userId="0238e0ea-a655-48f2-bae3-2ff3e0b97742" providerId="ADAL" clId="{A39D618B-3493-4B83-8CDB-AACD08208EDE}" dt="2025-07-31T08:22:51.925" v="4962" actId="164"/>
          <ac:spMkLst>
            <pc:docMk/>
            <pc:sldMk cId="3650834751" sldId="263"/>
            <ac:spMk id="92" creationId="{AD976D36-1DDC-7797-5E82-308E55618EA2}"/>
          </ac:spMkLst>
        </pc:spChg>
        <pc:spChg chg="mod topLvl">
          <ac:chgData name="mathspt" userId="0238e0ea-a655-48f2-bae3-2ff3e0b97742" providerId="ADAL" clId="{A39D618B-3493-4B83-8CDB-AACD08208EDE}" dt="2025-07-31T09:31:14.650" v="8579" actId="2711"/>
          <ac:spMkLst>
            <pc:docMk/>
            <pc:sldMk cId="3650834751" sldId="263"/>
            <ac:spMk id="93" creationId="{151BBB38-D5D6-B6AF-9FA8-F4AF37ED5F3C}"/>
          </ac:spMkLst>
        </pc:spChg>
        <pc:spChg chg="mod topLvl">
          <ac:chgData name="mathspt" userId="0238e0ea-a655-48f2-bae3-2ff3e0b97742" providerId="ADAL" clId="{A39D618B-3493-4B83-8CDB-AACD08208EDE}" dt="2025-07-31T08:22:51.925" v="4962" actId="164"/>
          <ac:spMkLst>
            <pc:docMk/>
            <pc:sldMk cId="3650834751" sldId="263"/>
            <ac:spMk id="94" creationId="{CF5E74CE-93F9-F4B1-BD85-2D285BEBFE77}"/>
          </ac:spMkLst>
        </pc:spChg>
        <pc:spChg chg="mod topLvl">
          <ac:chgData name="mathspt" userId="0238e0ea-a655-48f2-bae3-2ff3e0b97742" providerId="ADAL" clId="{A39D618B-3493-4B83-8CDB-AACD08208EDE}" dt="2025-07-31T09:31:28.285" v="8582" actId="2711"/>
          <ac:spMkLst>
            <pc:docMk/>
            <pc:sldMk cId="3650834751" sldId="263"/>
            <ac:spMk id="95" creationId="{C7A3CED0-05E7-819E-3AB6-18871AEDCA51}"/>
          </ac:spMkLst>
        </pc:spChg>
        <pc:spChg chg="mod">
          <ac:chgData name="mathspt" userId="0238e0ea-a655-48f2-bae3-2ff3e0b97742" providerId="ADAL" clId="{A39D618B-3493-4B83-8CDB-AACD08208EDE}" dt="2025-07-31T09:31:10.300" v="8578" actId="2711"/>
          <ac:spMkLst>
            <pc:docMk/>
            <pc:sldMk cId="3650834751" sldId="263"/>
            <ac:spMk id="96" creationId="{2BC9D734-A392-CD1E-8173-82B6601925DD}"/>
          </ac:spMkLst>
        </pc:spChg>
        <pc:spChg chg="mod">
          <ac:chgData name="mathspt" userId="0238e0ea-a655-48f2-bae3-2ff3e0b97742" providerId="ADAL" clId="{A39D618B-3493-4B83-8CDB-AACD08208EDE}" dt="2025-07-31T08:22:51.925" v="4962" actId="164"/>
          <ac:spMkLst>
            <pc:docMk/>
            <pc:sldMk cId="3650834751" sldId="263"/>
            <ac:spMk id="97" creationId="{D511B98A-B65C-A72F-02BF-0E612467B593}"/>
          </ac:spMkLst>
        </pc:spChg>
        <pc:spChg chg="mod topLvl">
          <ac:chgData name="mathspt" userId="0238e0ea-a655-48f2-bae3-2ff3e0b97742" providerId="ADAL" clId="{A39D618B-3493-4B83-8CDB-AACD08208EDE}" dt="2025-07-31T08:22:51.925" v="4962" actId="164"/>
          <ac:spMkLst>
            <pc:docMk/>
            <pc:sldMk cId="3650834751" sldId="263"/>
            <ac:spMk id="98" creationId="{C4724AB0-50A5-83E6-968E-38907045EE69}"/>
          </ac:spMkLst>
        </pc:spChg>
        <pc:spChg chg="mod topLvl">
          <ac:chgData name="mathspt" userId="0238e0ea-a655-48f2-bae3-2ff3e0b97742" providerId="ADAL" clId="{A39D618B-3493-4B83-8CDB-AACD08208EDE}" dt="2025-07-31T08:22:51.925" v="4962" actId="164"/>
          <ac:spMkLst>
            <pc:docMk/>
            <pc:sldMk cId="3650834751" sldId="263"/>
            <ac:spMk id="99" creationId="{DBD0F7CA-3745-E6AD-D2D9-EA94C3278A15}"/>
          </ac:spMkLst>
        </pc:spChg>
        <pc:spChg chg="mod">
          <ac:chgData name="mathspt" userId="0238e0ea-a655-48f2-bae3-2ff3e0b97742" providerId="ADAL" clId="{A39D618B-3493-4B83-8CDB-AACD08208EDE}" dt="2025-07-31T09:31:41.163" v="8592" actId="1038"/>
          <ac:spMkLst>
            <pc:docMk/>
            <pc:sldMk cId="3650834751" sldId="263"/>
            <ac:spMk id="100" creationId="{F36B2427-3614-8EDC-D04D-5B071F1F5957}"/>
          </ac:spMkLst>
        </pc:spChg>
        <pc:spChg chg="mod topLvl">
          <ac:chgData name="mathspt" userId="0238e0ea-a655-48f2-bae3-2ff3e0b97742" providerId="ADAL" clId="{A39D618B-3493-4B83-8CDB-AACD08208EDE}" dt="2025-07-31T09:44:18.307" v="8892"/>
          <ac:spMkLst>
            <pc:docMk/>
            <pc:sldMk cId="3650834751" sldId="263"/>
            <ac:spMk id="101" creationId="{70D9DA7F-CF98-85D0-6B4B-15480DF9DAA7}"/>
          </ac:spMkLst>
        </pc:spChg>
        <pc:grpChg chg="add mod">
          <ac:chgData name="mathspt" userId="0238e0ea-a655-48f2-bae3-2ff3e0b97742" providerId="ADAL" clId="{A39D618B-3493-4B83-8CDB-AACD08208EDE}" dt="2025-07-31T09:44:18.307" v="8892"/>
          <ac:grpSpMkLst>
            <pc:docMk/>
            <pc:sldMk cId="3650834751" sldId="263"/>
            <ac:grpSpMk id="2" creationId="{8140892C-BA4C-9A0C-9BE5-CAC088609652}"/>
          </ac:grpSpMkLst>
        </pc:grpChg>
        <pc:grpChg chg="add mod">
          <ac:chgData name="mathspt" userId="0238e0ea-a655-48f2-bae3-2ff3e0b97742" providerId="ADAL" clId="{A39D618B-3493-4B83-8CDB-AACD08208EDE}" dt="2025-07-31T09:44:18.307" v="8892"/>
          <ac:grpSpMkLst>
            <pc:docMk/>
            <pc:sldMk cId="3650834751" sldId="263"/>
            <ac:grpSpMk id="4" creationId="{C66F6F4D-F1A8-D91E-F128-2F8CD13D09CA}"/>
          </ac:grpSpMkLst>
        </pc:grpChg>
        <pc:grpChg chg="mod">
          <ac:chgData name="mathspt" userId="0238e0ea-a655-48f2-bae3-2ff3e0b97742" providerId="ADAL" clId="{A39D618B-3493-4B83-8CDB-AACD08208EDE}" dt="2025-07-31T08:22:59.529" v="4964" actId="164"/>
          <ac:grpSpMkLst>
            <pc:docMk/>
            <pc:sldMk cId="3650834751" sldId="263"/>
            <ac:grpSpMk id="5" creationId="{EED3A7D5-251C-2EEA-21BE-EABDE7333CA9}"/>
          </ac:grpSpMkLst>
        </pc:grpChg>
        <pc:grpChg chg="add mod">
          <ac:chgData name="mathspt" userId="0238e0ea-a655-48f2-bae3-2ff3e0b97742" providerId="ADAL" clId="{A39D618B-3493-4B83-8CDB-AACD08208EDE}" dt="2025-07-31T08:23:10.446" v="4966" actId="1076"/>
          <ac:grpSpMkLst>
            <pc:docMk/>
            <pc:sldMk cId="3650834751" sldId="263"/>
            <ac:grpSpMk id="6" creationId="{9641D029-E403-E379-1D35-368A16CD4B6D}"/>
          </ac:grpSpMkLst>
        </pc:grpChg>
        <pc:grpChg chg="mod">
          <ac:chgData name="mathspt" userId="0238e0ea-a655-48f2-bae3-2ff3e0b97742" providerId="ADAL" clId="{A39D618B-3493-4B83-8CDB-AACD08208EDE}" dt="2025-07-31T08:25:44.750" v="4987" actId="1076"/>
          <ac:grpSpMkLst>
            <pc:docMk/>
            <pc:sldMk cId="3650834751" sldId="263"/>
            <ac:grpSpMk id="7" creationId="{4F3D8BF5-C2F1-186D-6757-1A711966503D}"/>
          </ac:grpSpMkLst>
        </pc:grpChg>
        <pc:grpChg chg="add mod">
          <ac:chgData name="mathspt" userId="0238e0ea-a655-48f2-bae3-2ff3e0b97742" providerId="ADAL" clId="{A39D618B-3493-4B83-8CDB-AACD08208EDE}" dt="2025-07-31T08:25:36.143" v="4986" actId="1076"/>
          <ac:grpSpMkLst>
            <pc:docMk/>
            <pc:sldMk cId="3650834751" sldId="263"/>
            <ac:grpSpMk id="8" creationId="{72740683-F094-D682-4186-D67D92A627AD}"/>
          </ac:grpSpMkLst>
        </pc:grpChg>
        <pc:grpChg chg="mod">
          <ac:chgData name="mathspt" userId="0238e0ea-a655-48f2-bae3-2ff3e0b97742" providerId="ADAL" clId="{A39D618B-3493-4B83-8CDB-AACD08208EDE}" dt="2025-07-31T08:25:32.238" v="4985" actId="164"/>
          <ac:grpSpMkLst>
            <pc:docMk/>
            <pc:sldMk cId="3650834751" sldId="263"/>
            <ac:grpSpMk id="22" creationId="{1B3DDF6F-DAD6-62B7-8F30-532E2C62EDDA}"/>
          </ac:grpSpMkLst>
        </pc:grpChg>
      </pc:sldChg>
      <pc:sldChg chg="addSp delSp modSp mod">
        <pc:chgData name="mathspt" userId="0238e0ea-a655-48f2-bae3-2ff3e0b97742" providerId="ADAL" clId="{A39D618B-3493-4B83-8CDB-AACD08208EDE}" dt="2025-07-31T09:58:21.051" v="9003" actId="2711"/>
        <pc:sldMkLst>
          <pc:docMk/>
          <pc:sldMk cId="2587831794" sldId="264"/>
        </pc:sldMkLst>
        <pc:spChg chg="mod">
          <ac:chgData name="mathspt" userId="0238e0ea-a655-48f2-bae3-2ff3e0b97742" providerId="ADAL" clId="{A39D618B-3493-4B83-8CDB-AACD08208EDE}" dt="2025-07-31T09:44:28.436" v="8896"/>
          <ac:spMkLst>
            <pc:docMk/>
            <pc:sldMk cId="2587831794" sldId="264"/>
            <ac:spMk id="5" creationId="{AA000DD0-39B7-8AC3-6430-9FAB4BB4AD5E}"/>
          </ac:spMkLst>
        </pc:spChg>
        <pc:spChg chg="mod">
          <ac:chgData name="mathspt" userId="0238e0ea-a655-48f2-bae3-2ff3e0b97742" providerId="ADAL" clId="{A39D618B-3493-4B83-8CDB-AACD08208EDE}" dt="2025-07-31T09:44:34.134" v="8900"/>
          <ac:spMkLst>
            <pc:docMk/>
            <pc:sldMk cId="2587831794" sldId="264"/>
            <ac:spMk id="10" creationId="{5A2F7BFB-BC78-F638-2FE2-84B25B6E942D}"/>
          </ac:spMkLst>
        </pc:spChg>
        <pc:spChg chg="mod">
          <ac:chgData name="mathspt" userId="0238e0ea-a655-48f2-bae3-2ff3e0b97742" providerId="ADAL" clId="{A39D618B-3493-4B83-8CDB-AACD08208EDE}" dt="2025-07-31T09:44:34.134" v="8900"/>
          <ac:spMkLst>
            <pc:docMk/>
            <pc:sldMk cId="2587831794" sldId="264"/>
            <ac:spMk id="12" creationId="{5E83462F-A063-9AEE-8F74-2E281B627611}"/>
          </ac:spMkLst>
        </pc:spChg>
        <pc:spChg chg="mod">
          <ac:chgData name="mathspt" userId="0238e0ea-a655-48f2-bae3-2ff3e0b97742" providerId="ADAL" clId="{A39D618B-3493-4B83-8CDB-AACD08208EDE}" dt="2025-07-31T09:44:34.134" v="8900"/>
          <ac:spMkLst>
            <pc:docMk/>
            <pc:sldMk cId="2587831794" sldId="264"/>
            <ac:spMk id="13" creationId="{0F1930BD-77AB-611E-F44B-9B34E7D0AFDF}"/>
          </ac:spMkLst>
        </pc:spChg>
        <pc:spChg chg="mod">
          <ac:chgData name="mathspt" userId="0238e0ea-a655-48f2-bae3-2ff3e0b97742" providerId="ADAL" clId="{A39D618B-3493-4B83-8CDB-AACD08208EDE}" dt="2025-07-31T09:58:12.421" v="9002" actId="2711"/>
          <ac:spMkLst>
            <pc:docMk/>
            <pc:sldMk cId="2587831794" sldId="264"/>
            <ac:spMk id="14" creationId="{77E83D3B-1504-0FD5-9D8D-F7DAEA38575A}"/>
          </ac:spMkLst>
        </pc:spChg>
        <pc:spChg chg="mod">
          <ac:chgData name="mathspt" userId="0238e0ea-a655-48f2-bae3-2ff3e0b97742" providerId="ADAL" clId="{A39D618B-3493-4B83-8CDB-AACD08208EDE}" dt="2025-07-31T09:44:34.134" v="8900"/>
          <ac:spMkLst>
            <pc:docMk/>
            <pc:sldMk cId="2587831794" sldId="264"/>
            <ac:spMk id="15" creationId="{D55074A8-6CF9-F909-632E-7B9DB698AF13}"/>
          </ac:spMkLst>
        </pc:spChg>
        <pc:spChg chg="mod">
          <ac:chgData name="mathspt" userId="0238e0ea-a655-48f2-bae3-2ff3e0b97742" providerId="ADAL" clId="{A39D618B-3493-4B83-8CDB-AACD08208EDE}" dt="2025-07-31T09:44:34.134" v="8900"/>
          <ac:spMkLst>
            <pc:docMk/>
            <pc:sldMk cId="2587831794" sldId="264"/>
            <ac:spMk id="16" creationId="{BE9C5BF4-0795-A11B-2FCB-CDB11F942926}"/>
          </ac:spMkLst>
        </pc:spChg>
        <pc:spChg chg="mod">
          <ac:chgData name="mathspt" userId="0238e0ea-a655-48f2-bae3-2ff3e0b97742" providerId="ADAL" clId="{A39D618B-3493-4B83-8CDB-AACD08208EDE}" dt="2025-07-31T09:44:34.134" v="8900"/>
          <ac:spMkLst>
            <pc:docMk/>
            <pc:sldMk cId="2587831794" sldId="264"/>
            <ac:spMk id="18" creationId="{0CFD9B86-BD96-D432-75F9-7DD1AC805B66}"/>
          </ac:spMkLst>
        </pc:spChg>
        <pc:spChg chg="mod">
          <ac:chgData name="mathspt" userId="0238e0ea-a655-48f2-bae3-2ff3e0b97742" providerId="ADAL" clId="{A39D618B-3493-4B83-8CDB-AACD08208EDE}" dt="2025-07-31T09:44:34.134" v="8900"/>
          <ac:spMkLst>
            <pc:docMk/>
            <pc:sldMk cId="2587831794" sldId="264"/>
            <ac:spMk id="19" creationId="{2CA4E144-B571-5BF4-98E2-9862D9AE7709}"/>
          </ac:spMkLst>
        </pc:spChg>
        <pc:spChg chg="mod">
          <ac:chgData name="mathspt" userId="0238e0ea-a655-48f2-bae3-2ff3e0b97742" providerId="ADAL" clId="{A39D618B-3493-4B83-8CDB-AACD08208EDE}" dt="2025-07-31T09:58:21.051" v="9003" actId="2711"/>
          <ac:spMkLst>
            <pc:docMk/>
            <pc:sldMk cId="2587831794" sldId="264"/>
            <ac:spMk id="20" creationId="{96A64DA0-CCF6-DFB8-0079-55661DDB2ACD}"/>
          </ac:spMkLst>
        </pc:spChg>
        <pc:spChg chg="mod">
          <ac:chgData name="mathspt" userId="0238e0ea-a655-48f2-bae3-2ff3e0b97742" providerId="ADAL" clId="{A39D618B-3493-4B83-8CDB-AACD08208EDE}" dt="2025-07-31T09:44:34.134" v="8900"/>
          <ac:spMkLst>
            <pc:docMk/>
            <pc:sldMk cId="2587831794" sldId="264"/>
            <ac:spMk id="21" creationId="{259FBD94-9D32-C03F-848B-12484FBBF4B1}"/>
          </ac:spMkLst>
        </pc:spChg>
        <pc:spChg chg="mod">
          <ac:chgData name="mathspt" userId="0238e0ea-a655-48f2-bae3-2ff3e0b97742" providerId="ADAL" clId="{A39D618B-3493-4B83-8CDB-AACD08208EDE}" dt="2025-07-31T09:44:28.436" v="8896"/>
          <ac:spMkLst>
            <pc:docMk/>
            <pc:sldMk cId="2587831794" sldId="264"/>
            <ac:spMk id="22" creationId="{6607839D-EB8F-1D82-75CA-E87C3F22E20A}"/>
          </ac:spMkLst>
        </pc:spChg>
        <pc:spChg chg="mod">
          <ac:chgData name="mathspt" userId="0238e0ea-a655-48f2-bae3-2ff3e0b97742" providerId="ADAL" clId="{A39D618B-3493-4B83-8CDB-AACD08208EDE}" dt="2025-07-31T09:44:28.436" v="8896"/>
          <ac:spMkLst>
            <pc:docMk/>
            <pc:sldMk cId="2587831794" sldId="264"/>
            <ac:spMk id="23" creationId="{8D249309-2F65-BD04-7693-8954BE3E8E59}"/>
          </ac:spMkLst>
        </pc:spChg>
        <pc:spChg chg="mod">
          <ac:chgData name="mathspt" userId="0238e0ea-a655-48f2-bae3-2ff3e0b97742" providerId="ADAL" clId="{A39D618B-3493-4B83-8CDB-AACD08208EDE}" dt="2025-07-31T09:44:28.436" v="8896"/>
          <ac:spMkLst>
            <pc:docMk/>
            <pc:sldMk cId="2587831794" sldId="264"/>
            <ac:spMk id="24" creationId="{7F1E3A9F-AAF6-07BD-DCA0-62A2C4259346}"/>
          </ac:spMkLst>
        </pc:spChg>
        <pc:spChg chg="mod">
          <ac:chgData name="mathspt" userId="0238e0ea-a655-48f2-bae3-2ff3e0b97742" providerId="ADAL" clId="{A39D618B-3493-4B83-8CDB-AACD08208EDE}" dt="2025-07-31T09:44:28.436" v="8896"/>
          <ac:spMkLst>
            <pc:docMk/>
            <pc:sldMk cId="2587831794" sldId="264"/>
            <ac:spMk id="25" creationId="{5129683B-CD7F-72B4-4AB9-E1341D98EAB4}"/>
          </ac:spMkLst>
        </pc:spChg>
        <pc:spChg chg="mod">
          <ac:chgData name="mathspt" userId="0238e0ea-a655-48f2-bae3-2ff3e0b97742" providerId="ADAL" clId="{A39D618B-3493-4B83-8CDB-AACD08208EDE}" dt="2025-07-31T09:44:28.436" v="8896"/>
          <ac:spMkLst>
            <pc:docMk/>
            <pc:sldMk cId="2587831794" sldId="264"/>
            <ac:spMk id="26" creationId="{F504FA90-26F1-16B4-B7F0-22587CA40C6E}"/>
          </ac:spMkLst>
        </pc:spChg>
        <pc:spChg chg="mod">
          <ac:chgData name="mathspt" userId="0238e0ea-a655-48f2-bae3-2ff3e0b97742" providerId="ADAL" clId="{A39D618B-3493-4B83-8CDB-AACD08208EDE}" dt="2025-07-31T09:44:28.436" v="8896"/>
          <ac:spMkLst>
            <pc:docMk/>
            <pc:sldMk cId="2587831794" sldId="264"/>
            <ac:spMk id="27" creationId="{51323AE3-3F18-D292-9EB9-200ADD94CD32}"/>
          </ac:spMkLst>
        </pc:spChg>
        <pc:spChg chg="mod">
          <ac:chgData name="mathspt" userId="0238e0ea-a655-48f2-bae3-2ff3e0b97742" providerId="ADAL" clId="{A39D618B-3493-4B83-8CDB-AACD08208EDE}" dt="2025-07-31T09:44:28.436" v="8896"/>
          <ac:spMkLst>
            <pc:docMk/>
            <pc:sldMk cId="2587831794" sldId="264"/>
            <ac:spMk id="28" creationId="{28496407-2362-5E61-DFFC-525068A3CD3C}"/>
          </ac:spMkLst>
        </pc:spChg>
        <pc:spChg chg="add mod">
          <ac:chgData name="mathspt" userId="0238e0ea-a655-48f2-bae3-2ff3e0b97742" providerId="ADAL" clId="{A39D618B-3493-4B83-8CDB-AACD08208EDE}" dt="2025-07-31T07:00:30.196" v="664" actId="1038"/>
          <ac:spMkLst>
            <pc:docMk/>
            <pc:sldMk cId="2587831794" sldId="264"/>
            <ac:spMk id="29" creationId="{49351D66-0201-4621-E78E-1D1D0595AD3C}"/>
          </ac:spMkLst>
        </pc:spChg>
        <pc:spChg chg="mod">
          <ac:chgData name="mathspt" userId="0238e0ea-a655-48f2-bae3-2ff3e0b97742" providerId="ADAL" clId="{A39D618B-3493-4B83-8CDB-AACD08208EDE}" dt="2025-07-31T09:56:52.008" v="8992"/>
          <ac:spMkLst>
            <pc:docMk/>
            <pc:sldMk cId="2587831794" sldId="264"/>
            <ac:spMk id="46" creationId="{4903EC48-C22E-5862-0179-8F3792167A14}"/>
          </ac:spMkLst>
        </pc:spChg>
        <pc:spChg chg="mod">
          <ac:chgData name="mathspt" userId="0238e0ea-a655-48f2-bae3-2ff3e0b97742" providerId="ADAL" clId="{A39D618B-3493-4B83-8CDB-AACD08208EDE}" dt="2025-07-31T09:56:52.008" v="8992"/>
          <ac:spMkLst>
            <pc:docMk/>
            <pc:sldMk cId="2587831794" sldId="264"/>
            <ac:spMk id="49" creationId="{AF89BD20-377C-EDD3-2638-6B32D7F10A6A}"/>
          </ac:spMkLst>
        </pc:spChg>
        <pc:spChg chg="mod">
          <ac:chgData name="mathspt" userId="0238e0ea-a655-48f2-bae3-2ff3e0b97742" providerId="ADAL" clId="{A39D618B-3493-4B83-8CDB-AACD08208EDE}" dt="2025-07-31T09:56:52.008" v="8992"/>
          <ac:spMkLst>
            <pc:docMk/>
            <pc:sldMk cId="2587831794" sldId="264"/>
            <ac:spMk id="50" creationId="{37315656-9E9F-C31F-02E7-99F4E89D7F28}"/>
          </ac:spMkLst>
        </pc:spChg>
        <pc:spChg chg="mod topLvl">
          <ac:chgData name="mathspt" userId="0238e0ea-a655-48f2-bae3-2ff3e0b97742" providerId="ADAL" clId="{A39D618B-3493-4B83-8CDB-AACD08208EDE}" dt="2025-07-31T09:56:52.008" v="8992"/>
          <ac:spMkLst>
            <pc:docMk/>
            <pc:sldMk cId="2587831794" sldId="264"/>
            <ac:spMk id="54" creationId="{A0E4EAE3-0700-ED63-5E73-4DFB65275940}"/>
          </ac:spMkLst>
        </pc:spChg>
        <pc:spChg chg="mod">
          <ac:chgData name="mathspt" userId="0238e0ea-a655-48f2-bae3-2ff3e0b97742" providerId="ADAL" clId="{A39D618B-3493-4B83-8CDB-AACD08208EDE}" dt="2025-07-31T09:44:38.461" v="8902"/>
          <ac:spMkLst>
            <pc:docMk/>
            <pc:sldMk cId="2587831794" sldId="264"/>
            <ac:spMk id="70" creationId="{B4BA50D1-4CB2-6838-CBA4-5E775827E36B}"/>
          </ac:spMkLst>
        </pc:spChg>
        <pc:spChg chg="mod topLvl">
          <ac:chgData name="mathspt" userId="0238e0ea-a655-48f2-bae3-2ff3e0b97742" providerId="ADAL" clId="{A39D618B-3493-4B83-8CDB-AACD08208EDE}" dt="2025-07-31T09:56:52.008" v="8992"/>
          <ac:spMkLst>
            <pc:docMk/>
            <pc:sldMk cId="2587831794" sldId="264"/>
            <ac:spMk id="71" creationId="{B22D36A3-8927-9AE1-0C8D-58DE62C6E317}"/>
          </ac:spMkLst>
        </pc:spChg>
        <pc:spChg chg="mod topLvl">
          <ac:chgData name="mathspt" userId="0238e0ea-a655-48f2-bae3-2ff3e0b97742" providerId="ADAL" clId="{A39D618B-3493-4B83-8CDB-AACD08208EDE}" dt="2025-07-31T09:56:52.008" v="8992"/>
          <ac:spMkLst>
            <pc:docMk/>
            <pc:sldMk cId="2587831794" sldId="264"/>
            <ac:spMk id="72" creationId="{B7ABC9FB-65B8-7DCD-7C6C-B59E0DE411B6}"/>
          </ac:spMkLst>
        </pc:spChg>
        <pc:spChg chg="mod topLvl">
          <ac:chgData name="mathspt" userId="0238e0ea-a655-48f2-bae3-2ff3e0b97742" providerId="ADAL" clId="{A39D618B-3493-4B83-8CDB-AACD08208EDE}" dt="2025-07-31T09:45:10.015" v="8909"/>
          <ac:spMkLst>
            <pc:docMk/>
            <pc:sldMk cId="2587831794" sldId="264"/>
            <ac:spMk id="73" creationId="{C6466A8D-E7F3-9C77-CF33-421F6CEC31F5}"/>
          </ac:spMkLst>
        </pc:spChg>
        <pc:spChg chg="mod topLvl">
          <ac:chgData name="mathspt" userId="0238e0ea-a655-48f2-bae3-2ff3e0b97742" providerId="ADAL" clId="{A39D618B-3493-4B83-8CDB-AACD08208EDE}" dt="2025-07-31T09:56:52.008" v="8992"/>
          <ac:spMkLst>
            <pc:docMk/>
            <pc:sldMk cId="2587831794" sldId="264"/>
            <ac:spMk id="74" creationId="{FF86EB3A-0EEB-ABB1-BF9D-3FDC5F373DEB}"/>
          </ac:spMkLst>
        </pc:spChg>
        <pc:spChg chg="mod topLvl">
          <ac:chgData name="mathspt" userId="0238e0ea-a655-48f2-bae3-2ff3e0b97742" providerId="ADAL" clId="{A39D618B-3493-4B83-8CDB-AACD08208EDE}" dt="2025-07-31T09:56:52.008" v="8992"/>
          <ac:spMkLst>
            <pc:docMk/>
            <pc:sldMk cId="2587831794" sldId="264"/>
            <ac:spMk id="75" creationId="{B355CDF6-9DBB-BB3C-9329-03F53D52ADBB}"/>
          </ac:spMkLst>
        </pc:spChg>
        <pc:spChg chg="mod topLvl">
          <ac:chgData name="mathspt" userId="0238e0ea-a655-48f2-bae3-2ff3e0b97742" providerId="ADAL" clId="{A39D618B-3493-4B83-8CDB-AACD08208EDE}" dt="2025-07-31T09:56:52.008" v="8992"/>
          <ac:spMkLst>
            <pc:docMk/>
            <pc:sldMk cId="2587831794" sldId="264"/>
            <ac:spMk id="76" creationId="{F0852DF9-3C38-FCEA-B57E-AC01A365E7E0}"/>
          </ac:spMkLst>
        </pc:spChg>
        <pc:spChg chg="mod topLvl">
          <ac:chgData name="mathspt" userId="0238e0ea-a655-48f2-bae3-2ff3e0b97742" providerId="ADAL" clId="{A39D618B-3493-4B83-8CDB-AACD08208EDE}" dt="2025-07-31T09:56:52.008" v="8992"/>
          <ac:spMkLst>
            <pc:docMk/>
            <pc:sldMk cId="2587831794" sldId="264"/>
            <ac:spMk id="77" creationId="{85C3475F-AE5C-5BF3-1566-B67716E78312}"/>
          </ac:spMkLst>
        </pc:spChg>
        <pc:spChg chg="add mod">
          <ac:chgData name="mathspt" userId="0238e0ea-a655-48f2-bae3-2ff3e0b97742" providerId="ADAL" clId="{A39D618B-3493-4B83-8CDB-AACD08208EDE}" dt="2025-07-31T09:45:10.015" v="8909"/>
          <ac:spMkLst>
            <pc:docMk/>
            <pc:sldMk cId="2587831794" sldId="264"/>
            <ac:spMk id="78" creationId="{E507F577-8D02-0892-7903-6CD1F0991575}"/>
          </ac:spMkLst>
        </pc:spChg>
        <pc:spChg chg="add mod">
          <ac:chgData name="mathspt" userId="0238e0ea-a655-48f2-bae3-2ff3e0b97742" providerId="ADAL" clId="{A39D618B-3493-4B83-8CDB-AACD08208EDE}" dt="2025-07-31T09:57:00.589" v="8993" actId="2711"/>
          <ac:spMkLst>
            <pc:docMk/>
            <pc:sldMk cId="2587831794" sldId="264"/>
            <ac:spMk id="79" creationId="{DDB85F88-EE1A-9A8C-8FE3-B35FF424B5D8}"/>
          </ac:spMkLst>
        </pc:spChg>
        <pc:spChg chg="add mod">
          <ac:chgData name="mathspt" userId="0238e0ea-a655-48f2-bae3-2ff3e0b97742" providerId="ADAL" clId="{A39D618B-3493-4B83-8CDB-AACD08208EDE}" dt="2025-07-31T07:05:29.829" v="887" actId="1035"/>
          <ac:spMkLst>
            <pc:docMk/>
            <pc:sldMk cId="2587831794" sldId="264"/>
            <ac:spMk id="80" creationId="{DD5CE583-457E-30FC-BF03-CFF2FA7AF720}"/>
          </ac:spMkLst>
        </pc:spChg>
        <pc:spChg chg="add mod">
          <ac:chgData name="mathspt" userId="0238e0ea-a655-48f2-bae3-2ff3e0b97742" providerId="ADAL" clId="{A39D618B-3493-4B83-8CDB-AACD08208EDE}" dt="2025-07-31T09:45:10.015" v="8909"/>
          <ac:spMkLst>
            <pc:docMk/>
            <pc:sldMk cId="2587831794" sldId="264"/>
            <ac:spMk id="81" creationId="{FE235540-A72F-1B79-CA98-5F6A7F8BDC2E}"/>
          </ac:spMkLst>
        </pc:spChg>
        <pc:spChg chg="add mod">
          <ac:chgData name="mathspt" userId="0238e0ea-a655-48f2-bae3-2ff3e0b97742" providerId="ADAL" clId="{A39D618B-3493-4B83-8CDB-AACD08208EDE}" dt="2025-07-31T09:57:59.669" v="9001" actId="2711"/>
          <ac:spMkLst>
            <pc:docMk/>
            <pc:sldMk cId="2587831794" sldId="264"/>
            <ac:spMk id="82" creationId="{0D656A55-237F-EEC5-2979-1A01EF6F8769}"/>
          </ac:spMkLst>
        </pc:spChg>
        <pc:spChg chg="add mod">
          <ac:chgData name="mathspt" userId="0238e0ea-a655-48f2-bae3-2ff3e0b97742" providerId="ADAL" clId="{A39D618B-3493-4B83-8CDB-AACD08208EDE}" dt="2025-07-31T09:57:47.656" v="9000" actId="1076"/>
          <ac:spMkLst>
            <pc:docMk/>
            <pc:sldMk cId="2587831794" sldId="264"/>
            <ac:spMk id="83" creationId="{7F441C19-5EF2-735D-247D-F5AC678CCA1B}"/>
          </ac:spMkLst>
        </pc:spChg>
        <pc:spChg chg="add mod">
          <ac:chgData name="mathspt" userId="0238e0ea-a655-48f2-bae3-2ff3e0b97742" providerId="ADAL" clId="{A39D618B-3493-4B83-8CDB-AACD08208EDE}" dt="2025-07-31T09:45:10.015" v="8909"/>
          <ac:spMkLst>
            <pc:docMk/>
            <pc:sldMk cId="2587831794" sldId="264"/>
            <ac:spMk id="84" creationId="{78362520-B25D-1182-110B-A60D30014EBF}"/>
          </ac:spMkLst>
        </pc:spChg>
        <pc:spChg chg="add mod">
          <ac:chgData name="mathspt" userId="0238e0ea-a655-48f2-bae3-2ff3e0b97742" providerId="ADAL" clId="{A39D618B-3493-4B83-8CDB-AACD08208EDE}" dt="2025-07-31T09:45:10.015" v="8909"/>
          <ac:spMkLst>
            <pc:docMk/>
            <pc:sldMk cId="2587831794" sldId="264"/>
            <ac:spMk id="86" creationId="{8C41C297-7307-2F2E-57A3-D84F2E5B370E}"/>
          </ac:spMkLst>
        </pc:spChg>
        <pc:spChg chg="add mod">
          <ac:chgData name="mathspt" userId="0238e0ea-a655-48f2-bae3-2ff3e0b97742" providerId="ADAL" clId="{A39D618B-3493-4B83-8CDB-AACD08208EDE}" dt="2025-07-31T07:06:25.568" v="1191" actId="1037"/>
          <ac:spMkLst>
            <pc:docMk/>
            <pc:sldMk cId="2587831794" sldId="264"/>
            <ac:spMk id="87" creationId="{6E1788EC-7F60-BC7F-92B8-DD7D00F77678}"/>
          </ac:spMkLst>
        </pc:spChg>
        <pc:spChg chg="add mod">
          <ac:chgData name="mathspt" userId="0238e0ea-a655-48f2-bae3-2ff3e0b97742" providerId="ADAL" clId="{A39D618B-3493-4B83-8CDB-AACD08208EDE}" dt="2025-07-31T07:14:38.801" v="2003" actId="164"/>
          <ac:spMkLst>
            <pc:docMk/>
            <pc:sldMk cId="2587831794" sldId="264"/>
            <ac:spMk id="88" creationId="{CBC6272A-4C6A-CA2C-A600-C7D36852D3CB}"/>
          </ac:spMkLst>
        </pc:spChg>
        <pc:spChg chg="add mod">
          <ac:chgData name="mathspt" userId="0238e0ea-a655-48f2-bae3-2ff3e0b97742" providerId="ADAL" clId="{A39D618B-3493-4B83-8CDB-AACD08208EDE}" dt="2025-07-31T07:07:29.274" v="1282" actId="1038"/>
          <ac:spMkLst>
            <pc:docMk/>
            <pc:sldMk cId="2587831794" sldId="264"/>
            <ac:spMk id="89" creationId="{4E4808C7-03CD-BAC8-9062-41AC07D3D574}"/>
          </ac:spMkLst>
        </pc:spChg>
        <pc:spChg chg="add mod">
          <ac:chgData name="mathspt" userId="0238e0ea-a655-48f2-bae3-2ff3e0b97742" providerId="ADAL" clId="{A39D618B-3493-4B83-8CDB-AACD08208EDE}" dt="2025-07-31T09:45:10.015" v="8909"/>
          <ac:spMkLst>
            <pc:docMk/>
            <pc:sldMk cId="2587831794" sldId="264"/>
            <ac:spMk id="90" creationId="{F5F5F1EB-37C2-0BD6-7E3C-49B281436D8E}"/>
          </ac:spMkLst>
        </pc:spChg>
        <pc:spChg chg="add mod">
          <ac:chgData name="mathspt" userId="0238e0ea-a655-48f2-bae3-2ff3e0b97742" providerId="ADAL" clId="{A39D618B-3493-4B83-8CDB-AACD08208EDE}" dt="2025-07-31T07:10:08.220" v="1678" actId="1076"/>
          <ac:spMkLst>
            <pc:docMk/>
            <pc:sldMk cId="2587831794" sldId="264"/>
            <ac:spMk id="91" creationId="{98654340-D2D4-48B4-B74A-603AA93C8D67}"/>
          </ac:spMkLst>
        </pc:spChg>
        <pc:spChg chg="add mod">
          <ac:chgData name="mathspt" userId="0238e0ea-a655-48f2-bae3-2ff3e0b97742" providerId="ADAL" clId="{A39D618B-3493-4B83-8CDB-AACD08208EDE}" dt="2025-07-31T09:45:10.015" v="8909"/>
          <ac:spMkLst>
            <pc:docMk/>
            <pc:sldMk cId="2587831794" sldId="264"/>
            <ac:spMk id="92" creationId="{0FEFC169-CD94-C754-C8FD-98226BB0876F}"/>
          </ac:spMkLst>
        </pc:spChg>
        <pc:spChg chg="add mod">
          <ac:chgData name="mathspt" userId="0238e0ea-a655-48f2-bae3-2ff3e0b97742" providerId="ADAL" clId="{A39D618B-3493-4B83-8CDB-AACD08208EDE}" dt="2025-07-31T09:56:41.629" v="8988" actId="2711"/>
          <ac:spMkLst>
            <pc:docMk/>
            <pc:sldMk cId="2587831794" sldId="264"/>
            <ac:spMk id="93" creationId="{ED6DC28B-4B7A-0A1C-C7FB-81ADA89C796D}"/>
          </ac:spMkLst>
        </pc:spChg>
        <pc:spChg chg="add mod">
          <ac:chgData name="mathspt" userId="0238e0ea-a655-48f2-bae3-2ff3e0b97742" providerId="ADAL" clId="{A39D618B-3493-4B83-8CDB-AACD08208EDE}" dt="2025-07-31T09:45:17.476" v="8910" actId="2711"/>
          <ac:spMkLst>
            <pc:docMk/>
            <pc:sldMk cId="2587831794" sldId="264"/>
            <ac:spMk id="94" creationId="{98F59342-0BBC-2DA2-8BE2-36A142D241A6}"/>
          </ac:spMkLst>
        </pc:spChg>
        <pc:spChg chg="add mod">
          <ac:chgData name="mathspt" userId="0238e0ea-a655-48f2-bae3-2ff3e0b97742" providerId="ADAL" clId="{A39D618B-3493-4B83-8CDB-AACD08208EDE}" dt="2025-07-31T07:14:38.801" v="2003" actId="164"/>
          <ac:spMkLst>
            <pc:docMk/>
            <pc:sldMk cId="2587831794" sldId="264"/>
            <ac:spMk id="95" creationId="{392B1B11-0C9F-D34A-FB44-062A279E32AE}"/>
          </ac:spMkLst>
        </pc:spChg>
        <pc:spChg chg="add mod">
          <ac:chgData name="mathspt" userId="0238e0ea-a655-48f2-bae3-2ff3e0b97742" providerId="ADAL" clId="{A39D618B-3493-4B83-8CDB-AACD08208EDE}" dt="2025-07-31T07:14:38.801" v="2003" actId="164"/>
          <ac:spMkLst>
            <pc:docMk/>
            <pc:sldMk cId="2587831794" sldId="264"/>
            <ac:spMk id="97" creationId="{9ADAD319-A04D-1684-D87D-C4AA2D71594D}"/>
          </ac:spMkLst>
        </pc:spChg>
        <pc:spChg chg="mod">
          <ac:chgData name="mathspt" userId="0238e0ea-a655-48f2-bae3-2ff3e0b97742" providerId="ADAL" clId="{A39D618B-3493-4B83-8CDB-AACD08208EDE}" dt="2025-07-31T09:56:29.419" v="8984"/>
          <ac:spMkLst>
            <pc:docMk/>
            <pc:sldMk cId="2587831794" sldId="264"/>
            <ac:spMk id="101" creationId="{5D0F61CB-1213-28A7-3AC5-C3528282429F}"/>
          </ac:spMkLst>
        </pc:spChg>
        <pc:spChg chg="mod">
          <ac:chgData name="mathspt" userId="0238e0ea-a655-48f2-bae3-2ff3e0b97742" providerId="ADAL" clId="{A39D618B-3493-4B83-8CDB-AACD08208EDE}" dt="2025-07-31T09:56:29.419" v="8984"/>
          <ac:spMkLst>
            <pc:docMk/>
            <pc:sldMk cId="2587831794" sldId="264"/>
            <ac:spMk id="103" creationId="{6AF4F815-D52E-0C4A-FD43-D2E5E74EBB16}"/>
          </ac:spMkLst>
        </pc:spChg>
        <pc:spChg chg="mod">
          <ac:chgData name="mathspt" userId="0238e0ea-a655-48f2-bae3-2ff3e0b97742" providerId="ADAL" clId="{A39D618B-3493-4B83-8CDB-AACD08208EDE}" dt="2025-07-31T09:56:29.419" v="8984"/>
          <ac:spMkLst>
            <pc:docMk/>
            <pc:sldMk cId="2587831794" sldId="264"/>
            <ac:spMk id="104" creationId="{D8EAEE4F-7D56-7B6A-38E6-16040C8DAF1C}"/>
          </ac:spMkLst>
        </pc:spChg>
        <pc:spChg chg="mod">
          <ac:chgData name="mathspt" userId="0238e0ea-a655-48f2-bae3-2ff3e0b97742" providerId="ADAL" clId="{A39D618B-3493-4B83-8CDB-AACD08208EDE}" dt="2025-07-31T09:44:44.722" v="8906"/>
          <ac:spMkLst>
            <pc:docMk/>
            <pc:sldMk cId="2587831794" sldId="264"/>
            <ac:spMk id="105" creationId="{17F06446-6594-2F61-DE8E-E3A7170C7F47}"/>
          </ac:spMkLst>
        </pc:spChg>
        <pc:spChg chg="mod">
          <ac:chgData name="mathspt" userId="0238e0ea-a655-48f2-bae3-2ff3e0b97742" providerId="ADAL" clId="{A39D618B-3493-4B83-8CDB-AACD08208EDE}" dt="2025-07-31T09:56:31.807" v="8985" actId="20577"/>
          <ac:spMkLst>
            <pc:docMk/>
            <pc:sldMk cId="2587831794" sldId="264"/>
            <ac:spMk id="106" creationId="{48154843-7E9A-1996-4BD9-EFBDEF2145CA}"/>
          </ac:spMkLst>
        </pc:spChg>
        <pc:spChg chg="mod">
          <ac:chgData name="mathspt" userId="0238e0ea-a655-48f2-bae3-2ff3e0b97742" providerId="ADAL" clId="{A39D618B-3493-4B83-8CDB-AACD08208EDE}" dt="2025-07-31T09:56:29.419" v="8984"/>
          <ac:spMkLst>
            <pc:docMk/>
            <pc:sldMk cId="2587831794" sldId="264"/>
            <ac:spMk id="107" creationId="{072D6F2E-0AF1-8525-9811-D0EDC09D0605}"/>
          </ac:spMkLst>
        </pc:spChg>
        <pc:spChg chg="mod">
          <ac:chgData name="mathspt" userId="0238e0ea-a655-48f2-bae3-2ff3e0b97742" providerId="ADAL" clId="{A39D618B-3493-4B83-8CDB-AACD08208EDE}" dt="2025-07-31T09:56:29.419" v="8984"/>
          <ac:spMkLst>
            <pc:docMk/>
            <pc:sldMk cId="2587831794" sldId="264"/>
            <ac:spMk id="108" creationId="{6D86186C-EF62-C171-BEA8-0BD93662D2F5}"/>
          </ac:spMkLst>
        </pc:spChg>
        <pc:spChg chg="mod">
          <ac:chgData name="mathspt" userId="0238e0ea-a655-48f2-bae3-2ff3e0b97742" providerId="ADAL" clId="{A39D618B-3493-4B83-8CDB-AACD08208EDE}" dt="2025-07-31T09:44:44.722" v="8906"/>
          <ac:spMkLst>
            <pc:docMk/>
            <pc:sldMk cId="2587831794" sldId="264"/>
            <ac:spMk id="111" creationId="{5607E535-8EF9-0DF7-7FF0-2CDB3DB5B8D0}"/>
          </ac:spMkLst>
        </pc:spChg>
        <pc:spChg chg="mod">
          <ac:chgData name="mathspt" userId="0238e0ea-a655-48f2-bae3-2ff3e0b97742" providerId="ADAL" clId="{A39D618B-3493-4B83-8CDB-AACD08208EDE}" dt="2025-07-31T09:56:29.419" v="8984"/>
          <ac:spMkLst>
            <pc:docMk/>
            <pc:sldMk cId="2587831794" sldId="264"/>
            <ac:spMk id="112" creationId="{475E3392-62A4-670B-91A4-68C73A820381}"/>
          </ac:spMkLst>
        </pc:spChg>
        <pc:spChg chg="mod">
          <ac:chgData name="mathspt" userId="0238e0ea-a655-48f2-bae3-2ff3e0b97742" providerId="ADAL" clId="{A39D618B-3493-4B83-8CDB-AACD08208EDE}" dt="2025-07-31T09:56:29.419" v="8984"/>
          <ac:spMkLst>
            <pc:docMk/>
            <pc:sldMk cId="2587831794" sldId="264"/>
            <ac:spMk id="113" creationId="{6E8FD6BA-2EB7-24B6-C52F-F0076386F969}"/>
          </ac:spMkLst>
        </pc:spChg>
        <pc:spChg chg="mod">
          <ac:chgData name="mathspt" userId="0238e0ea-a655-48f2-bae3-2ff3e0b97742" providerId="ADAL" clId="{A39D618B-3493-4B83-8CDB-AACD08208EDE}" dt="2025-07-31T09:56:29.419" v="8984"/>
          <ac:spMkLst>
            <pc:docMk/>
            <pc:sldMk cId="2587831794" sldId="264"/>
            <ac:spMk id="114" creationId="{F10A7229-6024-AD2A-2AB2-4AD88ADF5BA4}"/>
          </ac:spMkLst>
        </pc:spChg>
        <pc:spChg chg="mod">
          <ac:chgData name="mathspt" userId="0238e0ea-a655-48f2-bae3-2ff3e0b97742" providerId="ADAL" clId="{A39D618B-3493-4B83-8CDB-AACD08208EDE}" dt="2025-07-31T09:56:29.419" v="8984"/>
          <ac:spMkLst>
            <pc:docMk/>
            <pc:sldMk cId="2587831794" sldId="264"/>
            <ac:spMk id="115" creationId="{EE7BA17A-B6BA-8C52-45A3-C120A572C561}"/>
          </ac:spMkLst>
        </pc:spChg>
        <pc:spChg chg="mod">
          <ac:chgData name="mathspt" userId="0238e0ea-a655-48f2-bae3-2ff3e0b97742" providerId="ADAL" clId="{A39D618B-3493-4B83-8CDB-AACD08208EDE}" dt="2025-07-31T09:56:29.419" v="8984"/>
          <ac:spMkLst>
            <pc:docMk/>
            <pc:sldMk cId="2587831794" sldId="264"/>
            <ac:spMk id="116" creationId="{DAB7B699-7EA2-B4DC-BE03-E86305FE618D}"/>
          </ac:spMkLst>
        </pc:spChg>
        <pc:grpChg chg="mod">
          <ac:chgData name="mathspt" userId="0238e0ea-a655-48f2-bae3-2ff3e0b97742" providerId="ADAL" clId="{A39D618B-3493-4B83-8CDB-AACD08208EDE}" dt="2025-07-31T09:44:28.436" v="8896"/>
          <ac:grpSpMkLst>
            <pc:docMk/>
            <pc:sldMk cId="2587831794" sldId="264"/>
            <ac:grpSpMk id="6" creationId="{4C02905F-028C-AED9-2E5E-39CB5CEC039B}"/>
          </ac:grpSpMkLst>
        </pc:grpChg>
        <pc:grpChg chg="mod">
          <ac:chgData name="mathspt" userId="0238e0ea-a655-48f2-bae3-2ff3e0b97742" providerId="ADAL" clId="{A39D618B-3493-4B83-8CDB-AACD08208EDE}" dt="2025-07-31T08:26:15.567" v="4992" actId="1076"/>
          <ac:grpSpMkLst>
            <pc:docMk/>
            <pc:sldMk cId="2587831794" sldId="264"/>
            <ac:grpSpMk id="7" creationId="{7264B838-F59B-4D75-5F0F-666B73407776}"/>
          </ac:grpSpMkLst>
        </pc:grpChg>
        <pc:grpChg chg="mod topLvl">
          <ac:chgData name="mathspt" userId="0238e0ea-a655-48f2-bae3-2ff3e0b97742" providerId="ADAL" clId="{A39D618B-3493-4B83-8CDB-AACD08208EDE}" dt="2025-07-31T07:12:24.035" v="1822" actId="164"/>
          <ac:grpSpMkLst>
            <pc:docMk/>
            <pc:sldMk cId="2587831794" sldId="264"/>
            <ac:grpSpMk id="33" creationId="{08B92E00-0F92-407D-86D3-458CCC52A60E}"/>
          </ac:grpSpMkLst>
        </pc:grpChg>
        <pc:grpChg chg="add mod">
          <ac:chgData name="mathspt" userId="0238e0ea-a655-48f2-bae3-2ff3e0b97742" providerId="ADAL" clId="{A39D618B-3493-4B83-8CDB-AACD08208EDE}" dt="2025-07-31T07:13:15.076" v="1916" actId="1076"/>
          <ac:grpSpMkLst>
            <pc:docMk/>
            <pc:sldMk cId="2587831794" sldId="264"/>
            <ac:grpSpMk id="96" creationId="{4D3C9BCF-58F4-2C41-BFBF-DB371AC15D1E}"/>
          </ac:grpSpMkLst>
        </pc:grpChg>
        <pc:grpChg chg="mod">
          <ac:chgData name="mathspt" userId="0238e0ea-a655-48f2-bae3-2ff3e0b97742" providerId="ADAL" clId="{A39D618B-3493-4B83-8CDB-AACD08208EDE}" dt="2025-07-31T07:15:37.264" v="2006" actId="164"/>
          <ac:grpSpMkLst>
            <pc:docMk/>
            <pc:sldMk cId="2587831794" sldId="264"/>
            <ac:grpSpMk id="98" creationId="{031D590D-135B-9077-D2CC-AB134A1443C8}"/>
          </ac:grpSpMkLst>
        </pc:grpChg>
        <pc:grpChg chg="add mod">
          <ac:chgData name="mathspt" userId="0238e0ea-a655-48f2-bae3-2ff3e0b97742" providerId="ADAL" clId="{A39D618B-3493-4B83-8CDB-AACD08208EDE}" dt="2025-07-31T07:16:14.530" v="2138" actId="1076"/>
          <ac:grpSpMkLst>
            <pc:docMk/>
            <pc:sldMk cId="2587831794" sldId="264"/>
            <ac:grpSpMk id="99" creationId="{6146AD92-E471-92D7-A114-49D586EE69B4}"/>
          </ac:grpSpMkLst>
        </pc:grpChg>
        <pc:grpChg chg="mod">
          <ac:chgData name="mathspt" userId="0238e0ea-a655-48f2-bae3-2ff3e0b97742" providerId="ADAL" clId="{A39D618B-3493-4B83-8CDB-AACD08208EDE}" dt="2025-07-31T07:17:08.879" v="2140" actId="1076"/>
          <ac:grpSpMkLst>
            <pc:docMk/>
            <pc:sldMk cId="2587831794" sldId="264"/>
            <ac:grpSpMk id="100" creationId="{48680D74-C2C7-D1CE-9BE2-B8BE889437E3}"/>
          </ac:grpSpMkLst>
        </pc:grpChg>
        <pc:grpChg chg="add mod">
          <ac:chgData name="mathspt" userId="0238e0ea-a655-48f2-bae3-2ff3e0b97742" providerId="ADAL" clId="{A39D618B-3493-4B83-8CDB-AACD08208EDE}" dt="2025-07-31T09:44:28.436" v="8896"/>
          <ac:grpSpMkLst>
            <pc:docMk/>
            <pc:sldMk cId="2587831794" sldId="264"/>
            <ac:grpSpMk id="117" creationId="{0EFDDA23-8041-280A-8CDD-8F96E6E6E7C8}"/>
          </ac:grpSpMkLst>
        </pc:grpChg>
        <pc:picChg chg="mod">
          <ac:chgData name="mathspt" userId="0238e0ea-a655-48f2-bae3-2ff3e0b97742" providerId="ADAL" clId="{A39D618B-3493-4B83-8CDB-AACD08208EDE}" dt="2025-07-31T07:20:52.731" v="2166" actId="34135"/>
          <ac:picMkLst>
            <pc:docMk/>
            <pc:sldMk cId="2587831794" sldId="264"/>
            <ac:picMk id="3" creationId="{6F1B65A8-2A59-2BBB-F31E-84DA19FAEE91}"/>
          </ac:picMkLst>
        </pc:picChg>
      </pc:sldChg>
      <pc:sldChg chg="addSp delSp modSp mod">
        <pc:chgData name="mathspt" userId="0238e0ea-a655-48f2-bae3-2ff3e0b97742" providerId="ADAL" clId="{A39D618B-3493-4B83-8CDB-AACD08208EDE}" dt="2025-07-31T09:45:47.787" v="8920" actId="14100"/>
        <pc:sldMkLst>
          <pc:docMk/>
          <pc:sldMk cId="3235599402" sldId="265"/>
        </pc:sldMkLst>
        <pc:spChg chg="mod topLvl">
          <ac:chgData name="mathspt" userId="0238e0ea-a655-48f2-bae3-2ff3e0b97742" providerId="ADAL" clId="{A39D618B-3493-4B83-8CDB-AACD08208EDE}" dt="2025-07-31T08:21:02.925" v="4952" actId="164"/>
          <ac:spMkLst>
            <pc:docMk/>
            <pc:sldMk cId="3235599402" sldId="265"/>
            <ac:spMk id="5" creationId="{4317F222-0775-D883-6E26-5C6D7D34F6BC}"/>
          </ac:spMkLst>
        </pc:spChg>
        <pc:spChg chg="mod topLvl">
          <ac:chgData name="mathspt" userId="0238e0ea-a655-48f2-bae3-2ff3e0b97742" providerId="ADAL" clId="{A39D618B-3493-4B83-8CDB-AACD08208EDE}" dt="2025-07-31T08:21:11.715" v="4954" actId="164"/>
          <ac:spMkLst>
            <pc:docMk/>
            <pc:sldMk cId="3235599402" sldId="265"/>
            <ac:spMk id="10" creationId="{3E4044B3-B16A-FC7E-CC03-1BACE7203C07}"/>
          </ac:spMkLst>
        </pc:spChg>
        <pc:spChg chg="mod topLvl">
          <ac:chgData name="mathspt" userId="0238e0ea-a655-48f2-bae3-2ff3e0b97742" providerId="ADAL" clId="{A39D618B-3493-4B83-8CDB-AACD08208EDE}" dt="2025-07-31T09:30:46.709" v="8575" actId="2711"/>
          <ac:spMkLst>
            <pc:docMk/>
            <pc:sldMk cId="3235599402" sldId="265"/>
            <ac:spMk id="13" creationId="{77E18D1F-B35E-A0F4-E068-CF4CF0C2714D}"/>
          </ac:spMkLst>
        </pc:spChg>
        <pc:spChg chg="mod topLvl">
          <ac:chgData name="mathspt" userId="0238e0ea-a655-48f2-bae3-2ff3e0b97742" providerId="ADAL" clId="{A39D618B-3493-4B83-8CDB-AACD08208EDE}" dt="2025-07-31T08:21:11.715" v="4954" actId="164"/>
          <ac:spMkLst>
            <pc:docMk/>
            <pc:sldMk cId="3235599402" sldId="265"/>
            <ac:spMk id="15" creationId="{7011F57D-D37A-62A8-297F-07A5BE846EFE}"/>
          </ac:spMkLst>
        </pc:spChg>
        <pc:spChg chg="mod topLvl">
          <ac:chgData name="mathspt" userId="0238e0ea-a655-48f2-bae3-2ff3e0b97742" providerId="ADAL" clId="{A39D618B-3493-4B83-8CDB-AACD08208EDE}" dt="2025-07-31T08:21:11.715" v="4954" actId="164"/>
          <ac:spMkLst>
            <pc:docMk/>
            <pc:sldMk cId="3235599402" sldId="265"/>
            <ac:spMk id="18" creationId="{64FDB84C-30A0-3EAD-3A2D-E70A72C7D6C0}"/>
          </ac:spMkLst>
        </pc:spChg>
        <pc:spChg chg="mod topLvl">
          <ac:chgData name="mathspt" userId="0238e0ea-a655-48f2-bae3-2ff3e0b97742" providerId="ADAL" clId="{A39D618B-3493-4B83-8CDB-AACD08208EDE}" dt="2025-07-31T09:30:58.394" v="8577" actId="2711"/>
          <ac:spMkLst>
            <pc:docMk/>
            <pc:sldMk cId="3235599402" sldId="265"/>
            <ac:spMk id="20" creationId="{47B58274-14AB-507B-4C60-03EA79AE0902}"/>
          </ac:spMkLst>
        </pc:spChg>
        <pc:spChg chg="mod topLvl">
          <ac:chgData name="mathspt" userId="0238e0ea-a655-48f2-bae3-2ff3e0b97742" providerId="ADAL" clId="{A39D618B-3493-4B83-8CDB-AACD08208EDE}" dt="2025-07-31T08:21:11.715" v="4954" actId="164"/>
          <ac:spMkLst>
            <pc:docMk/>
            <pc:sldMk cId="3235599402" sldId="265"/>
            <ac:spMk id="21" creationId="{1D36E9EA-50E2-FB45-1F88-21E55280C52F}"/>
          </ac:spMkLst>
        </pc:spChg>
        <pc:spChg chg="mod topLvl">
          <ac:chgData name="mathspt" userId="0238e0ea-a655-48f2-bae3-2ff3e0b97742" providerId="ADAL" clId="{A39D618B-3493-4B83-8CDB-AACD08208EDE}" dt="2025-07-31T08:21:02.925" v="4952" actId="164"/>
          <ac:spMkLst>
            <pc:docMk/>
            <pc:sldMk cId="3235599402" sldId="265"/>
            <ac:spMk id="22" creationId="{5A0AA16E-91FA-8AEC-E7A7-B6EDDD2BC8EF}"/>
          </ac:spMkLst>
        </pc:spChg>
        <pc:spChg chg="mod topLvl">
          <ac:chgData name="mathspt" userId="0238e0ea-a655-48f2-bae3-2ff3e0b97742" providerId="ADAL" clId="{A39D618B-3493-4B83-8CDB-AACD08208EDE}" dt="2025-07-31T08:21:02.925" v="4952" actId="164"/>
          <ac:spMkLst>
            <pc:docMk/>
            <pc:sldMk cId="3235599402" sldId="265"/>
            <ac:spMk id="23" creationId="{A9A89303-33EF-42C1-79FC-8B174C16800C}"/>
          </ac:spMkLst>
        </pc:spChg>
        <pc:spChg chg="mod topLvl">
          <ac:chgData name="mathspt" userId="0238e0ea-a655-48f2-bae3-2ff3e0b97742" providerId="ADAL" clId="{A39D618B-3493-4B83-8CDB-AACD08208EDE}" dt="2025-07-31T08:21:11.715" v="4954" actId="164"/>
          <ac:spMkLst>
            <pc:docMk/>
            <pc:sldMk cId="3235599402" sldId="265"/>
            <ac:spMk id="24" creationId="{1F0C9F83-F2D4-47E2-276E-164624070EBA}"/>
          </ac:spMkLst>
        </pc:spChg>
        <pc:spChg chg="mod topLvl">
          <ac:chgData name="mathspt" userId="0238e0ea-a655-48f2-bae3-2ff3e0b97742" providerId="ADAL" clId="{A39D618B-3493-4B83-8CDB-AACD08208EDE}" dt="2025-07-31T08:21:02.925" v="4952" actId="164"/>
          <ac:spMkLst>
            <pc:docMk/>
            <pc:sldMk cId="3235599402" sldId="265"/>
            <ac:spMk id="25" creationId="{DB730A3F-0700-EAEA-5B11-D69CC1918F2B}"/>
          </ac:spMkLst>
        </pc:spChg>
        <pc:spChg chg="mod topLvl">
          <ac:chgData name="mathspt" userId="0238e0ea-a655-48f2-bae3-2ff3e0b97742" providerId="ADAL" clId="{A39D618B-3493-4B83-8CDB-AACD08208EDE}" dt="2025-07-31T08:21:02.925" v="4952" actId="164"/>
          <ac:spMkLst>
            <pc:docMk/>
            <pc:sldMk cId="3235599402" sldId="265"/>
            <ac:spMk id="26" creationId="{ED46999F-273C-ECEB-C8EE-026F4A9FF7B4}"/>
          </ac:spMkLst>
        </pc:spChg>
        <pc:spChg chg="mod topLvl">
          <ac:chgData name="mathspt" userId="0238e0ea-a655-48f2-bae3-2ff3e0b97742" providerId="ADAL" clId="{A39D618B-3493-4B83-8CDB-AACD08208EDE}" dt="2025-07-31T08:21:02.925" v="4952" actId="164"/>
          <ac:spMkLst>
            <pc:docMk/>
            <pc:sldMk cId="3235599402" sldId="265"/>
            <ac:spMk id="27" creationId="{99F590EC-1903-C692-7106-2837A1607B48}"/>
          </ac:spMkLst>
        </pc:spChg>
        <pc:spChg chg="mod topLvl">
          <ac:chgData name="mathspt" userId="0238e0ea-a655-48f2-bae3-2ff3e0b97742" providerId="ADAL" clId="{A39D618B-3493-4B83-8CDB-AACD08208EDE}" dt="2025-07-31T08:21:02.925" v="4952" actId="164"/>
          <ac:spMkLst>
            <pc:docMk/>
            <pc:sldMk cId="3235599402" sldId="265"/>
            <ac:spMk id="28" creationId="{39ADCF75-B02A-327E-39EC-FC59F4E13B48}"/>
          </ac:spMkLst>
        </pc:spChg>
        <pc:spChg chg="add mod">
          <ac:chgData name="mathspt" userId="0238e0ea-a655-48f2-bae3-2ff3e0b97742" providerId="ADAL" clId="{A39D618B-3493-4B83-8CDB-AACD08208EDE}" dt="2025-07-31T08:21:02.925" v="4952" actId="164"/>
          <ac:spMkLst>
            <pc:docMk/>
            <pc:sldMk cId="3235599402" sldId="265"/>
            <ac:spMk id="29" creationId="{2C94DF38-C840-B36F-30F5-728F795B5747}"/>
          </ac:spMkLst>
        </pc:spChg>
        <pc:spChg chg="add mod topLvl">
          <ac:chgData name="mathspt" userId="0238e0ea-a655-48f2-bae3-2ff3e0b97742" providerId="ADAL" clId="{A39D618B-3493-4B83-8CDB-AACD08208EDE}" dt="2025-07-31T08:21:02.925" v="4952" actId="164"/>
          <ac:spMkLst>
            <pc:docMk/>
            <pc:sldMk cId="3235599402" sldId="265"/>
            <ac:spMk id="30" creationId="{27311C37-A040-A477-502C-14E0C99DE1E0}"/>
          </ac:spMkLst>
        </pc:spChg>
        <pc:spChg chg="add mod">
          <ac:chgData name="mathspt" userId="0238e0ea-a655-48f2-bae3-2ff3e0b97742" providerId="ADAL" clId="{A39D618B-3493-4B83-8CDB-AACD08208EDE}" dt="2025-07-31T09:30:52.179" v="8576" actId="2711"/>
          <ac:spMkLst>
            <pc:docMk/>
            <pc:sldMk cId="3235599402" sldId="265"/>
            <ac:spMk id="31" creationId="{A6F0CDA6-D734-1525-9182-7D474B400A6F}"/>
          </ac:spMkLst>
        </pc:spChg>
        <pc:spChg chg="add mod topLvl">
          <ac:chgData name="mathspt" userId="0238e0ea-a655-48f2-bae3-2ff3e0b97742" providerId="ADAL" clId="{A39D618B-3493-4B83-8CDB-AACD08208EDE}" dt="2025-07-31T08:21:11.715" v="4954" actId="164"/>
          <ac:spMkLst>
            <pc:docMk/>
            <pc:sldMk cId="3235599402" sldId="265"/>
            <ac:spMk id="32" creationId="{5A11FC57-727C-129D-2EBF-2F26FBACDE8C}"/>
          </ac:spMkLst>
        </pc:spChg>
        <pc:spChg chg="add mod">
          <ac:chgData name="mathspt" userId="0238e0ea-a655-48f2-bae3-2ff3e0b97742" providerId="ADAL" clId="{A39D618B-3493-4B83-8CDB-AACD08208EDE}" dt="2025-07-31T08:21:11.715" v="4954" actId="164"/>
          <ac:spMkLst>
            <pc:docMk/>
            <pc:sldMk cId="3235599402" sldId="265"/>
            <ac:spMk id="33" creationId="{1146DB8F-01AC-4A0B-3672-F110BBC397AC}"/>
          </ac:spMkLst>
        </pc:spChg>
        <pc:spChg chg="add mod">
          <ac:chgData name="mathspt" userId="0238e0ea-a655-48f2-bae3-2ff3e0b97742" providerId="ADAL" clId="{A39D618B-3493-4B83-8CDB-AACD08208EDE}" dt="2025-07-31T07:34:09.027" v="3327" actId="1036"/>
          <ac:spMkLst>
            <pc:docMk/>
            <pc:sldMk cId="3235599402" sldId="265"/>
            <ac:spMk id="56" creationId="{B99C52F1-2DFB-FF54-BDB8-A0BD93B1554E}"/>
          </ac:spMkLst>
        </pc:spChg>
        <pc:spChg chg="add mod topLvl">
          <ac:chgData name="mathspt" userId="0238e0ea-a655-48f2-bae3-2ff3e0b97742" providerId="ADAL" clId="{A39D618B-3493-4B83-8CDB-AACD08208EDE}" dt="2025-07-31T09:30:40.510" v="8574" actId="2711"/>
          <ac:spMkLst>
            <pc:docMk/>
            <pc:sldMk cId="3235599402" sldId="265"/>
            <ac:spMk id="57" creationId="{301BBEA8-4CD5-08F3-7339-C19B009237AB}"/>
          </ac:spMkLst>
        </pc:spChg>
        <pc:spChg chg="mod topLvl">
          <ac:chgData name="mathspt" userId="0238e0ea-a655-48f2-bae3-2ff3e0b97742" providerId="ADAL" clId="{A39D618B-3493-4B83-8CDB-AACD08208EDE}" dt="2025-07-31T08:19:12.404" v="4939" actId="164"/>
          <ac:spMkLst>
            <pc:docMk/>
            <pc:sldMk cId="3235599402" sldId="265"/>
            <ac:spMk id="61" creationId="{02C43106-1BA8-2E11-D556-9F49985347A1}"/>
          </ac:spMkLst>
        </pc:spChg>
        <pc:spChg chg="mod topLvl">
          <ac:chgData name="mathspt" userId="0238e0ea-a655-48f2-bae3-2ff3e0b97742" providerId="ADAL" clId="{A39D618B-3493-4B83-8CDB-AACD08208EDE}" dt="2025-07-31T08:19:12.404" v="4939" actId="164"/>
          <ac:spMkLst>
            <pc:docMk/>
            <pc:sldMk cId="3235599402" sldId="265"/>
            <ac:spMk id="63" creationId="{3C4FEA47-06DC-3BAC-4870-551B50927E61}"/>
          </ac:spMkLst>
        </pc:spChg>
        <pc:spChg chg="mod topLvl">
          <ac:chgData name="mathspt" userId="0238e0ea-a655-48f2-bae3-2ff3e0b97742" providerId="ADAL" clId="{A39D618B-3493-4B83-8CDB-AACD08208EDE}" dt="2025-07-31T08:18:56.094" v="4938" actId="165"/>
          <ac:spMkLst>
            <pc:docMk/>
            <pc:sldMk cId="3235599402" sldId="265"/>
            <ac:spMk id="64" creationId="{A0BACA4A-9595-5EA2-CA9F-EB93DAEBE46A}"/>
          </ac:spMkLst>
        </pc:spChg>
        <pc:spChg chg="mod topLvl">
          <ac:chgData name="mathspt" userId="0238e0ea-a655-48f2-bae3-2ff3e0b97742" providerId="ADAL" clId="{A39D618B-3493-4B83-8CDB-AACD08208EDE}" dt="2025-07-31T09:30:02.069" v="8558" actId="2711"/>
          <ac:spMkLst>
            <pc:docMk/>
            <pc:sldMk cId="3235599402" sldId="265"/>
            <ac:spMk id="66" creationId="{995343B0-63EA-3691-6DC8-C0235895F973}"/>
          </ac:spMkLst>
        </pc:spChg>
        <pc:spChg chg="mod topLvl">
          <ac:chgData name="mathspt" userId="0238e0ea-a655-48f2-bae3-2ff3e0b97742" providerId="ADAL" clId="{A39D618B-3493-4B83-8CDB-AACD08208EDE}" dt="2025-07-31T08:18:56.094" v="4938" actId="165"/>
          <ac:spMkLst>
            <pc:docMk/>
            <pc:sldMk cId="3235599402" sldId="265"/>
            <ac:spMk id="68" creationId="{1C8FB7CD-5868-99CF-494F-64D65917722E}"/>
          </ac:spMkLst>
        </pc:spChg>
        <pc:spChg chg="mod">
          <ac:chgData name="mathspt" userId="0238e0ea-a655-48f2-bae3-2ff3e0b97742" providerId="ADAL" clId="{A39D618B-3493-4B83-8CDB-AACD08208EDE}" dt="2025-07-31T08:18:56.094" v="4938" actId="165"/>
          <ac:spMkLst>
            <pc:docMk/>
            <pc:sldMk cId="3235599402" sldId="265"/>
            <ac:spMk id="71" creationId="{64EAE340-4828-6A09-601F-E37D535CFDA4}"/>
          </ac:spMkLst>
        </pc:spChg>
        <pc:spChg chg="mod">
          <ac:chgData name="mathspt" userId="0238e0ea-a655-48f2-bae3-2ff3e0b97742" providerId="ADAL" clId="{A39D618B-3493-4B83-8CDB-AACD08208EDE}" dt="2025-07-31T08:18:56.094" v="4938" actId="165"/>
          <ac:spMkLst>
            <pc:docMk/>
            <pc:sldMk cId="3235599402" sldId="265"/>
            <ac:spMk id="72" creationId="{E820A16A-4DD4-B273-0AEE-656F9BCDBEE7}"/>
          </ac:spMkLst>
        </pc:spChg>
        <pc:spChg chg="mod">
          <ac:chgData name="mathspt" userId="0238e0ea-a655-48f2-bae3-2ff3e0b97742" providerId="ADAL" clId="{A39D618B-3493-4B83-8CDB-AACD08208EDE}" dt="2025-07-31T08:18:56.094" v="4938" actId="165"/>
          <ac:spMkLst>
            <pc:docMk/>
            <pc:sldMk cId="3235599402" sldId="265"/>
            <ac:spMk id="73" creationId="{F6D29589-7C07-1DEB-B79C-51C8A94FDF49}"/>
          </ac:spMkLst>
        </pc:spChg>
        <pc:spChg chg="mod">
          <ac:chgData name="mathspt" userId="0238e0ea-a655-48f2-bae3-2ff3e0b97742" providerId="ADAL" clId="{A39D618B-3493-4B83-8CDB-AACD08208EDE}" dt="2025-07-31T09:30:14.010" v="8569" actId="1037"/>
          <ac:spMkLst>
            <pc:docMk/>
            <pc:sldMk cId="3235599402" sldId="265"/>
            <ac:spMk id="74" creationId="{4D3AF255-F2F1-E527-EDFC-88044913AE62}"/>
          </ac:spMkLst>
        </pc:spChg>
        <pc:spChg chg="mod">
          <ac:chgData name="mathspt" userId="0238e0ea-a655-48f2-bae3-2ff3e0b97742" providerId="ADAL" clId="{A39D618B-3493-4B83-8CDB-AACD08208EDE}" dt="2025-07-31T08:18:56.094" v="4938" actId="165"/>
          <ac:spMkLst>
            <pc:docMk/>
            <pc:sldMk cId="3235599402" sldId="265"/>
            <ac:spMk id="75" creationId="{D9ED351E-B365-1A47-518D-F033719F4B60}"/>
          </ac:spMkLst>
        </pc:spChg>
        <pc:spChg chg="add mod topLvl">
          <ac:chgData name="mathspt" userId="0238e0ea-a655-48f2-bae3-2ff3e0b97742" providerId="ADAL" clId="{A39D618B-3493-4B83-8CDB-AACD08208EDE}" dt="2025-07-31T08:19:12.404" v="4939" actId="164"/>
          <ac:spMkLst>
            <pc:docMk/>
            <pc:sldMk cId="3235599402" sldId="265"/>
            <ac:spMk id="77" creationId="{642E874F-95E7-4692-F01A-9BD5D6139D00}"/>
          </ac:spMkLst>
        </pc:spChg>
        <pc:spChg chg="add mod topLvl">
          <ac:chgData name="mathspt" userId="0238e0ea-a655-48f2-bae3-2ff3e0b97742" providerId="ADAL" clId="{A39D618B-3493-4B83-8CDB-AACD08208EDE}" dt="2025-07-31T08:19:12.404" v="4939" actId="164"/>
          <ac:spMkLst>
            <pc:docMk/>
            <pc:sldMk cId="3235599402" sldId="265"/>
            <ac:spMk id="78" creationId="{4E762BA2-3DA6-E513-E710-A12BD122B8E0}"/>
          </ac:spMkLst>
        </pc:spChg>
        <pc:spChg chg="add mod topLvl">
          <ac:chgData name="mathspt" userId="0238e0ea-a655-48f2-bae3-2ff3e0b97742" providerId="ADAL" clId="{A39D618B-3493-4B83-8CDB-AACD08208EDE}" dt="2025-07-31T09:30:29.277" v="8572" actId="2711"/>
          <ac:spMkLst>
            <pc:docMk/>
            <pc:sldMk cId="3235599402" sldId="265"/>
            <ac:spMk id="79" creationId="{8BD52527-D33E-9F51-35A5-C64ACE69632C}"/>
          </ac:spMkLst>
        </pc:spChg>
        <pc:spChg chg="add mod">
          <ac:chgData name="mathspt" userId="0238e0ea-a655-48f2-bae3-2ff3e0b97742" providerId="ADAL" clId="{A39D618B-3493-4B83-8CDB-AACD08208EDE}" dt="2025-07-31T09:30:16.159" v="8570" actId="1076"/>
          <ac:spMkLst>
            <pc:docMk/>
            <pc:sldMk cId="3235599402" sldId="265"/>
            <ac:spMk id="80" creationId="{C381D943-402E-E09D-7A2D-2594C0A81920}"/>
          </ac:spMkLst>
        </pc:spChg>
        <pc:spChg chg="add mod">
          <ac:chgData name="mathspt" userId="0238e0ea-a655-48f2-bae3-2ff3e0b97742" providerId="ADAL" clId="{A39D618B-3493-4B83-8CDB-AACD08208EDE}" dt="2025-07-31T07:41:47.380" v="3990" actId="1036"/>
          <ac:spMkLst>
            <pc:docMk/>
            <pc:sldMk cId="3235599402" sldId="265"/>
            <ac:spMk id="81" creationId="{A4286671-4EC9-4E92-86AF-74538DD93E8F}"/>
          </ac:spMkLst>
        </pc:spChg>
        <pc:spChg chg="add mod">
          <ac:chgData name="mathspt" userId="0238e0ea-a655-48f2-bae3-2ff3e0b97742" providerId="ADAL" clId="{A39D618B-3493-4B83-8CDB-AACD08208EDE}" dt="2025-07-31T09:30:34.266" v="8573" actId="2711"/>
          <ac:spMkLst>
            <pc:docMk/>
            <pc:sldMk cId="3235599402" sldId="265"/>
            <ac:spMk id="82" creationId="{74659CEE-1666-E3EF-95AD-5E6F40217AE8}"/>
          </ac:spMkLst>
        </pc:spChg>
        <pc:spChg chg="add mod topLvl">
          <ac:chgData name="mathspt" userId="0238e0ea-a655-48f2-bae3-2ff3e0b97742" providerId="ADAL" clId="{A39D618B-3493-4B83-8CDB-AACD08208EDE}" dt="2025-07-31T08:19:12.404" v="4939" actId="164"/>
          <ac:spMkLst>
            <pc:docMk/>
            <pc:sldMk cId="3235599402" sldId="265"/>
            <ac:spMk id="83" creationId="{41EC0830-4DE5-BC95-025C-A75B12985873}"/>
          </ac:spMkLst>
        </pc:spChg>
        <pc:spChg chg="add mod topLvl">
          <ac:chgData name="mathspt" userId="0238e0ea-a655-48f2-bae3-2ff3e0b97742" providerId="ADAL" clId="{A39D618B-3493-4B83-8CDB-AACD08208EDE}" dt="2025-07-31T08:19:12.404" v="4939" actId="164"/>
          <ac:spMkLst>
            <pc:docMk/>
            <pc:sldMk cId="3235599402" sldId="265"/>
            <ac:spMk id="84" creationId="{DD432BD2-A188-5D7E-D7AC-E378A8306C7A}"/>
          </ac:spMkLst>
        </pc:spChg>
        <pc:spChg chg="add mod">
          <ac:chgData name="mathspt" userId="0238e0ea-a655-48f2-bae3-2ff3e0b97742" providerId="ADAL" clId="{A39D618B-3493-4B83-8CDB-AACD08208EDE}" dt="2025-07-31T08:19:12.404" v="4939" actId="164"/>
          <ac:spMkLst>
            <pc:docMk/>
            <pc:sldMk cId="3235599402" sldId="265"/>
            <ac:spMk id="88" creationId="{EA3ED870-410C-CDA7-472E-3F84F28B1038}"/>
          </ac:spMkLst>
        </pc:spChg>
        <pc:spChg chg="add mod">
          <ac:chgData name="mathspt" userId="0238e0ea-a655-48f2-bae3-2ff3e0b97742" providerId="ADAL" clId="{A39D618B-3493-4B83-8CDB-AACD08208EDE}" dt="2025-07-31T08:17:50.820" v="4828" actId="1076"/>
          <ac:spMkLst>
            <pc:docMk/>
            <pc:sldMk cId="3235599402" sldId="265"/>
            <ac:spMk id="89" creationId="{AAFCF0DB-A8E7-C158-3F3E-0DD7C549C518}"/>
          </ac:spMkLst>
        </pc:spChg>
        <pc:spChg chg="add mod">
          <ac:chgData name="mathspt" userId="0238e0ea-a655-48f2-bae3-2ff3e0b97742" providerId="ADAL" clId="{A39D618B-3493-4B83-8CDB-AACD08208EDE}" dt="2025-07-31T08:19:12.404" v="4939" actId="164"/>
          <ac:spMkLst>
            <pc:docMk/>
            <pc:sldMk cId="3235599402" sldId="265"/>
            <ac:spMk id="90" creationId="{6C80AC85-32D3-BEFF-3B71-CB7F72015F38}"/>
          </ac:spMkLst>
        </pc:spChg>
        <pc:spChg chg="add mod">
          <ac:chgData name="mathspt" userId="0238e0ea-a655-48f2-bae3-2ff3e0b97742" providerId="ADAL" clId="{A39D618B-3493-4B83-8CDB-AACD08208EDE}" dt="2025-07-31T08:19:12.404" v="4939" actId="164"/>
          <ac:spMkLst>
            <pc:docMk/>
            <pc:sldMk cId="3235599402" sldId="265"/>
            <ac:spMk id="91" creationId="{558AD8EB-9D7E-1E48-D351-236311C4632A}"/>
          </ac:spMkLst>
        </pc:spChg>
        <pc:spChg chg="add mod">
          <ac:chgData name="mathspt" userId="0238e0ea-a655-48f2-bae3-2ff3e0b97742" providerId="ADAL" clId="{A39D618B-3493-4B83-8CDB-AACD08208EDE}" dt="2025-07-31T08:38:11.314" v="5446" actId="164"/>
          <ac:spMkLst>
            <pc:docMk/>
            <pc:sldMk cId="3235599402" sldId="265"/>
            <ac:spMk id="95" creationId="{9D28566A-1101-0E0D-649A-242E4307ECAB}"/>
          </ac:spMkLst>
        </pc:spChg>
        <pc:spChg chg="add mod">
          <ac:chgData name="mathspt" userId="0238e0ea-a655-48f2-bae3-2ff3e0b97742" providerId="ADAL" clId="{A39D618B-3493-4B83-8CDB-AACD08208EDE}" dt="2025-07-31T08:38:11.314" v="5446" actId="164"/>
          <ac:spMkLst>
            <pc:docMk/>
            <pc:sldMk cId="3235599402" sldId="265"/>
            <ac:spMk id="96" creationId="{B8E0E327-45BE-DECD-1AC4-C8B65B2B83D7}"/>
          </ac:spMkLst>
        </pc:spChg>
        <pc:spChg chg="add mod">
          <ac:chgData name="mathspt" userId="0238e0ea-a655-48f2-bae3-2ff3e0b97742" providerId="ADAL" clId="{A39D618B-3493-4B83-8CDB-AACD08208EDE}" dt="2025-07-31T08:38:11.314" v="5446" actId="164"/>
          <ac:spMkLst>
            <pc:docMk/>
            <pc:sldMk cId="3235599402" sldId="265"/>
            <ac:spMk id="97" creationId="{A23A805A-847A-2586-5AB2-EA52E5840D63}"/>
          </ac:spMkLst>
        </pc:spChg>
        <pc:spChg chg="add mod">
          <ac:chgData name="mathspt" userId="0238e0ea-a655-48f2-bae3-2ff3e0b97742" providerId="ADAL" clId="{A39D618B-3493-4B83-8CDB-AACD08208EDE}" dt="2025-07-31T09:29:51.575" v="8555" actId="2711"/>
          <ac:spMkLst>
            <pc:docMk/>
            <pc:sldMk cId="3235599402" sldId="265"/>
            <ac:spMk id="98" creationId="{329ADD78-F139-79EC-8700-898B97F84325}"/>
          </ac:spMkLst>
        </pc:spChg>
        <pc:spChg chg="add mod">
          <ac:chgData name="mathspt" userId="0238e0ea-a655-48f2-bae3-2ff3e0b97742" providerId="ADAL" clId="{A39D618B-3493-4B83-8CDB-AACD08208EDE}" dt="2025-07-31T09:29:44.779" v="8554" actId="2711"/>
          <ac:spMkLst>
            <pc:docMk/>
            <pc:sldMk cId="3235599402" sldId="265"/>
            <ac:spMk id="99" creationId="{B66D780F-D800-DE10-2C99-97F02226C2F2}"/>
          </ac:spMkLst>
        </pc:spChg>
        <pc:spChg chg="add mod">
          <ac:chgData name="mathspt" userId="0238e0ea-a655-48f2-bae3-2ff3e0b97742" providerId="ADAL" clId="{A39D618B-3493-4B83-8CDB-AACD08208EDE}" dt="2025-07-31T08:38:11.314" v="5446" actId="164"/>
          <ac:spMkLst>
            <pc:docMk/>
            <pc:sldMk cId="3235599402" sldId="265"/>
            <ac:spMk id="100" creationId="{47C10F32-9889-C847-ED98-E12ED35D6C21}"/>
          </ac:spMkLst>
        </pc:spChg>
        <pc:spChg chg="add mod">
          <ac:chgData name="mathspt" userId="0238e0ea-a655-48f2-bae3-2ff3e0b97742" providerId="ADAL" clId="{A39D618B-3493-4B83-8CDB-AACD08208EDE}" dt="2025-07-31T08:38:11.314" v="5446" actId="164"/>
          <ac:spMkLst>
            <pc:docMk/>
            <pc:sldMk cId="3235599402" sldId="265"/>
            <ac:spMk id="101" creationId="{B3173B81-699F-6587-B190-91973CB43B12}"/>
          </ac:spMkLst>
        </pc:spChg>
        <pc:spChg chg="add mod">
          <ac:chgData name="mathspt" userId="0238e0ea-a655-48f2-bae3-2ff3e0b97742" providerId="ADAL" clId="{A39D618B-3493-4B83-8CDB-AACD08208EDE}" dt="2025-07-31T08:38:11.314" v="5446" actId="164"/>
          <ac:spMkLst>
            <pc:docMk/>
            <pc:sldMk cId="3235599402" sldId="265"/>
            <ac:spMk id="102" creationId="{3CE7DEC9-B97D-8DC0-B2B4-4F226D0C0315}"/>
          </ac:spMkLst>
        </pc:spChg>
        <pc:spChg chg="add mod">
          <ac:chgData name="mathspt" userId="0238e0ea-a655-48f2-bae3-2ff3e0b97742" providerId="ADAL" clId="{A39D618B-3493-4B83-8CDB-AACD08208EDE}" dt="2025-07-31T08:38:11.314" v="5446" actId="164"/>
          <ac:spMkLst>
            <pc:docMk/>
            <pc:sldMk cId="3235599402" sldId="265"/>
            <ac:spMk id="103" creationId="{677D1651-1E8A-729C-1C0D-0EC0CFF63DC4}"/>
          </ac:spMkLst>
        </pc:spChg>
        <pc:spChg chg="mod">
          <ac:chgData name="mathspt" userId="0238e0ea-a655-48f2-bae3-2ff3e0b97742" providerId="ADAL" clId="{A39D618B-3493-4B83-8CDB-AACD08208EDE}" dt="2025-07-31T09:45:33.233" v="8916"/>
          <ac:spMkLst>
            <pc:docMk/>
            <pc:sldMk cId="3235599402" sldId="265"/>
            <ac:spMk id="105" creationId="{03F3B914-462C-8C01-3BE2-357124EF17A9}"/>
          </ac:spMkLst>
        </pc:spChg>
        <pc:spChg chg="mod">
          <ac:chgData name="mathspt" userId="0238e0ea-a655-48f2-bae3-2ff3e0b97742" providerId="ADAL" clId="{A39D618B-3493-4B83-8CDB-AACD08208EDE}" dt="2025-07-31T09:45:33.233" v="8916"/>
          <ac:spMkLst>
            <pc:docMk/>
            <pc:sldMk cId="3235599402" sldId="265"/>
            <ac:spMk id="106" creationId="{6C4D9A81-DE7A-98AC-702B-6698794A8186}"/>
          </ac:spMkLst>
        </pc:spChg>
        <pc:spChg chg="mod">
          <ac:chgData name="mathspt" userId="0238e0ea-a655-48f2-bae3-2ff3e0b97742" providerId="ADAL" clId="{A39D618B-3493-4B83-8CDB-AACD08208EDE}" dt="2025-07-31T09:45:33.233" v="8916"/>
          <ac:spMkLst>
            <pc:docMk/>
            <pc:sldMk cId="3235599402" sldId="265"/>
            <ac:spMk id="107" creationId="{D2D2ACCC-6EB8-8EA1-7A0D-E6A590C39D12}"/>
          </ac:spMkLst>
        </pc:spChg>
        <pc:spChg chg="mod">
          <ac:chgData name="mathspt" userId="0238e0ea-a655-48f2-bae3-2ff3e0b97742" providerId="ADAL" clId="{A39D618B-3493-4B83-8CDB-AACD08208EDE}" dt="2025-07-31T09:45:33.233" v="8916"/>
          <ac:spMkLst>
            <pc:docMk/>
            <pc:sldMk cId="3235599402" sldId="265"/>
            <ac:spMk id="108" creationId="{2D60754A-7D0F-FE0F-6ADA-9D792702B931}"/>
          </ac:spMkLst>
        </pc:spChg>
        <pc:spChg chg="mod">
          <ac:chgData name="mathspt" userId="0238e0ea-a655-48f2-bae3-2ff3e0b97742" providerId="ADAL" clId="{A39D618B-3493-4B83-8CDB-AACD08208EDE}" dt="2025-07-31T09:45:47.787" v="8920" actId="14100"/>
          <ac:spMkLst>
            <pc:docMk/>
            <pc:sldMk cId="3235599402" sldId="265"/>
            <ac:spMk id="109" creationId="{0B9E5D59-29CC-2D1A-5FC4-69FE78D115DC}"/>
          </ac:spMkLst>
        </pc:spChg>
        <pc:spChg chg="mod">
          <ac:chgData name="mathspt" userId="0238e0ea-a655-48f2-bae3-2ff3e0b97742" providerId="ADAL" clId="{A39D618B-3493-4B83-8CDB-AACD08208EDE}" dt="2025-07-31T09:45:33.233" v="8916"/>
          <ac:spMkLst>
            <pc:docMk/>
            <pc:sldMk cId="3235599402" sldId="265"/>
            <ac:spMk id="110" creationId="{6D9B0441-079F-86E6-D52F-A3A6B3977CAF}"/>
          </ac:spMkLst>
        </pc:spChg>
        <pc:spChg chg="mod">
          <ac:chgData name="mathspt" userId="0238e0ea-a655-48f2-bae3-2ff3e0b97742" providerId="ADAL" clId="{A39D618B-3493-4B83-8CDB-AACD08208EDE}" dt="2025-07-31T09:45:33.233" v="8916"/>
          <ac:spMkLst>
            <pc:docMk/>
            <pc:sldMk cId="3235599402" sldId="265"/>
            <ac:spMk id="111" creationId="{E6838855-0D3B-4C00-5210-7C7ADA678563}"/>
          </ac:spMkLst>
        </pc:spChg>
        <pc:spChg chg="mod">
          <ac:chgData name="mathspt" userId="0238e0ea-a655-48f2-bae3-2ff3e0b97742" providerId="ADAL" clId="{A39D618B-3493-4B83-8CDB-AACD08208EDE}" dt="2025-07-31T09:45:33.233" v="8916"/>
          <ac:spMkLst>
            <pc:docMk/>
            <pc:sldMk cId="3235599402" sldId="265"/>
            <ac:spMk id="113" creationId="{3A55CBB1-E254-4DD1-DC90-1038C9ABA9BB}"/>
          </ac:spMkLst>
        </pc:spChg>
        <pc:spChg chg="mod">
          <ac:chgData name="mathspt" userId="0238e0ea-a655-48f2-bae3-2ff3e0b97742" providerId="ADAL" clId="{A39D618B-3493-4B83-8CDB-AACD08208EDE}" dt="2025-07-31T08:34:41.626" v="5370" actId="20577"/>
          <ac:spMkLst>
            <pc:docMk/>
            <pc:sldMk cId="3235599402" sldId="265"/>
            <ac:spMk id="115" creationId="{8290513F-44F1-8B56-4845-7C019F9D9047}"/>
          </ac:spMkLst>
        </pc:spChg>
        <pc:spChg chg="mod">
          <ac:chgData name="mathspt" userId="0238e0ea-a655-48f2-bae3-2ff3e0b97742" providerId="ADAL" clId="{A39D618B-3493-4B83-8CDB-AACD08208EDE}" dt="2025-07-31T09:45:26.160" v="8912"/>
          <ac:spMkLst>
            <pc:docMk/>
            <pc:sldMk cId="3235599402" sldId="265"/>
            <ac:spMk id="116" creationId="{84E9DF81-01E2-EA0A-C11A-8F4081C8559C}"/>
          </ac:spMkLst>
        </pc:spChg>
        <pc:spChg chg="mod">
          <ac:chgData name="mathspt" userId="0238e0ea-a655-48f2-bae3-2ff3e0b97742" providerId="ADAL" clId="{A39D618B-3493-4B83-8CDB-AACD08208EDE}" dt="2025-07-31T09:45:26.160" v="8912"/>
          <ac:spMkLst>
            <pc:docMk/>
            <pc:sldMk cId="3235599402" sldId="265"/>
            <ac:spMk id="117" creationId="{11D52F6B-82FA-3342-BEAF-2BD6E1F777BD}"/>
          </ac:spMkLst>
        </pc:spChg>
        <pc:spChg chg="mod">
          <ac:chgData name="mathspt" userId="0238e0ea-a655-48f2-bae3-2ff3e0b97742" providerId="ADAL" clId="{A39D618B-3493-4B83-8CDB-AACD08208EDE}" dt="2025-07-31T09:45:26.160" v="8912"/>
          <ac:spMkLst>
            <pc:docMk/>
            <pc:sldMk cId="3235599402" sldId="265"/>
            <ac:spMk id="118" creationId="{DCEA87E8-688D-DA20-F21A-78CC34A17D0D}"/>
          </ac:spMkLst>
        </pc:spChg>
        <pc:spChg chg="mod">
          <ac:chgData name="mathspt" userId="0238e0ea-a655-48f2-bae3-2ff3e0b97742" providerId="ADAL" clId="{A39D618B-3493-4B83-8CDB-AACD08208EDE}" dt="2025-07-31T09:45:26.160" v="8912"/>
          <ac:spMkLst>
            <pc:docMk/>
            <pc:sldMk cId="3235599402" sldId="265"/>
            <ac:spMk id="119" creationId="{880996E7-471A-2BA6-A123-B9B5113C2E50}"/>
          </ac:spMkLst>
        </pc:spChg>
        <pc:spChg chg="mod">
          <ac:chgData name="mathspt" userId="0238e0ea-a655-48f2-bae3-2ff3e0b97742" providerId="ADAL" clId="{A39D618B-3493-4B83-8CDB-AACD08208EDE}" dt="2025-07-31T09:45:26.160" v="8912"/>
          <ac:spMkLst>
            <pc:docMk/>
            <pc:sldMk cId="3235599402" sldId="265"/>
            <ac:spMk id="120" creationId="{6F031221-CF93-080B-C242-5312595B9A68}"/>
          </ac:spMkLst>
        </pc:spChg>
        <pc:spChg chg="mod">
          <ac:chgData name="mathspt" userId="0238e0ea-a655-48f2-bae3-2ff3e0b97742" providerId="ADAL" clId="{A39D618B-3493-4B83-8CDB-AACD08208EDE}" dt="2025-07-31T09:45:26.160" v="8912"/>
          <ac:spMkLst>
            <pc:docMk/>
            <pc:sldMk cId="3235599402" sldId="265"/>
            <ac:spMk id="121" creationId="{738C3FE2-AEE8-F6CE-F4DB-AD7541C740C9}"/>
          </ac:spMkLst>
        </pc:spChg>
        <pc:spChg chg="mod">
          <ac:chgData name="mathspt" userId="0238e0ea-a655-48f2-bae3-2ff3e0b97742" providerId="ADAL" clId="{A39D618B-3493-4B83-8CDB-AACD08208EDE}" dt="2025-07-31T09:45:26.160" v="8912"/>
          <ac:spMkLst>
            <pc:docMk/>
            <pc:sldMk cId="3235599402" sldId="265"/>
            <ac:spMk id="123" creationId="{588B8CE7-AA11-2590-5F3A-51293C2B3B23}"/>
          </ac:spMkLst>
        </pc:spChg>
        <pc:spChg chg="mod">
          <ac:chgData name="mathspt" userId="0238e0ea-a655-48f2-bae3-2ff3e0b97742" providerId="ADAL" clId="{A39D618B-3493-4B83-8CDB-AACD08208EDE}" dt="2025-07-31T09:45:26.160" v="8912"/>
          <ac:spMkLst>
            <pc:docMk/>
            <pc:sldMk cId="3235599402" sldId="265"/>
            <ac:spMk id="124" creationId="{1D41DF64-53B0-BB70-A7F1-000525B10C9D}"/>
          </ac:spMkLst>
        </pc:spChg>
        <pc:spChg chg="mod">
          <ac:chgData name="mathspt" userId="0238e0ea-a655-48f2-bae3-2ff3e0b97742" providerId="ADAL" clId="{A39D618B-3493-4B83-8CDB-AACD08208EDE}" dt="2025-07-31T09:45:26.160" v="8912"/>
          <ac:spMkLst>
            <pc:docMk/>
            <pc:sldMk cId="3235599402" sldId="265"/>
            <ac:spMk id="125" creationId="{8FF8692B-FC42-3974-9539-EF838166415B}"/>
          </ac:spMkLst>
        </pc:spChg>
        <pc:spChg chg="mod">
          <ac:chgData name="mathspt" userId="0238e0ea-a655-48f2-bae3-2ff3e0b97742" providerId="ADAL" clId="{A39D618B-3493-4B83-8CDB-AACD08208EDE}" dt="2025-07-31T09:45:26.160" v="8912"/>
          <ac:spMkLst>
            <pc:docMk/>
            <pc:sldMk cId="3235599402" sldId="265"/>
            <ac:spMk id="126" creationId="{21CAE0D2-928C-7A64-EB5E-460831DD2098}"/>
          </ac:spMkLst>
        </pc:spChg>
        <pc:spChg chg="mod">
          <ac:chgData name="mathspt" userId="0238e0ea-a655-48f2-bae3-2ff3e0b97742" providerId="ADAL" clId="{A39D618B-3493-4B83-8CDB-AACD08208EDE}" dt="2025-07-31T08:36:12.297" v="5434" actId="2711"/>
          <ac:spMkLst>
            <pc:docMk/>
            <pc:sldMk cId="3235599402" sldId="265"/>
            <ac:spMk id="130" creationId="{C689382A-D674-FD3D-88EC-7AC7F0F90D1B}"/>
          </ac:spMkLst>
        </pc:spChg>
        <pc:spChg chg="mod">
          <ac:chgData name="mathspt" userId="0238e0ea-a655-48f2-bae3-2ff3e0b97742" providerId="ADAL" clId="{A39D618B-3493-4B83-8CDB-AACD08208EDE}" dt="2025-07-31T08:34:51.983" v="5371"/>
          <ac:spMkLst>
            <pc:docMk/>
            <pc:sldMk cId="3235599402" sldId="265"/>
            <ac:spMk id="133" creationId="{E8D57DE1-CB62-B515-5E99-82EBD09B3965}"/>
          </ac:spMkLst>
        </pc:spChg>
        <pc:spChg chg="mod">
          <ac:chgData name="mathspt" userId="0238e0ea-a655-48f2-bae3-2ff3e0b97742" providerId="ADAL" clId="{A39D618B-3493-4B83-8CDB-AACD08208EDE}" dt="2025-07-31T08:36:49.261" v="5438" actId="2711"/>
          <ac:spMkLst>
            <pc:docMk/>
            <pc:sldMk cId="3235599402" sldId="265"/>
            <ac:spMk id="136" creationId="{12F7787F-B945-37F0-DBE8-3D5445C1B40C}"/>
          </ac:spMkLst>
        </pc:spChg>
        <pc:spChg chg="mod">
          <ac:chgData name="mathspt" userId="0238e0ea-a655-48f2-bae3-2ff3e0b97742" providerId="ADAL" clId="{A39D618B-3493-4B83-8CDB-AACD08208EDE}" dt="2025-07-31T08:34:51.983" v="5371"/>
          <ac:spMkLst>
            <pc:docMk/>
            <pc:sldMk cId="3235599402" sldId="265"/>
            <ac:spMk id="137" creationId="{EB17C84E-394C-952A-838E-4D8D1FC92C2F}"/>
          </ac:spMkLst>
        </pc:spChg>
        <pc:spChg chg="mod">
          <ac:chgData name="mathspt" userId="0238e0ea-a655-48f2-bae3-2ff3e0b97742" providerId="ADAL" clId="{A39D618B-3493-4B83-8CDB-AACD08208EDE}" dt="2025-07-31T08:34:51.983" v="5371"/>
          <ac:spMkLst>
            <pc:docMk/>
            <pc:sldMk cId="3235599402" sldId="265"/>
            <ac:spMk id="139" creationId="{0C0D7E6E-7BA0-C953-C3F3-1969B3B94D58}"/>
          </ac:spMkLst>
        </pc:spChg>
        <pc:spChg chg="mod">
          <ac:chgData name="mathspt" userId="0238e0ea-a655-48f2-bae3-2ff3e0b97742" providerId="ADAL" clId="{A39D618B-3493-4B83-8CDB-AACD08208EDE}" dt="2025-07-31T08:38:49.801" v="5503" actId="20577"/>
          <ac:spMkLst>
            <pc:docMk/>
            <pc:sldMk cId="3235599402" sldId="265"/>
            <ac:spMk id="140" creationId="{9E351AAC-AF07-D7E8-A521-DA78428D86FC}"/>
          </ac:spMkLst>
        </pc:spChg>
        <pc:spChg chg="mod">
          <ac:chgData name="mathspt" userId="0238e0ea-a655-48f2-bae3-2ff3e0b97742" providerId="ADAL" clId="{A39D618B-3493-4B83-8CDB-AACD08208EDE}" dt="2025-07-31T08:34:51.983" v="5371"/>
          <ac:spMkLst>
            <pc:docMk/>
            <pc:sldMk cId="3235599402" sldId="265"/>
            <ac:spMk id="141" creationId="{D8D92057-7221-AF64-8890-C667DCC54EF7}"/>
          </ac:spMkLst>
        </pc:spChg>
        <pc:spChg chg="mod">
          <ac:chgData name="mathspt" userId="0238e0ea-a655-48f2-bae3-2ff3e0b97742" providerId="ADAL" clId="{A39D618B-3493-4B83-8CDB-AACD08208EDE}" dt="2025-07-31T08:34:51.983" v="5371"/>
          <ac:spMkLst>
            <pc:docMk/>
            <pc:sldMk cId="3235599402" sldId="265"/>
            <ac:spMk id="142" creationId="{A9A0EBE1-F91C-882B-91F8-DF605C547E28}"/>
          </ac:spMkLst>
        </pc:spChg>
        <pc:spChg chg="mod">
          <ac:chgData name="mathspt" userId="0238e0ea-a655-48f2-bae3-2ff3e0b97742" providerId="ADAL" clId="{A39D618B-3493-4B83-8CDB-AACD08208EDE}" dt="2025-07-31T08:34:51.983" v="5371"/>
          <ac:spMkLst>
            <pc:docMk/>
            <pc:sldMk cId="3235599402" sldId="265"/>
            <ac:spMk id="143" creationId="{7C98C433-96A4-6C19-BD73-2E048C6C74E6}"/>
          </ac:spMkLst>
        </pc:spChg>
        <pc:spChg chg="mod">
          <ac:chgData name="mathspt" userId="0238e0ea-a655-48f2-bae3-2ff3e0b97742" providerId="ADAL" clId="{A39D618B-3493-4B83-8CDB-AACD08208EDE}" dt="2025-07-31T08:35:13.677" v="5424" actId="14100"/>
          <ac:spMkLst>
            <pc:docMk/>
            <pc:sldMk cId="3235599402" sldId="265"/>
            <ac:spMk id="144" creationId="{CFD9AAAB-F984-189B-5C0A-48FE9FA83536}"/>
          </ac:spMkLst>
        </pc:spChg>
        <pc:spChg chg="mod">
          <ac:chgData name="mathspt" userId="0238e0ea-a655-48f2-bae3-2ff3e0b97742" providerId="ADAL" clId="{A39D618B-3493-4B83-8CDB-AACD08208EDE}" dt="2025-07-31T08:34:51.983" v="5371"/>
          <ac:spMkLst>
            <pc:docMk/>
            <pc:sldMk cId="3235599402" sldId="265"/>
            <ac:spMk id="147" creationId="{4C5163A4-63F4-B257-EF08-43F0E1E9AAF1}"/>
          </ac:spMkLst>
        </pc:spChg>
        <pc:spChg chg="mod">
          <ac:chgData name="mathspt" userId="0238e0ea-a655-48f2-bae3-2ff3e0b97742" providerId="ADAL" clId="{A39D618B-3493-4B83-8CDB-AACD08208EDE}" dt="2025-07-31T08:34:51.983" v="5371"/>
          <ac:spMkLst>
            <pc:docMk/>
            <pc:sldMk cId="3235599402" sldId="265"/>
            <ac:spMk id="148" creationId="{F517FE68-98B3-466C-52E0-FB64EC7DC15F}"/>
          </ac:spMkLst>
        </pc:spChg>
        <pc:spChg chg="mod">
          <ac:chgData name="mathspt" userId="0238e0ea-a655-48f2-bae3-2ff3e0b97742" providerId="ADAL" clId="{A39D618B-3493-4B83-8CDB-AACD08208EDE}" dt="2025-07-31T08:36:36.050" v="5436" actId="2711"/>
          <ac:spMkLst>
            <pc:docMk/>
            <pc:sldMk cId="3235599402" sldId="265"/>
            <ac:spMk id="150" creationId="{8497B939-F541-B4CD-8B95-A91800CE4ECD}"/>
          </ac:spMkLst>
        </pc:spChg>
        <pc:spChg chg="mod">
          <ac:chgData name="mathspt" userId="0238e0ea-a655-48f2-bae3-2ff3e0b97742" providerId="ADAL" clId="{A39D618B-3493-4B83-8CDB-AACD08208EDE}" dt="2025-07-31T09:45:29.651" v="8914"/>
          <ac:spMkLst>
            <pc:docMk/>
            <pc:sldMk cId="3235599402" sldId="265"/>
            <ac:spMk id="155" creationId="{F84421DE-31FD-375E-D987-6E3571639DF9}"/>
          </ac:spMkLst>
        </pc:spChg>
        <pc:spChg chg="mod">
          <ac:chgData name="mathspt" userId="0238e0ea-a655-48f2-bae3-2ff3e0b97742" providerId="ADAL" clId="{A39D618B-3493-4B83-8CDB-AACD08208EDE}" dt="2025-07-31T09:45:29.651" v="8914"/>
          <ac:spMkLst>
            <pc:docMk/>
            <pc:sldMk cId="3235599402" sldId="265"/>
            <ac:spMk id="156" creationId="{278FAA06-DCF6-98DE-03FC-17C28A78DF7C}"/>
          </ac:spMkLst>
        </pc:spChg>
        <pc:spChg chg="mod">
          <ac:chgData name="mathspt" userId="0238e0ea-a655-48f2-bae3-2ff3e0b97742" providerId="ADAL" clId="{A39D618B-3493-4B83-8CDB-AACD08208EDE}" dt="2025-07-31T09:45:29.651" v="8914"/>
          <ac:spMkLst>
            <pc:docMk/>
            <pc:sldMk cId="3235599402" sldId="265"/>
            <ac:spMk id="157" creationId="{B88791D3-2734-6F16-3679-5D19964F36A9}"/>
          </ac:spMkLst>
        </pc:spChg>
        <pc:spChg chg="mod">
          <ac:chgData name="mathspt" userId="0238e0ea-a655-48f2-bae3-2ff3e0b97742" providerId="ADAL" clId="{A39D618B-3493-4B83-8CDB-AACD08208EDE}" dt="2025-07-31T09:45:29.651" v="8914"/>
          <ac:spMkLst>
            <pc:docMk/>
            <pc:sldMk cId="3235599402" sldId="265"/>
            <ac:spMk id="158" creationId="{431C3E12-7605-484F-BA2C-9D56A5823F85}"/>
          </ac:spMkLst>
        </pc:spChg>
        <pc:spChg chg="mod">
          <ac:chgData name="mathspt" userId="0238e0ea-a655-48f2-bae3-2ff3e0b97742" providerId="ADAL" clId="{A39D618B-3493-4B83-8CDB-AACD08208EDE}" dt="2025-07-31T09:45:29.651" v="8914"/>
          <ac:spMkLst>
            <pc:docMk/>
            <pc:sldMk cId="3235599402" sldId="265"/>
            <ac:spMk id="159" creationId="{22603382-4447-326A-27DC-37A84124751D}"/>
          </ac:spMkLst>
        </pc:spChg>
        <pc:spChg chg="mod">
          <ac:chgData name="mathspt" userId="0238e0ea-a655-48f2-bae3-2ff3e0b97742" providerId="ADAL" clId="{A39D618B-3493-4B83-8CDB-AACD08208EDE}" dt="2025-07-31T09:45:29.651" v="8914"/>
          <ac:spMkLst>
            <pc:docMk/>
            <pc:sldMk cId="3235599402" sldId="265"/>
            <ac:spMk id="160" creationId="{0C042443-6723-7E4E-9683-B183C5743EE0}"/>
          </ac:spMkLst>
        </pc:spChg>
        <pc:spChg chg="mod">
          <ac:chgData name="mathspt" userId="0238e0ea-a655-48f2-bae3-2ff3e0b97742" providerId="ADAL" clId="{A39D618B-3493-4B83-8CDB-AACD08208EDE}" dt="2025-07-31T09:45:29.651" v="8914"/>
          <ac:spMkLst>
            <pc:docMk/>
            <pc:sldMk cId="3235599402" sldId="265"/>
            <ac:spMk id="161" creationId="{01F4AAC5-4235-7C42-E5D0-E8F0B48DC612}"/>
          </ac:spMkLst>
        </pc:spChg>
        <pc:spChg chg="mod">
          <ac:chgData name="mathspt" userId="0238e0ea-a655-48f2-bae3-2ff3e0b97742" providerId="ADAL" clId="{A39D618B-3493-4B83-8CDB-AACD08208EDE}" dt="2025-07-31T09:45:29.651" v="8914"/>
          <ac:spMkLst>
            <pc:docMk/>
            <pc:sldMk cId="3235599402" sldId="265"/>
            <ac:spMk id="162" creationId="{3EE9753B-31C0-1FDA-8086-FD20B8225858}"/>
          </ac:spMkLst>
        </pc:spChg>
        <pc:grpChg chg="mod topLvl">
          <ac:chgData name="mathspt" userId="0238e0ea-a655-48f2-bae3-2ff3e0b97742" providerId="ADAL" clId="{A39D618B-3493-4B83-8CDB-AACD08208EDE}" dt="2025-07-31T08:18:56.094" v="4938" actId="165"/>
          <ac:grpSpMkLst>
            <pc:docMk/>
            <pc:sldMk cId="3235599402" sldId="265"/>
            <ac:grpSpMk id="69" creationId="{8327690D-5B60-0800-DA8B-40B9CD9DF7A3}"/>
          </ac:grpSpMkLst>
        </pc:grpChg>
        <pc:grpChg chg="mod">
          <ac:chgData name="mathspt" userId="0238e0ea-a655-48f2-bae3-2ff3e0b97742" providerId="ADAL" clId="{A39D618B-3493-4B83-8CDB-AACD08208EDE}" dt="2025-07-31T09:29:56.432" v="8557" actId="1076"/>
          <ac:grpSpMkLst>
            <pc:docMk/>
            <pc:sldMk cId="3235599402" sldId="265"/>
            <ac:grpSpMk id="92" creationId="{9EF6ABBF-D216-AAEC-D64F-3379ACF35B65}"/>
          </ac:grpSpMkLst>
        </pc:grpChg>
        <pc:grpChg chg="add mod">
          <ac:chgData name="mathspt" userId="0238e0ea-a655-48f2-bae3-2ff3e0b97742" providerId="ADAL" clId="{A39D618B-3493-4B83-8CDB-AACD08208EDE}" dt="2025-07-31T08:21:04.627" v="4953" actId="1076"/>
          <ac:grpSpMkLst>
            <pc:docMk/>
            <pc:sldMk cId="3235599402" sldId="265"/>
            <ac:grpSpMk id="93" creationId="{C874A204-6D3C-EBA3-B0EE-E2B987C1FE07}"/>
          </ac:grpSpMkLst>
        </pc:grpChg>
        <pc:grpChg chg="mod">
          <ac:chgData name="mathspt" userId="0238e0ea-a655-48f2-bae3-2ff3e0b97742" providerId="ADAL" clId="{A39D618B-3493-4B83-8CDB-AACD08208EDE}" dt="2025-07-31T08:21:14.563" v="4955" actId="1076"/>
          <ac:grpSpMkLst>
            <pc:docMk/>
            <pc:sldMk cId="3235599402" sldId="265"/>
            <ac:grpSpMk id="94" creationId="{CCEF3559-D004-B3C7-E7F8-2D80FE3DC6F0}"/>
          </ac:grpSpMkLst>
        </pc:grpChg>
        <pc:grpChg chg="add mod">
          <ac:chgData name="mathspt" userId="0238e0ea-a655-48f2-bae3-2ff3e0b97742" providerId="ADAL" clId="{A39D618B-3493-4B83-8CDB-AACD08208EDE}" dt="2025-07-31T09:45:33.233" v="8916"/>
          <ac:grpSpMkLst>
            <pc:docMk/>
            <pc:sldMk cId="3235599402" sldId="265"/>
            <ac:grpSpMk id="104" creationId="{A9CEC9DB-EB35-2F2C-0DF2-C85B0FDDEB60}"/>
          </ac:grpSpMkLst>
        </pc:grpChg>
        <pc:grpChg chg="mod">
          <ac:chgData name="mathspt" userId="0238e0ea-a655-48f2-bae3-2ff3e0b97742" providerId="ADAL" clId="{A39D618B-3493-4B83-8CDB-AACD08208EDE}" dt="2025-07-31T09:29:25.543" v="8548" actId="1076"/>
          <ac:grpSpMkLst>
            <pc:docMk/>
            <pc:sldMk cId="3235599402" sldId="265"/>
            <ac:grpSpMk id="114" creationId="{2DE55171-93DE-B707-110C-7BEB00FA833B}"/>
          </ac:grpSpMkLst>
        </pc:grpChg>
        <pc:grpChg chg="mod">
          <ac:chgData name="mathspt" userId="0238e0ea-a655-48f2-bae3-2ff3e0b97742" providerId="ADAL" clId="{A39D618B-3493-4B83-8CDB-AACD08208EDE}" dt="2025-07-31T08:34:55.425" v="5416" actId="1037"/>
          <ac:grpSpMkLst>
            <pc:docMk/>
            <pc:sldMk cId="3235599402" sldId="265"/>
            <ac:grpSpMk id="127" creationId="{C14CB99D-64E6-DE13-58E1-915E68F022CF}"/>
          </ac:grpSpMkLst>
        </pc:grpChg>
        <pc:grpChg chg="add mod">
          <ac:chgData name="mathspt" userId="0238e0ea-a655-48f2-bae3-2ff3e0b97742" providerId="ADAL" clId="{A39D618B-3493-4B83-8CDB-AACD08208EDE}" dt="2025-07-31T08:39:18.938" v="5511" actId="1038"/>
          <ac:grpSpMkLst>
            <pc:docMk/>
            <pc:sldMk cId="3235599402" sldId="265"/>
            <ac:grpSpMk id="152" creationId="{D4BDCEA4-3CE9-6BB6-AB99-88BE185E347E}"/>
          </ac:grpSpMkLst>
        </pc:grpChg>
        <pc:grpChg chg="add mod">
          <ac:chgData name="mathspt" userId="0238e0ea-a655-48f2-bae3-2ff3e0b97742" providerId="ADAL" clId="{A39D618B-3493-4B83-8CDB-AACD08208EDE}" dt="2025-07-31T09:45:29.651" v="8914"/>
          <ac:grpSpMkLst>
            <pc:docMk/>
            <pc:sldMk cId="3235599402" sldId="265"/>
            <ac:grpSpMk id="153" creationId="{B44347D5-9E69-A39C-9133-F8D3E4233266}"/>
          </ac:grpSpMkLst>
        </pc:grpChg>
        <pc:picChg chg="mod">
          <ac:chgData name="mathspt" userId="0238e0ea-a655-48f2-bae3-2ff3e0b97742" providerId="ADAL" clId="{A39D618B-3493-4B83-8CDB-AACD08208EDE}" dt="2025-07-31T07:20:45.917" v="2164" actId="1076"/>
          <ac:picMkLst>
            <pc:docMk/>
            <pc:sldMk cId="3235599402" sldId="265"/>
            <ac:picMk id="3" creationId="{15413053-9188-FB99-39E0-D8E370F5165B}"/>
          </ac:picMkLst>
        </pc:picChg>
      </pc:sldChg>
      <pc:sldChg chg="addSp delSp modSp new mod">
        <pc:chgData name="mathspt" userId="0238e0ea-a655-48f2-bae3-2ff3e0b97742" providerId="ADAL" clId="{A39D618B-3493-4B83-8CDB-AACD08208EDE}" dt="2025-07-31T09:46:03.080" v="8921" actId="1076"/>
        <pc:sldMkLst>
          <pc:docMk/>
          <pc:sldMk cId="649242137" sldId="266"/>
        </pc:sldMkLst>
        <pc:spChg chg="add mod">
          <ac:chgData name="mathspt" userId="0238e0ea-a655-48f2-bae3-2ff3e0b97742" providerId="ADAL" clId="{A39D618B-3493-4B83-8CDB-AACD08208EDE}" dt="2025-07-31T08:45:36.990" v="5524" actId="14100"/>
          <ac:spMkLst>
            <pc:docMk/>
            <pc:sldMk cId="649242137" sldId="266"/>
            <ac:spMk id="4" creationId="{FBF77631-82CC-9854-CD0C-87DC1FE6FCFF}"/>
          </ac:spMkLst>
        </pc:spChg>
        <pc:spChg chg="mod">
          <ac:chgData name="mathspt" userId="0238e0ea-a655-48f2-bae3-2ff3e0b97742" providerId="ADAL" clId="{A39D618B-3493-4B83-8CDB-AACD08208EDE}" dt="2025-07-31T08:48:21.229" v="5695" actId="1076"/>
          <ac:spMkLst>
            <pc:docMk/>
            <pc:sldMk cId="649242137" sldId="266"/>
            <ac:spMk id="6" creationId="{4F72B5E6-2E71-349E-F0A9-478CD64CC3BC}"/>
          </ac:spMkLst>
        </pc:spChg>
        <pc:spChg chg="mod">
          <ac:chgData name="mathspt" userId="0238e0ea-a655-48f2-bae3-2ff3e0b97742" providerId="ADAL" clId="{A39D618B-3493-4B83-8CDB-AACD08208EDE}" dt="2025-07-31T08:47:59.179" v="5691" actId="20577"/>
          <ac:spMkLst>
            <pc:docMk/>
            <pc:sldMk cId="649242137" sldId="266"/>
            <ac:spMk id="7" creationId="{C6E73D2C-E794-8A78-1624-EE07ABDB7365}"/>
          </ac:spMkLst>
        </pc:spChg>
        <pc:spChg chg="mod">
          <ac:chgData name="mathspt" userId="0238e0ea-a655-48f2-bae3-2ff3e0b97742" providerId="ADAL" clId="{A39D618B-3493-4B83-8CDB-AACD08208EDE}" dt="2025-07-31T08:51:45.291" v="5929" actId="1036"/>
          <ac:spMkLst>
            <pc:docMk/>
            <pc:sldMk cId="649242137" sldId="266"/>
            <ac:spMk id="8" creationId="{3C4DA91C-E799-2AF2-9448-412AFEF0ADBB}"/>
          </ac:spMkLst>
        </pc:spChg>
        <pc:spChg chg="mod">
          <ac:chgData name="mathspt" userId="0238e0ea-a655-48f2-bae3-2ff3e0b97742" providerId="ADAL" clId="{A39D618B-3493-4B83-8CDB-AACD08208EDE}" dt="2025-07-31T08:51:45.291" v="5929" actId="1036"/>
          <ac:spMkLst>
            <pc:docMk/>
            <pc:sldMk cId="649242137" sldId="266"/>
            <ac:spMk id="9" creationId="{8021F0B7-2D66-269C-8EA0-9C6F4C89FB98}"/>
          </ac:spMkLst>
        </pc:spChg>
        <pc:spChg chg="mod">
          <ac:chgData name="mathspt" userId="0238e0ea-a655-48f2-bae3-2ff3e0b97742" providerId="ADAL" clId="{A39D618B-3493-4B83-8CDB-AACD08208EDE}" dt="2025-07-31T08:54:56.739" v="6264" actId="2711"/>
          <ac:spMkLst>
            <pc:docMk/>
            <pc:sldMk cId="649242137" sldId="266"/>
            <ac:spMk id="10" creationId="{E5CD99B8-E974-E0F0-6270-7D938A680511}"/>
          </ac:spMkLst>
        </pc:spChg>
        <pc:spChg chg="mod">
          <ac:chgData name="mathspt" userId="0238e0ea-a655-48f2-bae3-2ff3e0b97742" providerId="ADAL" clId="{A39D618B-3493-4B83-8CDB-AACD08208EDE}" dt="2025-07-31T08:54:42.856" v="6263" actId="2711"/>
          <ac:spMkLst>
            <pc:docMk/>
            <pc:sldMk cId="649242137" sldId="266"/>
            <ac:spMk id="11" creationId="{D9933CB8-B076-B105-D337-AF9253BCA5C6}"/>
          </ac:spMkLst>
        </pc:spChg>
        <pc:spChg chg="mod">
          <ac:chgData name="mathspt" userId="0238e0ea-a655-48f2-bae3-2ff3e0b97742" providerId="ADAL" clId="{A39D618B-3493-4B83-8CDB-AACD08208EDE}" dt="2025-07-31T08:48:31.442" v="5698" actId="20577"/>
          <ac:spMkLst>
            <pc:docMk/>
            <pc:sldMk cId="649242137" sldId="266"/>
            <ac:spMk id="13" creationId="{EE184FB7-7BDD-E63D-AFDC-C90D71F21C0C}"/>
          </ac:spMkLst>
        </pc:spChg>
        <pc:spChg chg="add mod">
          <ac:chgData name="mathspt" userId="0238e0ea-a655-48f2-bae3-2ff3e0b97742" providerId="ADAL" clId="{A39D618B-3493-4B83-8CDB-AACD08208EDE}" dt="2025-07-31T08:55:45.313" v="6270" actId="164"/>
          <ac:spMkLst>
            <pc:docMk/>
            <pc:sldMk cId="649242137" sldId="266"/>
            <ac:spMk id="14" creationId="{568ED507-3DF1-79DD-E9EB-57FBACB6DDDF}"/>
          </ac:spMkLst>
        </pc:spChg>
        <pc:spChg chg="add mod">
          <ac:chgData name="mathspt" userId="0238e0ea-a655-48f2-bae3-2ff3e0b97742" providerId="ADAL" clId="{A39D618B-3493-4B83-8CDB-AACD08208EDE}" dt="2025-07-31T08:55:45.313" v="6270" actId="164"/>
          <ac:spMkLst>
            <pc:docMk/>
            <pc:sldMk cId="649242137" sldId="266"/>
            <ac:spMk id="15" creationId="{60F952DF-CA72-24CF-E218-92B2ED561BA0}"/>
          </ac:spMkLst>
        </pc:spChg>
        <pc:spChg chg="mod">
          <ac:chgData name="mathspt" userId="0238e0ea-a655-48f2-bae3-2ff3e0b97742" providerId="ADAL" clId="{A39D618B-3493-4B83-8CDB-AACD08208EDE}" dt="2025-07-31T08:50:00.418" v="5796" actId="20577"/>
          <ac:spMkLst>
            <pc:docMk/>
            <pc:sldMk cId="649242137" sldId="266"/>
            <ac:spMk id="17" creationId="{FBB02B10-695C-5B66-8E29-1AFBB1CFA003}"/>
          </ac:spMkLst>
        </pc:spChg>
        <pc:spChg chg="mod">
          <ac:chgData name="mathspt" userId="0238e0ea-a655-48f2-bae3-2ff3e0b97742" providerId="ADAL" clId="{A39D618B-3493-4B83-8CDB-AACD08208EDE}" dt="2025-07-31T08:49:58.958" v="5795" actId="20577"/>
          <ac:spMkLst>
            <pc:docMk/>
            <pc:sldMk cId="649242137" sldId="266"/>
            <ac:spMk id="18" creationId="{F7C6629F-EAB1-9F3C-330F-1FD51A6D2B5C}"/>
          </ac:spMkLst>
        </pc:spChg>
        <pc:spChg chg="mod">
          <ac:chgData name="mathspt" userId="0238e0ea-a655-48f2-bae3-2ff3e0b97742" providerId="ADAL" clId="{A39D618B-3493-4B83-8CDB-AACD08208EDE}" dt="2025-07-31T08:54:36.043" v="6262" actId="2711"/>
          <ac:spMkLst>
            <pc:docMk/>
            <pc:sldMk cId="649242137" sldId="266"/>
            <ac:spMk id="19" creationId="{B6A26632-7A21-838E-C571-DC56DE910D77}"/>
          </ac:spMkLst>
        </pc:spChg>
        <pc:spChg chg="mod">
          <ac:chgData name="mathspt" userId="0238e0ea-a655-48f2-bae3-2ff3e0b97742" providerId="ADAL" clId="{A39D618B-3493-4B83-8CDB-AACD08208EDE}" dt="2025-07-31T08:49:58.958" v="5795" actId="20577"/>
          <ac:spMkLst>
            <pc:docMk/>
            <pc:sldMk cId="649242137" sldId="266"/>
            <ac:spMk id="20" creationId="{E353350C-81F2-6EE3-19A2-F905BE34FA43}"/>
          </ac:spMkLst>
        </pc:spChg>
        <pc:spChg chg="mod">
          <ac:chgData name="mathspt" userId="0238e0ea-a655-48f2-bae3-2ff3e0b97742" providerId="ADAL" clId="{A39D618B-3493-4B83-8CDB-AACD08208EDE}" dt="2025-07-31T08:54:16.495" v="6260" actId="1035"/>
          <ac:spMkLst>
            <pc:docMk/>
            <pc:sldMk cId="649242137" sldId="266"/>
            <ac:spMk id="21" creationId="{3F9D1759-7582-EFE8-67B7-D0360F9C95F3}"/>
          </ac:spMkLst>
        </pc:spChg>
        <pc:spChg chg="mod">
          <ac:chgData name="mathspt" userId="0238e0ea-a655-48f2-bae3-2ff3e0b97742" providerId="ADAL" clId="{A39D618B-3493-4B83-8CDB-AACD08208EDE}" dt="2025-07-31T08:54:24.649" v="6261" actId="2711"/>
          <ac:spMkLst>
            <pc:docMk/>
            <pc:sldMk cId="649242137" sldId="266"/>
            <ac:spMk id="22" creationId="{A87D5686-42B7-2CF7-72B4-40FD815774F6}"/>
          </ac:spMkLst>
        </pc:spChg>
        <pc:spChg chg="mod">
          <ac:chgData name="mathspt" userId="0238e0ea-a655-48f2-bae3-2ff3e0b97742" providerId="ADAL" clId="{A39D618B-3493-4B83-8CDB-AACD08208EDE}" dt="2025-07-31T08:49:58.958" v="5795" actId="20577"/>
          <ac:spMkLst>
            <pc:docMk/>
            <pc:sldMk cId="649242137" sldId="266"/>
            <ac:spMk id="23" creationId="{1FDD3E16-8AED-1657-6A01-43DA655D123B}"/>
          </ac:spMkLst>
        </pc:spChg>
        <pc:spChg chg="add mod">
          <ac:chgData name="mathspt" userId="0238e0ea-a655-48f2-bae3-2ff3e0b97742" providerId="ADAL" clId="{A39D618B-3493-4B83-8CDB-AACD08208EDE}" dt="2025-07-31T08:55:45.313" v="6270" actId="164"/>
          <ac:spMkLst>
            <pc:docMk/>
            <pc:sldMk cId="649242137" sldId="266"/>
            <ac:spMk id="24" creationId="{98203037-D16B-E4EA-C5C0-85275C4AB9D5}"/>
          </ac:spMkLst>
        </pc:spChg>
        <pc:spChg chg="mod">
          <ac:chgData name="mathspt" userId="0238e0ea-a655-48f2-bae3-2ff3e0b97742" providerId="ADAL" clId="{A39D618B-3493-4B83-8CDB-AACD08208EDE}" dt="2025-07-31T08:50:22.432" v="5846"/>
          <ac:spMkLst>
            <pc:docMk/>
            <pc:sldMk cId="649242137" sldId="266"/>
            <ac:spMk id="26" creationId="{F660A3EB-6B97-3F8F-8EBE-C1B2290BEE48}"/>
          </ac:spMkLst>
        </pc:spChg>
        <pc:spChg chg="mod">
          <ac:chgData name="mathspt" userId="0238e0ea-a655-48f2-bae3-2ff3e0b97742" providerId="ADAL" clId="{A39D618B-3493-4B83-8CDB-AACD08208EDE}" dt="2025-07-31T08:51:14.286" v="5890" actId="1076"/>
          <ac:spMkLst>
            <pc:docMk/>
            <pc:sldMk cId="649242137" sldId="266"/>
            <ac:spMk id="33" creationId="{90F0C73C-E704-4200-4764-387ED9DB111C}"/>
          </ac:spMkLst>
        </pc:spChg>
        <pc:spChg chg="mod">
          <ac:chgData name="mathspt" userId="0238e0ea-a655-48f2-bae3-2ff3e0b97742" providerId="ADAL" clId="{A39D618B-3493-4B83-8CDB-AACD08208EDE}" dt="2025-07-31T08:55:02.409" v="6265" actId="2711"/>
          <ac:spMkLst>
            <pc:docMk/>
            <pc:sldMk cId="649242137" sldId="266"/>
            <ac:spMk id="37" creationId="{4784EEF1-866D-5BFE-8ADB-7684F5FB5A00}"/>
          </ac:spMkLst>
        </pc:spChg>
        <pc:spChg chg="mod">
          <ac:chgData name="mathspt" userId="0238e0ea-a655-48f2-bae3-2ff3e0b97742" providerId="ADAL" clId="{A39D618B-3493-4B83-8CDB-AACD08208EDE}" dt="2025-07-31T08:50:22.432" v="5846"/>
          <ac:spMkLst>
            <pc:docMk/>
            <pc:sldMk cId="649242137" sldId="266"/>
            <ac:spMk id="39" creationId="{21CF023B-C072-8915-0338-B89D546C04E7}"/>
          </ac:spMkLst>
        </pc:spChg>
        <pc:spChg chg="mod">
          <ac:chgData name="mathspt" userId="0238e0ea-a655-48f2-bae3-2ff3e0b97742" providerId="ADAL" clId="{A39D618B-3493-4B83-8CDB-AACD08208EDE}" dt="2025-07-31T08:50:22.432" v="5846"/>
          <ac:spMkLst>
            <pc:docMk/>
            <pc:sldMk cId="649242137" sldId="266"/>
            <ac:spMk id="45" creationId="{FFB09BBB-A226-56BC-238C-160C3803C736}"/>
          </ac:spMkLst>
        </pc:spChg>
        <pc:spChg chg="mod">
          <ac:chgData name="mathspt" userId="0238e0ea-a655-48f2-bae3-2ff3e0b97742" providerId="ADAL" clId="{A39D618B-3493-4B83-8CDB-AACD08208EDE}" dt="2025-07-31T08:50:22.432" v="5846"/>
          <ac:spMkLst>
            <pc:docMk/>
            <pc:sldMk cId="649242137" sldId="266"/>
            <ac:spMk id="46" creationId="{1F53046D-FF06-A4B7-97F0-3EDA18C85813}"/>
          </ac:spMkLst>
        </pc:spChg>
        <pc:spChg chg="mod">
          <ac:chgData name="mathspt" userId="0238e0ea-a655-48f2-bae3-2ff3e0b97742" providerId="ADAL" clId="{A39D618B-3493-4B83-8CDB-AACD08208EDE}" dt="2025-07-31T08:53:13.725" v="6162" actId="1038"/>
          <ac:spMkLst>
            <pc:docMk/>
            <pc:sldMk cId="649242137" sldId="266"/>
            <ac:spMk id="48" creationId="{9C8555D5-7C0F-AECB-5155-D646C89594E8}"/>
          </ac:spMkLst>
        </pc:spChg>
        <pc:spChg chg="add mod">
          <ac:chgData name="mathspt" userId="0238e0ea-a655-48f2-bae3-2ff3e0b97742" providerId="ADAL" clId="{A39D618B-3493-4B83-8CDB-AACD08208EDE}" dt="2025-07-31T08:55:30.802" v="6268" actId="164"/>
          <ac:spMkLst>
            <pc:docMk/>
            <pc:sldMk cId="649242137" sldId="266"/>
            <ac:spMk id="51" creationId="{96577F77-DC44-87F0-F388-317079A872E8}"/>
          </ac:spMkLst>
        </pc:spChg>
        <pc:spChg chg="add mod">
          <ac:chgData name="mathspt" userId="0238e0ea-a655-48f2-bae3-2ff3e0b97742" providerId="ADAL" clId="{A39D618B-3493-4B83-8CDB-AACD08208EDE}" dt="2025-07-31T08:55:30.802" v="6268" actId="164"/>
          <ac:spMkLst>
            <pc:docMk/>
            <pc:sldMk cId="649242137" sldId="266"/>
            <ac:spMk id="52" creationId="{AC471D49-B8E8-DB47-DFD0-AF4AAD809D51}"/>
          </ac:spMkLst>
        </pc:spChg>
        <pc:spChg chg="add mod">
          <ac:chgData name="mathspt" userId="0238e0ea-a655-48f2-bae3-2ff3e0b97742" providerId="ADAL" clId="{A39D618B-3493-4B83-8CDB-AACD08208EDE}" dt="2025-07-31T08:55:30.802" v="6268" actId="164"/>
          <ac:spMkLst>
            <pc:docMk/>
            <pc:sldMk cId="649242137" sldId="266"/>
            <ac:spMk id="55" creationId="{CD17C3AC-AF42-F31A-4E52-82611D0FFFC7}"/>
          </ac:spMkLst>
        </pc:spChg>
        <pc:spChg chg="add mod">
          <ac:chgData name="mathspt" userId="0238e0ea-a655-48f2-bae3-2ff3e0b97742" providerId="ADAL" clId="{A39D618B-3493-4B83-8CDB-AACD08208EDE}" dt="2025-07-31T08:55:30.802" v="6268" actId="164"/>
          <ac:spMkLst>
            <pc:docMk/>
            <pc:sldMk cId="649242137" sldId="266"/>
            <ac:spMk id="56" creationId="{A5FB58DD-D8BF-AB1F-D31B-D03DE138CCA1}"/>
          </ac:spMkLst>
        </pc:spChg>
        <pc:spChg chg="add mod">
          <ac:chgData name="mathspt" userId="0238e0ea-a655-48f2-bae3-2ff3e0b97742" providerId="ADAL" clId="{A39D618B-3493-4B83-8CDB-AACD08208EDE}" dt="2025-07-31T08:55:30.802" v="6268" actId="164"/>
          <ac:spMkLst>
            <pc:docMk/>
            <pc:sldMk cId="649242137" sldId="266"/>
            <ac:spMk id="57" creationId="{F86F54E3-02D9-2B03-E374-338D8A7C2DA3}"/>
          </ac:spMkLst>
        </pc:spChg>
        <pc:spChg chg="add mod">
          <ac:chgData name="mathspt" userId="0238e0ea-a655-48f2-bae3-2ff3e0b97742" providerId="ADAL" clId="{A39D618B-3493-4B83-8CDB-AACD08208EDE}" dt="2025-07-31T08:55:30.802" v="6268" actId="164"/>
          <ac:spMkLst>
            <pc:docMk/>
            <pc:sldMk cId="649242137" sldId="266"/>
            <ac:spMk id="58" creationId="{464A5271-EBE2-02F4-F0ED-BE7DF09318D8}"/>
          </ac:spMkLst>
        </pc:spChg>
        <pc:spChg chg="mod">
          <ac:chgData name="mathspt" userId="0238e0ea-a655-48f2-bae3-2ff3e0b97742" providerId="ADAL" clId="{A39D618B-3493-4B83-8CDB-AACD08208EDE}" dt="2025-07-31T08:57:23.338" v="6284" actId="20577"/>
          <ac:spMkLst>
            <pc:docMk/>
            <pc:sldMk cId="649242137" sldId="266"/>
            <ac:spMk id="95" creationId="{A10CA763-5B20-34D9-BD0E-96140316D980}"/>
          </ac:spMkLst>
        </pc:spChg>
        <pc:spChg chg="mod">
          <ac:chgData name="mathspt" userId="0238e0ea-a655-48f2-bae3-2ff3e0b97742" providerId="ADAL" clId="{A39D618B-3493-4B83-8CDB-AACD08208EDE}" dt="2025-07-31T08:58:40.574" v="6355" actId="20577"/>
          <ac:spMkLst>
            <pc:docMk/>
            <pc:sldMk cId="649242137" sldId="266"/>
            <ac:spMk id="97" creationId="{937D2ABF-9DEF-18F0-6060-2E6BF01C4106}"/>
          </ac:spMkLst>
        </pc:spChg>
        <pc:spChg chg="mod">
          <ac:chgData name="mathspt" userId="0238e0ea-a655-48f2-bae3-2ff3e0b97742" providerId="ADAL" clId="{A39D618B-3493-4B83-8CDB-AACD08208EDE}" dt="2025-07-31T08:57:19.667" v="6283" actId="20577"/>
          <ac:spMkLst>
            <pc:docMk/>
            <pc:sldMk cId="649242137" sldId="266"/>
            <ac:spMk id="98" creationId="{391521DB-DAB5-29AB-6F1B-BED758F3DB4A}"/>
          </ac:spMkLst>
        </pc:spChg>
        <pc:spChg chg="mod">
          <ac:chgData name="mathspt" userId="0238e0ea-a655-48f2-bae3-2ff3e0b97742" providerId="ADAL" clId="{A39D618B-3493-4B83-8CDB-AACD08208EDE}" dt="2025-07-31T08:58:37.032" v="6353" actId="20577"/>
          <ac:spMkLst>
            <pc:docMk/>
            <pc:sldMk cId="649242137" sldId="266"/>
            <ac:spMk id="99" creationId="{972E9DE8-F100-D34B-17CC-D5498CD23C9F}"/>
          </ac:spMkLst>
        </pc:spChg>
        <pc:spChg chg="mod">
          <ac:chgData name="mathspt" userId="0238e0ea-a655-48f2-bae3-2ff3e0b97742" providerId="ADAL" clId="{A39D618B-3493-4B83-8CDB-AACD08208EDE}" dt="2025-07-31T08:57:19.667" v="6283" actId="20577"/>
          <ac:spMkLst>
            <pc:docMk/>
            <pc:sldMk cId="649242137" sldId="266"/>
            <ac:spMk id="100" creationId="{C00018C4-AF31-53C1-06D0-FCB0AA8BCEEB}"/>
          </ac:spMkLst>
        </pc:spChg>
        <pc:spChg chg="mod">
          <ac:chgData name="mathspt" userId="0238e0ea-a655-48f2-bae3-2ff3e0b97742" providerId="ADAL" clId="{A39D618B-3493-4B83-8CDB-AACD08208EDE}" dt="2025-07-31T08:57:19.667" v="6283" actId="20577"/>
          <ac:spMkLst>
            <pc:docMk/>
            <pc:sldMk cId="649242137" sldId="266"/>
            <ac:spMk id="105" creationId="{6B0E7481-181D-D820-0615-404C6DDCD625}"/>
          </ac:spMkLst>
        </pc:spChg>
        <pc:spChg chg="add mod">
          <ac:chgData name="mathspt" userId="0238e0ea-a655-48f2-bae3-2ff3e0b97742" providerId="ADAL" clId="{A39D618B-3493-4B83-8CDB-AACD08208EDE}" dt="2025-07-31T08:59:15.149" v="6433" actId="164"/>
          <ac:spMkLst>
            <pc:docMk/>
            <pc:sldMk cId="649242137" sldId="266"/>
            <ac:spMk id="107" creationId="{40D2AD3F-608F-E730-4F59-62BFAB523867}"/>
          </ac:spMkLst>
        </pc:spChg>
        <pc:spChg chg="add mod">
          <ac:chgData name="mathspt" userId="0238e0ea-a655-48f2-bae3-2ff3e0b97742" providerId="ADAL" clId="{A39D618B-3493-4B83-8CDB-AACD08208EDE}" dt="2025-07-31T08:59:15.149" v="6433" actId="164"/>
          <ac:spMkLst>
            <pc:docMk/>
            <pc:sldMk cId="649242137" sldId="266"/>
            <ac:spMk id="108" creationId="{6DE137BF-6958-EB09-7724-045C8D743111}"/>
          </ac:spMkLst>
        </pc:spChg>
        <pc:spChg chg="add mod">
          <ac:chgData name="mathspt" userId="0238e0ea-a655-48f2-bae3-2ff3e0b97742" providerId="ADAL" clId="{A39D618B-3493-4B83-8CDB-AACD08208EDE}" dt="2025-07-31T08:59:15.149" v="6433" actId="164"/>
          <ac:spMkLst>
            <pc:docMk/>
            <pc:sldMk cId="649242137" sldId="266"/>
            <ac:spMk id="109" creationId="{A82399A9-0525-CE5A-202A-3D35E667C3A7}"/>
          </ac:spMkLst>
        </pc:spChg>
        <pc:spChg chg="add mod">
          <ac:chgData name="mathspt" userId="0238e0ea-a655-48f2-bae3-2ff3e0b97742" providerId="ADAL" clId="{A39D618B-3493-4B83-8CDB-AACD08208EDE}" dt="2025-07-31T09:00:53.348" v="6473" actId="164"/>
          <ac:spMkLst>
            <pc:docMk/>
            <pc:sldMk cId="649242137" sldId="266"/>
            <ac:spMk id="111" creationId="{52E63610-0934-C55D-4438-4175442C8D2F}"/>
          </ac:spMkLst>
        </pc:spChg>
        <pc:spChg chg="add mod">
          <ac:chgData name="mathspt" userId="0238e0ea-a655-48f2-bae3-2ff3e0b97742" providerId="ADAL" clId="{A39D618B-3493-4B83-8CDB-AACD08208EDE}" dt="2025-07-31T09:46:03.080" v="8921" actId="1076"/>
          <ac:spMkLst>
            <pc:docMk/>
            <pc:sldMk cId="649242137" sldId="266"/>
            <ac:spMk id="112" creationId="{C295562F-9836-BFBE-6AC8-2A278C5FC903}"/>
          </ac:spMkLst>
        </pc:spChg>
        <pc:spChg chg="mod">
          <ac:chgData name="mathspt" userId="0238e0ea-a655-48f2-bae3-2ff3e0b97742" providerId="ADAL" clId="{A39D618B-3493-4B83-8CDB-AACD08208EDE}" dt="2025-07-31T09:03:21.286" v="6566" actId="1037"/>
          <ac:spMkLst>
            <pc:docMk/>
            <pc:sldMk cId="649242137" sldId="266"/>
            <ac:spMk id="117" creationId="{111319DE-FEDD-5978-62B2-3A5C2F4171CB}"/>
          </ac:spMkLst>
        </pc:spChg>
        <pc:spChg chg="mod">
          <ac:chgData name="mathspt" userId="0238e0ea-a655-48f2-bae3-2ff3e0b97742" providerId="ADAL" clId="{A39D618B-3493-4B83-8CDB-AACD08208EDE}" dt="2025-07-31T09:03:29.368" v="6623" actId="1036"/>
          <ac:spMkLst>
            <pc:docMk/>
            <pc:sldMk cId="649242137" sldId="266"/>
            <ac:spMk id="118" creationId="{789B89B1-18FA-61DF-AC18-2E3B7DB7CC2E}"/>
          </ac:spMkLst>
        </pc:spChg>
        <pc:spChg chg="mod">
          <ac:chgData name="mathspt" userId="0238e0ea-a655-48f2-bae3-2ff3e0b97742" providerId="ADAL" clId="{A39D618B-3493-4B83-8CDB-AACD08208EDE}" dt="2025-07-31T09:04:06.408" v="6728" actId="1037"/>
          <ac:spMkLst>
            <pc:docMk/>
            <pc:sldMk cId="649242137" sldId="266"/>
            <ac:spMk id="119" creationId="{C722D824-65EE-DFB8-370D-19B2051B20BC}"/>
          </ac:spMkLst>
        </pc:spChg>
        <pc:spChg chg="mod">
          <ac:chgData name="mathspt" userId="0238e0ea-a655-48f2-bae3-2ff3e0b97742" providerId="ADAL" clId="{A39D618B-3493-4B83-8CDB-AACD08208EDE}" dt="2025-07-31T09:04:06.408" v="6728" actId="1037"/>
          <ac:spMkLst>
            <pc:docMk/>
            <pc:sldMk cId="649242137" sldId="266"/>
            <ac:spMk id="120" creationId="{B94743CD-F757-FB58-D62F-575832538735}"/>
          </ac:spMkLst>
        </pc:spChg>
        <pc:spChg chg="mod">
          <ac:chgData name="mathspt" userId="0238e0ea-a655-48f2-bae3-2ff3e0b97742" providerId="ADAL" clId="{A39D618B-3493-4B83-8CDB-AACD08208EDE}" dt="2025-07-31T09:04:17.931" v="6781" actId="1037"/>
          <ac:spMkLst>
            <pc:docMk/>
            <pc:sldMk cId="649242137" sldId="266"/>
            <ac:spMk id="122" creationId="{8584B2D8-DEBB-CA90-6A70-B99B8A07C784}"/>
          </ac:spMkLst>
        </pc:spChg>
        <pc:spChg chg="mod">
          <ac:chgData name="mathspt" userId="0238e0ea-a655-48f2-bae3-2ff3e0b97742" providerId="ADAL" clId="{A39D618B-3493-4B83-8CDB-AACD08208EDE}" dt="2025-07-31T09:04:06.408" v="6728" actId="1037"/>
          <ac:spMkLst>
            <pc:docMk/>
            <pc:sldMk cId="649242137" sldId="266"/>
            <ac:spMk id="123" creationId="{A7FEEB1C-234C-AA8D-2A12-95C634A413A7}"/>
          </ac:spMkLst>
        </pc:spChg>
        <pc:spChg chg="mod">
          <ac:chgData name="mathspt" userId="0238e0ea-a655-48f2-bae3-2ff3e0b97742" providerId="ADAL" clId="{A39D618B-3493-4B83-8CDB-AACD08208EDE}" dt="2025-07-31T09:04:17.931" v="6781" actId="1037"/>
          <ac:spMkLst>
            <pc:docMk/>
            <pc:sldMk cId="649242137" sldId="266"/>
            <ac:spMk id="124" creationId="{53994D7D-2939-9CBB-2142-3130A00E21C9}"/>
          </ac:spMkLst>
        </pc:spChg>
        <pc:spChg chg="mod">
          <ac:chgData name="mathspt" userId="0238e0ea-a655-48f2-bae3-2ff3e0b97742" providerId="ADAL" clId="{A39D618B-3493-4B83-8CDB-AACD08208EDE}" dt="2025-07-31T09:04:06.408" v="6728" actId="1037"/>
          <ac:spMkLst>
            <pc:docMk/>
            <pc:sldMk cId="649242137" sldId="266"/>
            <ac:spMk id="125" creationId="{5CD0B048-755C-CB23-5C36-CA548ECC4E0E}"/>
          </ac:spMkLst>
        </pc:spChg>
        <pc:spChg chg="mod">
          <ac:chgData name="mathspt" userId="0238e0ea-a655-48f2-bae3-2ff3e0b97742" providerId="ADAL" clId="{A39D618B-3493-4B83-8CDB-AACD08208EDE}" dt="2025-07-31T09:04:06.408" v="6728" actId="1037"/>
          <ac:spMkLst>
            <pc:docMk/>
            <pc:sldMk cId="649242137" sldId="266"/>
            <ac:spMk id="126" creationId="{267A6847-3C81-0DF2-4704-35D84214AF48}"/>
          </ac:spMkLst>
        </pc:spChg>
        <pc:spChg chg="mod">
          <ac:chgData name="mathspt" userId="0238e0ea-a655-48f2-bae3-2ff3e0b97742" providerId="ADAL" clId="{A39D618B-3493-4B83-8CDB-AACD08208EDE}" dt="2025-07-31T09:03:37.918" v="6679" actId="1037"/>
          <ac:spMkLst>
            <pc:docMk/>
            <pc:sldMk cId="649242137" sldId="266"/>
            <ac:spMk id="137" creationId="{D5B657D9-2B9D-91F0-A3AD-A084E9120F5C}"/>
          </ac:spMkLst>
        </pc:spChg>
        <pc:spChg chg="mod">
          <ac:chgData name="mathspt" userId="0238e0ea-a655-48f2-bae3-2ff3e0b97742" providerId="ADAL" clId="{A39D618B-3493-4B83-8CDB-AACD08208EDE}" dt="2025-07-31T09:03:37.918" v="6679" actId="1037"/>
          <ac:spMkLst>
            <pc:docMk/>
            <pc:sldMk cId="649242137" sldId="266"/>
            <ac:spMk id="144" creationId="{7051992E-A860-D4E5-EDC6-3226664F3F48}"/>
          </ac:spMkLst>
        </pc:spChg>
        <pc:spChg chg="mod">
          <ac:chgData name="mathspt" userId="0238e0ea-a655-48f2-bae3-2ff3e0b97742" providerId="ADAL" clId="{A39D618B-3493-4B83-8CDB-AACD08208EDE}" dt="2025-07-31T09:03:13.601" v="6505" actId="1037"/>
          <ac:spMkLst>
            <pc:docMk/>
            <pc:sldMk cId="649242137" sldId="266"/>
            <ac:spMk id="146" creationId="{146EDD99-CB38-FB99-5126-D54481D8CADE}"/>
          </ac:spMkLst>
        </pc:spChg>
        <pc:spChg chg="mod">
          <ac:chgData name="mathspt" userId="0238e0ea-a655-48f2-bae3-2ff3e0b97742" providerId="ADAL" clId="{A39D618B-3493-4B83-8CDB-AACD08208EDE}" dt="2025-07-31T09:04:42.909" v="6782"/>
          <ac:spMkLst>
            <pc:docMk/>
            <pc:sldMk cId="649242137" sldId="266"/>
            <ac:spMk id="153" creationId="{2EBAAEB1-1D7D-4435-F4C4-E5AA03F51084}"/>
          </ac:spMkLst>
        </pc:spChg>
        <pc:spChg chg="mod">
          <ac:chgData name="mathspt" userId="0238e0ea-a655-48f2-bae3-2ff3e0b97742" providerId="ADAL" clId="{A39D618B-3493-4B83-8CDB-AACD08208EDE}" dt="2025-07-31T09:09:55.035" v="7402" actId="1037"/>
          <ac:spMkLst>
            <pc:docMk/>
            <pc:sldMk cId="649242137" sldId="266"/>
            <ac:spMk id="155" creationId="{AE2A53EE-5BE8-C57D-9728-28D100EE0EF9}"/>
          </ac:spMkLst>
        </pc:spChg>
        <pc:spChg chg="mod">
          <ac:chgData name="mathspt" userId="0238e0ea-a655-48f2-bae3-2ff3e0b97742" providerId="ADAL" clId="{A39D618B-3493-4B83-8CDB-AACD08208EDE}" dt="2025-07-31T09:07:57.641" v="7209" actId="1037"/>
          <ac:spMkLst>
            <pc:docMk/>
            <pc:sldMk cId="649242137" sldId="266"/>
            <ac:spMk id="156" creationId="{31BFDB0E-DB24-A82B-D671-E687EDA7466E}"/>
          </ac:spMkLst>
        </pc:spChg>
        <pc:spChg chg="mod">
          <ac:chgData name="mathspt" userId="0238e0ea-a655-48f2-bae3-2ff3e0b97742" providerId="ADAL" clId="{A39D618B-3493-4B83-8CDB-AACD08208EDE}" dt="2025-07-31T09:09:55.035" v="7402" actId="1037"/>
          <ac:spMkLst>
            <pc:docMk/>
            <pc:sldMk cId="649242137" sldId="266"/>
            <ac:spMk id="158" creationId="{C4CA105D-5801-8090-6064-BFA493B3BA8E}"/>
          </ac:spMkLst>
        </pc:spChg>
        <pc:spChg chg="mod">
          <ac:chgData name="mathspt" userId="0238e0ea-a655-48f2-bae3-2ff3e0b97742" providerId="ADAL" clId="{A39D618B-3493-4B83-8CDB-AACD08208EDE}" dt="2025-07-31T09:09:14.159" v="7262" actId="1037"/>
          <ac:spMkLst>
            <pc:docMk/>
            <pc:sldMk cId="649242137" sldId="266"/>
            <ac:spMk id="159" creationId="{6982F0A0-682D-B0F8-1B55-9F98773EA24F}"/>
          </ac:spMkLst>
        </pc:spChg>
        <pc:spChg chg="mod">
          <ac:chgData name="mathspt" userId="0238e0ea-a655-48f2-bae3-2ff3e0b97742" providerId="ADAL" clId="{A39D618B-3493-4B83-8CDB-AACD08208EDE}" dt="2025-07-31T09:09:34.471" v="7305" actId="1037"/>
          <ac:spMkLst>
            <pc:docMk/>
            <pc:sldMk cId="649242137" sldId="266"/>
            <ac:spMk id="160" creationId="{BEF2BDFD-42B6-700E-6C83-570CC29B0246}"/>
          </ac:spMkLst>
        </pc:spChg>
        <pc:spChg chg="mod">
          <ac:chgData name="mathspt" userId="0238e0ea-a655-48f2-bae3-2ff3e0b97742" providerId="ADAL" clId="{A39D618B-3493-4B83-8CDB-AACD08208EDE}" dt="2025-07-31T09:09:44.799" v="7347" actId="1038"/>
          <ac:spMkLst>
            <pc:docMk/>
            <pc:sldMk cId="649242137" sldId="266"/>
            <ac:spMk id="161" creationId="{63A52B53-BF22-635C-88CF-D392C8FD7670}"/>
          </ac:spMkLst>
        </pc:spChg>
        <pc:spChg chg="mod">
          <ac:chgData name="mathspt" userId="0238e0ea-a655-48f2-bae3-2ff3e0b97742" providerId="ADAL" clId="{A39D618B-3493-4B83-8CDB-AACD08208EDE}" dt="2025-07-31T09:09:44.799" v="7347" actId="1038"/>
          <ac:spMkLst>
            <pc:docMk/>
            <pc:sldMk cId="649242137" sldId="266"/>
            <ac:spMk id="162" creationId="{4A11955D-67DB-C275-2B76-EB715FC9D5C8}"/>
          </ac:spMkLst>
        </pc:spChg>
        <pc:spChg chg="mod">
          <ac:chgData name="mathspt" userId="0238e0ea-a655-48f2-bae3-2ff3e0b97742" providerId="ADAL" clId="{A39D618B-3493-4B83-8CDB-AACD08208EDE}" dt="2025-07-31T09:04:42.909" v="6782"/>
          <ac:spMkLst>
            <pc:docMk/>
            <pc:sldMk cId="649242137" sldId="266"/>
            <ac:spMk id="166" creationId="{8F43B0B3-58BA-4A1F-9C36-53979E701C0A}"/>
          </ac:spMkLst>
        </pc:spChg>
        <pc:spChg chg="mod">
          <ac:chgData name="mathspt" userId="0238e0ea-a655-48f2-bae3-2ff3e0b97742" providerId="ADAL" clId="{A39D618B-3493-4B83-8CDB-AACD08208EDE}" dt="2025-07-31T09:04:42.909" v="6782"/>
          <ac:spMkLst>
            <pc:docMk/>
            <pc:sldMk cId="649242137" sldId="266"/>
            <ac:spMk id="168" creationId="{FD0FE157-98C0-9D1D-50FA-1ACF635FF493}"/>
          </ac:spMkLst>
        </pc:spChg>
        <pc:spChg chg="mod">
          <ac:chgData name="mathspt" userId="0238e0ea-a655-48f2-bae3-2ff3e0b97742" providerId="ADAL" clId="{A39D618B-3493-4B83-8CDB-AACD08208EDE}" dt="2025-07-31T09:05:45.582" v="7020" actId="1038"/>
          <ac:spMkLst>
            <pc:docMk/>
            <pc:sldMk cId="649242137" sldId="266"/>
            <ac:spMk id="170" creationId="{F591CCDB-0EA5-5E52-BC97-BF38452546C3}"/>
          </ac:spMkLst>
        </pc:spChg>
        <pc:spChg chg="add mod">
          <ac:chgData name="mathspt" userId="0238e0ea-a655-48f2-bae3-2ff3e0b97742" providerId="ADAL" clId="{A39D618B-3493-4B83-8CDB-AACD08208EDE}" dt="2025-07-31T09:10:37.083" v="7406" actId="164"/>
          <ac:spMkLst>
            <pc:docMk/>
            <pc:sldMk cId="649242137" sldId="266"/>
            <ac:spMk id="171" creationId="{73E1F95D-2D4F-3099-48EA-B613C19342AC}"/>
          </ac:spMkLst>
        </pc:spChg>
        <pc:spChg chg="add mod">
          <ac:chgData name="mathspt" userId="0238e0ea-a655-48f2-bae3-2ff3e0b97742" providerId="ADAL" clId="{A39D618B-3493-4B83-8CDB-AACD08208EDE}" dt="2025-07-31T09:10:37.083" v="7406" actId="164"/>
          <ac:spMkLst>
            <pc:docMk/>
            <pc:sldMk cId="649242137" sldId="266"/>
            <ac:spMk id="172" creationId="{A0C8CC23-6B4F-936D-DB6F-E67D00A7F336}"/>
          </ac:spMkLst>
        </pc:spChg>
        <pc:spChg chg="add mod">
          <ac:chgData name="mathspt" userId="0238e0ea-a655-48f2-bae3-2ff3e0b97742" providerId="ADAL" clId="{A39D618B-3493-4B83-8CDB-AACD08208EDE}" dt="2025-07-31T09:10:37.083" v="7406" actId="164"/>
          <ac:spMkLst>
            <pc:docMk/>
            <pc:sldMk cId="649242137" sldId="266"/>
            <ac:spMk id="173" creationId="{EC905A9E-058A-1E1F-6C67-678193D1D2C0}"/>
          </ac:spMkLst>
        </pc:spChg>
        <pc:spChg chg="add mod">
          <ac:chgData name="mathspt" userId="0238e0ea-a655-48f2-bae3-2ff3e0b97742" providerId="ADAL" clId="{A39D618B-3493-4B83-8CDB-AACD08208EDE}" dt="2025-07-31T09:10:37.083" v="7406" actId="164"/>
          <ac:spMkLst>
            <pc:docMk/>
            <pc:sldMk cId="649242137" sldId="266"/>
            <ac:spMk id="175" creationId="{EF424DB3-D249-A3A7-02E1-E47D80EC7234}"/>
          </ac:spMkLst>
        </pc:spChg>
        <pc:spChg chg="add mod">
          <ac:chgData name="mathspt" userId="0238e0ea-a655-48f2-bae3-2ff3e0b97742" providerId="ADAL" clId="{A39D618B-3493-4B83-8CDB-AACD08208EDE}" dt="2025-07-31T09:10:37.083" v="7406" actId="164"/>
          <ac:spMkLst>
            <pc:docMk/>
            <pc:sldMk cId="649242137" sldId="266"/>
            <ac:spMk id="176" creationId="{152D3F62-C618-62A4-1BA1-3A70606BB2E5}"/>
          </ac:spMkLst>
        </pc:spChg>
        <pc:spChg chg="add mod">
          <ac:chgData name="mathspt" userId="0238e0ea-a655-48f2-bae3-2ff3e0b97742" providerId="ADAL" clId="{A39D618B-3493-4B83-8CDB-AACD08208EDE}" dt="2025-07-31T09:10:37.083" v="7406" actId="164"/>
          <ac:spMkLst>
            <pc:docMk/>
            <pc:sldMk cId="649242137" sldId="266"/>
            <ac:spMk id="177" creationId="{15A6873C-F35F-374E-527C-A7DAFE8B020A}"/>
          </ac:spMkLst>
        </pc:spChg>
        <pc:spChg chg="add mod">
          <ac:chgData name="mathspt" userId="0238e0ea-a655-48f2-bae3-2ff3e0b97742" providerId="ADAL" clId="{A39D618B-3493-4B83-8CDB-AACD08208EDE}" dt="2025-07-31T09:10:37.083" v="7406" actId="164"/>
          <ac:spMkLst>
            <pc:docMk/>
            <pc:sldMk cId="649242137" sldId="266"/>
            <ac:spMk id="178" creationId="{C22753A3-D785-2894-BEC8-73EECED550FC}"/>
          </ac:spMkLst>
        </pc:spChg>
        <pc:spChg chg="mod topLvl">
          <ac:chgData name="mathspt" userId="0238e0ea-a655-48f2-bae3-2ff3e0b97742" providerId="ADAL" clId="{A39D618B-3493-4B83-8CDB-AACD08208EDE}" dt="2025-07-31T09:16:04.521" v="7900" actId="164"/>
          <ac:spMkLst>
            <pc:docMk/>
            <pc:sldMk cId="649242137" sldId="266"/>
            <ac:spMk id="184" creationId="{94C01112-7580-9770-824C-8EDC7E084CE4}"/>
          </ac:spMkLst>
        </pc:spChg>
        <pc:spChg chg="mod">
          <ac:chgData name="mathspt" userId="0238e0ea-a655-48f2-bae3-2ff3e0b97742" providerId="ADAL" clId="{A39D618B-3493-4B83-8CDB-AACD08208EDE}" dt="2025-07-31T09:19:07.439" v="7943" actId="2711"/>
          <ac:spMkLst>
            <pc:docMk/>
            <pc:sldMk cId="649242137" sldId="266"/>
            <ac:spMk id="187" creationId="{BF2E66A2-A55A-454C-D8DA-6727F314B814}"/>
          </ac:spMkLst>
        </pc:spChg>
        <pc:spChg chg="mod">
          <ac:chgData name="mathspt" userId="0238e0ea-a655-48f2-bae3-2ff3e0b97742" providerId="ADAL" clId="{A39D618B-3493-4B83-8CDB-AACD08208EDE}" dt="2025-07-31T09:13:16.540" v="7409" actId="165"/>
          <ac:spMkLst>
            <pc:docMk/>
            <pc:sldMk cId="649242137" sldId="266"/>
            <ac:spMk id="188" creationId="{BCEB5471-9704-6B7D-9C62-EEC06249573B}"/>
          </ac:spMkLst>
        </pc:spChg>
        <pc:spChg chg="mod">
          <ac:chgData name="mathspt" userId="0238e0ea-a655-48f2-bae3-2ff3e0b97742" providerId="ADAL" clId="{A39D618B-3493-4B83-8CDB-AACD08208EDE}" dt="2025-07-31T09:13:16.540" v="7409" actId="165"/>
          <ac:spMkLst>
            <pc:docMk/>
            <pc:sldMk cId="649242137" sldId="266"/>
            <ac:spMk id="189" creationId="{CFE90291-F963-81B2-387D-7E5B0B0009EE}"/>
          </ac:spMkLst>
        </pc:spChg>
        <pc:spChg chg="mod">
          <ac:chgData name="mathspt" userId="0238e0ea-a655-48f2-bae3-2ff3e0b97742" providerId="ADAL" clId="{A39D618B-3493-4B83-8CDB-AACD08208EDE}" dt="2025-07-31T09:13:16.540" v="7409" actId="165"/>
          <ac:spMkLst>
            <pc:docMk/>
            <pc:sldMk cId="649242137" sldId="266"/>
            <ac:spMk id="191" creationId="{FC636D68-4008-9B6C-7431-9F79B9912C71}"/>
          </ac:spMkLst>
        </pc:spChg>
        <pc:spChg chg="add mod">
          <ac:chgData name="mathspt" userId="0238e0ea-a655-48f2-bae3-2ff3e0b97742" providerId="ADAL" clId="{A39D618B-3493-4B83-8CDB-AACD08208EDE}" dt="2025-07-31T09:16:04.521" v="7900" actId="164"/>
          <ac:spMkLst>
            <pc:docMk/>
            <pc:sldMk cId="649242137" sldId="266"/>
            <ac:spMk id="201" creationId="{5B040E51-BF60-59B0-DF92-007CB5AAA742}"/>
          </ac:spMkLst>
        </pc:spChg>
        <pc:spChg chg="add mod">
          <ac:chgData name="mathspt" userId="0238e0ea-a655-48f2-bae3-2ff3e0b97742" providerId="ADAL" clId="{A39D618B-3493-4B83-8CDB-AACD08208EDE}" dt="2025-07-31T09:16:04.521" v="7900" actId="164"/>
          <ac:spMkLst>
            <pc:docMk/>
            <pc:sldMk cId="649242137" sldId="266"/>
            <ac:spMk id="202" creationId="{809556F4-8647-59B5-BF2A-5D75FC9F1CCA}"/>
          </ac:spMkLst>
        </pc:spChg>
        <pc:spChg chg="add mod">
          <ac:chgData name="mathspt" userId="0238e0ea-a655-48f2-bae3-2ff3e0b97742" providerId="ADAL" clId="{A39D618B-3493-4B83-8CDB-AACD08208EDE}" dt="2025-07-31T09:19:15.305" v="7944" actId="2711"/>
          <ac:spMkLst>
            <pc:docMk/>
            <pc:sldMk cId="649242137" sldId="266"/>
            <ac:spMk id="203" creationId="{437AC9EE-6485-3156-4A69-4D0119B6C90D}"/>
          </ac:spMkLst>
        </pc:spChg>
        <pc:spChg chg="add mod">
          <ac:chgData name="mathspt" userId="0238e0ea-a655-48f2-bae3-2ff3e0b97742" providerId="ADAL" clId="{A39D618B-3493-4B83-8CDB-AACD08208EDE}" dt="2025-07-31T09:16:04.521" v="7900" actId="164"/>
          <ac:spMkLst>
            <pc:docMk/>
            <pc:sldMk cId="649242137" sldId="266"/>
            <ac:spMk id="204" creationId="{0FE1EDDE-CA7B-7B4C-EE7F-FF66029E346C}"/>
          </ac:spMkLst>
        </pc:spChg>
        <pc:spChg chg="add mod">
          <ac:chgData name="mathspt" userId="0238e0ea-a655-48f2-bae3-2ff3e0b97742" providerId="ADAL" clId="{A39D618B-3493-4B83-8CDB-AACD08208EDE}" dt="2025-07-31T09:16:04.521" v="7900" actId="164"/>
          <ac:spMkLst>
            <pc:docMk/>
            <pc:sldMk cId="649242137" sldId="266"/>
            <ac:spMk id="205" creationId="{D0B13D43-5044-0F46-8184-AC3EBE0F62EA}"/>
          </ac:spMkLst>
        </pc:spChg>
        <pc:spChg chg="add mod">
          <ac:chgData name="mathspt" userId="0238e0ea-a655-48f2-bae3-2ff3e0b97742" providerId="ADAL" clId="{A39D618B-3493-4B83-8CDB-AACD08208EDE}" dt="2025-07-31T09:14:24.612" v="7641" actId="1035"/>
          <ac:spMkLst>
            <pc:docMk/>
            <pc:sldMk cId="649242137" sldId="266"/>
            <ac:spMk id="206" creationId="{54CED277-999A-E9AD-3ABF-163FC3D5671A}"/>
          </ac:spMkLst>
        </pc:spChg>
        <pc:spChg chg="add mod">
          <ac:chgData name="mathspt" userId="0238e0ea-a655-48f2-bae3-2ff3e0b97742" providerId="ADAL" clId="{A39D618B-3493-4B83-8CDB-AACD08208EDE}" dt="2025-07-31T09:14:24.612" v="7641" actId="1035"/>
          <ac:spMkLst>
            <pc:docMk/>
            <pc:sldMk cId="649242137" sldId="266"/>
            <ac:spMk id="207" creationId="{4521221A-D10A-3A43-DE9C-9CC6DE80008B}"/>
          </ac:spMkLst>
        </pc:spChg>
        <pc:spChg chg="add mod">
          <ac:chgData name="mathspt" userId="0238e0ea-a655-48f2-bae3-2ff3e0b97742" providerId="ADAL" clId="{A39D618B-3493-4B83-8CDB-AACD08208EDE}" dt="2025-07-31T09:16:04.521" v="7900" actId="164"/>
          <ac:spMkLst>
            <pc:docMk/>
            <pc:sldMk cId="649242137" sldId="266"/>
            <ac:spMk id="208" creationId="{9A9E3F33-8236-DD48-FDB2-5DCD0FF97955}"/>
          </ac:spMkLst>
        </pc:spChg>
        <pc:spChg chg="add mod">
          <ac:chgData name="mathspt" userId="0238e0ea-a655-48f2-bae3-2ff3e0b97742" providerId="ADAL" clId="{A39D618B-3493-4B83-8CDB-AACD08208EDE}" dt="2025-07-31T09:16:04.521" v="7900" actId="164"/>
          <ac:spMkLst>
            <pc:docMk/>
            <pc:sldMk cId="649242137" sldId="266"/>
            <ac:spMk id="209" creationId="{B12EFEE5-369F-0A6C-34D8-B5F62330A618}"/>
          </ac:spMkLst>
        </pc:spChg>
        <pc:spChg chg="add mod">
          <ac:chgData name="mathspt" userId="0238e0ea-a655-48f2-bae3-2ff3e0b97742" providerId="ADAL" clId="{A39D618B-3493-4B83-8CDB-AACD08208EDE}" dt="2025-07-31T09:15:21.482" v="7780" actId="2711"/>
          <ac:spMkLst>
            <pc:docMk/>
            <pc:sldMk cId="649242137" sldId="266"/>
            <ac:spMk id="210" creationId="{5504BBBC-9FF2-8B7F-5B6D-FC555F0A5BCC}"/>
          </ac:spMkLst>
        </pc:spChg>
        <pc:spChg chg="add mod">
          <ac:chgData name="mathspt" userId="0238e0ea-a655-48f2-bae3-2ff3e0b97742" providerId="ADAL" clId="{A39D618B-3493-4B83-8CDB-AACD08208EDE}" dt="2025-07-31T09:16:04.521" v="7900" actId="164"/>
          <ac:spMkLst>
            <pc:docMk/>
            <pc:sldMk cId="649242137" sldId="266"/>
            <ac:spMk id="211" creationId="{ADF30BF6-F71B-B00E-F3AE-23ADE0665D23}"/>
          </ac:spMkLst>
        </pc:spChg>
        <pc:spChg chg="add mod">
          <ac:chgData name="mathspt" userId="0238e0ea-a655-48f2-bae3-2ff3e0b97742" providerId="ADAL" clId="{A39D618B-3493-4B83-8CDB-AACD08208EDE}" dt="2025-07-31T09:16:04.521" v="7900" actId="164"/>
          <ac:spMkLst>
            <pc:docMk/>
            <pc:sldMk cId="649242137" sldId="266"/>
            <ac:spMk id="212" creationId="{A8CFDD2C-8F22-F7B2-A17D-F56B9BA24B94}"/>
          </ac:spMkLst>
        </pc:spChg>
        <pc:spChg chg="mod topLvl">
          <ac:chgData name="mathspt" userId="0238e0ea-a655-48f2-bae3-2ff3e0b97742" providerId="ADAL" clId="{A39D618B-3493-4B83-8CDB-AACD08208EDE}" dt="2025-07-31T09:23:59.622" v="8388" actId="164"/>
          <ac:spMkLst>
            <pc:docMk/>
            <pc:sldMk cId="649242137" sldId="266"/>
            <ac:spMk id="217" creationId="{2680130A-DCA8-BAC1-303A-827DB614DD0C}"/>
          </ac:spMkLst>
        </pc:spChg>
        <pc:spChg chg="mod">
          <ac:chgData name="mathspt" userId="0238e0ea-a655-48f2-bae3-2ff3e0b97742" providerId="ADAL" clId="{A39D618B-3493-4B83-8CDB-AACD08208EDE}" dt="2025-07-31T09:20:12.123" v="7985" actId="1038"/>
          <ac:spMkLst>
            <pc:docMk/>
            <pc:sldMk cId="649242137" sldId="266"/>
            <ac:spMk id="219" creationId="{724E67F5-0EAE-2137-D15A-8AF2157A80DF}"/>
          </ac:spMkLst>
        </pc:spChg>
        <pc:spChg chg="mod">
          <ac:chgData name="mathspt" userId="0238e0ea-a655-48f2-bae3-2ff3e0b97742" providerId="ADAL" clId="{A39D618B-3493-4B83-8CDB-AACD08208EDE}" dt="2025-07-31T09:17:34.342" v="7903"/>
          <ac:spMkLst>
            <pc:docMk/>
            <pc:sldMk cId="649242137" sldId="266"/>
            <ac:spMk id="221" creationId="{CF1B3FBA-BE7E-56F2-BC2B-061140D9F5B2}"/>
          </ac:spMkLst>
        </pc:spChg>
        <pc:spChg chg="add del mod">
          <ac:chgData name="mathspt" userId="0238e0ea-a655-48f2-bae3-2ff3e0b97742" providerId="ADAL" clId="{A39D618B-3493-4B83-8CDB-AACD08208EDE}" dt="2025-07-31T09:20:25.928" v="8027" actId="14100"/>
          <ac:spMkLst>
            <pc:docMk/>
            <pc:sldMk cId="649242137" sldId="266"/>
            <ac:spMk id="222" creationId="{4D2B0923-FDEF-4578-205B-A7F71B50D439}"/>
          </ac:spMkLst>
        </pc:spChg>
        <pc:spChg chg="mod">
          <ac:chgData name="mathspt" userId="0238e0ea-a655-48f2-bae3-2ff3e0b97742" providerId="ADAL" clId="{A39D618B-3493-4B83-8CDB-AACD08208EDE}" dt="2025-07-31T09:18:02.733" v="7909" actId="165"/>
          <ac:spMkLst>
            <pc:docMk/>
            <pc:sldMk cId="649242137" sldId="266"/>
            <ac:spMk id="223" creationId="{2709C07D-86E7-EC36-FCA7-93525D36930A}"/>
          </ac:spMkLst>
        </pc:spChg>
        <pc:spChg chg="mod">
          <ac:chgData name="mathspt" userId="0238e0ea-a655-48f2-bae3-2ff3e0b97742" providerId="ADAL" clId="{A39D618B-3493-4B83-8CDB-AACD08208EDE}" dt="2025-07-31T09:18:02.733" v="7909" actId="165"/>
          <ac:spMkLst>
            <pc:docMk/>
            <pc:sldMk cId="649242137" sldId="266"/>
            <ac:spMk id="225" creationId="{D4D1F7DA-1C7B-07F0-A110-8807FF676D6A}"/>
          </ac:spMkLst>
        </pc:spChg>
        <pc:spChg chg="mod">
          <ac:chgData name="mathspt" userId="0238e0ea-a655-48f2-bae3-2ff3e0b97742" providerId="ADAL" clId="{A39D618B-3493-4B83-8CDB-AACD08208EDE}" dt="2025-07-31T09:17:34.342" v="7903"/>
          <ac:spMkLst>
            <pc:docMk/>
            <pc:sldMk cId="649242137" sldId="266"/>
            <ac:spMk id="227" creationId="{207A4CD0-2FF7-5BD6-DDAA-0219A456CF35}"/>
          </ac:spMkLst>
        </pc:spChg>
        <pc:spChg chg="mod">
          <ac:chgData name="mathspt" userId="0238e0ea-a655-48f2-bae3-2ff3e0b97742" providerId="ADAL" clId="{A39D618B-3493-4B83-8CDB-AACD08208EDE}" dt="2025-07-31T09:23:39.742" v="8334" actId="20577"/>
          <ac:spMkLst>
            <pc:docMk/>
            <pc:sldMk cId="649242137" sldId="266"/>
            <ac:spMk id="228" creationId="{6A70CD06-3B4A-4858-ED63-BFD0C1CE8F72}"/>
          </ac:spMkLst>
        </pc:spChg>
        <pc:spChg chg="mod">
          <ac:chgData name="mathspt" userId="0238e0ea-a655-48f2-bae3-2ff3e0b97742" providerId="ADAL" clId="{A39D618B-3493-4B83-8CDB-AACD08208EDE}" dt="2025-07-31T09:23:36.862" v="8332" actId="20577"/>
          <ac:spMkLst>
            <pc:docMk/>
            <pc:sldMk cId="649242137" sldId="266"/>
            <ac:spMk id="229" creationId="{81B2A520-1CEF-F51E-6FE7-AA86650DF125}"/>
          </ac:spMkLst>
        </pc:spChg>
        <pc:spChg chg="mod">
          <ac:chgData name="mathspt" userId="0238e0ea-a655-48f2-bae3-2ff3e0b97742" providerId="ADAL" clId="{A39D618B-3493-4B83-8CDB-AACD08208EDE}" dt="2025-07-31T09:17:34.342" v="7903"/>
          <ac:spMkLst>
            <pc:docMk/>
            <pc:sldMk cId="649242137" sldId="266"/>
            <ac:spMk id="230" creationId="{B0CCB13A-00FF-8785-70E9-7B1FD57C2168}"/>
          </ac:spMkLst>
        </pc:spChg>
        <pc:spChg chg="mod topLvl">
          <ac:chgData name="mathspt" userId="0238e0ea-a655-48f2-bae3-2ff3e0b97742" providerId="ADAL" clId="{A39D618B-3493-4B83-8CDB-AACD08208EDE}" dt="2025-07-31T09:23:23.939" v="8329" actId="164"/>
          <ac:spMkLst>
            <pc:docMk/>
            <pc:sldMk cId="649242137" sldId="266"/>
            <ac:spMk id="231" creationId="{B874AA34-720B-40FB-1C78-76828CBDBAED}"/>
          </ac:spMkLst>
        </pc:spChg>
        <pc:spChg chg="mod topLvl">
          <ac:chgData name="mathspt" userId="0238e0ea-a655-48f2-bae3-2ff3e0b97742" providerId="ADAL" clId="{A39D618B-3493-4B83-8CDB-AACD08208EDE}" dt="2025-07-31T09:23:23.939" v="8329" actId="164"/>
          <ac:spMkLst>
            <pc:docMk/>
            <pc:sldMk cId="649242137" sldId="266"/>
            <ac:spMk id="233" creationId="{79483005-CCDF-FD71-9052-DC3742C06A63}"/>
          </ac:spMkLst>
        </pc:spChg>
        <pc:spChg chg="mod topLvl">
          <ac:chgData name="mathspt" userId="0238e0ea-a655-48f2-bae3-2ff3e0b97742" providerId="ADAL" clId="{A39D618B-3493-4B83-8CDB-AACD08208EDE}" dt="2025-07-31T09:23:23.939" v="8329" actId="164"/>
          <ac:spMkLst>
            <pc:docMk/>
            <pc:sldMk cId="649242137" sldId="266"/>
            <ac:spMk id="234" creationId="{9AE4AF08-5575-A51F-1DE4-4CFDAC1FC813}"/>
          </ac:spMkLst>
        </pc:spChg>
        <pc:spChg chg="mod topLvl">
          <ac:chgData name="mathspt" userId="0238e0ea-a655-48f2-bae3-2ff3e0b97742" providerId="ADAL" clId="{A39D618B-3493-4B83-8CDB-AACD08208EDE}" dt="2025-07-31T09:23:23.939" v="8329" actId="164"/>
          <ac:spMkLst>
            <pc:docMk/>
            <pc:sldMk cId="649242137" sldId="266"/>
            <ac:spMk id="235" creationId="{E9276E69-E0CC-4D79-71E8-ECD60781C82F}"/>
          </ac:spMkLst>
        </pc:spChg>
        <pc:spChg chg="mod topLvl">
          <ac:chgData name="mathspt" userId="0238e0ea-a655-48f2-bae3-2ff3e0b97742" providerId="ADAL" clId="{A39D618B-3493-4B83-8CDB-AACD08208EDE}" dt="2025-07-31T09:23:59.622" v="8388" actId="164"/>
          <ac:spMkLst>
            <pc:docMk/>
            <pc:sldMk cId="649242137" sldId="266"/>
            <ac:spMk id="236" creationId="{0B830D5B-8933-51E0-D5CC-BA73827DAC61}"/>
          </ac:spMkLst>
        </pc:spChg>
        <pc:spChg chg="add mod">
          <ac:chgData name="mathspt" userId="0238e0ea-a655-48f2-bae3-2ff3e0b97742" providerId="ADAL" clId="{A39D618B-3493-4B83-8CDB-AACD08208EDE}" dt="2025-07-31T09:23:59.622" v="8388" actId="164"/>
          <ac:spMkLst>
            <pc:docMk/>
            <pc:sldMk cId="649242137" sldId="266"/>
            <ac:spMk id="237" creationId="{60BA447A-65E1-41F7-FEB4-59D99E9C0E24}"/>
          </ac:spMkLst>
        </pc:spChg>
        <pc:spChg chg="add mod topLvl">
          <ac:chgData name="mathspt" userId="0238e0ea-a655-48f2-bae3-2ff3e0b97742" providerId="ADAL" clId="{A39D618B-3493-4B83-8CDB-AACD08208EDE}" dt="2025-07-31T09:23:23.939" v="8329" actId="164"/>
          <ac:spMkLst>
            <pc:docMk/>
            <pc:sldMk cId="649242137" sldId="266"/>
            <ac:spMk id="238" creationId="{4FB88622-4692-609E-D74D-DB62B938DF38}"/>
          </ac:spMkLst>
        </pc:spChg>
        <pc:spChg chg="add mod topLvl">
          <ac:chgData name="mathspt" userId="0238e0ea-a655-48f2-bae3-2ff3e0b97742" providerId="ADAL" clId="{A39D618B-3493-4B83-8CDB-AACD08208EDE}" dt="2025-07-31T09:23:23.939" v="8329" actId="164"/>
          <ac:spMkLst>
            <pc:docMk/>
            <pc:sldMk cId="649242137" sldId="266"/>
            <ac:spMk id="240" creationId="{5AA51FBB-4C7E-0E32-579E-C4E648D89BFA}"/>
          </ac:spMkLst>
        </pc:spChg>
        <pc:spChg chg="add mod topLvl">
          <ac:chgData name="mathspt" userId="0238e0ea-a655-48f2-bae3-2ff3e0b97742" providerId="ADAL" clId="{A39D618B-3493-4B83-8CDB-AACD08208EDE}" dt="2025-07-31T09:23:23.939" v="8329" actId="164"/>
          <ac:spMkLst>
            <pc:docMk/>
            <pc:sldMk cId="649242137" sldId="266"/>
            <ac:spMk id="241" creationId="{A9AC970E-4FDA-3E55-F148-DC538C862B24}"/>
          </ac:spMkLst>
        </pc:spChg>
        <pc:spChg chg="add mod">
          <ac:chgData name="mathspt" userId="0238e0ea-a655-48f2-bae3-2ff3e0b97742" providerId="ADAL" clId="{A39D618B-3493-4B83-8CDB-AACD08208EDE}" dt="2025-07-31T09:24:07.223" v="8390" actId="164"/>
          <ac:spMkLst>
            <pc:docMk/>
            <pc:sldMk cId="649242137" sldId="266"/>
            <ac:spMk id="244" creationId="{8F5B3F2F-273F-A761-94ED-1CB0A4D25FA4}"/>
          </ac:spMkLst>
        </pc:spChg>
        <pc:spChg chg="add mod">
          <ac:chgData name="mathspt" userId="0238e0ea-a655-48f2-bae3-2ff3e0b97742" providerId="ADAL" clId="{A39D618B-3493-4B83-8CDB-AACD08208EDE}" dt="2025-07-31T09:28:37.385" v="8546" actId="14100"/>
          <ac:spMkLst>
            <pc:docMk/>
            <pc:sldMk cId="649242137" sldId="266"/>
            <ac:spMk id="247" creationId="{BAA9713C-9CC2-51BC-CB99-4F2A3EC863D7}"/>
          </ac:spMkLst>
        </pc:spChg>
        <pc:grpChg chg="add mod">
          <ac:chgData name="mathspt" userId="0238e0ea-a655-48f2-bae3-2ff3e0b97742" providerId="ADAL" clId="{A39D618B-3493-4B83-8CDB-AACD08208EDE}" dt="2025-07-31T08:55:45.313" v="6270" actId="164"/>
          <ac:grpSpMkLst>
            <pc:docMk/>
            <pc:sldMk cId="649242137" sldId="266"/>
            <ac:grpSpMk id="5" creationId="{7774F365-ED14-EF30-66D8-C4206C3C9E69}"/>
          </ac:grpSpMkLst>
        </pc:grpChg>
        <pc:grpChg chg="add mod">
          <ac:chgData name="mathspt" userId="0238e0ea-a655-48f2-bae3-2ff3e0b97742" providerId="ADAL" clId="{A39D618B-3493-4B83-8CDB-AACD08208EDE}" dt="2025-07-31T08:55:45.313" v="6270" actId="164"/>
          <ac:grpSpMkLst>
            <pc:docMk/>
            <pc:sldMk cId="649242137" sldId="266"/>
            <ac:grpSpMk id="16" creationId="{AB74B2DA-5C34-5384-4863-68F8B3AFC906}"/>
          </ac:grpSpMkLst>
        </pc:grpChg>
        <pc:grpChg chg="mod">
          <ac:chgData name="mathspt" userId="0238e0ea-a655-48f2-bae3-2ff3e0b97742" providerId="ADAL" clId="{A39D618B-3493-4B83-8CDB-AACD08208EDE}" dt="2025-07-31T08:55:30.802" v="6268" actId="164"/>
          <ac:grpSpMkLst>
            <pc:docMk/>
            <pc:sldMk cId="649242137" sldId="266"/>
            <ac:grpSpMk id="25" creationId="{AAC4F7BB-8B1B-667C-D01C-464381F71366}"/>
          </ac:grpSpMkLst>
        </pc:grpChg>
        <pc:grpChg chg="add mod">
          <ac:chgData name="mathspt" userId="0238e0ea-a655-48f2-bae3-2ff3e0b97742" providerId="ADAL" clId="{A39D618B-3493-4B83-8CDB-AACD08208EDE}" dt="2025-07-31T08:59:15.149" v="6433" actId="164"/>
          <ac:grpSpMkLst>
            <pc:docMk/>
            <pc:sldMk cId="649242137" sldId="266"/>
            <ac:grpSpMk id="59" creationId="{FF915A50-17C4-FEED-EBDF-1A15DDB0D275}"/>
          </ac:grpSpMkLst>
        </pc:grpChg>
        <pc:grpChg chg="add mod">
          <ac:chgData name="mathspt" userId="0238e0ea-a655-48f2-bae3-2ff3e0b97742" providerId="ADAL" clId="{A39D618B-3493-4B83-8CDB-AACD08208EDE}" dt="2025-07-31T08:55:48.240" v="6271" actId="1076"/>
          <ac:grpSpMkLst>
            <pc:docMk/>
            <pc:sldMk cId="649242137" sldId="266"/>
            <ac:grpSpMk id="60" creationId="{7BFFF387-B333-BF05-B3B1-F702D6C4B89D}"/>
          </ac:grpSpMkLst>
        </pc:grpChg>
        <pc:grpChg chg="mod">
          <ac:chgData name="mathspt" userId="0238e0ea-a655-48f2-bae3-2ff3e0b97742" providerId="ADAL" clId="{A39D618B-3493-4B83-8CDB-AACD08208EDE}" dt="2025-07-31T08:59:15.149" v="6433" actId="164"/>
          <ac:grpSpMkLst>
            <pc:docMk/>
            <pc:sldMk cId="649242137" sldId="266"/>
            <ac:grpSpMk id="94" creationId="{FF9F4DA4-C34A-4BD3-DC37-9AB34152D6CC}"/>
          </ac:grpSpMkLst>
        </pc:grpChg>
        <pc:grpChg chg="add mod">
          <ac:chgData name="mathspt" userId="0238e0ea-a655-48f2-bae3-2ff3e0b97742" providerId="ADAL" clId="{A39D618B-3493-4B83-8CDB-AACD08208EDE}" dt="2025-07-31T09:07:06.352" v="7091" actId="1076"/>
          <ac:grpSpMkLst>
            <pc:docMk/>
            <pc:sldMk cId="649242137" sldId="266"/>
            <ac:grpSpMk id="110" creationId="{79A8BC6B-852D-9B49-0FA7-4F6FFD3DC882}"/>
          </ac:grpSpMkLst>
        </pc:grpChg>
        <pc:grpChg chg="add mod">
          <ac:chgData name="mathspt" userId="0238e0ea-a655-48f2-bae3-2ff3e0b97742" providerId="ADAL" clId="{A39D618B-3493-4B83-8CDB-AACD08208EDE}" dt="2025-07-31T09:00:58.080" v="6474" actId="1076"/>
          <ac:grpSpMkLst>
            <pc:docMk/>
            <pc:sldMk cId="649242137" sldId="266"/>
            <ac:grpSpMk id="113" creationId="{9565B7B9-A3D4-C9D2-4CA6-CFC93191934F}"/>
          </ac:grpSpMkLst>
        </pc:grpChg>
        <pc:grpChg chg="mod">
          <ac:chgData name="mathspt" userId="0238e0ea-a655-48f2-bae3-2ff3e0b97742" providerId="ADAL" clId="{A39D618B-3493-4B83-8CDB-AACD08208EDE}" dt="2025-07-31T09:25:10.782" v="8392" actId="1076"/>
          <ac:grpSpMkLst>
            <pc:docMk/>
            <pc:sldMk cId="649242137" sldId="266"/>
            <ac:grpSpMk id="114" creationId="{003E5543-1AA0-2C95-77D0-F459DF435FB7}"/>
          </ac:grpSpMkLst>
        </pc:grpChg>
        <pc:grpChg chg="mod">
          <ac:chgData name="mathspt" userId="0238e0ea-a655-48f2-bae3-2ff3e0b97742" providerId="ADAL" clId="{A39D618B-3493-4B83-8CDB-AACD08208EDE}" dt="2025-07-31T09:10:37.083" v="7406" actId="164"/>
          <ac:grpSpMkLst>
            <pc:docMk/>
            <pc:sldMk cId="649242137" sldId="266"/>
            <ac:grpSpMk id="150" creationId="{936F8631-F4FD-C63A-8309-2E81BEC78240}"/>
          </ac:grpSpMkLst>
        </pc:grpChg>
        <pc:grpChg chg="mod">
          <ac:chgData name="mathspt" userId="0238e0ea-a655-48f2-bae3-2ff3e0b97742" providerId="ADAL" clId="{A39D618B-3493-4B83-8CDB-AACD08208EDE}" dt="2025-07-31T09:13:27.104" v="7447" actId="1037"/>
          <ac:grpSpMkLst>
            <pc:docMk/>
            <pc:sldMk cId="649242137" sldId="266"/>
            <ac:grpSpMk id="186" creationId="{151ECAB1-CEE1-ECA0-2E38-73B9EA67F163}"/>
          </ac:grpSpMkLst>
        </pc:grpChg>
        <pc:grpChg chg="add mod">
          <ac:chgData name="mathspt" userId="0238e0ea-a655-48f2-bae3-2ff3e0b97742" providerId="ADAL" clId="{A39D618B-3493-4B83-8CDB-AACD08208EDE}" dt="2025-07-31T09:25:14.863" v="8393" actId="1076"/>
          <ac:grpSpMkLst>
            <pc:docMk/>
            <pc:sldMk cId="649242137" sldId="266"/>
            <ac:grpSpMk id="200" creationId="{1BED75EC-472F-E1E8-E076-FE9E84FC825B}"/>
          </ac:grpSpMkLst>
        </pc:grpChg>
        <pc:grpChg chg="mod">
          <ac:chgData name="mathspt" userId="0238e0ea-a655-48f2-bae3-2ff3e0b97742" providerId="ADAL" clId="{A39D618B-3493-4B83-8CDB-AACD08208EDE}" dt="2025-07-31T09:25:19.520" v="8394" actId="1076"/>
          <ac:grpSpMkLst>
            <pc:docMk/>
            <pc:sldMk cId="649242137" sldId="266"/>
            <ac:grpSpMk id="213" creationId="{612D6905-9E26-C43C-4D9C-7CCE6178F679}"/>
          </ac:grpSpMkLst>
        </pc:grpChg>
        <pc:grpChg chg="mod">
          <ac:chgData name="mathspt" userId="0238e0ea-a655-48f2-bae3-2ff3e0b97742" providerId="ADAL" clId="{A39D618B-3493-4B83-8CDB-AACD08208EDE}" dt="2025-07-31T09:23:59.622" v="8388" actId="164"/>
          <ac:grpSpMkLst>
            <pc:docMk/>
            <pc:sldMk cId="649242137" sldId="266"/>
            <ac:grpSpMk id="216" creationId="{A994C755-02BA-4B37-B3B4-330EF77A23C7}"/>
          </ac:grpSpMkLst>
        </pc:grpChg>
        <pc:grpChg chg="mod">
          <ac:chgData name="mathspt" userId="0238e0ea-a655-48f2-bae3-2ff3e0b97742" providerId="ADAL" clId="{A39D618B-3493-4B83-8CDB-AACD08208EDE}" dt="2025-07-31T09:23:59.622" v="8388" actId="164"/>
          <ac:grpSpMkLst>
            <pc:docMk/>
            <pc:sldMk cId="649242137" sldId="266"/>
            <ac:grpSpMk id="218" creationId="{4A6FB7D5-230C-7C2D-5C37-37E593881458}"/>
          </ac:grpSpMkLst>
        </pc:grpChg>
        <pc:grpChg chg="add mod">
          <ac:chgData name="mathspt" userId="0238e0ea-a655-48f2-bae3-2ff3e0b97742" providerId="ADAL" clId="{A39D618B-3493-4B83-8CDB-AACD08208EDE}" dt="2025-07-31T09:23:59.622" v="8388" actId="164"/>
          <ac:grpSpMkLst>
            <pc:docMk/>
            <pc:sldMk cId="649242137" sldId="266"/>
            <ac:grpSpMk id="243" creationId="{4C54E41E-E8D1-F8A6-0366-54D53CDFABE5}"/>
          </ac:grpSpMkLst>
        </pc:grpChg>
        <pc:grpChg chg="add mod">
          <ac:chgData name="mathspt" userId="0238e0ea-a655-48f2-bae3-2ff3e0b97742" providerId="ADAL" clId="{A39D618B-3493-4B83-8CDB-AACD08208EDE}" dt="2025-07-31T09:24:07.223" v="8390" actId="164"/>
          <ac:grpSpMkLst>
            <pc:docMk/>
            <pc:sldMk cId="649242137" sldId="266"/>
            <ac:grpSpMk id="245" creationId="{3BED6400-683A-6B27-F73C-F60EE5495521}"/>
          </ac:grpSpMkLst>
        </pc:grpChg>
        <pc:grpChg chg="add mod">
          <ac:chgData name="mathspt" userId="0238e0ea-a655-48f2-bae3-2ff3e0b97742" providerId="ADAL" clId="{A39D618B-3493-4B83-8CDB-AACD08208EDE}" dt="2025-07-31T09:25:28.521" v="8395" actId="1076"/>
          <ac:grpSpMkLst>
            <pc:docMk/>
            <pc:sldMk cId="649242137" sldId="266"/>
            <ac:grpSpMk id="246" creationId="{F04A2299-7280-D3BA-D987-FA8132C23AB5}"/>
          </ac:grpSpMkLst>
        </pc:grpChg>
        <pc:picChg chg="add mod">
          <ac:chgData name="mathspt" userId="0238e0ea-a655-48f2-bae3-2ff3e0b97742" providerId="ADAL" clId="{A39D618B-3493-4B83-8CDB-AACD08208EDE}" dt="2025-07-31T08:42:08.135" v="5515" actId="34135"/>
          <ac:picMkLst>
            <pc:docMk/>
            <pc:sldMk cId="649242137" sldId="266"/>
            <ac:picMk id="3" creationId="{D7E662CA-3A46-8D56-079E-9B8B92821440}"/>
          </ac:picMkLst>
        </pc:picChg>
      </pc:sldChg>
    </pc:docChg>
  </pc:docChgLst>
  <pc:docChgLst>
    <pc:chgData name="Sura Tai" userId="ef8856a5-b61e-4383-8249-3050fef28744" providerId="ADAL" clId="{ABD95C27-825A-4DB5-B61B-FB55B019B88D}"/>
    <pc:docChg chg="custSel modSld">
      <pc:chgData name="Sura Tai" userId="ef8856a5-b61e-4383-8249-3050fef28744" providerId="ADAL" clId="{ABD95C27-825A-4DB5-B61B-FB55B019B88D}" dt="2025-08-07T07:10:07.488" v="19" actId="2711"/>
      <pc:docMkLst>
        <pc:docMk/>
      </pc:docMkLst>
      <pc:sldChg chg="addSp delSp modSp mod">
        <pc:chgData name="Sura Tai" userId="ef8856a5-b61e-4383-8249-3050fef28744" providerId="ADAL" clId="{ABD95C27-825A-4DB5-B61B-FB55B019B88D}" dt="2025-08-07T07:09:12.635" v="16" actId="14100"/>
        <pc:sldMkLst>
          <pc:docMk/>
          <pc:sldMk cId="4125551762" sldId="258"/>
        </pc:sldMkLst>
        <pc:spChg chg="mod">
          <ac:chgData name="Sura Tai" userId="ef8856a5-b61e-4383-8249-3050fef28744" providerId="ADAL" clId="{ABD95C27-825A-4DB5-B61B-FB55B019B88D}" dt="2025-08-07T07:08:48.695" v="10"/>
          <ac:spMkLst>
            <pc:docMk/>
            <pc:sldMk cId="4125551762" sldId="258"/>
            <ac:spMk id="15" creationId="{B3759625-1176-1A3A-EA0B-6B6B0DECB1F1}"/>
          </ac:spMkLst>
        </pc:spChg>
        <pc:spChg chg="mod">
          <ac:chgData name="Sura Tai" userId="ef8856a5-b61e-4383-8249-3050fef28744" providerId="ADAL" clId="{ABD95C27-825A-4DB5-B61B-FB55B019B88D}" dt="2025-08-07T07:08:48.695" v="10"/>
          <ac:spMkLst>
            <pc:docMk/>
            <pc:sldMk cId="4125551762" sldId="258"/>
            <ac:spMk id="17" creationId="{54042B04-2810-16F8-9BF0-CCCC694A3456}"/>
          </ac:spMkLst>
        </pc:spChg>
        <pc:spChg chg="mod">
          <ac:chgData name="Sura Tai" userId="ef8856a5-b61e-4383-8249-3050fef28744" providerId="ADAL" clId="{ABD95C27-825A-4DB5-B61B-FB55B019B88D}" dt="2025-08-07T07:09:12.635" v="16" actId="14100"/>
          <ac:spMkLst>
            <pc:docMk/>
            <pc:sldMk cId="4125551762" sldId="258"/>
            <ac:spMk id="18" creationId="{DE6946D8-0015-A551-C9BE-6E698DED91F9}"/>
          </ac:spMkLst>
        </pc:spChg>
        <pc:spChg chg="mod">
          <ac:chgData name="Sura Tai" userId="ef8856a5-b61e-4383-8249-3050fef28744" providerId="ADAL" clId="{ABD95C27-825A-4DB5-B61B-FB55B019B88D}" dt="2025-08-07T07:08:48.695" v="10"/>
          <ac:spMkLst>
            <pc:docMk/>
            <pc:sldMk cId="4125551762" sldId="258"/>
            <ac:spMk id="19" creationId="{EDFFD2E2-8B99-2A34-8B9B-044EE1B721E1}"/>
          </ac:spMkLst>
        </pc:spChg>
        <pc:spChg chg="mod">
          <ac:chgData name="Sura Tai" userId="ef8856a5-b61e-4383-8249-3050fef28744" providerId="ADAL" clId="{ABD95C27-825A-4DB5-B61B-FB55B019B88D}" dt="2025-08-07T07:08:48.695" v="10"/>
          <ac:spMkLst>
            <pc:docMk/>
            <pc:sldMk cId="4125551762" sldId="258"/>
            <ac:spMk id="23" creationId="{FD7A8394-A7CA-6A3D-9B89-07E8C4ACD486}"/>
          </ac:spMkLst>
        </pc:spChg>
        <pc:spChg chg="mod">
          <ac:chgData name="Sura Tai" userId="ef8856a5-b61e-4383-8249-3050fef28744" providerId="ADAL" clId="{ABD95C27-825A-4DB5-B61B-FB55B019B88D}" dt="2025-08-07T07:08:48.695" v="10"/>
          <ac:spMkLst>
            <pc:docMk/>
            <pc:sldMk cId="4125551762" sldId="258"/>
            <ac:spMk id="24" creationId="{0A82E66B-5CF4-F179-C041-7C651DBA6984}"/>
          </ac:spMkLst>
        </pc:spChg>
        <pc:spChg chg="add mod">
          <ac:chgData name="Sura Tai" userId="ef8856a5-b61e-4383-8249-3050fef28744" providerId="ADAL" clId="{ABD95C27-825A-4DB5-B61B-FB55B019B88D}" dt="2025-08-07T07:09:09.191" v="14" actId="1076"/>
          <ac:spMkLst>
            <pc:docMk/>
            <pc:sldMk cId="4125551762" sldId="258"/>
            <ac:spMk id="25" creationId="{2EE00782-4331-FD7E-653A-0A28A0D10DB4}"/>
          </ac:spMkLst>
        </pc:spChg>
        <pc:spChg chg="mod">
          <ac:chgData name="Sura Tai" userId="ef8856a5-b61e-4383-8249-3050fef28744" providerId="ADAL" clId="{ABD95C27-825A-4DB5-B61B-FB55B019B88D}" dt="2025-08-07T07:08:48.695" v="10"/>
          <ac:spMkLst>
            <pc:docMk/>
            <pc:sldMk cId="4125551762" sldId="258"/>
            <ac:spMk id="27" creationId="{C40F2FD4-F84F-E55B-0E70-6B445382010B}"/>
          </ac:spMkLst>
        </pc:spChg>
        <pc:spChg chg="mod">
          <ac:chgData name="Sura Tai" userId="ef8856a5-b61e-4383-8249-3050fef28744" providerId="ADAL" clId="{ABD95C27-825A-4DB5-B61B-FB55B019B88D}" dt="2025-08-07T07:08:48.695" v="10"/>
          <ac:spMkLst>
            <pc:docMk/>
            <pc:sldMk cId="4125551762" sldId="258"/>
            <ac:spMk id="28" creationId="{0CDF08A7-A4FF-0CB2-3726-5EB005AA7DA0}"/>
          </ac:spMkLst>
        </pc:spChg>
        <pc:spChg chg="mod">
          <ac:chgData name="Sura Tai" userId="ef8856a5-b61e-4383-8249-3050fef28744" providerId="ADAL" clId="{ABD95C27-825A-4DB5-B61B-FB55B019B88D}" dt="2025-08-07T07:08:48.695" v="10"/>
          <ac:spMkLst>
            <pc:docMk/>
            <pc:sldMk cId="4125551762" sldId="258"/>
            <ac:spMk id="29" creationId="{2C922A74-A3D6-009F-79AE-E4E3CDCD990B}"/>
          </ac:spMkLst>
        </pc:spChg>
        <pc:spChg chg="mod">
          <ac:chgData name="Sura Tai" userId="ef8856a5-b61e-4383-8249-3050fef28744" providerId="ADAL" clId="{ABD95C27-825A-4DB5-B61B-FB55B019B88D}" dt="2025-08-07T07:08:48.695" v="10"/>
          <ac:spMkLst>
            <pc:docMk/>
            <pc:sldMk cId="4125551762" sldId="258"/>
            <ac:spMk id="30" creationId="{C94560ED-6B50-AD43-03AC-6018D31EF3CF}"/>
          </ac:spMkLst>
        </pc:spChg>
      </pc:sldChg>
      <pc:sldChg chg="modSp mod">
        <pc:chgData name="Sura Tai" userId="ef8856a5-b61e-4383-8249-3050fef28744" providerId="ADAL" clId="{ABD95C27-825A-4DB5-B61B-FB55B019B88D}" dt="2025-08-07T07:09:41.663" v="17" actId="1076"/>
        <pc:sldMkLst>
          <pc:docMk/>
          <pc:sldMk cId="2587831794" sldId="264"/>
        </pc:sldMkLst>
        <pc:grpChg chg="mod">
          <ac:chgData name="Sura Tai" userId="ef8856a5-b61e-4383-8249-3050fef28744" providerId="ADAL" clId="{ABD95C27-825A-4DB5-B61B-FB55B019B88D}" dt="2025-08-07T07:09:41.663" v="17" actId="1076"/>
          <ac:grpSpMkLst>
            <pc:docMk/>
            <pc:sldMk cId="2587831794" sldId="264"/>
            <ac:grpSpMk id="96" creationId="{4D3C9BCF-58F4-2C41-BFBF-DB371AC15D1E}"/>
          </ac:grpSpMkLst>
        </pc:grpChg>
      </pc:sldChg>
      <pc:sldChg chg="modSp mod">
        <pc:chgData name="Sura Tai" userId="ef8856a5-b61e-4383-8249-3050fef28744" providerId="ADAL" clId="{ABD95C27-825A-4DB5-B61B-FB55B019B88D}" dt="2025-08-07T07:10:07.488" v="19" actId="2711"/>
        <pc:sldMkLst>
          <pc:docMk/>
          <pc:sldMk cId="649242137" sldId="266"/>
        </pc:sldMkLst>
        <pc:spChg chg="mod">
          <ac:chgData name="Sura Tai" userId="ef8856a5-b61e-4383-8249-3050fef28744" providerId="ADAL" clId="{ABD95C27-825A-4DB5-B61B-FB55B019B88D}" dt="2025-08-07T07:09:55.429" v="18" actId="2711"/>
          <ac:spMkLst>
            <pc:docMk/>
            <pc:sldMk cId="649242137" sldId="266"/>
            <ac:spMk id="11" creationId="{D9933CB8-B076-B105-D337-AF9253BCA5C6}"/>
          </ac:spMkLst>
        </pc:spChg>
        <pc:spChg chg="mod">
          <ac:chgData name="Sura Tai" userId="ef8856a5-b61e-4383-8249-3050fef28744" providerId="ADAL" clId="{ABD95C27-825A-4DB5-B61B-FB55B019B88D}" dt="2025-08-07T07:10:07.488" v="19" actId="2711"/>
          <ac:spMkLst>
            <pc:docMk/>
            <pc:sldMk cId="649242137" sldId="266"/>
            <ac:spMk id="112" creationId="{C295562F-9836-BFBE-6AC8-2A278C5FC903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07T09:42:47.407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0,'6923'0,"-6836"0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1T10:36:48.753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0,'6543'0,"-6461"0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07T09:50:52.549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0,'6543'0,"-6461"0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1T10:37:02.340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0,'9371'0,"-9254"0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1T10:37:12.358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0,'7666'0,"-7569"0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1T07:51:53.506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0,'6543'0,"-6461"0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31T07:47:17.214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0,'6543'0,"-6461"0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35B2F8-3351-D0E6-07BF-3C295AC980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53481D4-EE00-C35A-881D-7786642287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DD3F87F-34EF-8D58-AA50-C47C55CDE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5809A-91C5-475B-8648-8AAEF40D2CF7}" type="datetimeFigureOut">
              <a:rPr lang="zh-HK" altLang="en-US" smtClean="0"/>
              <a:t>22/8/2025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DB55CCD-F72E-82DA-BABD-E7ADB5778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3E7D3A7-5E98-13E5-BEB3-98EB42414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55996-C3BC-417A-82E2-BBB1F77ACF31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568606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4B8011-F020-1952-AFA6-2259A831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44A3AB2-E488-209C-3142-E4D3F3F5EB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3DD36CE-FBA5-BFC4-76AE-67E3AA2DE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5809A-91C5-475B-8648-8AAEF40D2CF7}" type="datetimeFigureOut">
              <a:rPr lang="zh-HK" altLang="en-US" smtClean="0"/>
              <a:t>22/8/2025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E9E1F19-79F6-23B7-1BD3-FED7178AA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78A37BB-81D7-0385-3A52-8A5B5F8A3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55996-C3BC-417A-82E2-BBB1F77ACF31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801963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98E148-5CB2-D0EA-23E1-54BFE6138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D2E8BD5-D8E7-058F-BB00-5888B17B37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8ACAFA7-F42C-9797-4B13-A30A6A321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5809A-91C5-475B-8648-8AAEF40D2CF7}" type="datetimeFigureOut">
              <a:rPr lang="zh-HK" altLang="en-US" smtClean="0"/>
              <a:t>22/8/2025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55486D1-1C97-A52E-BCA5-A6320E564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DF855FF-C7BC-E4A9-B69F-459956998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55996-C3BC-417A-82E2-BBB1F77ACF31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825207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9E118C-F85F-8842-F3B3-5CC83D217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43FE5F1-E5F2-630F-9DD1-A89019F524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05C63BE-2164-CDC4-D966-82C999D656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E6D2BF4-AEAB-B048-9288-DFBF67C0D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5809A-91C5-475B-8648-8AAEF40D2CF7}" type="datetimeFigureOut">
              <a:rPr lang="zh-HK" altLang="en-US" smtClean="0"/>
              <a:t>22/8/2025</a:t>
            </a:fld>
            <a:endParaRPr lang="zh-HK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4DA4239-A497-8932-DF7A-5E9ADEDD8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AB6313B-E1DC-2A2F-A548-1DF97D21B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55996-C3BC-417A-82E2-BBB1F77ACF31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615945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1A8217-DC5C-A9FD-7732-CBB6799C9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E847E9F-73F3-D5E0-00AB-324925A917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A2E4F0B-C89B-9BE8-F99C-557D90BB3C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90B0521-184A-A76C-2A69-CD320005BA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CB92FD7-2949-8110-9E0E-A9B5FF61BF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9082358-7E33-0527-63DE-137AC1094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5809A-91C5-475B-8648-8AAEF40D2CF7}" type="datetimeFigureOut">
              <a:rPr lang="zh-HK" altLang="en-US" smtClean="0"/>
              <a:t>22/8/2025</a:t>
            </a:fld>
            <a:endParaRPr lang="zh-HK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328FF6FB-E794-9BAD-3C30-7001F0025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A200DBFF-9EC9-7824-4A26-98A6A8E90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55996-C3BC-417A-82E2-BBB1F77ACF31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792366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F53402-F99A-4104-D00D-29887CC41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7FBE873-A4ED-2C99-E379-0DC5C67B0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5809A-91C5-475B-8648-8AAEF40D2CF7}" type="datetimeFigureOut">
              <a:rPr lang="zh-HK" altLang="en-US" smtClean="0"/>
              <a:t>22/8/2025</a:t>
            </a:fld>
            <a:endParaRPr lang="zh-HK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13788FD-B9EE-8D73-0A52-26C7922A2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85C09E0-B0BB-A539-6444-2B687B0E6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55996-C3BC-417A-82E2-BBB1F77ACF31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634973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0B3C1F1-84E4-C209-BC6E-C80D73970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5809A-91C5-475B-8648-8AAEF40D2CF7}" type="datetimeFigureOut">
              <a:rPr lang="zh-HK" altLang="en-US" smtClean="0"/>
              <a:t>22/8/2025</a:t>
            </a:fld>
            <a:endParaRPr lang="zh-HK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EFB97F82-8C79-5AB7-B0BE-3CB0F2A33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77E44CD-627F-DAF6-A9E2-C39E1911D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55996-C3BC-417A-82E2-BBB1F77ACF31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806543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26A9C57-4E64-FAE6-290F-44007C4A6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53A58B9-566C-1994-D320-CBA4B4678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9488D4C-434F-5FB5-69B8-273860CDEC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A8628B8-5197-CDBF-1E82-3F7831C98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5809A-91C5-475B-8648-8AAEF40D2CF7}" type="datetimeFigureOut">
              <a:rPr lang="zh-HK" altLang="en-US" smtClean="0"/>
              <a:t>22/8/2025</a:t>
            </a:fld>
            <a:endParaRPr lang="zh-HK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52AA211-CE03-1754-515D-45F33BF16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6E187DB-CB84-934C-6696-91449D792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55996-C3BC-417A-82E2-BBB1F77ACF31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593546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EFFD11-18DF-B80C-7CFB-1AF51535C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550EA10C-2C29-32FE-1A6F-1511B86E30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HK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C5D49ED-535F-A404-B512-6E32AAAF00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B164914-D2FF-9912-FDB2-28C634344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5809A-91C5-475B-8648-8AAEF40D2CF7}" type="datetimeFigureOut">
              <a:rPr lang="zh-HK" altLang="en-US" smtClean="0"/>
              <a:t>22/8/2025</a:t>
            </a:fld>
            <a:endParaRPr lang="zh-HK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4B6B464-1135-2B31-0252-4553216D3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BCE3111-4BE1-F99D-48B1-EC281FBCE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55996-C3BC-417A-82E2-BBB1F77ACF31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908926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EA18FC-7B11-FD9B-C93C-359155761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9980A0C-2A22-0EE3-C838-8B1BCCF06E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8F70C39-2F4E-6A9A-182A-F2E44C9EB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5809A-91C5-475B-8648-8AAEF40D2CF7}" type="datetimeFigureOut">
              <a:rPr lang="zh-HK" altLang="en-US" smtClean="0"/>
              <a:t>22/8/2025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508E7CD-6429-3F58-1D15-0E5A7AF6B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6186FFD-A5F3-CE00-0A94-25DA018E6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55996-C3BC-417A-82E2-BBB1F77ACF31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847295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2569947D-E6DF-8074-E6AB-C640B906B4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068F8B8-F46F-EF3B-7EF4-D1DB0678ED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8175739-1EBF-7DD3-424C-96BCE54B6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5809A-91C5-475B-8648-8AAEF40D2CF7}" type="datetimeFigureOut">
              <a:rPr lang="zh-HK" altLang="en-US" smtClean="0"/>
              <a:t>22/8/2025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52AF4D2-0F76-92CB-8E8C-E9DB793E4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963EF90-6CCA-08CB-042A-450F5FEB2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55996-C3BC-417A-82E2-BBB1F77ACF31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047256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C234C324-6EC1-AFDF-F75F-313CC7E31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B3D1330-9E6C-6622-2825-8E3588E4F4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E775FB8-30B8-DC22-8DE9-C97571EF34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65809A-91C5-475B-8648-8AAEF40D2CF7}" type="datetimeFigureOut">
              <a:rPr lang="zh-HK" altLang="en-US" smtClean="0"/>
              <a:t>22/8/2025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66449CD-5374-37B3-2AA3-BDD364D3F4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4BB0396-8C7B-7F7A-0A3C-65B663A786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655996-C3BC-417A-82E2-BBB1F77ACF31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513530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customXml" Target="../ink/ink1.xml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customXml" Target="../ink/ink2.xml"/><Relationship Id="rId3" Type="http://schemas.openxmlformats.org/officeDocument/2006/relationships/image" Target="../media/image270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18" Type="http://schemas.openxmlformats.org/officeDocument/2006/relationships/image" Target="../media/image53.png"/><Relationship Id="rId21" Type="http://schemas.openxmlformats.org/officeDocument/2006/relationships/image" Target="../media/image40.png"/><Relationship Id="rId7" Type="http://schemas.openxmlformats.org/officeDocument/2006/relationships/image" Target="../media/image39.png"/><Relationship Id="rId12" Type="http://schemas.openxmlformats.org/officeDocument/2006/relationships/image" Target="../media/image47.png"/><Relationship Id="rId17" Type="http://schemas.openxmlformats.org/officeDocument/2006/relationships/image" Target="../media/image52.png"/><Relationship Id="rId16" Type="http://schemas.openxmlformats.org/officeDocument/2006/relationships/image" Target="../media/image51.png"/><Relationship Id="rId20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24" Type="http://schemas.openxmlformats.org/officeDocument/2006/relationships/image" Target="../media/image56.png"/><Relationship Id="rId5" Type="http://schemas.openxmlformats.org/officeDocument/2006/relationships/image" Target="../media/image38.png"/><Relationship Id="rId15" Type="http://schemas.openxmlformats.org/officeDocument/2006/relationships/image" Target="../media/image50.png"/><Relationship Id="rId23" Type="http://schemas.openxmlformats.org/officeDocument/2006/relationships/customXml" Target="../ink/ink3.xml"/><Relationship Id="rId10" Type="http://schemas.openxmlformats.org/officeDocument/2006/relationships/image" Target="../media/image45.png"/><Relationship Id="rId19" Type="http://schemas.openxmlformats.org/officeDocument/2006/relationships/image" Target="../media/image54.png"/><Relationship Id="rId4" Type="http://schemas.openxmlformats.org/officeDocument/2006/relationships/image" Target="../media/image390.png"/><Relationship Id="rId9" Type="http://schemas.openxmlformats.org/officeDocument/2006/relationships/image" Target="../media/image44.png"/><Relationship Id="rId14" Type="http://schemas.openxmlformats.org/officeDocument/2006/relationships/image" Target="../media/image49.png"/><Relationship Id="rId22" Type="http://schemas.openxmlformats.org/officeDocument/2006/relationships/image" Target="../media/image4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67.png"/><Relationship Id="rId3" Type="http://schemas.openxmlformats.org/officeDocument/2006/relationships/image" Target="../media/image570.png"/><Relationship Id="rId7" Type="http://schemas.openxmlformats.org/officeDocument/2006/relationships/image" Target="../media/image61.png"/><Relationship Id="rId12" Type="http://schemas.openxmlformats.org/officeDocument/2006/relationships/image" Target="../media/image66.png"/><Relationship Id="rId17" Type="http://schemas.openxmlformats.org/officeDocument/2006/relationships/image" Target="../media/image70.png"/><Relationship Id="rId2" Type="http://schemas.openxmlformats.org/officeDocument/2006/relationships/image" Target="../media/image57.png"/><Relationship Id="rId16" Type="http://schemas.openxmlformats.org/officeDocument/2006/relationships/customXml" Target="../ink/ink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11" Type="http://schemas.openxmlformats.org/officeDocument/2006/relationships/image" Target="../media/image65.png"/><Relationship Id="rId5" Type="http://schemas.openxmlformats.org/officeDocument/2006/relationships/image" Target="../media/image59.png"/><Relationship Id="rId15" Type="http://schemas.openxmlformats.org/officeDocument/2006/relationships/image" Target="../media/image69.png"/><Relationship Id="rId10" Type="http://schemas.openxmlformats.org/officeDocument/2006/relationships/image" Target="../media/image64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Relationship Id="rId14" Type="http://schemas.openxmlformats.org/officeDocument/2006/relationships/image" Target="../media/image6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81.png"/><Relationship Id="rId3" Type="http://schemas.openxmlformats.org/officeDocument/2006/relationships/image" Target="../media/image710.png"/><Relationship Id="rId7" Type="http://schemas.openxmlformats.org/officeDocument/2006/relationships/image" Target="../media/image730.png"/><Relationship Id="rId12" Type="http://schemas.openxmlformats.org/officeDocument/2006/relationships/image" Target="../media/image80.png"/><Relationship Id="rId17" Type="http://schemas.openxmlformats.org/officeDocument/2006/relationships/image" Target="../media/image76.png"/><Relationship Id="rId2" Type="http://schemas.openxmlformats.org/officeDocument/2006/relationships/image" Target="../media/image71.png"/><Relationship Id="rId16" Type="http://schemas.openxmlformats.org/officeDocument/2006/relationships/customXml" Target="../ink/ink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11" Type="http://schemas.openxmlformats.org/officeDocument/2006/relationships/image" Target="../media/image79.png"/><Relationship Id="rId5" Type="http://schemas.openxmlformats.org/officeDocument/2006/relationships/image" Target="../media/image73.png"/><Relationship Id="rId15" Type="http://schemas.openxmlformats.org/officeDocument/2006/relationships/image" Target="../media/image83.png"/><Relationship Id="rId10" Type="http://schemas.openxmlformats.org/officeDocument/2006/relationships/image" Target="../media/image78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Relationship Id="rId14" Type="http://schemas.openxmlformats.org/officeDocument/2006/relationships/image" Target="../media/image8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13" Type="http://schemas.openxmlformats.org/officeDocument/2006/relationships/image" Target="../media/image841.png"/><Relationship Id="rId18" Type="http://schemas.openxmlformats.org/officeDocument/2006/relationships/image" Target="../media/image99.png"/><Relationship Id="rId26" Type="http://schemas.openxmlformats.org/officeDocument/2006/relationships/image" Target="../media/image107.png"/><Relationship Id="rId3" Type="http://schemas.openxmlformats.org/officeDocument/2006/relationships/image" Target="../media/image840.png"/><Relationship Id="rId21" Type="http://schemas.openxmlformats.org/officeDocument/2006/relationships/image" Target="../media/image102.png"/><Relationship Id="rId7" Type="http://schemas.openxmlformats.org/officeDocument/2006/relationships/image" Target="../media/image88.png"/><Relationship Id="rId12" Type="http://schemas.openxmlformats.org/officeDocument/2006/relationships/image" Target="../media/image93.png"/><Relationship Id="rId17" Type="http://schemas.openxmlformats.org/officeDocument/2006/relationships/image" Target="../media/image98.png"/><Relationship Id="rId25" Type="http://schemas.openxmlformats.org/officeDocument/2006/relationships/image" Target="../media/image94.png"/><Relationship Id="rId2" Type="http://schemas.openxmlformats.org/officeDocument/2006/relationships/image" Target="../media/image84.png"/><Relationship Id="rId16" Type="http://schemas.openxmlformats.org/officeDocument/2006/relationships/image" Target="../media/image97.png"/><Relationship Id="rId20" Type="http://schemas.openxmlformats.org/officeDocument/2006/relationships/image" Target="../media/image10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7.png"/><Relationship Id="rId11" Type="http://schemas.openxmlformats.org/officeDocument/2006/relationships/image" Target="../media/image92.png"/><Relationship Id="rId24" Type="http://schemas.openxmlformats.org/officeDocument/2006/relationships/image" Target="../media/image105.png"/><Relationship Id="rId5" Type="http://schemas.openxmlformats.org/officeDocument/2006/relationships/image" Target="../media/image86.png"/><Relationship Id="rId15" Type="http://schemas.openxmlformats.org/officeDocument/2006/relationships/image" Target="../media/image96.png"/><Relationship Id="rId23" Type="http://schemas.openxmlformats.org/officeDocument/2006/relationships/image" Target="../media/image104.png"/><Relationship Id="rId28" Type="http://schemas.openxmlformats.org/officeDocument/2006/relationships/image" Target="../media/image260.png"/><Relationship Id="rId10" Type="http://schemas.openxmlformats.org/officeDocument/2006/relationships/image" Target="../media/image91.png"/><Relationship Id="rId19" Type="http://schemas.openxmlformats.org/officeDocument/2006/relationships/image" Target="../media/image100.png"/><Relationship Id="rId4" Type="http://schemas.openxmlformats.org/officeDocument/2006/relationships/image" Target="../media/image85.png"/><Relationship Id="rId9" Type="http://schemas.openxmlformats.org/officeDocument/2006/relationships/image" Target="../media/image90.png"/><Relationship Id="rId14" Type="http://schemas.openxmlformats.org/officeDocument/2006/relationships/image" Target="../media/image95.png"/><Relationship Id="rId22" Type="http://schemas.openxmlformats.org/officeDocument/2006/relationships/image" Target="../media/image103.png"/><Relationship Id="rId27" Type="http://schemas.openxmlformats.org/officeDocument/2006/relationships/customXml" Target="../ink/ink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png"/><Relationship Id="rId13" Type="http://schemas.openxmlformats.org/officeDocument/2006/relationships/image" Target="../media/image119.png"/><Relationship Id="rId18" Type="http://schemas.openxmlformats.org/officeDocument/2006/relationships/image" Target="../media/image124.png"/><Relationship Id="rId26" Type="http://schemas.openxmlformats.org/officeDocument/2006/relationships/image" Target="../media/image127.png"/><Relationship Id="rId3" Type="http://schemas.openxmlformats.org/officeDocument/2006/relationships/image" Target="../media/image109.png"/><Relationship Id="rId21" Type="http://schemas.openxmlformats.org/officeDocument/2006/relationships/image" Target="../media/image108.png"/><Relationship Id="rId7" Type="http://schemas.openxmlformats.org/officeDocument/2006/relationships/image" Target="../media/image113.png"/><Relationship Id="rId12" Type="http://schemas.openxmlformats.org/officeDocument/2006/relationships/image" Target="../media/image118.png"/><Relationship Id="rId17" Type="http://schemas.openxmlformats.org/officeDocument/2006/relationships/image" Target="../media/image123.png"/><Relationship Id="rId25" Type="http://schemas.openxmlformats.org/officeDocument/2006/relationships/image" Target="../media/image131.png"/><Relationship Id="rId2" Type="http://schemas.openxmlformats.org/officeDocument/2006/relationships/image" Target="../media/image106.png"/><Relationship Id="rId16" Type="http://schemas.openxmlformats.org/officeDocument/2006/relationships/image" Target="../media/image122.png"/><Relationship Id="rId20" Type="http://schemas.openxmlformats.org/officeDocument/2006/relationships/image" Target="../media/image1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2.png"/><Relationship Id="rId11" Type="http://schemas.openxmlformats.org/officeDocument/2006/relationships/image" Target="../media/image117.png"/><Relationship Id="rId24" Type="http://schemas.openxmlformats.org/officeDocument/2006/relationships/image" Target="../media/image130.png"/><Relationship Id="rId5" Type="http://schemas.openxmlformats.org/officeDocument/2006/relationships/image" Target="../media/image111.png"/><Relationship Id="rId15" Type="http://schemas.openxmlformats.org/officeDocument/2006/relationships/image" Target="../media/image121.png"/><Relationship Id="rId23" Type="http://schemas.openxmlformats.org/officeDocument/2006/relationships/image" Target="../media/image129.png"/><Relationship Id="rId28" Type="http://schemas.openxmlformats.org/officeDocument/2006/relationships/image" Target="../media/image260.png"/><Relationship Id="rId10" Type="http://schemas.openxmlformats.org/officeDocument/2006/relationships/image" Target="../media/image116.png"/><Relationship Id="rId19" Type="http://schemas.openxmlformats.org/officeDocument/2006/relationships/image" Target="../media/image125.png"/><Relationship Id="rId4" Type="http://schemas.openxmlformats.org/officeDocument/2006/relationships/image" Target="../media/image110.png"/><Relationship Id="rId9" Type="http://schemas.openxmlformats.org/officeDocument/2006/relationships/image" Target="../media/image115.png"/><Relationship Id="rId14" Type="http://schemas.openxmlformats.org/officeDocument/2006/relationships/image" Target="../media/image120.png"/><Relationship Id="rId22" Type="http://schemas.openxmlformats.org/officeDocument/2006/relationships/image" Target="../media/image128.png"/><Relationship Id="rId27" Type="http://schemas.openxmlformats.org/officeDocument/2006/relationships/customXml" Target="../ink/ink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png"/><Relationship Id="rId3" Type="http://schemas.openxmlformats.org/officeDocument/2006/relationships/image" Target="../media/image134.png"/><Relationship Id="rId7" Type="http://schemas.openxmlformats.org/officeDocument/2006/relationships/image" Target="../media/image880.png"/><Relationship Id="rId12" Type="http://schemas.openxmlformats.org/officeDocument/2006/relationships/image" Target="../media/image140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40.png"/><Relationship Id="rId11" Type="http://schemas.openxmlformats.org/officeDocument/2006/relationships/image" Target="../media/image139.png"/><Relationship Id="rId5" Type="http://schemas.openxmlformats.org/officeDocument/2006/relationships/image" Target="../media/image1330.png"/><Relationship Id="rId10" Type="http://schemas.openxmlformats.org/officeDocument/2006/relationships/image" Target="../media/image138.png"/><Relationship Id="rId4" Type="http://schemas.openxmlformats.org/officeDocument/2006/relationships/image" Target="../media/image135.png"/><Relationship Id="rId9" Type="http://schemas.openxmlformats.org/officeDocument/2006/relationships/image" Target="../media/image13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png"/><Relationship Id="rId13" Type="http://schemas.openxmlformats.org/officeDocument/2006/relationships/image" Target="../media/image152.png"/><Relationship Id="rId18" Type="http://schemas.openxmlformats.org/officeDocument/2006/relationships/image" Target="../media/image67.png"/><Relationship Id="rId3" Type="http://schemas.openxmlformats.org/officeDocument/2006/relationships/image" Target="../media/image142.png"/><Relationship Id="rId7" Type="http://schemas.openxmlformats.org/officeDocument/2006/relationships/image" Target="../media/image146.png"/><Relationship Id="rId12" Type="http://schemas.openxmlformats.org/officeDocument/2006/relationships/image" Target="../media/image151.png"/><Relationship Id="rId17" Type="http://schemas.openxmlformats.org/officeDocument/2006/relationships/image" Target="../media/image66.png"/><Relationship Id="rId2" Type="http://schemas.openxmlformats.org/officeDocument/2006/relationships/image" Target="../media/image137.png"/><Relationship Id="rId16" Type="http://schemas.openxmlformats.org/officeDocument/2006/relationships/image" Target="../media/image155.png"/><Relationship Id="rId20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5.png"/><Relationship Id="rId11" Type="http://schemas.openxmlformats.org/officeDocument/2006/relationships/image" Target="../media/image150.png"/><Relationship Id="rId5" Type="http://schemas.openxmlformats.org/officeDocument/2006/relationships/image" Target="../media/image144.png"/><Relationship Id="rId15" Type="http://schemas.openxmlformats.org/officeDocument/2006/relationships/image" Target="../media/image154.png"/><Relationship Id="rId10" Type="http://schemas.openxmlformats.org/officeDocument/2006/relationships/image" Target="../media/image149.png"/><Relationship Id="rId19" Type="http://schemas.openxmlformats.org/officeDocument/2006/relationships/image" Target="../media/image156.png"/><Relationship Id="rId4" Type="http://schemas.openxmlformats.org/officeDocument/2006/relationships/image" Target="../media/image143.png"/><Relationship Id="rId9" Type="http://schemas.openxmlformats.org/officeDocument/2006/relationships/image" Target="../media/image148.png"/><Relationship Id="rId14" Type="http://schemas.openxmlformats.org/officeDocument/2006/relationships/image" Target="../media/image15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png"/><Relationship Id="rId13" Type="http://schemas.openxmlformats.org/officeDocument/2006/relationships/image" Target="../media/image168.png"/><Relationship Id="rId18" Type="http://schemas.openxmlformats.org/officeDocument/2006/relationships/image" Target="../media/image173.png"/><Relationship Id="rId26" Type="http://schemas.openxmlformats.org/officeDocument/2006/relationships/image" Target="../media/image181.png"/><Relationship Id="rId3" Type="http://schemas.openxmlformats.org/officeDocument/2006/relationships/image" Target="../media/image158.png"/><Relationship Id="rId21" Type="http://schemas.openxmlformats.org/officeDocument/2006/relationships/image" Target="../media/image176.png"/><Relationship Id="rId7" Type="http://schemas.openxmlformats.org/officeDocument/2006/relationships/image" Target="../media/image162.png"/><Relationship Id="rId12" Type="http://schemas.openxmlformats.org/officeDocument/2006/relationships/image" Target="../media/image167.png"/><Relationship Id="rId17" Type="http://schemas.openxmlformats.org/officeDocument/2006/relationships/image" Target="../media/image172.png"/><Relationship Id="rId25" Type="http://schemas.openxmlformats.org/officeDocument/2006/relationships/image" Target="../media/image180.png"/><Relationship Id="rId2" Type="http://schemas.openxmlformats.org/officeDocument/2006/relationships/image" Target="../media/image141.png"/><Relationship Id="rId16" Type="http://schemas.openxmlformats.org/officeDocument/2006/relationships/image" Target="../media/image171.png"/><Relationship Id="rId20" Type="http://schemas.openxmlformats.org/officeDocument/2006/relationships/image" Target="../media/image17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1.png"/><Relationship Id="rId11" Type="http://schemas.openxmlformats.org/officeDocument/2006/relationships/image" Target="../media/image166.png"/><Relationship Id="rId24" Type="http://schemas.openxmlformats.org/officeDocument/2006/relationships/image" Target="../media/image179.png"/><Relationship Id="rId5" Type="http://schemas.openxmlformats.org/officeDocument/2006/relationships/image" Target="../media/image160.png"/><Relationship Id="rId15" Type="http://schemas.openxmlformats.org/officeDocument/2006/relationships/image" Target="../media/image170.png"/><Relationship Id="rId23" Type="http://schemas.openxmlformats.org/officeDocument/2006/relationships/image" Target="../media/image178.png"/><Relationship Id="rId10" Type="http://schemas.openxmlformats.org/officeDocument/2006/relationships/image" Target="../media/image165.png"/><Relationship Id="rId19" Type="http://schemas.openxmlformats.org/officeDocument/2006/relationships/image" Target="../media/image174.png"/><Relationship Id="rId4" Type="http://schemas.openxmlformats.org/officeDocument/2006/relationships/image" Target="../media/image159.png"/><Relationship Id="rId9" Type="http://schemas.openxmlformats.org/officeDocument/2006/relationships/image" Target="../media/image164.png"/><Relationship Id="rId14" Type="http://schemas.openxmlformats.org/officeDocument/2006/relationships/image" Target="../media/image169.png"/><Relationship Id="rId22" Type="http://schemas.openxmlformats.org/officeDocument/2006/relationships/image" Target="../media/image177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93.png"/><Relationship Id="rId18" Type="http://schemas.openxmlformats.org/officeDocument/2006/relationships/image" Target="../media/image1820.png"/><Relationship Id="rId26" Type="http://schemas.openxmlformats.org/officeDocument/2006/relationships/image" Target="../media/image78.png"/><Relationship Id="rId3" Type="http://schemas.openxmlformats.org/officeDocument/2006/relationships/image" Target="../media/image183.png"/><Relationship Id="rId21" Type="http://schemas.openxmlformats.org/officeDocument/2006/relationships/image" Target="../media/image198.png"/><Relationship Id="rId7" Type="http://schemas.openxmlformats.org/officeDocument/2006/relationships/image" Target="../media/image182.png"/><Relationship Id="rId12" Type="http://schemas.openxmlformats.org/officeDocument/2006/relationships/image" Target="../media/image192.png"/><Relationship Id="rId17" Type="http://schemas.openxmlformats.org/officeDocument/2006/relationships/image" Target="../media/image197.png"/><Relationship Id="rId25" Type="http://schemas.openxmlformats.org/officeDocument/2006/relationships/image" Target="../media/image205.png"/><Relationship Id="rId33" Type="http://schemas.openxmlformats.org/officeDocument/2006/relationships/image" Target="../media/image209.png"/><Relationship Id="rId2" Type="http://schemas.openxmlformats.org/officeDocument/2006/relationships/image" Target="../media/image157.png"/><Relationship Id="rId16" Type="http://schemas.openxmlformats.org/officeDocument/2006/relationships/image" Target="../media/image196.png"/><Relationship Id="rId20" Type="http://schemas.openxmlformats.org/officeDocument/2006/relationships/image" Target="../media/image200.png"/><Relationship Id="rId29" Type="http://schemas.openxmlformats.org/officeDocument/2006/relationships/image" Target="../media/image20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6.png"/><Relationship Id="rId11" Type="http://schemas.openxmlformats.org/officeDocument/2006/relationships/image" Target="../media/image191.png"/><Relationship Id="rId24" Type="http://schemas.openxmlformats.org/officeDocument/2006/relationships/image" Target="../media/image204.png"/><Relationship Id="rId32" Type="http://schemas.openxmlformats.org/officeDocument/2006/relationships/image" Target="../media/image208.png"/><Relationship Id="rId5" Type="http://schemas.openxmlformats.org/officeDocument/2006/relationships/image" Target="../media/image185.png"/><Relationship Id="rId15" Type="http://schemas.openxmlformats.org/officeDocument/2006/relationships/image" Target="../media/image195.png"/><Relationship Id="rId23" Type="http://schemas.openxmlformats.org/officeDocument/2006/relationships/image" Target="../media/image203.png"/><Relationship Id="rId28" Type="http://schemas.openxmlformats.org/officeDocument/2006/relationships/image" Target="../media/image80.png"/><Relationship Id="rId10" Type="http://schemas.openxmlformats.org/officeDocument/2006/relationships/image" Target="../media/image190.png"/><Relationship Id="rId19" Type="http://schemas.openxmlformats.org/officeDocument/2006/relationships/image" Target="../media/image199.png"/><Relationship Id="rId31" Type="http://schemas.openxmlformats.org/officeDocument/2006/relationships/image" Target="../media/image187.png"/><Relationship Id="rId4" Type="http://schemas.openxmlformats.org/officeDocument/2006/relationships/image" Target="../media/image184.png"/><Relationship Id="rId9" Type="http://schemas.openxmlformats.org/officeDocument/2006/relationships/image" Target="../media/image189.png"/><Relationship Id="rId14" Type="http://schemas.openxmlformats.org/officeDocument/2006/relationships/image" Target="../media/image194.png"/><Relationship Id="rId22" Type="http://schemas.openxmlformats.org/officeDocument/2006/relationships/image" Target="../media/image202.png"/><Relationship Id="rId27" Type="http://schemas.openxmlformats.org/officeDocument/2006/relationships/image" Target="../media/image206.png"/><Relationship Id="rId30" Type="http://schemas.openxmlformats.org/officeDocument/2006/relationships/image" Target="../media/image201.png"/><Relationship Id="rId8" Type="http://schemas.openxmlformats.org/officeDocument/2006/relationships/image" Target="../media/image18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>
            <a:extLst>
              <a:ext uri="{FF2B5EF4-FFF2-40B4-BE49-F238E27FC236}">
                <a16:creationId xmlns:a16="http://schemas.microsoft.com/office/drawing/2014/main" id="{6423ED55-5C5F-F5A9-E5A4-857D2C7A6B2F}"/>
              </a:ext>
            </a:extLst>
          </p:cNvPr>
          <p:cNvGrpSpPr/>
          <p:nvPr/>
        </p:nvGrpSpPr>
        <p:grpSpPr>
          <a:xfrm>
            <a:off x="4101227" y="242238"/>
            <a:ext cx="2265567" cy="527321"/>
            <a:chOff x="3446402" y="288192"/>
            <a:chExt cx="2265567" cy="52732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字方塊 36">
                  <a:extLst>
                    <a:ext uri="{FF2B5EF4-FFF2-40B4-BE49-F238E27FC236}">
                      <a16:creationId xmlns:a16="http://schemas.microsoft.com/office/drawing/2014/main" id="{74972209-D444-4BF5-1887-0C687007BA2D}"/>
                    </a:ext>
                  </a:extLst>
                </p:cNvPr>
                <p:cNvSpPr txBox="1"/>
                <p:nvPr/>
              </p:nvSpPr>
              <p:spPr>
                <a:xfrm>
                  <a:off x="4981435" y="381293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7" name="文字方塊 36">
                  <a:extLst>
                    <a:ext uri="{FF2B5EF4-FFF2-40B4-BE49-F238E27FC236}">
                      <a16:creationId xmlns:a16="http://schemas.microsoft.com/office/drawing/2014/main" id="{74972209-D444-4BF5-1887-0C687007BA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81435" y="381293"/>
                  <a:ext cx="295688" cy="40011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字方塊 27">
                  <a:extLst>
                    <a:ext uri="{FF2B5EF4-FFF2-40B4-BE49-F238E27FC236}">
                      <a16:creationId xmlns:a16="http://schemas.microsoft.com/office/drawing/2014/main" id="{F12B6A50-3665-E99E-0FE4-83D11D713753}"/>
                    </a:ext>
                  </a:extLst>
                </p:cNvPr>
                <p:cNvSpPr txBox="1"/>
                <p:nvPr/>
              </p:nvSpPr>
              <p:spPr>
                <a:xfrm>
                  <a:off x="3764347" y="374860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28" name="文字方塊 27">
                  <a:extLst>
                    <a:ext uri="{FF2B5EF4-FFF2-40B4-BE49-F238E27FC236}">
                      <a16:creationId xmlns:a16="http://schemas.microsoft.com/office/drawing/2014/main" id="{F12B6A50-3665-E99E-0FE4-83D11D7137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64347" y="374860"/>
                  <a:ext cx="295688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字方塊 28">
                  <a:extLst>
                    <a:ext uri="{FF2B5EF4-FFF2-40B4-BE49-F238E27FC236}">
                      <a16:creationId xmlns:a16="http://schemas.microsoft.com/office/drawing/2014/main" id="{83BC2DD5-F529-32AD-123F-C7BC4734EE77}"/>
                    </a:ext>
                  </a:extLst>
                </p:cNvPr>
                <p:cNvSpPr txBox="1"/>
                <p:nvPr/>
              </p:nvSpPr>
              <p:spPr>
                <a:xfrm>
                  <a:off x="5416281" y="408085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29" name="文字方塊 28">
                  <a:extLst>
                    <a:ext uri="{FF2B5EF4-FFF2-40B4-BE49-F238E27FC236}">
                      <a16:creationId xmlns:a16="http://schemas.microsoft.com/office/drawing/2014/main" id="{83BC2DD5-F529-32AD-123F-C7BC4734EE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16281" y="408085"/>
                  <a:ext cx="295688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文字方塊 30">
              <a:extLst>
                <a:ext uri="{FF2B5EF4-FFF2-40B4-BE49-F238E27FC236}">
                  <a16:creationId xmlns:a16="http://schemas.microsoft.com/office/drawing/2014/main" id="{5715E7F6-AD6A-B5FF-3899-427AD45728BD}"/>
                </a:ext>
              </a:extLst>
            </p:cNvPr>
            <p:cNvSpPr txBox="1"/>
            <p:nvPr/>
          </p:nvSpPr>
          <p:spPr>
            <a:xfrm>
              <a:off x="3446402" y="390044"/>
              <a:ext cx="32090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</a:t>
              </a:r>
            </a:p>
          </p:txBody>
        </p:sp>
        <p:sp>
          <p:nvSpPr>
            <p:cNvPr id="32" name="文字方塊 31">
              <a:extLst>
                <a:ext uri="{FF2B5EF4-FFF2-40B4-BE49-F238E27FC236}">
                  <a16:creationId xmlns:a16="http://schemas.microsoft.com/office/drawing/2014/main" id="{073786A9-EF1B-A815-99F5-F104AE1270F0}"/>
                </a:ext>
              </a:extLst>
            </p:cNvPr>
            <p:cNvSpPr txBox="1"/>
            <p:nvPr/>
          </p:nvSpPr>
          <p:spPr>
            <a:xfrm>
              <a:off x="3642837" y="288192"/>
              <a:ext cx="35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33" name="文字方塊 32">
              <a:extLst>
                <a:ext uri="{FF2B5EF4-FFF2-40B4-BE49-F238E27FC236}">
                  <a16:creationId xmlns:a16="http://schemas.microsoft.com/office/drawing/2014/main" id="{95319ADB-D4E9-4462-A6F5-16B42813A315}"/>
                </a:ext>
              </a:extLst>
            </p:cNvPr>
            <p:cNvSpPr txBox="1"/>
            <p:nvPr/>
          </p:nvSpPr>
          <p:spPr>
            <a:xfrm>
              <a:off x="4020189" y="415403"/>
              <a:ext cx="32090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字方塊 33">
                  <a:extLst>
                    <a:ext uri="{FF2B5EF4-FFF2-40B4-BE49-F238E27FC236}">
                      <a16:creationId xmlns:a16="http://schemas.microsoft.com/office/drawing/2014/main" id="{9A070136-5AD1-F30B-D50D-5C6AC0A3F4B4}"/>
                    </a:ext>
                  </a:extLst>
                </p:cNvPr>
                <p:cNvSpPr txBox="1"/>
                <p:nvPr/>
              </p:nvSpPr>
              <p:spPr>
                <a:xfrm>
                  <a:off x="4316368" y="386666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4" name="文字方塊 33">
                  <a:extLst>
                    <a:ext uri="{FF2B5EF4-FFF2-40B4-BE49-F238E27FC236}">
                      <a16:creationId xmlns:a16="http://schemas.microsoft.com/office/drawing/2014/main" id="{9A070136-5AD1-F30B-D50D-5C6AC0A3F4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16368" y="386666"/>
                  <a:ext cx="295688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" name="文字方塊 37">
              <a:extLst>
                <a:ext uri="{FF2B5EF4-FFF2-40B4-BE49-F238E27FC236}">
                  <a16:creationId xmlns:a16="http://schemas.microsoft.com/office/drawing/2014/main" id="{C901EE68-3839-FB0C-C780-E5451ED438BD}"/>
                </a:ext>
              </a:extLst>
            </p:cNvPr>
            <p:cNvSpPr txBox="1"/>
            <p:nvPr/>
          </p:nvSpPr>
          <p:spPr>
            <a:xfrm>
              <a:off x="4490051" y="387183"/>
              <a:ext cx="68412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7 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</a:t>
              </a:r>
            </a:p>
          </p:txBody>
        </p:sp>
        <p:sp>
          <p:nvSpPr>
            <p:cNvPr id="39" name="文字方塊 38">
              <a:extLst>
                <a:ext uri="{FF2B5EF4-FFF2-40B4-BE49-F238E27FC236}">
                  <a16:creationId xmlns:a16="http://schemas.microsoft.com/office/drawing/2014/main" id="{43166FDD-9CDA-14BF-06A8-B682261F181C}"/>
                </a:ext>
              </a:extLst>
            </p:cNvPr>
            <p:cNvSpPr txBox="1"/>
            <p:nvPr/>
          </p:nvSpPr>
          <p:spPr>
            <a:xfrm>
              <a:off x="5213727" y="386666"/>
              <a:ext cx="30663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7</a:t>
              </a:r>
            </a:p>
          </p:txBody>
        </p:sp>
      </p:grpSp>
      <p:grpSp>
        <p:nvGrpSpPr>
          <p:cNvPr id="4" name="群組 3">
            <a:extLst>
              <a:ext uri="{FF2B5EF4-FFF2-40B4-BE49-F238E27FC236}">
                <a16:creationId xmlns:a16="http://schemas.microsoft.com/office/drawing/2014/main" id="{283AE297-A355-2011-F6DB-2BCCB9FC1008}"/>
              </a:ext>
            </a:extLst>
          </p:cNvPr>
          <p:cNvGrpSpPr/>
          <p:nvPr/>
        </p:nvGrpSpPr>
        <p:grpSpPr>
          <a:xfrm>
            <a:off x="6270957" y="336628"/>
            <a:ext cx="1557813" cy="437014"/>
            <a:chOff x="5706666" y="355927"/>
            <a:chExt cx="1557813" cy="43701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字方塊 35">
                  <a:extLst>
                    <a:ext uri="{FF2B5EF4-FFF2-40B4-BE49-F238E27FC236}">
                      <a16:creationId xmlns:a16="http://schemas.microsoft.com/office/drawing/2014/main" id="{09703ED0-62FF-0A62-51EF-EAC331F37B6B}"/>
                    </a:ext>
                  </a:extLst>
                </p:cNvPr>
                <p:cNvSpPr txBox="1"/>
                <p:nvPr/>
              </p:nvSpPr>
              <p:spPr>
                <a:xfrm>
                  <a:off x="5994031" y="374341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6" name="文字方塊 35">
                  <a:extLst>
                    <a:ext uri="{FF2B5EF4-FFF2-40B4-BE49-F238E27FC236}">
                      <a16:creationId xmlns:a16="http://schemas.microsoft.com/office/drawing/2014/main" id="{09703ED0-62FF-0A62-51EF-EAC331F37B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94031" y="374341"/>
                  <a:ext cx="295688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字方塊 34">
                  <a:extLst>
                    <a:ext uri="{FF2B5EF4-FFF2-40B4-BE49-F238E27FC236}">
                      <a16:creationId xmlns:a16="http://schemas.microsoft.com/office/drawing/2014/main" id="{FCE01DD7-CAAE-F155-9202-FBB7F0DF4A42}"/>
                    </a:ext>
                  </a:extLst>
                </p:cNvPr>
                <p:cNvSpPr txBox="1"/>
                <p:nvPr/>
              </p:nvSpPr>
              <p:spPr>
                <a:xfrm>
                  <a:off x="6668756" y="392783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5" name="文字方塊 34">
                  <a:extLst>
                    <a:ext uri="{FF2B5EF4-FFF2-40B4-BE49-F238E27FC236}">
                      <a16:creationId xmlns:a16="http://schemas.microsoft.com/office/drawing/2014/main" id="{FCE01DD7-CAAE-F155-9202-FBB7F0DF4A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8756" y="392783"/>
                  <a:ext cx="295688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文字方塊 39">
              <a:extLst>
                <a:ext uri="{FF2B5EF4-FFF2-40B4-BE49-F238E27FC236}">
                  <a16:creationId xmlns:a16="http://schemas.microsoft.com/office/drawing/2014/main" id="{C2FC6B31-0F60-005A-8ECA-57E589DD3EAA}"/>
                </a:ext>
              </a:extLst>
            </p:cNvPr>
            <p:cNvSpPr txBox="1"/>
            <p:nvPr/>
          </p:nvSpPr>
          <p:spPr>
            <a:xfrm>
              <a:off x="5706666" y="386666"/>
              <a:ext cx="32090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</a:t>
              </a:r>
            </a:p>
          </p:txBody>
        </p:sp>
        <p:sp>
          <p:nvSpPr>
            <p:cNvPr id="41" name="文字方塊 40">
              <a:extLst>
                <a:ext uri="{FF2B5EF4-FFF2-40B4-BE49-F238E27FC236}">
                  <a16:creationId xmlns:a16="http://schemas.microsoft.com/office/drawing/2014/main" id="{D01C3B70-CCF0-D7E5-C77B-9C11B4A2B128}"/>
                </a:ext>
              </a:extLst>
            </p:cNvPr>
            <p:cNvSpPr txBox="1"/>
            <p:nvPr/>
          </p:nvSpPr>
          <p:spPr>
            <a:xfrm>
              <a:off x="5911889" y="355927"/>
              <a:ext cx="35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42" name="文字方塊 41">
              <a:extLst>
                <a:ext uri="{FF2B5EF4-FFF2-40B4-BE49-F238E27FC236}">
                  <a16:creationId xmlns:a16="http://schemas.microsoft.com/office/drawing/2014/main" id="{326F3D0F-2F13-D875-11B2-F5209EE4BB49}"/>
                </a:ext>
              </a:extLst>
            </p:cNvPr>
            <p:cNvSpPr txBox="1"/>
            <p:nvPr/>
          </p:nvSpPr>
          <p:spPr>
            <a:xfrm>
              <a:off x="6210997" y="392831"/>
              <a:ext cx="6536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8 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</a:t>
              </a:r>
            </a:p>
          </p:txBody>
        </p:sp>
        <p:sp>
          <p:nvSpPr>
            <p:cNvPr id="43" name="文字方塊 42">
              <a:extLst>
                <a:ext uri="{FF2B5EF4-FFF2-40B4-BE49-F238E27FC236}">
                  <a16:creationId xmlns:a16="http://schemas.microsoft.com/office/drawing/2014/main" id="{77DA97F1-C262-0292-E356-8BA29D58F3BB}"/>
                </a:ext>
              </a:extLst>
            </p:cNvPr>
            <p:cNvSpPr txBox="1"/>
            <p:nvPr/>
          </p:nvSpPr>
          <p:spPr>
            <a:xfrm>
              <a:off x="6957849" y="375382"/>
              <a:ext cx="30663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7</a:t>
              </a:r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71727FF1-C743-95E9-797F-4A409A053A8C}"/>
              </a:ext>
            </a:extLst>
          </p:cNvPr>
          <p:cNvGrpSpPr/>
          <p:nvPr/>
        </p:nvGrpSpPr>
        <p:grpSpPr>
          <a:xfrm>
            <a:off x="4132152" y="710543"/>
            <a:ext cx="2265567" cy="573653"/>
            <a:chOff x="3425881" y="760149"/>
            <a:chExt cx="2265567" cy="573653"/>
          </a:xfrm>
        </p:grpSpPr>
        <p:sp>
          <p:nvSpPr>
            <p:cNvPr id="52" name="文字方塊 51">
              <a:extLst>
                <a:ext uri="{FF2B5EF4-FFF2-40B4-BE49-F238E27FC236}">
                  <a16:creationId xmlns:a16="http://schemas.microsoft.com/office/drawing/2014/main" id="{BE681B82-8DE3-A3F8-D54C-82CF2AA766F5}"/>
                </a:ext>
              </a:extLst>
            </p:cNvPr>
            <p:cNvSpPr txBox="1"/>
            <p:nvPr/>
          </p:nvSpPr>
          <p:spPr>
            <a:xfrm>
              <a:off x="3597944" y="760149"/>
              <a:ext cx="35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9" name="群組 8">
              <a:extLst>
                <a:ext uri="{FF2B5EF4-FFF2-40B4-BE49-F238E27FC236}">
                  <a16:creationId xmlns:a16="http://schemas.microsoft.com/office/drawing/2014/main" id="{2BD47111-8B9F-3D25-2A7E-911FD2F679B9}"/>
                </a:ext>
              </a:extLst>
            </p:cNvPr>
            <p:cNvGrpSpPr/>
            <p:nvPr/>
          </p:nvGrpSpPr>
          <p:grpSpPr>
            <a:xfrm>
              <a:off x="3425881" y="893149"/>
              <a:ext cx="2265567" cy="440653"/>
              <a:chOff x="3401509" y="846817"/>
              <a:chExt cx="2265567" cy="44065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" name="文字方塊 47">
                    <a:extLst>
                      <a:ext uri="{FF2B5EF4-FFF2-40B4-BE49-F238E27FC236}">
                        <a16:creationId xmlns:a16="http://schemas.microsoft.com/office/drawing/2014/main" id="{4265254A-F2B3-DCEF-C5F0-4FB515F2753A}"/>
                      </a:ext>
                    </a:extLst>
                  </p:cNvPr>
                  <p:cNvSpPr txBox="1"/>
                  <p:nvPr/>
                </p:nvSpPr>
                <p:spPr>
                  <a:xfrm>
                    <a:off x="4936542" y="853250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48" name="文字方塊 47">
                    <a:extLst>
                      <a:ext uri="{FF2B5EF4-FFF2-40B4-BE49-F238E27FC236}">
                        <a16:creationId xmlns:a16="http://schemas.microsoft.com/office/drawing/2014/main" id="{4265254A-F2B3-DCEF-C5F0-4FB515F2753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36542" y="853250"/>
                    <a:ext cx="295688" cy="40011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文字方塊 48">
                    <a:extLst>
                      <a:ext uri="{FF2B5EF4-FFF2-40B4-BE49-F238E27FC236}">
                        <a16:creationId xmlns:a16="http://schemas.microsoft.com/office/drawing/2014/main" id="{6BC0F1DE-E406-4878-9E88-D057CAF888A8}"/>
                      </a:ext>
                    </a:extLst>
                  </p:cNvPr>
                  <p:cNvSpPr txBox="1"/>
                  <p:nvPr/>
                </p:nvSpPr>
                <p:spPr>
                  <a:xfrm>
                    <a:off x="3719454" y="846817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49" name="文字方塊 48">
                    <a:extLst>
                      <a:ext uri="{FF2B5EF4-FFF2-40B4-BE49-F238E27FC236}">
                        <a16:creationId xmlns:a16="http://schemas.microsoft.com/office/drawing/2014/main" id="{6BC0F1DE-E406-4878-9E88-D057CAF888A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19454" y="846817"/>
                    <a:ext cx="295688" cy="40011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文字方塊 49">
                    <a:extLst>
                      <a:ext uri="{FF2B5EF4-FFF2-40B4-BE49-F238E27FC236}">
                        <a16:creationId xmlns:a16="http://schemas.microsoft.com/office/drawing/2014/main" id="{638E7C55-D3F0-1D4F-9482-C28EC22300CF}"/>
                      </a:ext>
                    </a:extLst>
                  </p:cNvPr>
                  <p:cNvSpPr txBox="1"/>
                  <p:nvPr/>
                </p:nvSpPr>
                <p:spPr>
                  <a:xfrm>
                    <a:off x="5371388" y="880042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50" name="文字方塊 49">
                    <a:extLst>
                      <a:ext uri="{FF2B5EF4-FFF2-40B4-BE49-F238E27FC236}">
                        <a16:creationId xmlns:a16="http://schemas.microsoft.com/office/drawing/2014/main" id="{638E7C55-D3F0-1D4F-9482-C28EC22300C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71388" y="880042"/>
                    <a:ext cx="295688" cy="40011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1" name="文字方塊 50">
                <a:extLst>
                  <a:ext uri="{FF2B5EF4-FFF2-40B4-BE49-F238E27FC236}">
                    <a16:creationId xmlns:a16="http://schemas.microsoft.com/office/drawing/2014/main" id="{FE040626-DC10-9D29-8173-9EA2CBC45CCD}"/>
                  </a:ext>
                </a:extLst>
              </p:cNvPr>
              <p:cNvSpPr txBox="1"/>
              <p:nvPr/>
            </p:nvSpPr>
            <p:spPr>
              <a:xfrm>
                <a:off x="3401509" y="862001"/>
                <a:ext cx="32090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x</a:t>
                </a:r>
              </a:p>
            </p:txBody>
          </p:sp>
          <p:sp>
            <p:nvSpPr>
              <p:cNvPr id="53" name="文字方塊 52">
                <a:extLst>
                  <a:ext uri="{FF2B5EF4-FFF2-40B4-BE49-F238E27FC236}">
                    <a16:creationId xmlns:a16="http://schemas.microsoft.com/office/drawing/2014/main" id="{FF545F76-BB6E-9529-4EA8-4305D5A27690}"/>
                  </a:ext>
                </a:extLst>
              </p:cNvPr>
              <p:cNvSpPr txBox="1"/>
              <p:nvPr/>
            </p:nvSpPr>
            <p:spPr>
              <a:xfrm>
                <a:off x="3975296" y="887360"/>
                <a:ext cx="32090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x</a:t>
                </a:r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" name="文字方塊 53">
                    <a:extLst>
                      <a:ext uri="{FF2B5EF4-FFF2-40B4-BE49-F238E27FC236}">
                        <a16:creationId xmlns:a16="http://schemas.microsoft.com/office/drawing/2014/main" id="{86837A06-1ADF-1223-2AD1-0FFE249DCD78}"/>
                      </a:ext>
                    </a:extLst>
                  </p:cNvPr>
                  <p:cNvSpPr txBox="1"/>
                  <p:nvPr/>
                </p:nvSpPr>
                <p:spPr>
                  <a:xfrm>
                    <a:off x="4271475" y="858623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54" name="文字方塊 53">
                    <a:extLst>
                      <a:ext uri="{FF2B5EF4-FFF2-40B4-BE49-F238E27FC236}">
                        <a16:creationId xmlns:a16="http://schemas.microsoft.com/office/drawing/2014/main" id="{86837A06-1ADF-1223-2AD1-0FFE249DCD7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71475" y="858623"/>
                    <a:ext cx="295688" cy="400110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6" name="文字方塊 55">
                <a:extLst>
                  <a:ext uri="{FF2B5EF4-FFF2-40B4-BE49-F238E27FC236}">
                    <a16:creationId xmlns:a16="http://schemas.microsoft.com/office/drawing/2014/main" id="{2420F873-D46D-461C-AC3B-DA99128897B9}"/>
                  </a:ext>
                </a:extLst>
              </p:cNvPr>
              <p:cNvSpPr txBox="1"/>
              <p:nvPr/>
            </p:nvSpPr>
            <p:spPr>
              <a:xfrm>
                <a:off x="4496819" y="852881"/>
                <a:ext cx="63734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  <a:ea typeface="Segoe UI Black" panose="020B0A02040204020203" pitchFamily="34" charset="0"/>
                  </a:rPr>
                  <a:t>7</a:t>
                </a:r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 x</a:t>
                </a:r>
              </a:p>
            </p:txBody>
          </p:sp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D46CB0D4-889D-03F5-0EA2-4CE6DE55D642}"/>
                  </a:ext>
                </a:extLst>
              </p:cNvPr>
              <p:cNvSpPr txBox="1"/>
              <p:nvPr/>
            </p:nvSpPr>
            <p:spPr>
              <a:xfrm>
                <a:off x="5168834" y="858623"/>
                <a:ext cx="30663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7</a:t>
                </a:r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p:grpSp>
      </p:grpSp>
      <p:grpSp>
        <p:nvGrpSpPr>
          <p:cNvPr id="8" name="群組 7">
            <a:extLst>
              <a:ext uri="{FF2B5EF4-FFF2-40B4-BE49-F238E27FC236}">
                <a16:creationId xmlns:a16="http://schemas.microsoft.com/office/drawing/2014/main" id="{959DB9A9-A283-261C-4812-AE34FD73A2E0}"/>
              </a:ext>
            </a:extLst>
          </p:cNvPr>
          <p:cNvGrpSpPr/>
          <p:nvPr/>
        </p:nvGrpSpPr>
        <p:grpSpPr>
          <a:xfrm>
            <a:off x="6327594" y="849976"/>
            <a:ext cx="1577912" cy="744790"/>
            <a:chOff x="5661773" y="820487"/>
            <a:chExt cx="1577912" cy="744790"/>
          </a:xfrm>
        </p:grpSpPr>
        <p:sp>
          <p:nvSpPr>
            <p:cNvPr id="58" name="文字方塊 57">
              <a:extLst>
                <a:ext uri="{FF2B5EF4-FFF2-40B4-BE49-F238E27FC236}">
                  <a16:creationId xmlns:a16="http://schemas.microsoft.com/office/drawing/2014/main" id="{720A3AC3-CECF-9D03-5870-133059E068BA}"/>
                </a:ext>
              </a:extLst>
            </p:cNvPr>
            <p:cNvSpPr txBox="1"/>
            <p:nvPr/>
          </p:nvSpPr>
          <p:spPr>
            <a:xfrm>
              <a:off x="5661773" y="858623"/>
              <a:ext cx="32090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</a:t>
              </a:r>
            </a:p>
          </p:txBody>
        </p:sp>
        <p:grpSp>
          <p:nvGrpSpPr>
            <p:cNvPr id="7" name="群組 6">
              <a:extLst>
                <a:ext uri="{FF2B5EF4-FFF2-40B4-BE49-F238E27FC236}">
                  <a16:creationId xmlns:a16="http://schemas.microsoft.com/office/drawing/2014/main" id="{951EC2CA-83F6-5254-309F-AFFDD177A8B1}"/>
                </a:ext>
              </a:extLst>
            </p:cNvPr>
            <p:cNvGrpSpPr/>
            <p:nvPr/>
          </p:nvGrpSpPr>
          <p:grpSpPr>
            <a:xfrm>
              <a:off x="5887095" y="820487"/>
              <a:ext cx="1352590" cy="744790"/>
              <a:chOff x="5866996" y="827884"/>
              <a:chExt cx="1352590" cy="74479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文字方塊 46">
                    <a:extLst>
                      <a:ext uri="{FF2B5EF4-FFF2-40B4-BE49-F238E27FC236}">
                        <a16:creationId xmlns:a16="http://schemas.microsoft.com/office/drawing/2014/main" id="{5C623430-13B8-3B1F-032F-8840FF3176C7}"/>
                      </a:ext>
                    </a:extLst>
                  </p:cNvPr>
                  <p:cNvSpPr txBox="1"/>
                  <p:nvPr/>
                </p:nvSpPr>
                <p:spPr>
                  <a:xfrm>
                    <a:off x="5949138" y="846298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47" name="文字方塊 46">
                    <a:extLst>
                      <a:ext uri="{FF2B5EF4-FFF2-40B4-BE49-F238E27FC236}">
                        <a16:creationId xmlns:a16="http://schemas.microsoft.com/office/drawing/2014/main" id="{5C623430-13B8-3B1F-032F-8840FF3176C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49138" y="846298"/>
                    <a:ext cx="295688" cy="400110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文字方塊 54">
                    <a:extLst>
                      <a:ext uri="{FF2B5EF4-FFF2-40B4-BE49-F238E27FC236}">
                        <a16:creationId xmlns:a16="http://schemas.microsoft.com/office/drawing/2014/main" id="{4ED58D21-B7A1-05F0-4557-42EB50AC6523}"/>
                      </a:ext>
                    </a:extLst>
                  </p:cNvPr>
                  <p:cNvSpPr txBox="1"/>
                  <p:nvPr/>
                </p:nvSpPr>
                <p:spPr>
                  <a:xfrm>
                    <a:off x="6623863" y="864740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55" name="文字方塊 54">
                    <a:extLst>
                      <a:ext uri="{FF2B5EF4-FFF2-40B4-BE49-F238E27FC236}">
                        <a16:creationId xmlns:a16="http://schemas.microsoft.com/office/drawing/2014/main" id="{4ED58D21-B7A1-05F0-4557-42EB50AC652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23863" y="864740"/>
                    <a:ext cx="295688" cy="400110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9" name="文字方塊 58">
                <a:extLst>
                  <a:ext uri="{FF2B5EF4-FFF2-40B4-BE49-F238E27FC236}">
                    <a16:creationId xmlns:a16="http://schemas.microsoft.com/office/drawing/2014/main" id="{9804019E-E6AF-F949-569B-983B9A9E4C7E}"/>
                  </a:ext>
                </a:extLst>
              </p:cNvPr>
              <p:cNvSpPr txBox="1"/>
              <p:nvPr/>
            </p:nvSpPr>
            <p:spPr>
              <a:xfrm>
                <a:off x="5866996" y="827884"/>
                <a:ext cx="3577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12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endParaRPr lang="en-HK" sz="12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614CC274-F06E-639E-906F-F37F602834D7}"/>
                  </a:ext>
                </a:extLst>
              </p:cNvPr>
              <p:cNvSpPr txBox="1"/>
              <p:nvPr/>
            </p:nvSpPr>
            <p:spPr>
              <a:xfrm>
                <a:off x="6159619" y="864788"/>
                <a:ext cx="65368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6</a:t>
                </a:r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x</a:t>
                </a:r>
              </a:p>
              <a:p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  <p:sp>
            <p:nvSpPr>
              <p:cNvPr id="61" name="文字方塊 60">
                <a:extLst>
                  <a:ext uri="{FF2B5EF4-FFF2-40B4-BE49-F238E27FC236}">
                    <a16:creationId xmlns:a16="http://schemas.microsoft.com/office/drawing/2014/main" id="{B5387C9C-2E35-D05F-B5C4-38545181BE29}"/>
                  </a:ext>
                </a:extLst>
              </p:cNvPr>
              <p:cNvSpPr txBox="1"/>
              <p:nvPr/>
            </p:nvSpPr>
            <p:spPr>
              <a:xfrm>
                <a:off x="6912956" y="847339"/>
                <a:ext cx="30663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7</a:t>
                </a:r>
              </a:p>
            </p:txBody>
          </p:sp>
        </p:grp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6E4E7B7B-B172-D784-656C-67E972ECF556}"/>
              </a:ext>
            </a:extLst>
          </p:cNvPr>
          <p:cNvGrpSpPr/>
          <p:nvPr/>
        </p:nvGrpSpPr>
        <p:grpSpPr>
          <a:xfrm>
            <a:off x="4089973" y="1714702"/>
            <a:ext cx="2265567" cy="527321"/>
            <a:chOff x="3796860" y="2800331"/>
            <a:chExt cx="2265567" cy="52732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文字方塊 63">
                  <a:extLst>
                    <a:ext uri="{FF2B5EF4-FFF2-40B4-BE49-F238E27FC236}">
                      <a16:creationId xmlns:a16="http://schemas.microsoft.com/office/drawing/2014/main" id="{B97EF41B-30D0-B79E-7DAA-6B1767F6D9D0}"/>
                    </a:ext>
                  </a:extLst>
                </p:cNvPr>
                <p:cNvSpPr txBox="1"/>
                <p:nvPr/>
              </p:nvSpPr>
              <p:spPr>
                <a:xfrm>
                  <a:off x="5331893" y="2893432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64" name="文字方塊 63">
                  <a:extLst>
                    <a:ext uri="{FF2B5EF4-FFF2-40B4-BE49-F238E27FC236}">
                      <a16:creationId xmlns:a16="http://schemas.microsoft.com/office/drawing/2014/main" id="{B97EF41B-30D0-B79E-7DAA-6B1767F6D9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1893" y="2893432"/>
                  <a:ext cx="295688" cy="40011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文字方塊 64">
                  <a:extLst>
                    <a:ext uri="{FF2B5EF4-FFF2-40B4-BE49-F238E27FC236}">
                      <a16:creationId xmlns:a16="http://schemas.microsoft.com/office/drawing/2014/main" id="{3AAA7EC0-3516-4F7D-54A2-F5141851F156}"/>
                    </a:ext>
                  </a:extLst>
                </p:cNvPr>
                <p:cNvSpPr txBox="1"/>
                <p:nvPr/>
              </p:nvSpPr>
              <p:spPr>
                <a:xfrm>
                  <a:off x="4114805" y="2886999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65" name="文字方塊 64">
                  <a:extLst>
                    <a:ext uri="{FF2B5EF4-FFF2-40B4-BE49-F238E27FC236}">
                      <a16:creationId xmlns:a16="http://schemas.microsoft.com/office/drawing/2014/main" id="{3AAA7EC0-3516-4F7D-54A2-F5141851F1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4805" y="2886999"/>
                  <a:ext cx="295688" cy="40011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字方塊 65">
                  <a:extLst>
                    <a:ext uri="{FF2B5EF4-FFF2-40B4-BE49-F238E27FC236}">
                      <a16:creationId xmlns:a16="http://schemas.microsoft.com/office/drawing/2014/main" id="{4751C4DD-D775-250F-783E-623BA15E544D}"/>
                    </a:ext>
                  </a:extLst>
                </p:cNvPr>
                <p:cNvSpPr txBox="1"/>
                <p:nvPr/>
              </p:nvSpPr>
              <p:spPr>
                <a:xfrm>
                  <a:off x="5766739" y="2920224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66" name="文字方塊 65">
                  <a:extLst>
                    <a:ext uri="{FF2B5EF4-FFF2-40B4-BE49-F238E27FC236}">
                      <a16:creationId xmlns:a16="http://schemas.microsoft.com/office/drawing/2014/main" id="{4751C4DD-D775-250F-783E-623BA15E54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6739" y="2920224"/>
                  <a:ext cx="295688" cy="40011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7" name="文字方塊 66">
              <a:extLst>
                <a:ext uri="{FF2B5EF4-FFF2-40B4-BE49-F238E27FC236}">
                  <a16:creationId xmlns:a16="http://schemas.microsoft.com/office/drawing/2014/main" id="{27DBB15B-7123-194B-5470-CB20B0CDC0FF}"/>
                </a:ext>
              </a:extLst>
            </p:cNvPr>
            <p:cNvSpPr txBox="1"/>
            <p:nvPr/>
          </p:nvSpPr>
          <p:spPr>
            <a:xfrm>
              <a:off x="3796860" y="2902183"/>
              <a:ext cx="32090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</a:t>
              </a:r>
            </a:p>
          </p:txBody>
        </p:sp>
        <p:sp>
          <p:nvSpPr>
            <p:cNvPr id="68" name="文字方塊 67">
              <a:extLst>
                <a:ext uri="{FF2B5EF4-FFF2-40B4-BE49-F238E27FC236}">
                  <a16:creationId xmlns:a16="http://schemas.microsoft.com/office/drawing/2014/main" id="{652FCBA2-253E-790C-5BF2-988446B6AC95}"/>
                </a:ext>
              </a:extLst>
            </p:cNvPr>
            <p:cNvSpPr txBox="1"/>
            <p:nvPr/>
          </p:nvSpPr>
          <p:spPr>
            <a:xfrm>
              <a:off x="3993295" y="2800331"/>
              <a:ext cx="35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69" name="文字方塊 68">
              <a:extLst>
                <a:ext uri="{FF2B5EF4-FFF2-40B4-BE49-F238E27FC236}">
                  <a16:creationId xmlns:a16="http://schemas.microsoft.com/office/drawing/2014/main" id="{9FEF5738-916E-2920-CD87-5FF66F14256A}"/>
                </a:ext>
              </a:extLst>
            </p:cNvPr>
            <p:cNvSpPr txBox="1"/>
            <p:nvPr/>
          </p:nvSpPr>
          <p:spPr>
            <a:xfrm>
              <a:off x="4370647" y="2927542"/>
              <a:ext cx="32090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文字方塊 69">
                  <a:extLst>
                    <a:ext uri="{FF2B5EF4-FFF2-40B4-BE49-F238E27FC236}">
                      <a16:creationId xmlns:a16="http://schemas.microsoft.com/office/drawing/2014/main" id="{A024229D-3F83-4596-EEEB-6D89CBE23747}"/>
                    </a:ext>
                  </a:extLst>
                </p:cNvPr>
                <p:cNvSpPr txBox="1"/>
                <p:nvPr/>
              </p:nvSpPr>
              <p:spPr>
                <a:xfrm>
                  <a:off x="4666826" y="2898805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70" name="文字方塊 69">
                  <a:extLst>
                    <a:ext uri="{FF2B5EF4-FFF2-40B4-BE49-F238E27FC236}">
                      <a16:creationId xmlns:a16="http://schemas.microsoft.com/office/drawing/2014/main" id="{A024229D-3F83-4596-EEEB-6D89CBE237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66826" y="2898805"/>
                  <a:ext cx="295688" cy="400110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2" name="文字方塊 71">
              <a:extLst>
                <a:ext uri="{FF2B5EF4-FFF2-40B4-BE49-F238E27FC236}">
                  <a16:creationId xmlns:a16="http://schemas.microsoft.com/office/drawing/2014/main" id="{9AB3BE21-88BE-0D95-78EA-F46C5C7E0872}"/>
                </a:ext>
              </a:extLst>
            </p:cNvPr>
            <p:cNvSpPr txBox="1"/>
            <p:nvPr/>
          </p:nvSpPr>
          <p:spPr>
            <a:xfrm>
              <a:off x="4937784" y="2899322"/>
              <a:ext cx="62426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7 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</a:t>
              </a:r>
            </a:p>
          </p:txBody>
        </p:sp>
        <p:sp>
          <p:nvSpPr>
            <p:cNvPr id="73" name="文字方塊 72">
              <a:extLst>
                <a:ext uri="{FF2B5EF4-FFF2-40B4-BE49-F238E27FC236}">
                  <a16:creationId xmlns:a16="http://schemas.microsoft.com/office/drawing/2014/main" id="{72DC2C4B-C1CB-2DC7-23A8-7E4EA0452A69}"/>
                </a:ext>
              </a:extLst>
            </p:cNvPr>
            <p:cNvSpPr txBox="1"/>
            <p:nvPr/>
          </p:nvSpPr>
          <p:spPr>
            <a:xfrm>
              <a:off x="5564185" y="2898805"/>
              <a:ext cx="30663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7</a:t>
              </a:r>
            </a:p>
          </p:txBody>
        </p:sp>
      </p:grp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D32D4A45-D06E-85FD-0AAB-4D8A5CA3FBF9}"/>
              </a:ext>
            </a:extLst>
          </p:cNvPr>
          <p:cNvGrpSpPr/>
          <p:nvPr/>
        </p:nvGrpSpPr>
        <p:grpSpPr>
          <a:xfrm>
            <a:off x="6330810" y="1791317"/>
            <a:ext cx="1565109" cy="766770"/>
            <a:chOff x="6087375" y="3210493"/>
            <a:chExt cx="1565109" cy="766770"/>
          </a:xfrm>
        </p:grpSpPr>
        <p:sp>
          <p:nvSpPr>
            <p:cNvPr id="74" name="文字方塊 73">
              <a:extLst>
                <a:ext uri="{FF2B5EF4-FFF2-40B4-BE49-F238E27FC236}">
                  <a16:creationId xmlns:a16="http://schemas.microsoft.com/office/drawing/2014/main" id="{E5AD595E-751B-E0F3-51F5-2032418D2AF9}"/>
                </a:ext>
              </a:extLst>
            </p:cNvPr>
            <p:cNvSpPr txBox="1"/>
            <p:nvPr/>
          </p:nvSpPr>
          <p:spPr>
            <a:xfrm>
              <a:off x="6087375" y="3269377"/>
              <a:ext cx="32090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</a:t>
              </a:r>
            </a:p>
            <a:p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  <p:grpSp>
          <p:nvGrpSpPr>
            <p:cNvPr id="13" name="群組 12">
              <a:extLst>
                <a:ext uri="{FF2B5EF4-FFF2-40B4-BE49-F238E27FC236}">
                  <a16:creationId xmlns:a16="http://schemas.microsoft.com/office/drawing/2014/main" id="{B3278D51-80E5-4340-256B-3C5C8AEF0AE8}"/>
                </a:ext>
              </a:extLst>
            </p:cNvPr>
            <p:cNvGrpSpPr/>
            <p:nvPr/>
          </p:nvGrpSpPr>
          <p:grpSpPr>
            <a:xfrm>
              <a:off x="6299894" y="3210493"/>
              <a:ext cx="1352590" cy="744790"/>
              <a:chOff x="6262347" y="2868066"/>
              <a:chExt cx="1352590" cy="74479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文字方塊 62">
                    <a:extLst>
                      <a:ext uri="{FF2B5EF4-FFF2-40B4-BE49-F238E27FC236}">
                        <a16:creationId xmlns:a16="http://schemas.microsoft.com/office/drawing/2014/main" id="{FE843206-3368-4567-AC52-57B360CC5A8D}"/>
                      </a:ext>
                    </a:extLst>
                  </p:cNvPr>
                  <p:cNvSpPr txBox="1"/>
                  <p:nvPr/>
                </p:nvSpPr>
                <p:spPr>
                  <a:xfrm>
                    <a:off x="6344489" y="2886480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63" name="文字方塊 62">
                    <a:extLst>
                      <a:ext uri="{FF2B5EF4-FFF2-40B4-BE49-F238E27FC236}">
                        <a16:creationId xmlns:a16="http://schemas.microsoft.com/office/drawing/2014/main" id="{FE843206-3368-4567-AC52-57B360CC5A8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44489" y="2886480"/>
                    <a:ext cx="295688" cy="400110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文字方塊 70">
                    <a:extLst>
                      <a:ext uri="{FF2B5EF4-FFF2-40B4-BE49-F238E27FC236}">
                        <a16:creationId xmlns:a16="http://schemas.microsoft.com/office/drawing/2014/main" id="{5FA7F474-1AF2-4F35-B458-7264A31C5471}"/>
                      </a:ext>
                    </a:extLst>
                  </p:cNvPr>
                  <p:cNvSpPr txBox="1"/>
                  <p:nvPr/>
                </p:nvSpPr>
                <p:spPr>
                  <a:xfrm>
                    <a:off x="7019214" y="2904922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71" name="文字方塊 70">
                    <a:extLst>
                      <a:ext uri="{FF2B5EF4-FFF2-40B4-BE49-F238E27FC236}">
                        <a16:creationId xmlns:a16="http://schemas.microsoft.com/office/drawing/2014/main" id="{5FA7F474-1AF2-4F35-B458-7264A31C547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19214" y="2904922"/>
                    <a:ext cx="295688" cy="400110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EB751FD9-29CA-50AF-A76A-CC2F234FF9E2}"/>
                  </a:ext>
                </a:extLst>
              </p:cNvPr>
              <p:cNvSpPr txBox="1"/>
              <p:nvPr/>
            </p:nvSpPr>
            <p:spPr>
              <a:xfrm>
                <a:off x="6262347" y="2868066"/>
                <a:ext cx="3577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12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endParaRPr lang="en-HK" sz="12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  <p:sp>
            <p:nvSpPr>
              <p:cNvPr id="76" name="文字方塊 75">
                <a:extLst>
                  <a:ext uri="{FF2B5EF4-FFF2-40B4-BE49-F238E27FC236}">
                    <a16:creationId xmlns:a16="http://schemas.microsoft.com/office/drawing/2014/main" id="{C2A754E7-EC21-3524-ADCB-114FB0FF1B61}"/>
                  </a:ext>
                </a:extLst>
              </p:cNvPr>
              <p:cNvSpPr txBox="1"/>
              <p:nvPr/>
            </p:nvSpPr>
            <p:spPr>
              <a:xfrm>
                <a:off x="6516060" y="2904970"/>
                <a:ext cx="69508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6 </a:t>
                </a:r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x</a:t>
                </a:r>
              </a:p>
              <a:p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AEC620BD-2759-8B9F-54B1-F2D3AF73CA42}"/>
                  </a:ext>
                </a:extLst>
              </p:cNvPr>
              <p:cNvSpPr txBox="1"/>
              <p:nvPr/>
            </p:nvSpPr>
            <p:spPr>
              <a:xfrm>
                <a:off x="7308307" y="2868395"/>
                <a:ext cx="30663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7</a:t>
                </a:r>
              </a:p>
            </p:txBody>
          </p:sp>
        </p:grpSp>
      </p:grp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AD108D54-712C-6838-0805-F5785DAAB467}"/>
              </a:ext>
            </a:extLst>
          </p:cNvPr>
          <p:cNvGrpSpPr/>
          <p:nvPr/>
        </p:nvGrpSpPr>
        <p:grpSpPr>
          <a:xfrm>
            <a:off x="4110402" y="1200417"/>
            <a:ext cx="2265567" cy="527321"/>
            <a:chOff x="3331071" y="1692554"/>
            <a:chExt cx="2265567" cy="52732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文字方塊 79">
                  <a:extLst>
                    <a:ext uri="{FF2B5EF4-FFF2-40B4-BE49-F238E27FC236}">
                      <a16:creationId xmlns:a16="http://schemas.microsoft.com/office/drawing/2014/main" id="{263A596A-3A93-6322-3E75-BF5469F7A9B2}"/>
                    </a:ext>
                  </a:extLst>
                </p:cNvPr>
                <p:cNvSpPr txBox="1"/>
                <p:nvPr/>
              </p:nvSpPr>
              <p:spPr>
                <a:xfrm>
                  <a:off x="4866104" y="1785655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80" name="文字方塊 79">
                  <a:extLst>
                    <a:ext uri="{FF2B5EF4-FFF2-40B4-BE49-F238E27FC236}">
                      <a16:creationId xmlns:a16="http://schemas.microsoft.com/office/drawing/2014/main" id="{263A596A-3A93-6322-3E75-BF5469F7A9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66104" y="1785655"/>
                  <a:ext cx="295688" cy="400110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文字方塊 80">
                  <a:extLst>
                    <a:ext uri="{FF2B5EF4-FFF2-40B4-BE49-F238E27FC236}">
                      <a16:creationId xmlns:a16="http://schemas.microsoft.com/office/drawing/2014/main" id="{20A4E7E0-9D12-1FA0-28B9-4034BDAAE386}"/>
                    </a:ext>
                  </a:extLst>
                </p:cNvPr>
                <p:cNvSpPr txBox="1"/>
                <p:nvPr/>
              </p:nvSpPr>
              <p:spPr>
                <a:xfrm>
                  <a:off x="3649016" y="1779222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81" name="文字方塊 80">
                  <a:extLst>
                    <a:ext uri="{FF2B5EF4-FFF2-40B4-BE49-F238E27FC236}">
                      <a16:creationId xmlns:a16="http://schemas.microsoft.com/office/drawing/2014/main" id="{20A4E7E0-9D12-1FA0-28B9-4034BDAAE3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9016" y="1779222"/>
                  <a:ext cx="295688" cy="400110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文字方塊 81">
                  <a:extLst>
                    <a:ext uri="{FF2B5EF4-FFF2-40B4-BE49-F238E27FC236}">
                      <a16:creationId xmlns:a16="http://schemas.microsoft.com/office/drawing/2014/main" id="{B9D3BBA1-E287-7DC0-C93D-26719D5B769E}"/>
                    </a:ext>
                  </a:extLst>
                </p:cNvPr>
                <p:cNvSpPr txBox="1"/>
                <p:nvPr/>
              </p:nvSpPr>
              <p:spPr>
                <a:xfrm>
                  <a:off x="5300950" y="1812447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82" name="文字方塊 81">
                  <a:extLst>
                    <a:ext uri="{FF2B5EF4-FFF2-40B4-BE49-F238E27FC236}">
                      <a16:creationId xmlns:a16="http://schemas.microsoft.com/office/drawing/2014/main" id="{B9D3BBA1-E287-7DC0-C93D-26719D5B76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00950" y="1812447"/>
                  <a:ext cx="295688" cy="400110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3" name="文字方塊 82">
              <a:extLst>
                <a:ext uri="{FF2B5EF4-FFF2-40B4-BE49-F238E27FC236}">
                  <a16:creationId xmlns:a16="http://schemas.microsoft.com/office/drawing/2014/main" id="{4F6C595F-016E-E4B0-94D5-876F7EB24C55}"/>
                </a:ext>
              </a:extLst>
            </p:cNvPr>
            <p:cNvSpPr txBox="1"/>
            <p:nvPr/>
          </p:nvSpPr>
          <p:spPr>
            <a:xfrm>
              <a:off x="3331071" y="1794406"/>
              <a:ext cx="32090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</a:t>
              </a:r>
            </a:p>
          </p:txBody>
        </p:sp>
        <p:sp>
          <p:nvSpPr>
            <p:cNvPr id="84" name="文字方塊 83">
              <a:extLst>
                <a:ext uri="{FF2B5EF4-FFF2-40B4-BE49-F238E27FC236}">
                  <a16:creationId xmlns:a16="http://schemas.microsoft.com/office/drawing/2014/main" id="{853F3B5B-54DE-CDC3-0D8F-6CB85A9CCCB7}"/>
                </a:ext>
              </a:extLst>
            </p:cNvPr>
            <p:cNvSpPr txBox="1"/>
            <p:nvPr/>
          </p:nvSpPr>
          <p:spPr>
            <a:xfrm>
              <a:off x="3527506" y="1692554"/>
              <a:ext cx="35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85" name="文字方塊 84">
              <a:extLst>
                <a:ext uri="{FF2B5EF4-FFF2-40B4-BE49-F238E27FC236}">
                  <a16:creationId xmlns:a16="http://schemas.microsoft.com/office/drawing/2014/main" id="{4D679A9F-C606-FFCA-8BE3-1E429533B129}"/>
                </a:ext>
              </a:extLst>
            </p:cNvPr>
            <p:cNvSpPr txBox="1"/>
            <p:nvPr/>
          </p:nvSpPr>
          <p:spPr>
            <a:xfrm>
              <a:off x="3904858" y="1819765"/>
              <a:ext cx="32090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文字方塊 85">
                  <a:extLst>
                    <a:ext uri="{FF2B5EF4-FFF2-40B4-BE49-F238E27FC236}">
                      <a16:creationId xmlns:a16="http://schemas.microsoft.com/office/drawing/2014/main" id="{C3954B78-F255-F2D5-3379-E695323C72BD}"/>
                    </a:ext>
                  </a:extLst>
                </p:cNvPr>
                <p:cNvSpPr txBox="1"/>
                <p:nvPr/>
              </p:nvSpPr>
              <p:spPr>
                <a:xfrm>
                  <a:off x="4201037" y="179102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86" name="文字方塊 85">
                  <a:extLst>
                    <a:ext uri="{FF2B5EF4-FFF2-40B4-BE49-F238E27FC236}">
                      <a16:creationId xmlns:a16="http://schemas.microsoft.com/office/drawing/2014/main" id="{C3954B78-F255-F2D5-3379-E695323C72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1037" y="1791028"/>
                  <a:ext cx="295688" cy="400110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8" name="文字方塊 87">
              <a:extLst>
                <a:ext uri="{FF2B5EF4-FFF2-40B4-BE49-F238E27FC236}">
                  <a16:creationId xmlns:a16="http://schemas.microsoft.com/office/drawing/2014/main" id="{B96C8928-D11C-0B95-4272-5C431F690173}"/>
                </a:ext>
              </a:extLst>
            </p:cNvPr>
            <p:cNvSpPr txBox="1"/>
            <p:nvPr/>
          </p:nvSpPr>
          <p:spPr>
            <a:xfrm>
              <a:off x="4394175" y="1791545"/>
              <a:ext cx="69855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7 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</a:t>
              </a:r>
            </a:p>
          </p:txBody>
        </p:sp>
        <p:sp>
          <p:nvSpPr>
            <p:cNvPr id="89" name="文字方塊 88">
              <a:extLst>
                <a:ext uri="{FF2B5EF4-FFF2-40B4-BE49-F238E27FC236}">
                  <a16:creationId xmlns:a16="http://schemas.microsoft.com/office/drawing/2014/main" id="{D8C7E07E-F099-F6FF-52C5-E28B5F5D087E}"/>
                </a:ext>
              </a:extLst>
            </p:cNvPr>
            <p:cNvSpPr txBox="1"/>
            <p:nvPr/>
          </p:nvSpPr>
          <p:spPr>
            <a:xfrm>
              <a:off x="5098396" y="1791028"/>
              <a:ext cx="30663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7</a:t>
              </a:r>
            </a:p>
          </p:txBody>
        </p:sp>
      </p:grp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4E29AD71-ADE4-53B5-D298-44F0621BC460}"/>
              </a:ext>
            </a:extLst>
          </p:cNvPr>
          <p:cNvGrpSpPr/>
          <p:nvPr/>
        </p:nvGrpSpPr>
        <p:grpSpPr>
          <a:xfrm>
            <a:off x="6312889" y="1293518"/>
            <a:ext cx="1557813" cy="744790"/>
            <a:chOff x="5591335" y="1760289"/>
            <a:chExt cx="1557813" cy="74479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文字方塊 78">
                  <a:extLst>
                    <a:ext uri="{FF2B5EF4-FFF2-40B4-BE49-F238E27FC236}">
                      <a16:creationId xmlns:a16="http://schemas.microsoft.com/office/drawing/2014/main" id="{7CD74064-0DDE-7E7D-281E-BA413B50573D}"/>
                    </a:ext>
                  </a:extLst>
                </p:cNvPr>
                <p:cNvSpPr txBox="1"/>
                <p:nvPr/>
              </p:nvSpPr>
              <p:spPr>
                <a:xfrm>
                  <a:off x="5878700" y="1778703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79" name="文字方塊 78">
                  <a:extLst>
                    <a:ext uri="{FF2B5EF4-FFF2-40B4-BE49-F238E27FC236}">
                      <a16:creationId xmlns:a16="http://schemas.microsoft.com/office/drawing/2014/main" id="{7CD74064-0DDE-7E7D-281E-BA413B5057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78700" y="1778703"/>
                  <a:ext cx="295688" cy="400110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文字方塊 86">
                  <a:extLst>
                    <a:ext uri="{FF2B5EF4-FFF2-40B4-BE49-F238E27FC236}">
                      <a16:creationId xmlns:a16="http://schemas.microsoft.com/office/drawing/2014/main" id="{BC9261BB-97F4-67B7-790F-3552D872B1B6}"/>
                    </a:ext>
                  </a:extLst>
                </p:cNvPr>
                <p:cNvSpPr txBox="1"/>
                <p:nvPr/>
              </p:nvSpPr>
              <p:spPr>
                <a:xfrm>
                  <a:off x="6553425" y="1797145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87" name="文字方塊 86">
                  <a:extLst>
                    <a:ext uri="{FF2B5EF4-FFF2-40B4-BE49-F238E27FC236}">
                      <a16:creationId xmlns:a16="http://schemas.microsoft.com/office/drawing/2014/main" id="{BC9261BB-97F4-67B7-790F-3552D872B1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53425" y="1797145"/>
                  <a:ext cx="295688" cy="400110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0" name="文字方塊 89">
              <a:extLst>
                <a:ext uri="{FF2B5EF4-FFF2-40B4-BE49-F238E27FC236}">
                  <a16:creationId xmlns:a16="http://schemas.microsoft.com/office/drawing/2014/main" id="{E7086CFA-BB03-DFA9-F9E6-505078C335F3}"/>
                </a:ext>
              </a:extLst>
            </p:cNvPr>
            <p:cNvSpPr txBox="1"/>
            <p:nvPr/>
          </p:nvSpPr>
          <p:spPr>
            <a:xfrm>
              <a:off x="5591335" y="1791028"/>
              <a:ext cx="32090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</a:t>
              </a:r>
            </a:p>
          </p:txBody>
        </p:sp>
        <p:sp>
          <p:nvSpPr>
            <p:cNvPr id="91" name="文字方塊 90">
              <a:extLst>
                <a:ext uri="{FF2B5EF4-FFF2-40B4-BE49-F238E27FC236}">
                  <a16:creationId xmlns:a16="http://schemas.microsoft.com/office/drawing/2014/main" id="{EC17B358-8091-AA86-335E-956BA3CF5299}"/>
                </a:ext>
              </a:extLst>
            </p:cNvPr>
            <p:cNvSpPr txBox="1"/>
            <p:nvPr/>
          </p:nvSpPr>
          <p:spPr>
            <a:xfrm>
              <a:off x="5796558" y="1760289"/>
              <a:ext cx="35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92" name="文字方塊 91">
              <a:extLst>
                <a:ext uri="{FF2B5EF4-FFF2-40B4-BE49-F238E27FC236}">
                  <a16:creationId xmlns:a16="http://schemas.microsoft.com/office/drawing/2014/main" id="{E3A8B3D9-A67C-3DFA-8300-23CE7479E57F}"/>
                </a:ext>
              </a:extLst>
            </p:cNvPr>
            <p:cNvSpPr txBox="1"/>
            <p:nvPr/>
          </p:nvSpPr>
          <p:spPr>
            <a:xfrm>
              <a:off x="6063241" y="1797193"/>
              <a:ext cx="70538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8 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</a:t>
              </a:r>
            </a:p>
            <a:p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  <p:sp>
          <p:nvSpPr>
            <p:cNvPr id="93" name="文字方塊 92">
              <a:extLst>
                <a:ext uri="{FF2B5EF4-FFF2-40B4-BE49-F238E27FC236}">
                  <a16:creationId xmlns:a16="http://schemas.microsoft.com/office/drawing/2014/main" id="{589AF030-0DE7-689E-13FC-BFF77A45DEC0}"/>
                </a:ext>
              </a:extLst>
            </p:cNvPr>
            <p:cNvSpPr txBox="1"/>
            <p:nvPr/>
          </p:nvSpPr>
          <p:spPr>
            <a:xfrm>
              <a:off x="6842518" y="1779744"/>
              <a:ext cx="30663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7</a:t>
              </a:r>
            </a:p>
          </p:txBody>
        </p:sp>
      </p:grpSp>
      <p:pic>
        <p:nvPicPr>
          <p:cNvPr id="19" name="圖片 18">
            <a:extLst>
              <a:ext uri="{FF2B5EF4-FFF2-40B4-BE49-F238E27FC236}">
                <a16:creationId xmlns:a16="http://schemas.microsoft.com/office/drawing/2014/main" id="{8C82D147-2D1E-B9F7-AB19-F3972099BA5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3465" y="10772"/>
            <a:ext cx="3886742" cy="221963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0" name="筆跡 19">
                <a:extLst>
                  <a:ext uri="{FF2B5EF4-FFF2-40B4-BE49-F238E27FC236}">
                    <a16:creationId xmlns:a16="http://schemas.microsoft.com/office/drawing/2014/main" id="{9FFDDC99-97A9-3855-FD69-51277FC84694}"/>
                  </a:ext>
                </a:extLst>
              </p14:cNvPr>
              <p14:cNvContentPartPr/>
              <p14:nvPr/>
            </p14:nvContentPartPr>
            <p14:xfrm>
              <a:off x="849472" y="1097729"/>
              <a:ext cx="2525441" cy="45719"/>
            </p14:xfrm>
          </p:contentPart>
        </mc:Choice>
        <mc:Fallback xmlns="">
          <p:pic>
            <p:nvPicPr>
              <p:cNvPr id="20" name="筆跡 19">
                <a:extLst>
                  <a:ext uri="{FF2B5EF4-FFF2-40B4-BE49-F238E27FC236}">
                    <a16:creationId xmlns:a16="http://schemas.microsoft.com/office/drawing/2014/main" id="{9FFDDC99-97A9-3855-FD69-51277FC84694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95440" y="-12617971"/>
                <a:ext cx="2633144" cy="2743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18379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6B39F8AB-7F31-97AB-9940-B52890B3898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256"/>
            <a:ext cx="4410691" cy="2095792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11209717-FE7E-9549-5A1A-8F09C6DEE58C}"/>
              </a:ext>
            </a:extLst>
          </p:cNvPr>
          <p:cNvSpPr/>
          <p:nvPr/>
        </p:nvSpPr>
        <p:spPr>
          <a:xfrm>
            <a:off x="4142416" y="447994"/>
            <a:ext cx="380489" cy="1491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grpSp>
        <p:nvGrpSpPr>
          <p:cNvPr id="39" name="群組 38">
            <a:extLst>
              <a:ext uri="{FF2B5EF4-FFF2-40B4-BE49-F238E27FC236}">
                <a16:creationId xmlns:a16="http://schemas.microsoft.com/office/drawing/2014/main" id="{6424934D-1BF9-F16D-4F5B-BF11016CADB7}"/>
              </a:ext>
            </a:extLst>
          </p:cNvPr>
          <p:cNvGrpSpPr/>
          <p:nvPr/>
        </p:nvGrpSpPr>
        <p:grpSpPr>
          <a:xfrm>
            <a:off x="4795347" y="466590"/>
            <a:ext cx="4864125" cy="825434"/>
            <a:chOff x="5450103" y="2088767"/>
            <a:chExt cx="4864125" cy="825434"/>
          </a:xfrm>
        </p:grpSpPr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55E89501-2144-917E-5111-81DE75B3346F}"/>
                </a:ext>
              </a:extLst>
            </p:cNvPr>
            <p:cNvSpPr txBox="1"/>
            <p:nvPr/>
          </p:nvSpPr>
          <p:spPr>
            <a:xfrm>
              <a:off x="6238711" y="2174011"/>
              <a:ext cx="62646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9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q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  <p:sp>
          <p:nvSpPr>
            <p:cNvPr id="27" name="文字方塊 26">
              <a:extLst>
                <a:ext uri="{FF2B5EF4-FFF2-40B4-BE49-F238E27FC236}">
                  <a16:creationId xmlns:a16="http://schemas.microsoft.com/office/drawing/2014/main" id="{E10B223A-0620-5A74-B068-9ADE9D331436}"/>
                </a:ext>
              </a:extLst>
            </p:cNvPr>
            <p:cNvSpPr txBox="1"/>
            <p:nvPr/>
          </p:nvSpPr>
          <p:spPr>
            <a:xfrm>
              <a:off x="6556894" y="2088767"/>
              <a:ext cx="35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字方塊 29">
                  <a:extLst>
                    <a:ext uri="{FF2B5EF4-FFF2-40B4-BE49-F238E27FC236}">
                      <a16:creationId xmlns:a16="http://schemas.microsoft.com/office/drawing/2014/main" id="{8F5C11A8-C124-6429-2950-B32E392F734A}"/>
                    </a:ext>
                  </a:extLst>
                </p:cNvPr>
                <p:cNvSpPr txBox="1"/>
                <p:nvPr/>
              </p:nvSpPr>
              <p:spPr>
                <a:xfrm>
                  <a:off x="8500412" y="2238053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0" name="文字方塊 29">
                  <a:extLst>
                    <a:ext uri="{FF2B5EF4-FFF2-40B4-BE49-F238E27FC236}">
                      <a16:creationId xmlns:a16="http://schemas.microsoft.com/office/drawing/2014/main" id="{8F5C11A8-C124-6429-2950-B32E392F73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00412" y="2238053"/>
                  <a:ext cx="295688" cy="40011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" name="群組 9">
              <a:extLst>
                <a:ext uri="{FF2B5EF4-FFF2-40B4-BE49-F238E27FC236}">
                  <a16:creationId xmlns:a16="http://schemas.microsoft.com/office/drawing/2014/main" id="{3F164600-FC50-0041-1295-4F2C8EB1D0D8}"/>
                </a:ext>
              </a:extLst>
            </p:cNvPr>
            <p:cNvGrpSpPr/>
            <p:nvPr/>
          </p:nvGrpSpPr>
          <p:grpSpPr>
            <a:xfrm>
              <a:off x="5450103" y="2093174"/>
              <a:ext cx="2539712" cy="508715"/>
              <a:chOff x="3721293" y="3248433"/>
              <a:chExt cx="2539712" cy="50871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文字方塊 12">
                    <a:extLst>
                      <a:ext uri="{FF2B5EF4-FFF2-40B4-BE49-F238E27FC236}">
                        <a16:creationId xmlns:a16="http://schemas.microsoft.com/office/drawing/2014/main" id="{3F02F329-35F3-CF94-76DF-DAECBEC22740}"/>
                      </a:ext>
                    </a:extLst>
                  </p:cNvPr>
                  <p:cNvSpPr txBox="1"/>
                  <p:nvPr/>
                </p:nvSpPr>
                <p:spPr>
                  <a:xfrm>
                    <a:off x="4313383" y="3323813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13" name="文字方塊 12">
                    <a:extLst>
                      <a:ext uri="{FF2B5EF4-FFF2-40B4-BE49-F238E27FC236}">
                        <a16:creationId xmlns:a16="http://schemas.microsoft.com/office/drawing/2014/main" id="{3F02F329-35F3-CF94-76DF-DAECBEC2274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13383" y="3323813"/>
                    <a:ext cx="295688" cy="40011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文字方塊 13">
                    <a:extLst>
                      <a:ext uri="{FF2B5EF4-FFF2-40B4-BE49-F238E27FC236}">
                        <a16:creationId xmlns:a16="http://schemas.microsoft.com/office/drawing/2014/main" id="{BEBCF2FC-4B8B-B67D-5FBA-2AF0C109054A}"/>
                      </a:ext>
                    </a:extLst>
                  </p:cNvPr>
                  <p:cNvSpPr txBox="1"/>
                  <p:nvPr/>
                </p:nvSpPr>
                <p:spPr>
                  <a:xfrm>
                    <a:off x="5965317" y="3357038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14" name="文字方塊 13">
                    <a:extLst>
                      <a:ext uri="{FF2B5EF4-FFF2-40B4-BE49-F238E27FC236}">
                        <a16:creationId xmlns:a16="http://schemas.microsoft.com/office/drawing/2014/main" id="{BEBCF2FC-4B8B-B67D-5FBA-2AF0C109054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65317" y="3357038"/>
                    <a:ext cx="295688" cy="40011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FE333817-A535-1C2E-45F2-7604B6D31D80}"/>
                  </a:ext>
                </a:extLst>
              </p:cNvPr>
              <p:cNvSpPr txBox="1"/>
              <p:nvPr/>
            </p:nvSpPr>
            <p:spPr>
              <a:xfrm>
                <a:off x="3721293" y="3338997"/>
                <a:ext cx="79260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49</a:t>
                </a:r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p</a:t>
                </a:r>
              </a:p>
            </p:txBody>
          </p:sp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FA877FEB-2FE0-685D-F6A9-50903FFE9A9A}"/>
                  </a:ext>
                </a:extLst>
              </p:cNvPr>
              <p:cNvSpPr txBox="1"/>
              <p:nvPr/>
            </p:nvSpPr>
            <p:spPr>
              <a:xfrm>
                <a:off x="4191868" y="3248433"/>
                <a:ext cx="3577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12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endParaRPr lang="en-HK" sz="12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文字方塊 17">
                    <a:extLst>
                      <a:ext uri="{FF2B5EF4-FFF2-40B4-BE49-F238E27FC236}">
                        <a16:creationId xmlns:a16="http://schemas.microsoft.com/office/drawing/2014/main" id="{68DFE587-E537-22E4-2A76-FEDB6FC14114}"/>
                      </a:ext>
                    </a:extLst>
                  </p:cNvPr>
                  <p:cNvSpPr txBox="1"/>
                  <p:nvPr/>
                </p:nvSpPr>
                <p:spPr>
                  <a:xfrm>
                    <a:off x="4865404" y="3335619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18" name="文字方塊 17">
                    <a:extLst>
                      <a:ext uri="{FF2B5EF4-FFF2-40B4-BE49-F238E27FC236}">
                        <a16:creationId xmlns:a16="http://schemas.microsoft.com/office/drawing/2014/main" id="{68DFE587-E537-22E4-2A76-FEDB6FC1411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65404" y="3335619"/>
                    <a:ext cx="295688" cy="40011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DBCF1A1C-8E07-2297-839A-B3390A342302}"/>
                  </a:ext>
                </a:extLst>
              </p:cNvPr>
              <p:cNvSpPr txBox="1"/>
              <p:nvPr/>
            </p:nvSpPr>
            <p:spPr>
              <a:xfrm>
                <a:off x="5136362" y="3336136"/>
                <a:ext cx="91861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42</a:t>
                </a:r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pq</a:t>
                </a:r>
              </a:p>
            </p:txBody>
          </p:sp>
        </p:grpSp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F615308F-4327-EE4F-9E18-2E22A4B8B26B}"/>
                </a:ext>
              </a:extLst>
            </p:cNvPr>
            <p:cNvSpPr txBox="1"/>
            <p:nvPr/>
          </p:nvSpPr>
          <p:spPr>
            <a:xfrm>
              <a:off x="7939291" y="2183738"/>
              <a:ext cx="79260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49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p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2F0A4A01-88F3-89C7-6165-70B0D772BB74}"/>
                </a:ext>
              </a:extLst>
            </p:cNvPr>
            <p:cNvSpPr txBox="1"/>
            <p:nvPr/>
          </p:nvSpPr>
          <p:spPr>
            <a:xfrm>
              <a:off x="8443731" y="2093174"/>
              <a:ext cx="35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31" name="文字方塊 30">
              <a:extLst>
                <a:ext uri="{FF2B5EF4-FFF2-40B4-BE49-F238E27FC236}">
                  <a16:creationId xmlns:a16="http://schemas.microsoft.com/office/drawing/2014/main" id="{AF303D96-E8D7-F15C-A142-FB32C53979C9}"/>
                </a:ext>
              </a:extLst>
            </p:cNvPr>
            <p:cNvSpPr txBox="1"/>
            <p:nvPr/>
          </p:nvSpPr>
          <p:spPr>
            <a:xfrm>
              <a:off x="8772984" y="2197816"/>
              <a:ext cx="93288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42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pq</a:t>
              </a:r>
            </a:p>
          </p:txBody>
        </p:sp>
        <p:sp>
          <p:nvSpPr>
            <p:cNvPr id="32" name="文字方塊 31">
              <a:extLst>
                <a:ext uri="{FF2B5EF4-FFF2-40B4-BE49-F238E27FC236}">
                  <a16:creationId xmlns:a16="http://schemas.microsoft.com/office/drawing/2014/main" id="{C5269339-DD49-1834-AB4A-61C500C2186F}"/>
                </a:ext>
              </a:extLst>
            </p:cNvPr>
            <p:cNvSpPr txBox="1"/>
            <p:nvPr/>
          </p:nvSpPr>
          <p:spPr>
            <a:xfrm>
              <a:off x="9639852" y="2206315"/>
              <a:ext cx="50258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9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q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字方塊 32">
                  <a:extLst>
                    <a:ext uri="{FF2B5EF4-FFF2-40B4-BE49-F238E27FC236}">
                      <a16:creationId xmlns:a16="http://schemas.microsoft.com/office/drawing/2014/main" id="{22142092-E99A-FBB9-A3DE-A4A74000363E}"/>
                    </a:ext>
                  </a:extLst>
                </p:cNvPr>
                <p:cNvSpPr txBox="1"/>
                <p:nvPr/>
              </p:nvSpPr>
              <p:spPr>
                <a:xfrm>
                  <a:off x="9427711" y="2231159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3" name="文字方塊 32">
                  <a:extLst>
                    <a:ext uri="{FF2B5EF4-FFF2-40B4-BE49-F238E27FC236}">
                      <a16:creationId xmlns:a16="http://schemas.microsoft.com/office/drawing/2014/main" id="{22142092-E99A-FBB9-A3DE-A4A7400036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27711" y="2231159"/>
                  <a:ext cx="295688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文字方塊 33">
              <a:extLst>
                <a:ext uri="{FF2B5EF4-FFF2-40B4-BE49-F238E27FC236}">
                  <a16:creationId xmlns:a16="http://schemas.microsoft.com/office/drawing/2014/main" id="{7F27863B-FD93-63B6-7A60-7BA66F8188B7}"/>
                </a:ext>
              </a:extLst>
            </p:cNvPr>
            <p:cNvSpPr txBox="1"/>
            <p:nvPr/>
          </p:nvSpPr>
          <p:spPr>
            <a:xfrm>
              <a:off x="9956438" y="2160903"/>
              <a:ext cx="35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64" name="群組 63">
            <a:extLst>
              <a:ext uri="{FF2B5EF4-FFF2-40B4-BE49-F238E27FC236}">
                <a16:creationId xmlns:a16="http://schemas.microsoft.com/office/drawing/2014/main" id="{C9F38243-6C2A-6E82-B51D-A2C886C983F7}"/>
              </a:ext>
            </a:extLst>
          </p:cNvPr>
          <p:cNvGrpSpPr/>
          <p:nvPr/>
        </p:nvGrpSpPr>
        <p:grpSpPr>
          <a:xfrm>
            <a:off x="7039371" y="939380"/>
            <a:ext cx="4008616" cy="553209"/>
            <a:chOff x="7039371" y="2367416"/>
            <a:chExt cx="4008616" cy="553209"/>
          </a:xfrm>
        </p:grpSpPr>
        <p:sp>
          <p:nvSpPr>
            <p:cNvPr id="48" name="文字方塊 47">
              <a:extLst>
                <a:ext uri="{FF2B5EF4-FFF2-40B4-BE49-F238E27FC236}">
                  <a16:creationId xmlns:a16="http://schemas.microsoft.com/office/drawing/2014/main" id="{1EE4309F-30BD-647F-6676-6146FE606E85}"/>
                </a:ext>
              </a:extLst>
            </p:cNvPr>
            <p:cNvSpPr txBox="1"/>
            <p:nvPr/>
          </p:nvSpPr>
          <p:spPr>
            <a:xfrm>
              <a:off x="9029318" y="2520515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p:sp>
          <p:nvSpPr>
            <p:cNvPr id="37" name="文字方塊 36">
              <a:extLst>
                <a:ext uri="{FF2B5EF4-FFF2-40B4-BE49-F238E27FC236}">
                  <a16:creationId xmlns:a16="http://schemas.microsoft.com/office/drawing/2014/main" id="{78902FBF-7BFB-AB0B-259A-686754D218F7}"/>
                </a:ext>
              </a:extLst>
            </p:cNvPr>
            <p:cNvSpPr txBox="1"/>
            <p:nvPr/>
          </p:nvSpPr>
          <p:spPr>
            <a:xfrm>
              <a:off x="7832698" y="2509127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p:sp>
          <p:nvSpPr>
            <p:cNvPr id="42" name="文字方塊 41">
              <a:extLst>
                <a:ext uri="{FF2B5EF4-FFF2-40B4-BE49-F238E27FC236}">
                  <a16:creationId xmlns:a16="http://schemas.microsoft.com/office/drawing/2014/main" id="{FAE43460-9B39-E60C-8372-B7C1C1543EAD}"/>
                </a:ext>
              </a:extLst>
            </p:cNvPr>
            <p:cNvSpPr txBox="1"/>
            <p:nvPr/>
          </p:nvSpPr>
          <p:spPr>
            <a:xfrm>
              <a:off x="7969593" y="2389993"/>
              <a:ext cx="35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51" name="文字方塊 50">
              <a:extLst>
                <a:ext uri="{FF2B5EF4-FFF2-40B4-BE49-F238E27FC236}">
                  <a16:creationId xmlns:a16="http://schemas.microsoft.com/office/drawing/2014/main" id="{9574DAC5-7AC9-1B6A-253B-8677B04B0804}"/>
                </a:ext>
              </a:extLst>
            </p:cNvPr>
            <p:cNvSpPr txBox="1"/>
            <p:nvPr/>
          </p:nvSpPr>
          <p:spPr>
            <a:xfrm>
              <a:off x="9146557" y="2509415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52" name="文字方塊 51">
              <a:extLst>
                <a:ext uri="{FF2B5EF4-FFF2-40B4-BE49-F238E27FC236}">
                  <a16:creationId xmlns:a16="http://schemas.microsoft.com/office/drawing/2014/main" id="{3195175C-0AEC-52DB-E417-E8FE7EA5DA88}"/>
                </a:ext>
              </a:extLst>
            </p:cNvPr>
            <p:cNvSpPr txBox="1"/>
            <p:nvPr/>
          </p:nvSpPr>
          <p:spPr>
            <a:xfrm>
              <a:off x="9672776" y="2514775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p:sp>
          <p:nvSpPr>
            <p:cNvPr id="58" name="文字方塊 57">
              <a:extLst>
                <a:ext uri="{FF2B5EF4-FFF2-40B4-BE49-F238E27FC236}">
                  <a16:creationId xmlns:a16="http://schemas.microsoft.com/office/drawing/2014/main" id="{7B8DC586-6EC9-8E28-BB78-103AEB18C6FD}"/>
                </a:ext>
              </a:extLst>
            </p:cNvPr>
            <p:cNvSpPr txBox="1"/>
            <p:nvPr/>
          </p:nvSpPr>
          <p:spPr>
            <a:xfrm>
              <a:off x="10032726" y="2503770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59" name="文字方塊 58">
              <a:extLst>
                <a:ext uri="{FF2B5EF4-FFF2-40B4-BE49-F238E27FC236}">
                  <a16:creationId xmlns:a16="http://schemas.microsoft.com/office/drawing/2014/main" id="{92113C8F-D571-EB76-3363-571AA59A2E7D}"/>
                </a:ext>
              </a:extLst>
            </p:cNvPr>
            <p:cNvSpPr txBox="1"/>
            <p:nvPr/>
          </p:nvSpPr>
          <p:spPr>
            <a:xfrm>
              <a:off x="10553301" y="2503487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文字方塊 39">
                  <a:extLst>
                    <a:ext uri="{FF2B5EF4-FFF2-40B4-BE49-F238E27FC236}">
                      <a16:creationId xmlns:a16="http://schemas.microsoft.com/office/drawing/2014/main" id="{8169119C-7C7C-D824-5680-F64FC0941C22}"/>
                    </a:ext>
                  </a:extLst>
                </p:cNvPr>
                <p:cNvSpPr txBox="1"/>
                <p:nvPr/>
              </p:nvSpPr>
              <p:spPr>
                <a:xfrm>
                  <a:off x="7039371" y="2408290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40" name="文字方塊 39">
                  <a:extLst>
                    <a:ext uri="{FF2B5EF4-FFF2-40B4-BE49-F238E27FC236}">
                      <a16:creationId xmlns:a16="http://schemas.microsoft.com/office/drawing/2014/main" id="{8169119C-7C7C-D824-5680-F64FC0941C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39371" y="2408290"/>
                  <a:ext cx="295688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文字方塊 35">
              <a:extLst>
                <a:ext uri="{FF2B5EF4-FFF2-40B4-BE49-F238E27FC236}">
                  <a16:creationId xmlns:a16="http://schemas.microsoft.com/office/drawing/2014/main" id="{E85CA9A9-A12F-F988-A9A5-A6C32693C5BA}"/>
                </a:ext>
              </a:extLst>
            </p:cNvPr>
            <p:cNvSpPr txBox="1"/>
            <p:nvPr/>
          </p:nvSpPr>
          <p:spPr>
            <a:xfrm>
              <a:off x="7278259" y="2481186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41" name="文字方塊 40">
              <a:extLst>
                <a:ext uri="{FF2B5EF4-FFF2-40B4-BE49-F238E27FC236}">
                  <a16:creationId xmlns:a16="http://schemas.microsoft.com/office/drawing/2014/main" id="{B19F3FD6-D122-B582-74B8-9F8F3F18FA8B}"/>
                </a:ext>
              </a:extLst>
            </p:cNvPr>
            <p:cNvSpPr txBox="1"/>
            <p:nvPr/>
          </p:nvSpPr>
          <p:spPr>
            <a:xfrm>
              <a:off x="7431287" y="2457983"/>
              <a:ext cx="79260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7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p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字方塊 42">
                  <a:extLst>
                    <a:ext uri="{FF2B5EF4-FFF2-40B4-BE49-F238E27FC236}">
                      <a16:creationId xmlns:a16="http://schemas.microsoft.com/office/drawing/2014/main" id="{4DFF0AD2-62E8-7BF0-E306-CB0C63A9B232}"/>
                    </a:ext>
                  </a:extLst>
                </p:cNvPr>
                <p:cNvSpPr txBox="1"/>
                <p:nvPr/>
              </p:nvSpPr>
              <p:spPr>
                <a:xfrm>
                  <a:off x="8112553" y="2460247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43" name="文字方塊 42">
                  <a:extLst>
                    <a:ext uri="{FF2B5EF4-FFF2-40B4-BE49-F238E27FC236}">
                      <a16:creationId xmlns:a16="http://schemas.microsoft.com/office/drawing/2014/main" id="{4DFF0AD2-62E8-7BF0-E306-CB0C63A9B2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12553" y="2460247"/>
                  <a:ext cx="295688" cy="4001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文字方塊 43">
              <a:extLst>
                <a:ext uri="{FF2B5EF4-FFF2-40B4-BE49-F238E27FC236}">
                  <a16:creationId xmlns:a16="http://schemas.microsoft.com/office/drawing/2014/main" id="{2D5373C3-EC59-99B7-C73A-9F230D651D82}"/>
                </a:ext>
              </a:extLst>
            </p:cNvPr>
            <p:cNvSpPr txBox="1"/>
            <p:nvPr/>
          </p:nvSpPr>
          <p:spPr>
            <a:xfrm>
              <a:off x="8317466" y="2457981"/>
              <a:ext cx="4054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</a:p>
          </p:txBody>
        </p:sp>
        <p:sp>
          <p:nvSpPr>
            <p:cNvPr id="47" name="文字方塊 46">
              <a:extLst>
                <a:ext uri="{FF2B5EF4-FFF2-40B4-BE49-F238E27FC236}">
                  <a16:creationId xmlns:a16="http://schemas.microsoft.com/office/drawing/2014/main" id="{D2F028FE-F8B5-BCBB-6EC2-D2808C5CA306}"/>
                </a:ext>
              </a:extLst>
            </p:cNvPr>
            <p:cNvSpPr txBox="1"/>
            <p:nvPr/>
          </p:nvSpPr>
          <p:spPr>
            <a:xfrm>
              <a:off x="8469231" y="2486836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49" name="文字方塊 48">
              <a:extLst>
                <a:ext uri="{FF2B5EF4-FFF2-40B4-BE49-F238E27FC236}">
                  <a16:creationId xmlns:a16="http://schemas.microsoft.com/office/drawing/2014/main" id="{5B3B935D-7277-0D45-9165-9E7E14E0D873}"/>
                </a:ext>
              </a:extLst>
            </p:cNvPr>
            <p:cNvSpPr txBox="1"/>
            <p:nvPr/>
          </p:nvSpPr>
          <p:spPr>
            <a:xfrm>
              <a:off x="8622259" y="2463633"/>
              <a:ext cx="79260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7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p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  <p:sp>
          <p:nvSpPr>
            <p:cNvPr id="53" name="文字方塊 52">
              <a:extLst>
                <a:ext uri="{FF2B5EF4-FFF2-40B4-BE49-F238E27FC236}">
                  <a16:creationId xmlns:a16="http://schemas.microsoft.com/office/drawing/2014/main" id="{5B02A2C3-F699-998B-CC4A-D40A6A891705}"/>
                </a:ext>
              </a:extLst>
            </p:cNvPr>
            <p:cNvSpPr txBox="1"/>
            <p:nvPr/>
          </p:nvSpPr>
          <p:spPr>
            <a:xfrm>
              <a:off x="9271365" y="2463631"/>
              <a:ext cx="79260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q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文字方塊 53">
                  <a:extLst>
                    <a:ext uri="{FF2B5EF4-FFF2-40B4-BE49-F238E27FC236}">
                      <a16:creationId xmlns:a16="http://schemas.microsoft.com/office/drawing/2014/main" id="{6FF1B970-E4BD-9BE0-0200-D6044D43F853}"/>
                    </a:ext>
                  </a:extLst>
                </p:cNvPr>
                <p:cNvSpPr txBox="1"/>
                <p:nvPr/>
              </p:nvSpPr>
              <p:spPr>
                <a:xfrm>
                  <a:off x="9822819" y="2465894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54" name="文字方塊 53">
                  <a:extLst>
                    <a:ext uri="{FF2B5EF4-FFF2-40B4-BE49-F238E27FC236}">
                      <a16:creationId xmlns:a16="http://schemas.microsoft.com/office/drawing/2014/main" id="{6FF1B970-E4BD-9BE0-0200-D6044D43F8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22819" y="2465894"/>
                  <a:ext cx="295688" cy="4001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0" name="文字方塊 59">
              <a:extLst>
                <a:ext uri="{FF2B5EF4-FFF2-40B4-BE49-F238E27FC236}">
                  <a16:creationId xmlns:a16="http://schemas.microsoft.com/office/drawing/2014/main" id="{91A62E38-6C8C-04B2-9FB9-20FF6FA926FA}"/>
                </a:ext>
              </a:extLst>
            </p:cNvPr>
            <p:cNvSpPr txBox="1"/>
            <p:nvPr/>
          </p:nvSpPr>
          <p:spPr>
            <a:xfrm>
              <a:off x="10168822" y="2457987"/>
              <a:ext cx="50258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3q</a:t>
              </a:r>
            </a:p>
          </p:txBody>
        </p:sp>
        <p:sp>
          <p:nvSpPr>
            <p:cNvPr id="61" name="文字方塊 60">
              <a:extLst>
                <a:ext uri="{FF2B5EF4-FFF2-40B4-BE49-F238E27FC236}">
                  <a16:creationId xmlns:a16="http://schemas.microsoft.com/office/drawing/2014/main" id="{22B25E74-1A71-9FD4-AE7A-AEC31B162A7D}"/>
                </a:ext>
              </a:extLst>
            </p:cNvPr>
            <p:cNvSpPr txBox="1"/>
            <p:nvPr/>
          </p:nvSpPr>
          <p:spPr>
            <a:xfrm>
              <a:off x="10690197" y="2367416"/>
              <a:ext cx="35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73" name="群組 72">
            <a:extLst>
              <a:ext uri="{FF2B5EF4-FFF2-40B4-BE49-F238E27FC236}">
                <a16:creationId xmlns:a16="http://schemas.microsoft.com/office/drawing/2014/main" id="{C85CB4B1-7413-5C6B-D993-EF36E4CD6055}"/>
              </a:ext>
            </a:extLst>
          </p:cNvPr>
          <p:cNvGrpSpPr/>
          <p:nvPr/>
        </p:nvGrpSpPr>
        <p:grpSpPr>
          <a:xfrm>
            <a:off x="7045773" y="1495555"/>
            <a:ext cx="1875026" cy="511489"/>
            <a:chOff x="7039371" y="1495462"/>
            <a:chExt cx="1875026" cy="51148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字方塊 67">
                  <a:extLst>
                    <a:ext uri="{FF2B5EF4-FFF2-40B4-BE49-F238E27FC236}">
                      <a16:creationId xmlns:a16="http://schemas.microsoft.com/office/drawing/2014/main" id="{C162909E-8D4C-17E9-2B77-496B76027E79}"/>
                    </a:ext>
                  </a:extLst>
                </p:cNvPr>
                <p:cNvSpPr txBox="1"/>
                <p:nvPr/>
              </p:nvSpPr>
              <p:spPr>
                <a:xfrm>
                  <a:off x="7805459" y="1585037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68" name="文字方塊 67">
                  <a:extLst>
                    <a:ext uri="{FF2B5EF4-FFF2-40B4-BE49-F238E27FC236}">
                      <a16:creationId xmlns:a16="http://schemas.microsoft.com/office/drawing/2014/main" id="{C162909E-8D4C-17E9-2B77-496B76027E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05459" y="1585037"/>
                  <a:ext cx="295688" cy="40011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0" name="文字方塊 69">
              <a:extLst>
                <a:ext uri="{FF2B5EF4-FFF2-40B4-BE49-F238E27FC236}">
                  <a16:creationId xmlns:a16="http://schemas.microsoft.com/office/drawing/2014/main" id="{AE5B2238-1AF3-6F70-FFC4-BD51B9EEE641}"/>
                </a:ext>
              </a:extLst>
            </p:cNvPr>
            <p:cNvSpPr txBox="1"/>
            <p:nvPr/>
          </p:nvSpPr>
          <p:spPr>
            <a:xfrm>
              <a:off x="8415890" y="1606841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文字方塊 64">
                  <a:extLst>
                    <a:ext uri="{FF2B5EF4-FFF2-40B4-BE49-F238E27FC236}">
                      <a16:creationId xmlns:a16="http://schemas.microsoft.com/office/drawing/2014/main" id="{5135E915-FAC2-99FB-B224-EBB438316068}"/>
                    </a:ext>
                  </a:extLst>
                </p:cNvPr>
                <p:cNvSpPr txBox="1"/>
                <p:nvPr/>
              </p:nvSpPr>
              <p:spPr>
                <a:xfrm>
                  <a:off x="7039371" y="1495462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65" name="文字方塊 64">
                  <a:extLst>
                    <a:ext uri="{FF2B5EF4-FFF2-40B4-BE49-F238E27FC236}">
                      <a16:creationId xmlns:a16="http://schemas.microsoft.com/office/drawing/2014/main" id="{5135E915-FAC2-99FB-B224-EBB4383160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39371" y="1495462"/>
                  <a:ext cx="295688" cy="40011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6" name="文字方塊 65">
              <a:extLst>
                <a:ext uri="{FF2B5EF4-FFF2-40B4-BE49-F238E27FC236}">
                  <a16:creationId xmlns:a16="http://schemas.microsoft.com/office/drawing/2014/main" id="{F814A56A-BB33-BC54-4038-512AF6FAA7C6}"/>
                </a:ext>
              </a:extLst>
            </p:cNvPr>
            <p:cNvSpPr txBox="1"/>
            <p:nvPr/>
          </p:nvSpPr>
          <p:spPr>
            <a:xfrm>
              <a:off x="7431287" y="1545155"/>
              <a:ext cx="79260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7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p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  <p:sp>
          <p:nvSpPr>
            <p:cNvPr id="67" name="文字方塊 66">
              <a:extLst>
                <a:ext uri="{FF2B5EF4-FFF2-40B4-BE49-F238E27FC236}">
                  <a16:creationId xmlns:a16="http://schemas.microsoft.com/office/drawing/2014/main" id="{406A89E8-67DA-6DA4-C6A7-318E8230ED1B}"/>
                </a:ext>
              </a:extLst>
            </p:cNvPr>
            <p:cNvSpPr txBox="1"/>
            <p:nvPr/>
          </p:nvSpPr>
          <p:spPr>
            <a:xfrm>
              <a:off x="7312124" y="1562710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69" name="文字方塊 68">
              <a:extLst>
                <a:ext uri="{FF2B5EF4-FFF2-40B4-BE49-F238E27FC236}">
                  <a16:creationId xmlns:a16="http://schemas.microsoft.com/office/drawing/2014/main" id="{86FD345A-8D85-C3B5-D223-C8CA7C76F4F5}"/>
                </a:ext>
              </a:extLst>
            </p:cNvPr>
            <p:cNvSpPr txBox="1"/>
            <p:nvPr/>
          </p:nvSpPr>
          <p:spPr>
            <a:xfrm>
              <a:off x="8046519" y="1556445"/>
              <a:ext cx="79260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q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  <p:sp>
          <p:nvSpPr>
            <p:cNvPr id="71" name="文字方塊 70">
              <a:extLst>
                <a:ext uri="{FF2B5EF4-FFF2-40B4-BE49-F238E27FC236}">
                  <a16:creationId xmlns:a16="http://schemas.microsoft.com/office/drawing/2014/main" id="{64A84576-9506-D072-E1A0-26DB2A5AD1B2}"/>
                </a:ext>
              </a:extLst>
            </p:cNvPr>
            <p:cNvSpPr txBox="1"/>
            <p:nvPr/>
          </p:nvSpPr>
          <p:spPr>
            <a:xfrm>
              <a:off x="8556607" y="1578765"/>
              <a:ext cx="35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" name="筆跡 1">
                <a:extLst>
                  <a:ext uri="{FF2B5EF4-FFF2-40B4-BE49-F238E27FC236}">
                    <a16:creationId xmlns:a16="http://schemas.microsoft.com/office/drawing/2014/main" id="{58C8E0B0-10FA-382E-80A0-FD7C073AB73E}"/>
                  </a:ext>
                </a:extLst>
              </p14:cNvPr>
              <p14:cNvContentPartPr/>
              <p14:nvPr/>
            </p14:nvContentPartPr>
            <p14:xfrm>
              <a:off x="819665" y="1486849"/>
              <a:ext cx="2386706" cy="45719"/>
            </p14:xfrm>
          </p:contentPart>
        </mc:Choice>
        <mc:Fallback xmlns="">
          <p:pic>
            <p:nvPicPr>
              <p:cNvPr id="2" name="筆跡 1">
                <a:extLst>
                  <a:ext uri="{FF2B5EF4-FFF2-40B4-BE49-F238E27FC236}">
                    <a16:creationId xmlns:a16="http://schemas.microsoft.com/office/drawing/2014/main" id="{58C8E0B0-10FA-382E-80A0-FD7C073AB73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65635" y="-12228851"/>
                <a:ext cx="2494407" cy="2743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80927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字方塊 10">
            <a:extLst>
              <a:ext uri="{FF2B5EF4-FFF2-40B4-BE49-F238E27FC236}">
                <a16:creationId xmlns:a16="http://schemas.microsoft.com/office/drawing/2014/main" id="{E9373F8C-BF7E-9D07-E814-A024C7AE87D3}"/>
              </a:ext>
            </a:extLst>
          </p:cNvPr>
          <p:cNvSpPr txBox="1"/>
          <p:nvPr/>
        </p:nvSpPr>
        <p:spPr>
          <a:xfrm>
            <a:off x="4397608" y="2597969"/>
            <a:ext cx="58963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HK" altLang="en-US" b="1" i="1" dirty="0">
                <a:ln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latin typeface="Lucida Calligraphy" panose="03010101010101010101" pitchFamily="66" charset="0"/>
              </a:rPr>
              <a:t> </a:t>
            </a:r>
            <a:r>
              <a:rPr lang="en-US" altLang="zh-HK" b="1" i="1" dirty="0">
                <a:ln>
                  <a:solidFill>
                    <a:sysClr val="windowText" lastClr="000000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  <a:ea typeface="Cambria Math" panose="02040503050406030204" pitchFamily="18" charset="0"/>
              </a:rPr>
              <a:t>so </a:t>
            </a:r>
            <a:r>
              <a:rPr lang="en-US" altLang="zh-TW" b="1" dirty="0">
                <a:ln>
                  <a:solidFill>
                    <a:sysClr val="windowText" lastClr="000000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  <a:ea typeface="Cambria Math" panose="02040503050406030204" pitchFamily="18" charset="0"/>
              </a:rPr>
              <a:t>only x</a:t>
            </a:r>
            <a:r>
              <a:rPr lang="en-US" altLang="zh-TW" b="1" baseline="30000" dirty="0">
                <a:ln>
                  <a:solidFill>
                    <a:sysClr val="windowText" lastClr="000000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  <a:ea typeface="Cambria Math" panose="02040503050406030204" pitchFamily="18" charset="0"/>
              </a:rPr>
              <a:t>2</a:t>
            </a:r>
            <a:r>
              <a:rPr lang="en-US" altLang="zh-HK" dirty="0">
                <a:ln>
                  <a:solidFill>
                    <a:sysClr val="windowText" lastClr="000000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  <a:ea typeface="Cambria Math" panose="02040503050406030204" pitchFamily="18" charset="0"/>
              </a:rPr>
              <a:t> + </a:t>
            </a:r>
            <a:r>
              <a:rPr lang="en-US" altLang="zh-HK" dirty="0">
                <a:ln>
                  <a:solidFill>
                    <a:sysClr val="windowText" lastClr="000000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  <a:ea typeface="Cambria Math" panose="02040503050406030204" pitchFamily="18" charset="0"/>
              </a:rPr>
              <a:t>4</a:t>
            </a:r>
            <a:r>
              <a:rPr lang="en-US" altLang="zh-TW" b="1" dirty="0">
                <a:ln>
                  <a:solidFill>
                    <a:sysClr val="windowText" lastClr="000000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  <a:ea typeface="Cambria Math" panose="02040503050406030204" pitchFamily="18" charset="0"/>
              </a:rPr>
              <a:t> </a:t>
            </a:r>
            <a:r>
              <a:rPr lang="en-US" altLang="zh-HK" dirty="0">
                <a:ln>
                  <a:solidFill>
                    <a:sysClr val="windowText" lastClr="000000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  <a:ea typeface="Cambria Math" panose="02040503050406030204" pitchFamily="18" charset="0"/>
              </a:rPr>
              <a:t>don’t have x + </a:t>
            </a:r>
            <a:r>
              <a:rPr lang="en-US" altLang="zh-HK" dirty="0">
                <a:ln>
                  <a:solidFill>
                    <a:sysClr val="windowText" lastClr="000000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  <a:ea typeface="Cambria Math" panose="02040503050406030204" pitchFamily="18" charset="0"/>
              </a:rPr>
              <a:t>2</a:t>
            </a:r>
            <a:r>
              <a:rPr lang="en-US" altLang="zh-HK" dirty="0">
                <a:ln>
                  <a:solidFill>
                    <a:sysClr val="windowText" lastClr="000000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  <a:ea typeface="Cambria Math" panose="02040503050406030204" pitchFamily="18" charset="0"/>
              </a:rPr>
              <a:t> as a factor.</a:t>
            </a:r>
            <a:endParaRPr lang="zh-HK" altLang="en-US" dirty="0">
              <a:latin typeface="Lucida Calligraphy" panose="03010101010101010101" pitchFamily="66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04012D82-0261-057E-A8A8-25C1FB907752}"/>
              </a:ext>
            </a:extLst>
          </p:cNvPr>
          <p:cNvSpPr txBox="1"/>
          <p:nvPr/>
        </p:nvSpPr>
        <p:spPr>
          <a:xfrm>
            <a:off x="3697694" y="328866"/>
            <a:ext cx="34331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It can’t be expanded</a:t>
            </a:r>
            <a:endParaRPr lang="en-HK" altLang="zh-HK" sz="2000" dirty="0">
              <a:ln>
                <a:solidFill>
                  <a:schemeClr val="tx1"/>
                </a:solidFill>
              </a:ln>
              <a:solidFill>
                <a:srgbClr val="FF7C80"/>
              </a:solidFill>
              <a:latin typeface="Lucida Handwriting" panose="03010101010101010101" pitchFamily="66" charset="0"/>
            </a:endParaRPr>
          </a:p>
        </p:txBody>
      </p:sp>
      <p:grpSp>
        <p:nvGrpSpPr>
          <p:cNvPr id="33" name="群組 32">
            <a:extLst>
              <a:ext uri="{FF2B5EF4-FFF2-40B4-BE49-F238E27FC236}">
                <a16:creationId xmlns:a16="http://schemas.microsoft.com/office/drawing/2014/main" id="{EBA76A52-0EB1-8350-DAA2-C5207EEFB0A2}"/>
              </a:ext>
            </a:extLst>
          </p:cNvPr>
          <p:cNvGrpSpPr/>
          <p:nvPr/>
        </p:nvGrpSpPr>
        <p:grpSpPr>
          <a:xfrm>
            <a:off x="4581896" y="659576"/>
            <a:ext cx="3060069" cy="584015"/>
            <a:chOff x="7195100" y="835699"/>
            <a:chExt cx="3060069" cy="584015"/>
          </a:xfrm>
        </p:grpSpPr>
        <p:grpSp>
          <p:nvGrpSpPr>
            <p:cNvPr id="14" name="群組 13">
              <a:extLst>
                <a:ext uri="{FF2B5EF4-FFF2-40B4-BE49-F238E27FC236}">
                  <a16:creationId xmlns:a16="http://schemas.microsoft.com/office/drawing/2014/main" id="{77F6DF0C-F8BC-FF51-B8AA-9A6EAFB1128F}"/>
                </a:ext>
              </a:extLst>
            </p:cNvPr>
            <p:cNvGrpSpPr/>
            <p:nvPr/>
          </p:nvGrpSpPr>
          <p:grpSpPr>
            <a:xfrm>
              <a:off x="7768037" y="896933"/>
              <a:ext cx="1441308" cy="480443"/>
              <a:chOff x="7061142" y="1495462"/>
              <a:chExt cx="1441308" cy="48044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文字方塊 14">
                    <a:extLst>
                      <a:ext uri="{FF2B5EF4-FFF2-40B4-BE49-F238E27FC236}">
                        <a16:creationId xmlns:a16="http://schemas.microsoft.com/office/drawing/2014/main" id="{B3759625-1176-1A3A-EA0B-6B6B0DECB1F1}"/>
                      </a:ext>
                    </a:extLst>
                  </p:cNvPr>
                  <p:cNvSpPr txBox="1"/>
                  <p:nvPr/>
                </p:nvSpPr>
                <p:spPr>
                  <a:xfrm>
                    <a:off x="7760304" y="1545529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15" name="文字方塊 14">
                    <a:extLst>
                      <a:ext uri="{FF2B5EF4-FFF2-40B4-BE49-F238E27FC236}">
                        <a16:creationId xmlns:a16="http://schemas.microsoft.com/office/drawing/2014/main" id="{B3759625-1176-1A3A-EA0B-6B6B0DECB1F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60304" y="1545529"/>
                    <a:ext cx="295688" cy="40011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6DAE7D1E-1997-BDC1-69F6-158CB0ACB8A1}"/>
                  </a:ext>
                </a:extLst>
              </p:cNvPr>
              <p:cNvSpPr txBox="1"/>
              <p:nvPr/>
            </p:nvSpPr>
            <p:spPr>
              <a:xfrm>
                <a:off x="8228016" y="1568138"/>
                <a:ext cx="2744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)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文字方塊 16">
                    <a:extLst>
                      <a:ext uri="{FF2B5EF4-FFF2-40B4-BE49-F238E27FC236}">
                        <a16:creationId xmlns:a16="http://schemas.microsoft.com/office/drawing/2014/main" id="{54042B04-2810-16F8-9BF0-CCCC694A3456}"/>
                      </a:ext>
                    </a:extLst>
                  </p:cNvPr>
                  <p:cNvSpPr txBox="1"/>
                  <p:nvPr/>
                </p:nvSpPr>
                <p:spPr>
                  <a:xfrm>
                    <a:off x="7061142" y="1495462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17" name="文字方塊 16">
                    <a:extLst>
                      <a:ext uri="{FF2B5EF4-FFF2-40B4-BE49-F238E27FC236}">
                        <a16:creationId xmlns:a16="http://schemas.microsoft.com/office/drawing/2014/main" id="{54042B04-2810-16F8-9BF0-CCCC694A345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61142" y="1495462"/>
                    <a:ext cx="295688" cy="40011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DE6946D8-0015-A551-C9BE-6E698DED91F9}"/>
                  </a:ext>
                </a:extLst>
              </p:cNvPr>
              <p:cNvSpPr txBox="1"/>
              <p:nvPr/>
            </p:nvSpPr>
            <p:spPr>
              <a:xfrm>
                <a:off x="7451929" y="1555650"/>
                <a:ext cx="52202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x</a:t>
                </a:r>
              </a:p>
            </p:txBody>
          </p:sp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EDFFD2E2-8B99-2A34-8B9B-044EE1B721E1}"/>
                  </a:ext>
                </a:extLst>
              </p:cNvPr>
              <p:cNvSpPr txBox="1"/>
              <p:nvPr/>
            </p:nvSpPr>
            <p:spPr>
              <a:xfrm>
                <a:off x="7312124" y="1562710"/>
                <a:ext cx="2744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</a:t>
                </a:r>
              </a:p>
            </p:txBody>
          </p:sp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A1C42355-03F5-68E8-13EC-F97B123FF2B4}"/>
                  </a:ext>
                </a:extLst>
              </p:cNvPr>
              <p:cNvSpPr txBox="1"/>
              <p:nvPr/>
            </p:nvSpPr>
            <p:spPr>
              <a:xfrm>
                <a:off x="8012655" y="1561484"/>
                <a:ext cx="298540" cy="4144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</a:p>
            </p:txBody>
          </p:sp>
        </p:grpSp>
        <p:grpSp>
          <p:nvGrpSpPr>
            <p:cNvPr id="22" name="群組 21">
              <a:extLst>
                <a:ext uri="{FF2B5EF4-FFF2-40B4-BE49-F238E27FC236}">
                  <a16:creationId xmlns:a16="http://schemas.microsoft.com/office/drawing/2014/main" id="{50B9A884-ED1A-DE8F-7A2B-2E524990F464}"/>
                </a:ext>
              </a:extLst>
            </p:cNvPr>
            <p:cNvGrpSpPr/>
            <p:nvPr/>
          </p:nvGrpSpPr>
          <p:grpSpPr>
            <a:xfrm>
              <a:off x="9057586" y="970634"/>
              <a:ext cx="1197583" cy="449080"/>
              <a:chOff x="7312124" y="1540939"/>
              <a:chExt cx="1197583" cy="44908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文字方塊 22">
                    <a:extLst>
                      <a:ext uri="{FF2B5EF4-FFF2-40B4-BE49-F238E27FC236}">
                        <a16:creationId xmlns:a16="http://schemas.microsoft.com/office/drawing/2014/main" id="{FD7A8394-A7CA-6A3D-9B89-07E8C4ACD486}"/>
                      </a:ext>
                    </a:extLst>
                  </p:cNvPr>
                  <p:cNvSpPr txBox="1"/>
                  <p:nvPr/>
                </p:nvSpPr>
                <p:spPr>
                  <a:xfrm>
                    <a:off x="7760304" y="1545529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23" name="文字方塊 22">
                    <a:extLst>
                      <a:ext uri="{FF2B5EF4-FFF2-40B4-BE49-F238E27FC236}">
                        <a16:creationId xmlns:a16="http://schemas.microsoft.com/office/drawing/2014/main" id="{FD7A8394-A7CA-6A3D-9B89-07E8C4ACD48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60304" y="1545529"/>
                    <a:ext cx="295688" cy="40011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0A82E66B-5CF4-F179-C041-7C651DBA6984}"/>
                  </a:ext>
                </a:extLst>
              </p:cNvPr>
              <p:cNvSpPr txBox="1"/>
              <p:nvPr/>
            </p:nvSpPr>
            <p:spPr>
              <a:xfrm>
                <a:off x="8235273" y="1589909"/>
                <a:ext cx="2744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)</a:t>
                </a:r>
              </a:p>
            </p:txBody>
          </p:sp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5A56C8AF-7B3C-2D87-0057-A334C648CD8C}"/>
                  </a:ext>
                </a:extLst>
              </p:cNvPr>
              <p:cNvSpPr txBox="1"/>
              <p:nvPr/>
            </p:nvSpPr>
            <p:spPr>
              <a:xfrm>
                <a:off x="7467245" y="1541964"/>
                <a:ext cx="45201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x</a:t>
                </a:r>
              </a:p>
            </p:txBody>
          </p:sp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C40F2FD4-F84F-E55B-0E70-6B445382010B}"/>
                  </a:ext>
                </a:extLst>
              </p:cNvPr>
              <p:cNvSpPr txBox="1"/>
              <p:nvPr/>
            </p:nvSpPr>
            <p:spPr>
              <a:xfrm>
                <a:off x="7312124" y="1540939"/>
                <a:ext cx="2744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</a:t>
                </a:r>
              </a:p>
            </p:txBody>
          </p:sp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0CDF08A7-A4FF-0CB2-3726-5EB005AA7DA0}"/>
                  </a:ext>
                </a:extLst>
              </p:cNvPr>
              <p:cNvSpPr txBox="1"/>
              <p:nvPr/>
            </p:nvSpPr>
            <p:spPr>
              <a:xfrm>
                <a:off x="8007011" y="1545155"/>
                <a:ext cx="43023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字方塊 28">
                  <a:extLst>
                    <a:ext uri="{FF2B5EF4-FFF2-40B4-BE49-F238E27FC236}">
                      <a16:creationId xmlns:a16="http://schemas.microsoft.com/office/drawing/2014/main" id="{2C922A74-A3D6-009F-79AE-E4E3CDCD990B}"/>
                    </a:ext>
                  </a:extLst>
                </p:cNvPr>
                <p:cNvSpPr txBox="1"/>
                <p:nvPr/>
              </p:nvSpPr>
              <p:spPr>
                <a:xfrm>
                  <a:off x="7404190" y="915110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29" name="文字方塊 28">
                  <a:extLst>
                    <a:ext uri="{FF2B5EF4-FFF2-40B4-BE49-F238E27FC236}">
                      <a16:creationId xmlns:a16="http://schemas.microsoft.com/office/drawing/2014/main" id="{2C922A74-A3D6-009F-79AE-E4E3CDCD99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04190" y="915110"/>
                  <a:ext cx="295688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C94560ED-6B50-AD43-03AC-6018D31EF3CF}"/>
                </a:ext>
              </a:extLst>
            </p:cNvPr>
            <p:cNvSpPr txBox="1"/>
            <p:nvPr/>
          </p:nvSpPr>
          <p:spPr>
            <a:xfrm>
              <a:off x="7195100" y="937551"/>
              <a:ext cx="32090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</a:t>
              </a:r>
            </a:p>
          </p:txBody>
        </p:sp>
        <p:sp>
          <p:nvSpPr>
            <p:cNvPr id="31" name="文字方塊 30">
              <a:extLst>
                <a:ext uri="{FF2B5EF4-FFF2-40B4-BE49-F238E27FC236}">
                  <a16:creationId xmlns:a16="http://schemas.microsoft.com/office/drawing/2014/main" id="{B99E18B9-D2C4-B2A1-1D1D-483B5164E10F}"/>
                </a:ext>
              </a:extLst>
            </p:cNvPr>
            <p:cNvSpPr txBox="1"/>
            <p:nvPr/>
          </p:nvSpPr>
          <p:spPr>
            <a:xfrm>
              <a:off x="7333477" y="835699"/>
              <a:ext cx="35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8" name="群組 7">
            <a:extLst>
              <a:ext uri="{FF2B5EF4-FFF2-40B4-BE49-F238E27FC236}">
                <a16:creationId xmlns:a16="http://schemas.microsoft.com/office/drawing/2014/main" id="{EC64C38F-80A1-EA42-B68D-49D51736E061}"/>
              </a:ext>
            </a:extLst>
          </p:cNvPr>
          <p:cNvGrpSpPr/>
          <p:nvPr/>
        </p:nvGrpSpPr>
        <p:grpSpPr>
          <a:xfrm>
            <a:off x="3724487" y="1097010"/>
            <a:ext cx="1704970" cy="481386"/>
            <a:chOff x="2560722" y="1421521"/>
            <a:chExt cx="1704970" cy="48138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文字方塊 45">
                  <a:extLst>
                    <a:ext uri="{FF2B5EF4-FFF2-40B4-BE49-F238E27FC236}">
                      <a16:creationId xmlns:a16="http://schemas.microsoft.com/office/drawing/2014/main" id="{49C147E0-F857-B8E4-43F2-76CDECF1D4BE}"/>
                    </a:ext>
                  </a:extLst>
                </p:cNvPr>
                <p:cNvSpPr txBox="1"/>
                <p:nvPr/>
              </p:nvSpPr>
              <p:spPr>
                <a:xfrm>
                  <a:off x="3389425" y="1466464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46" name="文字方塊 45">
                  <a:extLst>
                    <a:ext uri="{FF2B5EF4-FFF2-40B4-BE49-F238E27FC236}">
                      <a16:creationId xmlns:a16="http://schemas.microsoft.com/office/drawing/2014/main" id="{49C147E0-F857-B8E4-43F2-76CDECF1D4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89425" y="1466464"/>
                  <a:ext cx="295688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" name="群組 6">
              <a:extLst>
                <a:ext uri="{FF2B5EF4-FFF2-40B4-BE49-F238E27FC236}">
                  <a16:creationId xmlns:a16="http://schemas.microsoft.com/office/drawing/2014/main" id="{D7F4A58C-6CCF-D98E-87A6-62CE988459C1}"/>
                </a:ext>
              </a:extLst>
            </p:cNvPr>
            <p:cNvGrpSpPr/>
            <p:nvPr/>
          </p:nvGrpSpPr>
          <p:grpSpPr>
            <a:xfrm>
              <a:off x="2560722" y="1421521"/>
              <a:ext cx="1704970" cy="481386"/>
              <a:chOff x="2560722" y="1421521"/>
              <a:chExt cx="1704970" cy="48138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" name="文字方塊 53">
                    <a:extLst>
                      <a:ext uri="{FF2B5EF4-FFF2-40B4-BE49-F238E27FC236}">
                        <a16:creationId xmlns:a16="http://schemas.microsoft.com/office/drawing/2014/main" id="{65CC146A-3139-AECE-2149-1B3AF760A518}"/>
                      </a:ext>
                    </a:extLst>
                  </p:cNvPr>
                  <p:cNvSpPr txBox="1"/>
                  <p:nvPr/>
                </p:nvSpPr>
                <p:spPr>
                  <a:xfrm>
                    <a:off x="2915612" y="1452269"/>
                    <a:ext cx="301459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54" name="文字方塊 53">
                    <a:extLst>
                      <a:ext uri="{FF2B5EF4-FFF2-40B4-BE49-F238E27FC236}">
                        <a16:creationId xmlns:a16="http://schemas.microsoft.com/office/drawing/2014/main" id="{65CC146A-3139-AECE-2149-1B3AF760A51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15612" y="1452269"/>
                    <a:ext cx="301459" cy="40011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14E7CF1E-02D6-DA7D-6E75-4E2A429790D5}"/>
                  </a:ext>
                </a:extLst>
              </p:cNvPr>
              <p:cNvSpPr txBox="1"/>
              <p:nvPr/>
            </p:nvSpPr>
            <p:spPr>
              <a:xfrm>
                <a:off x="3257273" y="1498496"/>
                <a:ext cx="2744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)</a:t>
                </a:r>
              </a:p>
            </p:txBody>
          </p:sp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A74EADBD-81AD-A5EF-CE79-1229D038B302}"/>
                  </a:ext>
                </a:extLst>
              </p:cNvPr>
              <p:cNvSpPr txBox="1"/>
              <p:nvPr/>
            </p:nvSpPr>
            <p:spPr>
              <a:xfrm>
                <a:off x="3369815" y="1421521"/>
                <a:ext cx="3577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12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endParaRPr lang="en-HK" sz="12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  <p:grpSp>
            <p:nvGrpSpPr>
              <p:cNvPr id="6" name="群組 5">
                <a:extLst>
                  <a:ext uri="{FF2B5EF4-FFF2-40B4-BE49-F238E27FC236}">
                    <a16:creationId xmlns:a16="http://schemas.microsoft.com/office/drawing/2014/main" id="{E6C0E22E-485A-EA52-12F5-D45AF5DAD9FA}"/>
                  </a:ext>
                </a:extLst>
              </p:cNvPr>
              <p:cNvGrpSpPr/>
              <p:nvPr/>
            </p:nvGrpSpPr>
            <p:grpSpPr>
              <a:xfrm>
                <a:off x="2560722" y="1479592"/>
                <a:ext cx="1704970" cy="423315"/>
                <a:chOff x="2801561" y="1172371"/>
                <a:chExt cx="1704970" cy="423315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3" name="文字方塊 42">
                      <a:extLst>
                        <a:ext uri="{FF2B5EF4-FFF2-40B4-BE49-F238E27FC236}">
                          <a16:creationId xmlns:a16="http://schemas.microsoft.com/office/drawing/2014/main" id="{8E0A82FB-977D-20F0-F8E7-7B6833206EB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10843" y="1190413"/>
                      <a:ext cx="295688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000" b="1" i="1" dirty="0" smtClean="0">
                                <a:ln>
                                  <a:solidFill>
                                    <a:schemeClr val="tx1"/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</m:oMath>
                        </m:oMathPara>
                      </a14:m>
                      <a:endParaRPr lang="en-HK" sz="20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43" name="文字方塊 42">
                      <a:extLst>
                        <a:ext uri="{FF2B5EF4-FFF2-40B4-BE49-F238E27FC236}">
                          <a16:creationId xmlns:a16="http://schemas.microsoft.com/office/drawing/2014/main" id="{8E0A82FB-977D-20F0-F8E7-7B6833206EB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210843" y="1190413"/>
                      <a:ext cx="295688" cy="400110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HK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44" name="文字方塊 43">
                  <a:extLst>
                    <a:ext uri="{FF2B5EF4-FFF2-40B4-BE49-F238E27FC236}">
                      <a16:creationId xmlns:a16="http://schemas.microsoft.com/office/drawing/2014/main" id="{B2FA75ED-3D60-03FA-BAC0-6BAEC4CF61E5}"/>
                    </a:ext>
                  </a:extLst>
                </p:cNvPr>
                <p:cNvSpPr txBox="1"/>
                <p:nvPr/>
              </p:nvSpPr>
              <p:spPr>
                <a:xfrm>
                  <a:off x="2801561" y="1195576"/>
                  <a:ext cx="27443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(</a:t>
                  </a:r>
                </a:p>
              </p:txBody>
            </p:sp>
            <p:sp>
              <p:nvSpPr>
                <p:cNvPr id="45" name="文字方塊 44">
                  <a:extLst>
                    <a:ext uri="{FF2B5EF4-FFF2-40B4-BE49-F238E27FC236}">
                      <a16:creationId xmlns:a16="http://schemas.microsoft.com/office/drawing/2014/main" id="{A49C0D78-4AC6-9F65-A0D4-1E776A4233E3}"/>
                    </a:ext>
                  </a:extLst>
                </p:cNvPr>
                <p:cNvSpPr txBox="1"/>
                <p:nvPr/>
              </p:nvSpPr>
              <p:spPr>
                <a:xfrm>
                  <a:off x="2928649" y="1204798"/>
                  <a:ext cx="45221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altLang="zh-HK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x</a:t>
                  </a:r>
                </a:p>
              </p:txBody>
            </p:sp>
            <p:sp>
              <p:nvSpPr>
                <p:cNvPr id="47" name="文字方塊 46">
                  <a:extLst>
                    <a:ext uri="{FF2B5EF4-FFF2-40B4-BE49-F238E27FC236}">
                      <a16:creationId xmlns:a16="http://schemas.microsoft.com/office/drawing/2014/main" id="{CD5A138D-2B54-1493-137B-2745C46A8640}"/>
                    </a:ext>
                  </a:extLst>
                </p:cNvPr>
                <p:cNvSpPr txBox="1"/>
                <p:nvPr/>
              </p:nvSpPr>
              <p:spPr>
                <a:xfrm>
                  <a:off x="3840768" y="1172371"/>
                  <a:ext cx="541637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altLang="zh-HK" sz="2000" b="1" dirty="0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rPr>
                    <a:t>25</a:t>
                  </a:r>
                </a:p>
              </p:txBody>
            </p:sp>
            <p:sp>
              <p:nvSpPr>
                <p:cNvPr id="55" name="文字方塊 54">
                  <a:extLst>
                    <a:ext uri="{FF2B5EF4-FFF2-40B4-BE49-F238E27FC236}">
                      <a16:creationId xmlns:a16="http://schemas.microsoft.com/office/drawing/2014/main" id="{EB8F331C-2520-E129-1055-3300726CFD9A}"/>
                    </a:ext>
                  </a:extLst>
                </p:cNvPr>
                <p:cNvSpPr txBox="1"/>
                <p:nvPr/>
              </p:nvSpPr>
              <p:spPr>
                <a:xfrm>
                  <a:off x="3323657" y="1174076"/>
                  <a:ext cx="452215" cy="41477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altLang="zh-HK" sz="2000" b="1" dirty="0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rPr>
                    <a:t>3</a:t>
                  </a:r>
                </a:p>
              </p:txBody>
            </p:sp>
          </p:grpSp>
        </p:grp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3600547F-A7D0-CA63-8EAE-4C53D95BE6F8}"/>
              </a:ext>
            </a:extLst>
          </p:cNvPr>
          <p:cNvGrpSpPr/>
          <p:nvPr/>
        </p:nvGrpSpPr>
        <p:grpSpPr>
          <a:xfrm>
            <a:off x="5455352" y="1042642"/>
            <a:ext cx="1653078" cy="532753"/>
            <a:chOff x="5699080" y="1082233"/>
            <a:chExt cx="1653078" cy="53275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字方塊 55">
                  <a:extLst>
                    <a:ext uri="{FF2B5EF4-FFF2-40B4-BE49-F238E27FC236}">
                      <a16:creationId xmlns:a16="http://schemas.microsoft.com/office/drawing/2014/main" id="{B1EADC0B-F439-74D1-9A79-486941E8C59B}"/>
                    </a:ext>
                  </a:extLst>
                </p:cNvPr>
                <p:cNvSpPr txBox="1"/>
                <p:nvPr/>
              </p:nvSpPr>
              <p:spPr>
                <a:xfrm>
                  <a:off x="6057934" y="1174865"/>
                  <a:ext cx="365522" cy="4401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56" name="文字方塊 55">
                  <a:extLst>
                    <a:ext uri="{FF2B5EF4-FFF2-40B4-BE49-F238E27FC236}">
                      <a16:creationId xmlns:a16="http://schemas.microsoft.com/office/drawing/2014/main" id="{B1EADC0B-F439-74D1-9A79-486941E8C5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57934" y="1174865"/>
                  <a:ext cx="365522" cy="44012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文字方塊 39">
              <a:extLst>
                <a:ext uri="{FF2B5EF4-FFF2-40B4-BE49-F238E27FC236}">
                  <a16:creationId xmlns:a16="http://schemas.microsoft.com/office/drawing/2014/main" id="{CB2BE7EA-A557-415A-9CDA-3DBB734E15DA}"/>
                </a:ext>
              </a:extLst>
            </p:cNvPr>
            <p:cNvSpPr txBox="1"/>
            <p:nvPr/>
          </p:nvSpPr>
          <p:spPr>
            <a:xfrm>
              <a:off x="6376361" y="1190255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字方塊 50">
                  <a:extLst>
                    <a:ext uri="{FF2B5EF4-FFF2-40B4-BE49-F238E27FC236}">
                      <a16:creationId xmlns:a16="http://schemas.microsoft.com/office/drawing/2014/main" id="{E55F41F5-172A-F9CA-39BC-A11754602FE6}"/>
                    </a:ext>
                  </a:extLst>
                </p:cNvPr>
                <p:cNvSpPr txBox="1"/>
                <p:nvPr/>
              </p:nvSpPr>
              <p:spPr>
                <a:xfrm>
                  <a:off x="6513442" y="1180284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51" name="文字方塊 50">
                  <a:extLst>
                    <a:ext uri="{FF2B5EF4-FFF2-40B4-BE49-F238E27FC236}">
                      <a16:creationId xmlns:a16="http://schemas.microsoft.com/office/drawing/2014/main" id="{E55F41F5-172A-F9CA-39BC-A11754602F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13442" y="1180284"/>
                  <a:ext cx="295688" cy="40011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9" name="群組 8">
              <a:extLst>
                <a:ext uri="{FF2B5EF4-FFF2-40B4-BE49-F238E27FC236}">
                  <a16:creationId xmlns:a16="http://schemas.microsoft.com/office/drawing/2014/main" id="{7A88D126-08FE-6005-EC67-568CA5927B9F}"/>
                </a:ext>
              </a:extLst>
            </p:cNvPr>
            <p:cNvGrpSpPr/>
            <p:nvPr/>
          </p:nvGrpSpPr>
          <p:grpSpPr>
            <a:xfrm>
              <a:off x="5699080" y="1082233"/>
              <a:ext cx="1653078" cy="516556"/>
              <a:chOff x="4483588" y="1101714"/>
              <a:chExt cx="1653078" cy="516556"/>
            </a:xfrm>
          </p:grpSpPr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46235E36-9042-F144-89E6-F48639E74427}"/>
                  </a:ext>
                </a:extLst>
              </p:cNvPr>
              <p:cNvSpPr txBox="1"/>
              <p:nvPr/>
            </p:nvSpPr>
            <p:spPr>
              <a:xfrm>
                <a:off x="4483588" y="1218160"/>
                <a:ext cx="2744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</a:t>
                </a:r>
              </a:p>
            </p:txBody>
          </p:sp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91FAD33F-9823-8769-5A7A-6FE864EA212C}"/>
                  </a:ext>
                </a:extLst>
              </p:cNvPr>
              <p:cNvSpPr txBox="1"/>
              <p:nvPr/>
            </p:nvSpPr>
            <p:spPr>
              <a:xfrm>
                <a:off x="5026087" y="1189679"/>
                <a:ext cx="40141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</a:p>
            </p:txBody>
          </p:sp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222F9DF2-A56A-2353-F471-6423367A09A1}"/>
                  </a:ext>
                </a:extLst>
              </p:cNvPr>
              <p:cNvSpPr txBox="1"/>
              <p:nvPr/>
            </p:nvSpPr>
            <p:spPr>
              <a:xfrm>
                <a:off x="5572651" y="1202939"/>
                <a:ext cx="50258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5</a:t>
                </a:r>
              </a:p>
            </p:txBody>
          </p:sp>
          <p:sp>
            <p:nvSpPr>
              <p:cNvPr id="53" name="文字方塊 52">
                <a:extLst>
                  <a:ext uri="{FF2B5EF4-FFF2-40B4-BE49-F238E27FC236}">
                    <a16:creationId xmlns:a16="http://schemas.microsoft.com/office/drawing/2014/main" id="{CC2989AC-BAC7-03E0-B535-74FAB6041CA8}"/>
                  </a:ext>
                </a:extLst>
              </p:cNvPr>
              <p:cNvSpPr txBox="1"/>
              <p:nvPr/>
            </p:nvSpPr>
            <p:spPr>
              <a:xfrm>
                <a:off x="5778876" y="1126959"/>
                <a:ext cx="3577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12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endParaRPr lang="en-HK" sz="12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2DF9A5BD-47C9-C359-31BB-4768F71A80D3}"/>
                  </a:ext>
                </a:extLst>
              </p:cNvPr>
              <p:cNvSpPr txBox="1"/>
              <p:nvPr/>
            </p:nvSpPr>
            <p:spPr>
              <a:xfrm>
                <a:off x="4637622" y="1206355"/>
                <a:ext cx="4522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x</a:t>
                </a:r>
                <a:endParaRPr lang="en-HK" altLang="zh-HK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3711C6C6-717D-D029-1BEA-77F9C5379C6B}"/>
                  </a:ext>
                </a:extLst>
              </p:cNvPr>
              <p:cNvSpPr txBox="1"/>
              <p:nvPr/>
            </p:nvSpPr>
            <p:spPr>
              <a:xfrm>
                <a:off x="5266274" y="1101714"/>
                <a:ext cx="3577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12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endParaRPr lang="en-HK" sz="12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p:grpSp>
        <p:nvGrpSpPr>
          <p:cNvPr id="97" name="群組 96">
            <a:extLst>
              <a:ext uri="{FF2B5EF4-FFF2-40B4-BE49-F238E27FC236}">
                <a16:creationId xmlns:a16="http://schemas.microsoft.com/office/drawing/2014/main" id="{80222B25-9EFB-49F2-C6EB-F038A3027BEC}"/>
              </a:ext>
            </a:extLst>
          </p:cNvPr>
          <p:cNvGrpSpPr/>
          <p:nvPr/>
        </p:nvGrpSpPr>
        <p:grpSpPr>
          <a:xfrm>
            <a:off x="5136200" y="1502797"/>
            <a:ext cx="2879230" cy="476040"/>
            <a:chOff x="7206071" y="4048431"/>
            <a:chExt cx="2879230" cy="476040"/>
          </a:xfrm>
        </p:grpSpPr>
        <p:grpSp>
          <p:nvGrpSpPr>
            <p:cNvPr id="84" name="群組 83">
              <a:extLst>
                <a:ext uri="{FF2B5EF4-FFF2-40B4-BE49-F238E27FC236}">
                  <a16:creationId xmlns:a16="http://schemas.microsoft.com/office/drawing/2014/main" id="{AC860EFA-2F0C-3E9B-443C-4DA3AC33E989}"/>
                </a:ext>
              </a:extLst>
            </p:cNvPr>
            <p:cNvGrpSpPr/>
            <p:nvPr/>
          </p:nvGrpSpPr>
          <p:grpSpPr>
            <a:xfrm>
              <a:off x="7206071" y="4048431"/>
              <a:ext cx="1607532" cy="465588"/>
              <a:chOff x="7206071" y="4048431"/>
              <a:chExt cx="1607532" cy="465588"/>
            </a:xfrm>
          </p:grpSpPr>
          <p:grpSp>
            <p:nvGrpSpPr>
              <p:cNvPr id="59" name="群組 58">
                <a:extLst>
                  <a:ext uri="{FF2B5EF4-FFF2-40B4-BE49-F238E27FC236}">
                    <a16:creationId xmlns:a16="http://schemas.microsoft.com/office/drawing/2014/main" id="{12E73FF3-2827-7C46-1FE2-7B1175B3BD8F}"/>
                  </a:ext>
                </a:extLst>
              </p:cNvPr>
              <p:cNvGrpSpPr/>
              <p:nvPr/>
            </p:nvGrpSpPr>
            <p:grpSpPr>
              <a:xfrm>
                <a:off x="7206071" y="4048431"/>
                <a:ext cx="1607532" cy="465588"/>
                <a:chOff x="8173424" y="2696932"/>
                <a:chExt cx="1607532" cy="465588"/>
              </a:xfrm>
            </p:grpSpPr>
            <p:grpSp>
              <p:nvGrpSpPr>
                <p:cNvPr id="61" name="群組 60">
                  <a:extLst>
                    <a:ext uri="{FF2B5EF4-FFF2-40B4-BE49-F238E27FC236}">
                      <a16:creationId xmlns:a16="http://schemas.microsoft.com/office/drawing/2014/main" id="{91CFC05E-5E61-25DA-3F99-66A13E30AF89}"/>
                    </a:ext>
                  </a:extLst>
                </p:cNvPr>
                <p:cNvGrpSpPr/>
                <p:nvPr/>
              </p:nvGrpSpPr>
              <p:grpSpPr>
                <a:xfrm>
                  <a:off x="8368079" y="2724859"/>
                  <a:ext cx="1412877" cy="437661"/>
                  <a:chOff x="7323859" y="2803879"/>
                  <a:chExt cx="1412877" cy="437661"/>
                </a:xfrm>
              </p:grpSpPr>
              <p:sp>
                <p:nvSpPr>
                  <p:cNvPr id="70" name="文字方塊 69">
                    <a:extLst>
                      <a:ext uri="{FF2B5EF4-FFF2-40B4-BE49-F238E27FC236}">
                        <a16:creationId xmlns:a16="http://schemas.microsoft.com/office/drawing/2014/main" id="{D7CE0F30-507E-E837-1D4E-D8805B3F9BDE}"/>
                      </a:ext>
                    </a:extLst>
                  </p:cNvPr>
                  <p:cNvSpPr txBox="1"/>
                  <p:nvPr/>
                </p:nvSpPr>
                <p:spPr>
                  <a:xfrm>
                    <a:off x="8462302" y="2841430"/>
                    <a:ext cx="274434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HK" sz="2000" b="1" dirty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a:t>)</a:t>
                    </a:r>
                  </a:p>
                </p:txBody>
              </p:sp>
              <p:grpSp>
                <p:nvGrpSpPr>
                  <p:cNvPr id="71" name="群組 70">
                    <a:extLst>
                      <a:ext uri="{FF2B5EF4-FFF2-40B4-BE49-F238E27FC236}">
                        <a16:creationId xmlns:a16="http://schemas.microsoft.com/office/drawing/2014/main" id="{FE9FC3C3-7929-5662-D371-F9DE05A43609}"/>
                      </a:ext>
                    </a:extLst>
                  </p:cNvPr>
                  <p:cNvGrpSpPr/>
                  <p:nvPr/>
                </p:nvGrpSpPr>
                <p:grpSpPr>
                  <a:xfrm>
                    <a:off x="7323859" y="2803879"/>
                    <a:ext cx="1271698" cy="437661"/>
                    <a:chOff x="7278703" y="2326825"/>
                    <a:chExt cx="1271698" cy="437661"/>
                  </a:xfrm>
                </p:grpSpPr>
                <p:sp>
                  <p:nvSpPr>
                    <p:cNvPr id="72" name="文字方塊 71">
                      <a:extLst>
                        <a:ext uri="{FF2B5EF4-FFF2-40B4-BE49-F238E27FC236}">
                          <a16:creationId xmlns:a16="http://schemas.microsoft.com/office/drawing/2014/main" id="{C091E18A-CD64-9459-181A-5789B0D925D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278703" y="2364376"/>
                      <a:ext cx="274434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a:t>(</a:t>
                      </a:r>
                    </a:p>
                  </p:txBody>
                </p:sp>
                <p:sp>
                  <p:nvSpPr>
                    <p:cNvPr id="73" name="文字方塊 72">
                      <a:extLst>
                        <a:ext uri="{FF2B5EF4-FFF2-40B4-BE49-F238E27FC236}">
                          <a16:creationId xmlns:a16="http://schemas.microsoft.com/office/drawing/2014/main" id="{3801ADDB-E0CD-53C3-1492-0F51CA71CF7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254713" y="2333489"/>
                      <a:ext cx="295688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HK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a:t>5</a:t>
                      </a:r>
                      <a:endParaRPr lang="en-HK" altLang="zh-HK" sz="2000" b="1" dirty="0">
                        <a:ln>
                          <a:solidFill>
                            <a:schemeClr val="tx1"/>
                          </a:solidFill>
                        </a:ln>
                        <a:latin typeface="Lucida Handwriting" panose="03010101010101010101" pitchFamily="66" charset="0"/>
                      </a:endParaRPr>
                    </a:p>
                  </p:txBody>
                </p:sp>
                <p:sp>
                  <p:nvSpPr>
                    <p:cNvPr id="74" name="文字方塊 73">
                      <a:extLst>
                        <a:ext uri="{FF2B5EF4-FFF2-40B4-BE49-F238E27FC236}">
                          <a16:creationId xmlns:a16="http://schemas.microsoft.com/office/drawing/2014/main" id="{B67FD8E1-E8F7-BC32-E3E6-D70987A3FC6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367217" y="2333489"/>
                      <a:ext cx="431043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HK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a:t>x</a:t>
                      </a:r>
                    </a:p>
                  </p:txBody>
                </p: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75" name="文字方塊 74">
                          <a:extLst>
                            <a:ext uri="{FF2B5EF4-FFF2-40B4-BE49-F238E27FC236}">
                              <a16:creationId xmlns:a16="http://schemas.microsoft.com/office/drawing/2014/main" id="{7F6C2B5A-4ABE-AB20-331E-5B2DFF7AC26B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8057045" y="2326825"/>
                          <a:ext cx="295688" cy="400110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ln>
                                      <a:solidFill>
                                        <a:schemeClr val="tx1"/>
                                      </a:solidFill>
                                    </a:ln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oMath>
                            </m:oMathPara>
                          </a14:m>
                          <a:endParaRPr lang="en-HK" sz="2000" b="1" dirty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Lucida Handwriting" panose="03010101010101010101" pitchFamily="66" charset="0"/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75" name="文字方塊 74">
                          <a:extLst>
                            <a:ext uri="{FF2B5EF4-FFF2-40B4-BE49-F238E27FC236}">
                              <a16:creationId xmlns:a16="http://schemas.microsoft.com/office/drawing/2014/main" id="{7F6C2B5A-4ABE-AB20-331E-5B2DFF7AC26B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8057045" y="2326825"/>
                          <a:ext cx="295688" cy="400110"/>
                        </a:xfrm>
                        <a:prstGeom prst="rect">
                          <a:avLst/>
                        </a:prstGeom>
                        <a:blipFill>
                          <a:blip r:embed="rId13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zh-HK" alt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2" name="文字方塊 61">
                      <a:extLst>
                        <a:ext uri="{FF2B5EF4-FFF2-40B4-BE49-F238E27FC236}">
                          <a16:creationId xmlns:a16="http://schemas.microsoft.com/office/drawing/2014/main" id="{F132475F-11D7-590A-7C3F-7810F7EA8CF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173424" y="2696932"/>
                      <a:ext cx="295688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000" b="1" i="1" dirty="0" smtClean="0">
                                <a:ln>
                                  <a:solidFill>
                                    <a:schemeClr val="tx1"/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</m:oMath>
                        </m:oMathPara>
                      </a14:m>
                      <a:endParaRPr lang="en-HK" sz="20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62" name="文字方塊 61">
                      <a:extLst>
                        <a:ext uri="{FF2B5EF4-FFF2-40B4-BE49-F238E27FC236}">
                          <a16:creationId xmlns:a16="http://schemas.microsoft.com/office/drawing/2014/main" id="{F132475F-11D7-590A-7C3F-7810F7EA8CF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173424" y="2696932"/>
                      <a:ext cx="295688" cy="400110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HK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2" name="文字方塊 81">
                    <a:extLst>
                      <a:ext uri="{FF2B5EF4-FFF2-40B4-BE49-F238E27FC236}">
                        <a16:creationId xmlns:a16="http://schemas.microsoft.com/office/drawing/2014/main" id="{341F7B74-5E7B-835C-AC0C-6CDA2264939D}"/>
                      </a:ext>
                    </a:extLst>
                  </p:cNvPr>
                  <p:cNvSpPr txBox="1"/>
                  <p:nvPr/>
                </p:nvSpPr>
                <p:spPr>
                  <a:xfrm>
                    <a:off x="7728731" y="4076475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82" name="文字方塊 81">
                    <a:extLst>
                      <a:ext uri="{FF2B5EF4-FFF2-40B4-BE49-F238E27FC236}">
                        <a16:creationId xmlns:a16="http://schemas.microsoft.com/office/drawing/2014/main" id="{341F7B74-5E7B-835C-AC0C-6CDA2264939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28731" y="4076475"/>
                    <a:ext cx="295688" cy="400110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3" name="文字方塊 82">
                <a:extLst>
                  <a:ext uri="{FF2B5EF4-FFF2-40B4-BE49-F238E27FC236}">
                    <a16:creationId xmlns:a16="http://schemas.microsoft.com/office/drawing/2014/main" id="{53680A24-AD79-A2D8-6C7D-693BE42A1FBC}"/>
                  </a:ext>
                </a:extLst>
              </p:cNvPr>
              <p:cNvSpPr txBox="1"/>
              <p:nvPr/>
            </p:nvSpPr>
            <p:spPr>
              <a:xfrm>
                <a:off x="7981015" y="4065906"/>
                <a:ext cx="25765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</a:p>
            </p:txBody>
          </p:sp>
        </p:grpSp>
        <p:grpSp>
          <p:nvGrpSpPr>
            <p:cNvPr id="85" name="群組 84">
              <a:extLst>
                <a:ext uri="{FF2B5EF4-FFF2-40B4-BE49-F238E27FC236}">
                  <a16:creationId xmlns:a16="http://schemas.microsoft.com/office/drawing/2014/main" id="{F021DCE1-334B-612F-40BF-1FFEF0916BB2}"/>
                </a:ext>
              </a:extLst>
            </p:cNvPr>
            <p:cNvGrpSpPr/>
            <p:nvPr/>
          </p:nvGrpSpPr>
          <p:grpSpPr>
            <a:xfrm>
              <a:off x="8672424" y="4076358"/>
              <a:ext cx="1412877" cy="448113"/>
              <a:chOff x="7400726" y="4065906"/>
              <a:chExt cx="1412877" cy="448113"/>
            </a:xfrm>
          </p:grpSpPr>
          <p:grpSp>
            <p:nvGrpSpPr>
              <p:cNvPr id="89" name="群組 88">
                <a:extLst>
                  <a:ext uri="{FF2B5EF4-FFF2-40B4-BE49-F238E27FC236}">
                    <a16:creationId xmlns:a16="http://schemas.microsoft.com/office/drawing/2014/main" id="{A81473C8-4B9C-9957-38C0-3511403CBD84}"/>
                  </a:ext>
                </a:extLst>
              </p:cNvPr>
              <p:cNvGrpSpPr/>
              <p:nvPr/>
            </p:nvGrpSpPr>
            <p:grpSpPr>
              <a:xfrm>
                <a:off x="7400726" y="4076358"/>
                <a:ext cx="1412877" cy="437661"/>
                <a:chOff x="7323859" y="2803879"/>
                <a:chExt cx="1412877" cy="437661"/>
              </a:xfrm>
            </p:grpSpPr>
            <p:sp>
              <p:nvSpPr>
                <p:cNvPr id="91" name="文字方塊 90">
                  <a:extLst>
                    <a:ext uri="{FF2B5EF4-FFF2-40B4-BE49-F238E27FC236}">
                      <a16:creationId xmlns:a16="http://schemas.microsoft.com/office/drawing/2014/main" id="{C92917E7-7280-2A2C-E08C-0E6EB5D20321}"/>
                    </a:ext>
                  </a:extLst>
                </p:cNvPr>
                <p:cNvSpPr txBox="1"/>
                <p:nvPr/>
              </p:nvSpPr>
              <p:spPr>
                <a:xfrm>
                  <a:off x="8462302" y="2841430"/>
                  <a:ext cx="27443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)</a:t>
                  </a:r>
                </a:p>
              </p:txBody>
            </p:sp>
            <p:grpSp>
              <p:nvGrpSpPr>
                <p:cNvPr id="92" name="群組 91">
                  <a:extLst>
                    <a:ext uri="{FF2B5EF4-FFF2-40B4-BE49-F238E27FC236}">
                      <a16:creationId xmlns:a16="http://schemas.microsoft.com/office/drawing/2014/main" id="{77C54588-EF0F-7C26-A3EB-E43E2A7A8B06}"/>
                    </a:ext>
                  </a:extLst>
                </p:cNvPr>
                <p:cNvGrpSpPr/>
                <p:nvPr/>
              </p:nvGrpSpPr>
              <p:grpSpPr>
                <a:xfrm>
                  <a:off x="7323859" y="2803879"/>
                  <a:ext cx="1271698" cy="437661"/>
                  <a:chOff x="7278703" y="2326825"/>
                  <a:chExt cx="1271698" cy="437661"/>
                </a:xfrm>
              </p:grpSpPr>
              <p:sp>
                <p:nvSpPr>
                  <p:cNvPr id="93" name="文字方塊 92">
                    <a:extLst>
                      <a:ext uri="{FF2B5EF4-FFF2-40B4-BE49-F238E27FC236}">
                        <a16:creationId xmlns:a16="http://schemas.microsoft.com/office/drawing/2014/main" id="{3A01470A-B497-55EE-2EBC-25EF50952DCE}"/>
                      </a:ext>
                    </a:extLst>
                  </p:cNvPr>
                  <p:cNvSpPr txBox="1"/>
                  <p:nvPr/>
                </p:nvSpPr>
                <p:spPr>
                  <a:xfrm>
                    <a:off x="7278703" y="2364376"/>
                    <a:ext cx="274434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HK" sz="2000" b="1" dirty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a:t>(</a:t>
                    </a:r>
                  </a:p>
                </p:txBody>
              </p:sp>
              <p:sp>
                <p:nvSpPr>
                  <p:cNvPr id="94" name="文字方塊 93">
                    <a:extLst>
                      <a:ext uri="{FF2B5EF4-FFF2-40B4-BE49-F238E27FC236}">
                        <a16:creationId xmlns:a16="http://schemas.microsoft.com/office/drawing/2014/main" id="{127568DC-A785-D554-2331-892AA2948F17}"/>
                      </a:ext>
                    </a:extLst>
                  </p:cNvPr>
                  <p:cNvSpPr txBox="1"/>
                  <p:nvPr/>
                </p:nvSpPr>
                <p:spPr>
                  <a:xfrm>
                    <a:off x="8254713" y="2333489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HK" altLang="zh-HK" sz="2000" b="1" dirty="0">
                        <a:ln>
                          <a:solidFill>
                            <a:schemeClr val="tx1"/>
                          </a:solidFill>
                        </a:ln>
                        <a:latin typeface="Lucida Handwriting" panose="03010101010101010101" pitchFamily="66" charset="0"/>
                      </a:rPr>
                      <a:t>5</a:t>
                    </a:r>
                  </a:p>
                </p:txBody>
              </p:sp>
              <p:sp>
                <p:nvSpPr>
                  <p:cNvPr id="95" name="文字方塊 94">
                    <a:extLst>
                      <a:ext uri="{FF2B5EF4-FFF2-40B4-BE49-F238E27FC236}">
                        <a16:creationId xmlns:a16="http://schemas.microsoft.com/office/drawing/2014/main" id="{55841D64-24EA-588B-CCE8-2C4EE634DF30}"/>
                      </a:ext>
                    </a:extLst>
                  </p:cNvPr>
                  <p:cNvSpPr txBox="1"/>
                  <p:nvPr/>
                </p:nvSpPr>
                <p:spPr>
                  <a:xfrm>
                    <a:off x="7360119" y="2333489"/>
                    <a:ext cx="431043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HK" altLang="zh-HK" sz="2000" b="1" dirty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a:t>x</a:t>
                    </a:r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96" name="文字方塊 95">
                        <a:extLst>
                          <a:ext uri="{FF2B5EF4-FFF2-40B4-BE49-F238E27FC236}">
                            <a16:creationId xmlns:a16="http://schemas.microsoft.com/office/drawing/2014/main" id="{6457CF78-9AF0-BFF9-0FC3-0E15B59B2B7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057045" y="2326825"/>
                        <a:ext cx="295688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000" b="1" i="1" smtClean="0">
                                  <a:ln>
                                    <a:solidFill>
                                      <a:schemeClr val="tx1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oMath>
                          </m:oMathPara>
                        </a14:m>
                        <a:endParaRPr lang="en-HK" sz="2000" b="1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96" name="文字方塊 95">
                        <a:extLst>
                          <a:ext uri="{FF2B5EF4-FFF2-40B4-BE49-F238E27FC236}">
                            <a16:creationId xmlns:a16="http://schemas.microsoft.com/office/drawing/2014/main" id="{6457CF78-9AF0-BFF9-0FC3-0E15B59B2B71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057045" y="2326825"/>
                        <a:ext cx="295688" cy="400110"/>
                      </a:xfrm>
                      <a:prstGeom prst="rect">
                        <a:avLst/>
                      </a:prstGeom>
                      <a:blipFill>
                        <a:blip r:embed="rId16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HK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7" name="文字方塊 86">
                    <a:extLst>
                      <a:ext uri="{FF2B5EF4-FFF2-40B4-BE49-F238E27FC236}">
                        <a16:creationId xmlns:a16="http://schemas.microsoft.com/office/drawing/2014/main" id="{CDF3E874-D25E-66C3-1D9F-45386A586383}"/>
                      </a:ext>
                    </a:extLst>
                  </p:cNvPr>
                  <p:cNvSpPr txBox="1"/>
                  <p:nvPr/>
                </p:nvSpPr>
                <p:spPr>
                  <a:xfrm>
                    <a:off x="7728731" y="4076475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87" name="文字方塊 86">
                    <a:extLst>
                      <a:ext uri="{FF2B5EF4-FFF2-40B4-BE49-F238E27FC236}">
                        <a16:creationId xmlns:a16="http://schemas.microsoft.com/office/drawing/2014/main" id="{CDF3E874-D25E-66C3-1D9F-45386A58638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28731" y="4076475"/>
                    <a:ext cx="295688" cy="400110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8" name="文字方塊 87">
                <a:extLst>
                  <a:ext uri="{FF2B5EF4-FFF2-40B4-BE49-F238E27FC236}">
                    <a16:creationId xmlns:a16="http://schemas.microsoft.com/office/drawing/2014/main" id="{DD6C3F0E-F3A6-45BE-8067-05A91BB1DD7B}"/>
                  </a:ext>
                </a:extLst>
              </p:cNvPr>
              <p:cNvSpPr txBox="1"/>
              <p:nvPr/>
            </p:nvSpPr>
            <p:spPr>
              <a:xfrm>
                <a:off x="7981015" y="4065906"/>
                <a:ext cx="25765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</a:p>
            </p:txBody>
          </p:sp>
        </p:grpSp>
      </p:grpSp>
      <p:grpSp>
        <p:nvGrpSpPr>
          <p:cNvPr id="119" name="群組 118">
            <a:extLst>
              <a:ext uri="{FF2B5EF4-FFF2-40B4-BE49-F238E27FC236}">
                <a16:creationId xmlns:a16="http://schemas.microsoft.com/office/drawing/2014/main" id="{821BF498-2427-B9BF-DFCD-7B63C7D52AC1}"/>
              </a:ext>
            </a:extLst>
          </p:cNvPr>
          <p:cNvGrpSpPr/>
          <p:nvPr/>
        </p:nvGrpSpPr>
        <p:grpSpPr>
          <a:xfrm>
            <a:off x="5100635" y="1962856"/>
            <a:ext cx="2900279" cy="468413"/>
            <a:chOff x="8167783" y="3063432"/>
            <a:chExt cx="2900279" cy="468413"/>
          </a:xfrm>
        </p:grpSpPr>
        <p:grpSp>
          <p:nvGrpSpPr>
            <p:cNvPr id="120" name="群組 119">
              <a:extLst>
                <a:ext uri="{FF2B5EF4-FFF2-40B4-BE49-F238E27FC236}">
                  <a16:creationId xmlns:a16="http://schemas.microsoft.com/office/drawing/2014/main" id="{DCF2DEA3-2E9F-8004-76DC-CEECDA220575}"/>
                </a:ext>
              </a:extLst>
            </p:cNvPr>
            <p:cNvGrpSpPr/>
            <p:nvPr/>
          </p:nvGrpSpPr>
          <p:grpSpPr>
            <a:xfrm>
              <a:off x="8406598" y="3063432"/>
              <a:ext cx="1429995" cy="446072"/>
              <a:chOff x="7323859" y="2797907"/>
              <a:chExt cx="1429995" cy="446072"/>
            </a:xfrm>
          </p:grpSpPr>
          <p:sp>
            <p:nvSpPr>
              <p:cNvPr id="129" name="文字方塊 128">
                <a:extLst>
                  <a:ext uri="{FF2B5EF4-FFF2-40B4-BE49-F238E27FC236}">
                    <a16:creationId xmlns:a16="http://schemas.microsoft.com/office/drawing/2014/main" id="{1D20C9E7-55F7-F96D-C4F5-3E5AE0AF1221}"/>
                  </a:ext>
                </a:extLst>
              </p:cNvPr>
              <p:cNvSpPr txBox="1"/>
              <p:nvPr/>
            </p:nvSpPr>
            <p:spPr>
              <a:xfrm>
                <a:off x="8267761" y="2843869"/>
                <a:ext cx="2744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)</a:t>
                </a:r>
              </a:p>
            </p:txBody>
          </p:sp>
          <p:grpSp>
            <p:nvGrpSpPr>
              <p:cNvPr id="130" name="群組 129">
                <a:extLst>
                  <a:ext uri="{FF2B5EF4-FFF2-40B4-BE49-F238E27FC236}">
                    <a16:creationId xmlns:a16="http://schemas.microsoft.com/office/drawing/2014/main" id="{0822390E-0A2C-E694-22DB-85F24C068E80}"/>
                  </a:ext>
                </a:extLst>
              </p:cNvPr>
              <p:cNvGrpSpPr/>
              <p:nvPr/>
            </p:nvGrpSpPr>
            <p:grpSpPr>
              <a:xfrm>
                <a:off x="7323859" y="2797907"/>
                <a:ext cx="1429995" cy="443633"/>
                <a:chOff x="7278703" y="2320853"/>
                <a:chExt cx="1429995" cy="443633"/>
              </a:xfrm>
            </p:grpSpPr>
            <p:sp>
              <p:nvSpPr>
                <p:cNvPr id="131" name="文字方塊 130">
                  <a:extLst>
                    <a:ext uri="{FF2B5EF4-FFF2-40B4-BE49-F238E27FC236}">
                      <a16:creationId xmlns:a16="http://schemas.microsoft.com/office/drawing/2014/main" id="{7B6B8639-D2F3-D643-AF77-6C5F8764F2CF}"/>
                    </a:ext>
                  </a:extLst>
                </p:cNvPr>
                <p:cNvSpPr txBox="1"/>
                <p:nvPr/>
              </p:nvSpPr>
              <p:spPr>
                <a:xfrm>
                  <a:off x="7278703" y="2364376"/>
                  <a:ext cx="27443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(</a:t>
                  </a:r>
                </a:p>
              </p:txBody>
            </p:sp>
            <p:sp>
              <p:nvSpPr>
                <p:cNvPr id="132" name="文字方塊 131">
                  <a:extLst>
                    <a:ext uri="{FF2B5EF4-FFF2-40B4-BE49-F238E27FC236}">
                      <a16:creationId xmlns:a16="http://schemas.microsoft.com/office/drawing/2014/main" id="{DDE1B930-D1B8-EC18-DE28-6A3911C7D6F1}"/>
                    </a:ext>
                  </a:extLst>
                </p:cNvPr>
                <p:cNvSpPr txBox="1"/>
                <p:nvPr/>
              </p:nvSpPr>
              <p:spPr>
                <a:xfrm>
                  <a:off x="7994538" y="2320853"/>
                  <a:ext cx="71416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altLang="zh-HK" sz="2000" b="1" dirty="0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rPr>
                    <a:t>2</a:t>
                  </a:r>
                </a:p>
              </p:txBody>
            </p:sp>
            <p:sp>
              <p:nvSpPr>
                <p:cNvPr id="133" name="文字方塊 132">
                  <a:extLst>
                    <a:ext uri="{FF2B5EF4-FFF2-40B4-BE49-F238E27FC236}">
                      <a16:creationId xmlns:a16="http://schemas.microsoft.com/office/drawing/2014/main" id="{7A8F8088-80B7-6E3B-D428-1A7E7A88B0B0}"/>
                    </a:ext>
                  </a:extLst>
                </p:cNvPr>
                <p:cNvSpPr txBox="1"/>
                <p:nvPr/>
              </p:nvSpPr>
              <p:spPr>
                <a:xfrm>
                  <a:off x="7524657" y="2333489"/>
                  <a:ext cx="431043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altLang="zh-HK" sz="20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x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4" name="文字方塊 133">
                      <a:extLst>
                        <a:ext uri="{FF2B5EF4-FFF2-40B4-BE49-F238E27FC236}">
                          <a16:creationId xmlns:a16="http://schemas.microsoft.com/office/drawing/2014/main" id="{723455E6-191C-4414-699C-A21774224C2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780471" y="2326825"/>
                      <a:ext cx="295688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000" b="1" i="1" smtClean="0">
                                <a:ln>
                                  <a:solidFill>
                                    <a:schemeClr val="tx1"/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oMath>
                        </m:oMathPara>
                      </a14:m>
                      <a:endParaRPr lang="en-HK" sz="20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134" name="文字方塊 133">
                      <a:extLst>
                        <a:ext uri="{FF2B5EF4-FFF2-40B4-BE49-F238E27FC236}">
                          <a16:creationId xmlns:a16="http://schemas.microsoft.com/office/drawing/2014/main" id="{723455E6-191C-4414-699C-A21774224C2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780471" y="2326825"/>
                      <a:ext cx="295688" cy="400110"/>
                    </a:xfrm>
                    <a:prstGeom prst="rect">
                      <a:avLst/>
                    </a:prstGeom>
                    <a:blipFill>
                      <a:blip r:embed="rId1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HK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文字方塊 120">
                  <a:extLst>
                    <a:ext uri="{FF2B5EF4-FFF2-40B4-BE49-F238E27FC236}">
                      <a16:creationId xmlns:a16="http://schemas.microsoft.com/office/drawing/2014/main" id="{E87C6766-740A-B032-F18D-EFF5F59F85EC}"/>
                    </a:ext>
                  </a:extLst>
                </p:cNvPr>
                <p:cNvSpPr txBox="1"/>
                <p:nvPr/>
              </p:nvSpPr>
              <p:spPr>
                <a:xfrm>
                  <a:off x="8167783" y="3069464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21" name="文字方塊 120">
                  <a:extLst>
                    <a:ext uri="{FF2B5EF4-FFF2-40B4-BE49-F238E27FC236}">
                      <a16:creationId xmlns:a16="http://schemas.microsoft.com/office/drawing/2014/main" id="{E87C6766-740A-B032-F18D-EFF5F59F85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67783" y="3069464"/>
                  <a:ext cx="295688" cy="40011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2" name="群組 121">
              <a:extLst>
                <a:ext uri="{FF2B5EF4-FFF2-40B4-BE49-F238E27FC236}">
                  <a16:creationId xmlns:a16="http://schemas.microsoft.com/office/drawing/2014/main" id="{6C3C63DD-57BD-4CBE-3458-C1E02A13D450}"/>
                </a:ext>
              </a:extLst>
            </p:cNvPr>
            <p:cNvGrpSpPr/>
            <p:nvPr/>
          </p:nvGrpSpPr>
          <p:grpSpPr>
            <a:xfrm>
              <a:off x="9615491" y="3091420"/>
              <a:ext cx="1452571" cy="440425"/>
              <a:chOff x="7323859" y="2803554"/>
              <a:chExt cx="1452571" cy="440425"/>
            </a:xfrm>
          </p:grpSpPr>
          <p:sp>
            <p:nvSpPr>
              <p:cNvPr id="123" name="文字方塊 122">
                <a:extLst>
                  <a:ext uri="{FF2B5EF4-FFF2-40B4-BE49-F238E27FC236}">
                    <a16:creationId xmlns:a16="http://schemas.microsoft.com/office/drawing/2014/main" id="{95BBF550-DA4E-BD8E-9256-D05B6875536E}"/>
                  </a:ext>
                </a:extLst>
              </p:cNvPr>
              <p:cNvSpPr txBox="1"/>
              <p:nvPr/>
            </p:nvSpPr>
            <p:spPr>
              <a:xfrm>
                <a:off x="8267761" y="2843869"/>
                <a:ext cx="2744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)</a:t>
                </a:r>
              </a:p>
            </p:txBody>
          </p:sp>
          <p:grpSp>
            <p:nvGrpSpPr>
              <p:cNvPr id="124" name="群組 123">
                <a:extLst>
                  <a:ext uri="{FF2B5EF4-FFF2-40B4-BE49-F238E27FC236}">
                    <a16:creationId xmlns:a16="http://schemas.microsoft.com/office/drawing/2014/main" id="{735DB3DA-A9E5-ED5A-6934-188930493FDD}"/>
                  </a:ext>
                </a:extLst>
              </p:cNvPr>
              <p:cNvGrpSpPr/>
              <p:nvPr/>
            </p:nvGrpSpPr>
            <p:grpSpPr>
              <a:xfrm>
                <a:off x="7323859" y="2803554"/>
                <a:ext cx="1452571" cy="437986"/>
                <a:chOff x="7278703" y="2326500"/>
                <a:chExt cx="1452571" cy="437986"/>
              </a:xfrm>
            </p:grpSpPr>
            <p:sp>
              <p:nvSpPr>
                <p:cNvPr id="125" name="文字方塊 124">
                  <a:extLst>
                    <a:ext uri="{FF2B5EF4-FFF2-40B4-BE49-F238E27FC236}">
                      <a16:creationId xmlns:a16="http://schemas.microsoft.com/office/drawing/2014/main" id="{C66D988E-3DD1-46EC-63DB-42F9295263CE}"/>
                    </a:ext>
                  </a:extLst>
                </p:cNvPr>
                <p:cNvSpPr txBox="1"/>
                <p:nvPr/>
              </p:nvSpPr>
              <p:spPr>
                <a:xfrm>
                  <a:off x="7278703" y="2364376"/>
                  <a:ext cx="27443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(</a:t>
                  </a:r>
                </a:p>
              </p:txBody>
            </p:sp>
            <p:sp>
              <p:nvSpPr>
                <p:cNvPr id="126" name="文字方塊 125">
                  <a:extLst>
                    <a:ext uri="{FF2B5EF4-FFF2-40B4-BE49-F238E27FC236}">
                      <a16:creationId xmlns:a16="http://schemas.microsoft.com/office/drawing/2014/main" id="{4AF47AC6-ECD1-2103-AADC-AD735EEFD8FB}"/>
                    </a:ext>
                  </a:extLst>
                </p:cNvPr>
                <p:cNvSpPr txBox="1"/>
                <p:nvPr/>
              </p:nvSpPr>
              <p:spPr>
                <a:xfrm>
                  <a:off x="8017114" y="2326500"/>
                  <a:ext cx="71416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altLang="zh-HK" sz="2000" b="1" dirty="0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rPr>
                    <a:t>8</a:t>
                  </a:r>
                </a:p>
              </p:txBody>
            </p:sp>
            <p:sp>
              <p:nvSpPr>
                <p:cNvPr id="127" name="文字方塊 126">
                  <a:extLst>
                    <a:ext uri="{FF2B5EF4-FFF2-40B4-BE49-F238E27FC236}">
                      <a16:creationId xmlns:a16="http://schemas.microsoft.com/office/drawing/2014/main" id="{48BC0565-2F0C-98A1-0848-0C6FCD722B8A}"/>
                    </a:ext>
                  </a:extLst>
                </p:cNvPr>
                <p:cNvSpPr txBox="1"/>
                <p:nvPr/>
              </p:nvSpPr>
              <p:spPr>
                <a:xfrm>
                  <a:off x="7524657" y="2333489"/>
                  <a:ext cx="431043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altLang="zh-HK" sz="20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x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8" name="文字方塊 127">
                      <a:extLst>
                        <a:ext uri="{FF2B5EF4-FFF2-40B4-BE49-F238E27FC236}">
                          <a16:creationId xmlns:a16="http://schemas.microsoft.com/office/drawing/2014/main" id="{4C0E2F90-F16B-388C-0FD9-00DD6EFEAC6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780471" y="2326825"/>
                      <a:ext cx="295688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000" b="1" i="1" smtClean="0">
                                <a:ln>
                                  <a:solidFill>
                                    <a:schemeClr val="tx1"/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oMath>
                        </m:oMathPara>
                      </a14:m>
                      <a:endParaRPr lang="en-HK" sz="20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128" name="文字方塊 127">
                      <a:extLst>
                        <a:ext uri="{FF2B5EF4-FFF2-40B4-BE49-F238E27FC236}">
                          <a16:creationId xmlns:a16="http://schemas.microsoft.com/office/drawing/2014/main" id="{4C0E2F90-F16B-388C-0FD9-00DD6EFEAC6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780471" y="2326825"/>
                      <a:ext cx="295688" cy="400110"/>
                    </a:xfrm>
                    <a:prstGeom prst="rect">
                      <a:avLst/>
                    </a:prstGeom>
                    <a:blipFill>
                      <a:blip r:embed="rId2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HK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</p:grp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2EE00782-4331-FD7E-653A-0A28A0D10DB4}"/>
              </a:ext>
            </a:extLst>
          </p:cNvPr>
          <p:cNvSpPr txBox="1"/>
          <p:nvPr/>
        </p:nvSpPr>
        <p:spPr>
          <a:xfrm>
            <a:off x="2671311" y="786777"/>
            <a:ext cx="3817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altLang="zh-HK" sz="18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4</a:t>
            </a:r>
            <a:endParaRPr lang="zh-HK" altLang="en-US" dirty="0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AC86CE99-B2F9-E10A-29F2-5F22BE8AC685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2590" y="0"/>
            <a:ext cx="9240540" cy="381053"/>
          </a:xfrm>
          <a:prstGeom prst="rect">
            <a:avLst/>
          </a:prstGeom>
        </p:spPr>
      </p:pic>
      <p:pic>
        <p:nvPicPr>
          <p:cNvPr id="32" name="圖片 31">
            <a:extLst>
              <a:ext uri="{FF2B5EF4-FFF2-40B4-BE49-F238E27FC236}">
                <a16:creationId xmlns:a16="http://schemas.microsoft.com/office/drawing/2014/main" id="{DACD63B5-4306-6135-C8BB-844D0B1677ED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71166" y="365653"/>
            <a:ext cx="3258005" cy="3143689"/>
          </a:xfrm>
          <a:prstGeom prst="rect">
            <a:avLst/>
          </a:prstGeom>
        </p:spPr>
      </p:pic>
      <p:sp>
        <p:nvSpPr>
          <p:cNvPr id="34" name="文字方塊 33">
            <a:extLst>
              <a:ext uri="{FF2B5EF4-FFF2-40B4-BE49-F238E27FC236}">
                <a16:creationId xmlns:a16="http://schemas.microsoft.com/office/drawing/2014/main" id="{D49C1DBF-51F8-18C9-7D4C-6158BDCDD521}"/>
              </a:ext>
            </a:extLst>
          </p:cNvPr>
          <p:cNvSpPr txBox="1"/>
          <p:nvPr/>
        </p:nvSpPr>
        <p:spPr>
          <a:xfrm>
            <a:off x="4966978" y="757604"/>
            <a:ext cx="4302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4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35" name="筆跡 34">
                <a:extLst>
                  <a:ext uri="{FF2B5EF4-FFF2-40B4-BE49-F238E27FC236}">
                    <a16:creationId xmlns:a16="http://schemas.microsoft.com/office/drawing/2014/main" id="{4CFE5165-06FB-FE92-57C5-8A1EA6271528}"/>
                  </a:ext>
                </a:extLst>
              </p14:cNvPr>
              <p14:cNvContentPartPr/>
              <p14:nvPr/>
            </p14:nvContentPartPr>
            <p14:xfrm>
              <a:off x="345046" y="1939996"/>
              <a:ext cx="2386706" cy="45719"/>
            </p14:xfrm>
          </p:contentPart>
        </mc:Choice>
        <mc:Fallback xmlns="">
          <p:pic>
            <p:nvPicPr>
              <p:cNvPr id="35" name="筆跡 34">
                <a:extLst>
                  <a:ext uri="{FF2B5EF4-FFF2-40B4-BE49-F238E27FC236}">
                    <a16:creationId xmlns:a16="http://schemas.microsoft.com/office/drawing/2014/main" id="{4CFE5165-06FB-FE92-57C5-8A1EA6271528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91016" y="-11775704"/>
                <a:ext cx="2494407" cy="2743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25551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F6F2E04F-8CCC-1EA0-3399-2D4D2FBE85B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22" y="-4732"/>
            <a:ext cx="5458587" cy="2143424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93A9DF92-171E-AA84-B800-BAE914A694F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6523" y="403916"/>
            <a:ext cx="1816526" cy="1491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grpSp>
        <p:nvGrpSpPr>
          <p:cNvPr id="93" name="群組 92">
            <a:extLst>
              <a:ext uri="{FF2B5EF4-FFF2-40B4-BE49-F238E27FC236}">
                <a16:creationId xmlns:a16="http://schemas.microsoft.com/office/drawing/2014/main" id="{F17D32C8-69A1-C7C0-E517-853BAAE9391D}"/>
              </a:ext>
            </a:extLst>
          </p:cNvPr>
          <p:cNvGrpSpPr/>
          <p:nvPr/>
        </p:nvGrpSpPr>
        <p:grpSpPr>
          <a:xfrm>
            <a:off x="5711368" y="470802"/>
            <a:ext cx="3674610" cy="1090250"/>
            <a:chOff x="5058616" y="922276"/>
            <a:chExt cx="3674610" cy="1090250"/>
          </a:xfrm>
        </p:grpSpPr>
        <p:grpSp>
          <p:nvGrpSpPr>
            <p:cNvPr id="10" name="群組 9">
              <a:extLst>
                <a:ext uri="{FF2B5EF4-FFF2-40B4-BE49-F238E27FC236}">
                  <a16:creationId xmlns:a16="http://schemas.microsoft.com/office/drawing/2014/main" id="{C54F022E-107A-AA4D-37DE-6D5059598A57}"/>
                </a:ext>
              </a:extLst>
            </p:cNvPr>
            <p:cNvGrpSpPr/>
            <p:nvPr/>
          </p:nvGrpSpPr>
          <p:grpSpPr>
            <a:xfrm>
              <a:off x="5058616" y="922276"/>
              <a:ext cx="3674610" cy="1090250"/>
              <a:chOff x="7278259" y="2402008"/>
              <a:chExt cx="3674610" cy="1090250"/>
            </a:xfrm>
          </p:grpSpPr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0D6815DA-5136-95CC-F613-02BC1360F3EE}"/>
                  </a:ext>
                </a:extLst>
              </p:cNvPr>
              <p:cNvSpPr txBox="1"/>
              <p:nvPr/>
            </p:nvSpPr>
            <p:spPr>
              <a:xfrm>
                <a:off x="9176070" y="2520515"/>
                <a:ext cx="2744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)</a:t>
                </a:r>
              </a:p>
            </p:txBody>
          </p:sp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E8EA4B4B-D5FE-E985-C0F0-AD3502355476}"/>
                  </a:ext>
                </a:extLst>
              </p:cNvPr>
              <p:cNvSpPr txBox="1"/>
              <p:nvPr/>
            </p:nvSpPr>
            <p:spPr>
              <a:xfrm>
                <a:off x="7642960" y="2402008"/>
                <a:ext cx="3577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12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endParaRPr lang="en-HK" sz="12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7B39D33E-B386-15F4-5FB6-ECBCDC7D7168}"/>
                  </a:ext>
                </a:extLst>
              </p:cNvPr>
              <p:cNvSpPr txBox="1"/>
              <p:nvPr/>
            </p:nvSpPr>
            <p:spPr>
              <a:xfrm>
                <a:off x="9507799" y="2503770"/>
                <a:ext cx="2744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</a:t>
                </a:r>
              </a:p>
            </p:txBody>
          </p:sp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7B28D4C8-7F01-116B-7241-69D5A6CE44A1}"/>
                  </a:ext>
                </a:extLst>
              </p:cNvPr>
              <p:cNvSpPr txBox="1"/>
              <p:nvPr/>
            </p:nvSpPr>
            <p:spPr>
              <a:xfrm>
                <a:off x="10678435" y="2503487"/>
                <a:ext cx="2744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)</a:t>
                </a:r>
              </a:p>
            </p:txBody>
          </p:sp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AE0864A6-DCA7-3D91-58C6-8E726719790B}"/>
                  </a:ext>
                </a:extLst>
              </p:cNvPr>
              <p:cNvSpPr txBox="1"/>
              <p:nvPr/>
            </p:nvSpPr>
            <p:spPr>
              <a:xfrm>
                <a:off x="7278259" y="2481186"/>
                <a:ext cx="2744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</a:t>
                </a:r>
              </a:p>
            </p:txBody>
          </p:sp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57A43FDF-FC79-4EA5-A4E4-078372C3847B}"/>
                  </a:ext>
                </a:extLst>
              </p:cNvPr>
              <p:cNvSpPr txBox="1"/>
              <p:nvPr/>
            </p:nvSpPr>
            <p:spPr>
              <a:xfrm>
                <a:off x="7431108" y="2465894"/>
                <a:ext cx="32586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x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文字方塊 20">
                    <a:extLst>
                      <a:ext uri="{FF2B5EF4-FFF2-40B4-BE49-F238E27FC236}">
                        <a16:creationId xmlns:a16="http://schemas.microsoft.com/office/drawing/2014/main" id="{92EB5B65-7970-14A4-E46F-81CDA9A26739}"/>
                      </a:ext>
                    </a:extLst>
                  </p:cNvPr>
                  <p:cNvSpPr txBox="1"/>
                  <p:nvPr/>
                </p:nvSpPr>
                <p:spPr>
                  <a:xfrm>
                    <a:off x="7785810" y="2463976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21" name="文字方塊 20">
                    <a:extLst>
                      <a:ext uri="{FF2B5EF4-FFF2-40B4-BE49-F238E27FC236}">
                        <a16:creationId xmlns:a16="http://schemas.microsoft.com/office/drawing/2014/main" id="{92EB5B65-7970-14A4-E46F-81CDA9A2673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85810" y="2463976"/>
                    <a:ext cx="295688" cy="40011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4F83919A-702E-ED2E-DBF8-BD37ED06D396}"/>
                  </a:ext>
                </a:extLst>
              </p:cNvPr>
              <p:cNvSpPr txBox="1"/>
              <p:nvPr/>
            </p:nvSpPr>
            <p:spPr>
              <a:xfrm>
                <a:off x="7990087" y="2457981"/>
                <a:ext cx="71292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8</a:t>
                </a:r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xy</a:t>
                </a:r>
              </a:p>
            </p:txBody>
          </p:sp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2AE175C8-F44A-9C9F-57C2-88A0311EF441}"/>
                  </a:ext>
                </a:extLst>
              </p:cNvPr>
              <p:cNvSpPr txBox="1"/>
              <p:nvPr/>
            </p:nvSpPr>
            <p:spPr>
              <a:xfrm>
                <a:off x="8650478" y="2480565"/>
                <a:ext cx="86000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15y</a:t>
                </a:r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1ECB28EB-FE23-7FE6-0CB3-A8C243B8E766}"/>
                  </a:ext>
                </a:extLst>
              </p:cNvPr>
              <p:cNvSpPr txBox="1"/>
              <p:nvPr/>
            </p:nvSpPr>
            <p:spPr>
              <a:xfrm>
                <a:off x="10177198" y="2476595"/>
                <a:ext cx="737168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15</a:t>
                </a:r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y</a:t>
                </a:r>
                <a:endParaRPr lang="en-HK" altLang="zh-HK" sz="2000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  <a:p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  <a:p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文字方塊 25">
                    <a:extLst>
                      <a:ext uri="{FF2B5EF4-FFF2-40B4-BE49-F238E27FC236}">
                        <a16:creationId xmlns:a16="http://schemas.microsoft.com/office/drawing/2014/main" id="{531DD109-563F-7F86-F295-5F5B8052E64F}"/>
                      </a:ext>
                    </a:extLst>
                  </p:cNvPr>
                  <p:cNvSpPr txBox="1"/>
                  <p:nvPr/>
                </p:nvSpPr>
                <p:spPr>
                  <a:xfrm>
                    <a:off x="9302418" y="2485329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26" name="文字方塊 25">
                    <a:extLst>
                      <a:ext uri="{FF2B5EF4-FFF2-40B4-BE49-F238E27FC236}">
                        <a16:creationId xmlns:a16="http://schemas.microsoft.com/office/drawing/2014/main" id="{531DD109-563F-7F86-F295-5F5B8052E64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02418" y="2485329"/>
                    <a:ext cx="295688" cy="40011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05BDD46A-5DBC-CC2A-1866-C5FA431CCAE2}"/>
                  </a:ext>
                </a:extLst>
              </p:cNvPr>
              <p:cNvSpPr txBox="1"/>
              <p:nvPr/>
            </p:nvSpPr>
            <p:spPr>
              <a:xfrm>
                <a:off x="9595833" y="2474919"/>
                <a:ext cx="66549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5</a:t>
                </a:r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x</a:t>
                </a:r>
              </a:p>
            </p:txBody>
          </p:sp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D27853B4-B22B-EA69-B43D-9E99B63D95AA}"/>
                  </a:ext>
                </a:extLst>
              </p:cNvPr>
              <p:cNvSpPr txBox="1"/>
              <p:nvPr/>
            </p:nvSpPr>
            <p:spPr>
              <a:xfrm>
                <a:off x="9070998" y="2412570"/>
                <a:ext cx="3577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12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endParaRPr lang="en-HK" sz="12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字方塊 35">
                  <a:extLst>
                    <a:ext uri="{FF2B5EF4-FFF2-40B4-BE49-F238E27FC236}">
                      <a16:creationId xmlns:a16="http://schemas.microsoft.com/office/drawing/2014/main" id="{1CF58114-EC5F-9AC1-BC42-9645DE0FE0DD}"/>
                    </a:ext>
                  </a:extLst>
                </p:cNvPr>
                <p:cNvSpPr txBox="1"/>
                <p:nvPr/>
              </p:nvSpPr>
              <p:spPr>
                <a:xfrm>
                  <a:off x="6265940" y="1009054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6" name="文字方塊 35">
                  <a:extLst>
                    <a:ext uri="{FF2B5EF4-FFF2-40B4-BE49-F238E27FC236}">
                      <a16:creationId xmlns:a16="http://schemas.microsoft.com/office/drawing/2014/main" id="{1CF58114-EC5F-9AC1-BC42-9645DE0FE0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65940" y="1009054"/>
                  <a:ext cx="295688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字方塊 36">
                  <a:extLst>
                    <a:ext uri="{FF2B5EF4-FFF2-40B4-BE49-F238E27FC236}">
                      <a16:creationId xmlns:a16="http://schemas.microsoft.com/office/drawing/2014/main" id="{EA3DB8D3-738D-43F1-192F-B44C2D3968F6}"/>
                    </a:ext>
                  </a:extLst>
                </p:cNvPr>
                <p:cNvSpPr txBox="1"/>
                <p:nvPr/>
              </p:nvSpPr>
              <p:spPr>
                <a:xfrm>
                  <a:off x="7789924" y="986487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7" name="文字方塊 36">
                  <a:extLst>
                    <a:ext uri="{FF2B5EF4-FFF2-40B4-BE49-F238E27FC236}">
                      <a16:creationId xmlns:a16="http://schemas.microsoft.com/office/drawing/2014/main" id="{EA3DB8D3-738D-43F1-192F-B44C2D3968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89924" y="986487"/>
                  <a:ext cx="295688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5" name="群組 94">
            <a:extLst>
              <a:ext uri="{FF2B5EF4-FFF2-40B4-BE49-F238E27FC236}">
                <a16:creationId xmlns:a16="http://schemas.microsoft.com/office/drawing/2014/main" id="{2853011D-5441-6ADD-2A92-671E7D7EA682}"/>
              </a:ext>
            </a:extLst>
          </p:cNvPr>
          <p:cNvGrpSpPr/>
          <p:nvPr/>
        </p:nvGrpSpPr>
        <p:grpSpPr>
          <a:xfrm>
            <a:off x="5622148" y="1009984"/>
            <a:ext cx="3974061" cy="1049532"/>
            <a:chOff x="5755907" y="3103419"/>
            <a:chExt cx="3974061" cy="1049532"/>
          </a:xfrm>
        </p:grpSpPr>
        <p:sp>
          <p:nvSpPr>
            <p:cNvPr id="62" name="文字方塊 61">
              <a:extLst>
                <a:ext uri="{FF2B5EF4-FFF2-40B4-BE49-F238E27FC236}">
                  <a16:creationId xmlns:a16="http://schemas.microsoft.com/office/drawing/2014/main" id="{31A7FA44-DF9F-75AC-400B-E4AC5B41F202}"/>
                </a:ext>
              </a:extLst>
            </p:cNvPr>
            <p:cNvSpPr txBox="1"/>
            <p:nvPr/>
          </p:nvSpPr>
          <p:spPr>
            <a:xfrm>
              <a:off x="9455534" y="3201368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字方塊 65">
                  <a:extLst>
                    <a:ext uri="{FF2B5EF4-FFF2-40B4-BE49-F238E27FC236}">
                      <a16:creationId xmlns:a16="http://schemas.microsoft.com/office/drawing/2014/main" id="{8BFC6C17-4F6E-A2CF-7393-B8B7BB1E894E}"/>
                    </a:ext>
                  </a:extLst>
                </p:cNvPr>
                <p:cNvSpPr txBox="1"/>
                <p:nvPr/>
              </p:nvSpPr>
              <p:spPr>
                <a:xfrm>
                  <a:off x="8132634" y="3156125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66" name="文字方塊 65">
                  <a:extLst>
                    <a:ext uri="{FF2B5EF4-FFF2-40B4-BE49-F238E27FC236}">
                      <a16:creationId xmlns:a16="http://schemas.microsoft.com/office/drawing/2014/main" id="{8BFC6C17-4F6E-A2CF-7393-B8B7BB1E89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32634" y="3156125"/>
                  <a:ext cx="295688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文字方塊 68">
                  <a:extLst>
                    <a:ext uri="{FF2B5EF4-FFF2-40B4-BE49-F238E27FC236}">
                      <a16:creationId xmlns:a16="http://schemas.microsoft.com/office/drawing/2014/main" id="{0703B2BD-B98D-C866-D918-CF7B8CD82E33}"/>
                    </a:ext>
                  </a:extLst>
                </p:cNvPr>
                <p:cNvSpPr txBox="1"/>
                <p:nvPr/>
              </p:nvSpPr>
              <p:spPr>
                <a:xfrm>
                  <a:off x="8887453" y="3181052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69" name="文字方塊 68">
                  <a:extLst>
                    <a:ext uri="{FF2B5EF4-FFF2-40B4-BE49-F238E27FC236}">
                      <a16:creationId xmlns:a16="http://schemas.microsoft.com/office/drawing/2014/main" id="{0703B2BD-B98D-C866-D918-CF7B8CD82E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87453" y="3181052"/>
                  <a:ext cx="295688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94" name="群組 93">
              <a:extLst>
                <a:ext uri="{FF2B5EF4-FFF2-40B4-BE49-F238E27FC236}">
                  <a16:creationId xmlns:a16="http://schemas.microsoft.com/office/drawing/2014/main" id="{C4B2CF63-2B49-4EC8-1B6D-74139EFEAB31}"/>
                </a:ext>
              </a:extLst>
            </p:cNvPr>
            <p:cNvGrpSpPr/>
            <p:nvPr/>
          </p:nvGrpSpPr>
          <p:grpSpPr>
            <a:xfrm>
              <a:off x="5755907" y="3103419"/>
              <a:ext cx="3951946" cy="1049532"/>
              <a:chOff x="5354182" y="1949741"/>
              <a:chExt cx="3951946" cy="10495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文字方塊 39">
                    <a:extLst>
                      <a:ext uri="{FF2B5EF4-FFF2-40B4-BE49-F238E27FC236}">
                        <a16:creationId xmlns:a16="http://schemas.microsoft.com/office/drawing/2014/main" id="{71FD4325-AA67-312A-8518-B09E9B14B3A5}"/>
                      </a:ext>
                    </a:extLst>
                  </p:cNvPr>
                  <p:cNvSpPr txBox="1"/>
                  <p:nvPr/>
                </p:nvSpPr>
                <p:spPr>
                  <a:xfrm>
                    <a:off x="5354182" y="1965945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40" name="文字方塊 39">
                    <a:extLst>
                      <a:ext uri="{FF2B5EF4-FFF2-40B4-BE49-F238E27FC236}">
                        <a16:creationId xmlns:a16="http://schemas.microsoft.com/office/drawing/2014/main" id="{71FD4325-AA67-312A-8518-B09E9B14B3A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54182" y="1965945"/>
                    <a:ext cx="295688" cy="40011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43" name="群組 42">
                <a:extLst>
                  <a:ext uri="{FF2B5EF4-FFF2-40B4-BE49-F238E27FC236}">
                    <a16:creationId xmlns:a16="http://schemas.microsoft.com/office/drawing/2014/main" id="{CA30E98D-C43B-2E90-448E-8B9D4B45179A}"/>
                  </a:ext>
                </a:extLst>
              </p:cNvPr>
              <p:cNvGrpSpPr/>
              <p:nvPr/>
            </p:nvGrpSpPr>
            <p:grpSpPr>
              <a:xfrm>
                <a:off x="5607054" y="1949741"/>
                <a:ext cx="2236150" cy="1049532"/>
                <a:chOff x="8019019" y="940981"/>
                <a:chExt cx="2236150" cy="1049532"/>
              </a:xfrm>
            </p:grpSpPr>
            <p:grpSp>
              <p:nvGrpSpPr>
                <p:cNvPr id="44" name="群組 43">
                  <a:extLst>
                    <a:ext uri="{FF2B5EF4-FFF2-40B4-BE49-F238E27FC236}">
                      <a16:creationId xmlns:a16="http://schemas.microsoft.com/office/drawing/2014/main" id="{AFF3E3CE-C848-D4A8-DEDA-FE5C21B579D5}"/>
                    </a:ext>
                  </a:extLst>
                </p:cNvPr>
                <p:cNvGrpSpPr/>
                <p:nvPr/>
              </p:nvGrpSpPr>
              <p:grpSpPr>
                <a:xfrm>
                  <a:off x="8019019" y="940981"/>
                  <a:ext cx="1197584" cy="707886"/>
                  <a:chOff x="7312124" y="1539510"/>
                  <a:chExt cx="1197584" cy="707886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55" name="文字方塊 54">
                        <a:extLst>
                          <a:ext uri="{FF2B5EF4-FFF2-40B4-BE49-F238E27FC236}">
                            <a16:creationId xmlns:a16="http://schemas.microsoft.com/office/drawing/2014/main" id="{580C15AF-3FE6-73B3-A297-F1404632F33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760304" y="1545529"/>
                        <a:ext cx="295688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000" b="1" i="1" smtClean="0">
                                  <a:ln>
                                    <a:solidFill>
                                      <a:schemeClr val="tx1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oMath>
                          </m:oMathPara>
                        </a14:m>
                        <a:endParaRPr lang="en-HK" sz="2000" b="1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55" name="文字方塊 54">
                        <a:extLst>
                          <a:ext uri="{FF2B5EF4-FFF2-40B4-BE49-F238E27FC236}">
                            <a16:creationId xmlns:a16="http://schemas.microsoft.com/office/drawing/2014/main" id="{580C15AF-3FE6-73B3-A297-F1404632F331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760304" y="1545529"/>
                        <a:ext cx="295688" cy="400110"/>
                      </a:xfrm>
                      <a:prstGeom prst="rect">
                        <a:avLst/>
                      </a:prstGeom>
                      <a:blipFill>
                        <a:blip r:embed="rId10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HK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56" name="文字方塊 55">
                    <a:extLst>
                      <a:ext uri="{FF2B5EF4-FFF2-40B4-BE49-F238E27FC236}">
                        <a16:creationId xmlns:a16="http://schemas.microsoft.com/office/drawing/2014/main" id="{E2D21A2C-96AB-7B62-0F2B-C56DCA4A9213}"/>
                      </a:ext>
                    </a:extLst>
                  </p:cNvPr>
                  <p:cNvSpPr txBox="1"/>
                  <p:nvPr/>
                </p:nvSpPr>
                <p:spPr>
                  <a:xfrm>
                    <a:off x="8235273" y="1589909"/>
                    <a:ext cx="274434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HK" sz="2000" b="1" dirty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a:t>)</a:t>
                    </a:r>
                  </a:p>
                </p:txBody>
              </p:sp>
              <p:sp>
                <p:nvSpPr>
                  <p:cNvPr id="58" name="文字方塊 57">
                    <a:extLst>
                      <a:ext uri="{FF2B5EF4-FFF2-40B4-BE49-F238E27FC236}">
                        <a16:creationId xmlns:a16="http://schemas.microsoft.com/office/drawing/2014/main" id="{F71A206E-F9D7-9B30-32DE-FD80D0B5166C}"/>
                      </a:ext>
                    </a:extLst>
                  </p:cNvPr>
                  <p:cNvSpPr txBox="1"/>
                  <p:nvPr/>
                </p:nvSpPr>
                <p:spPr>
                  <a:xfrm>
                    <a:off x="7522719" y="1545529"/>
                    <a:ext cx="452019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HK" altLang="zh-HK" sz="2000" b="1" dirty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a:t>x</a:t>
                    </a:r>
                  </a:p>
                </p:txBody>
              </p:sp>
              <p:sp>
                <p:nvSpPr>
                  <p:cNvPr id="59" name="文字方塊 58">
                    <a:extLst>
                      <a:ext uri="{FF2B5EF4-FFF2-40B4-BE49-F238E27FC236}">
                        <a16:creationId xmlns:a16="http://schemas.microsoft.com/office/drawing/2014/main" id="{2A1BCB14-6E20-55DB-E678-FF05F787815E}"/>
                      </a:ext>
                    </a:extLst>
                  </p:cNvPr>
                  <p:cNvSpPr txBox="1"/>
                  <p:nvPr/>
                </p:nvSpPr>
                <p:spPr>
                  <a:xfrm>
                    <a:off x="7312124" y="1562710"/>
                    <a:ext cx="274434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HK" sz="2000" b="1" dirty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a:t>(</a:t>
                    </a:r>
                  </a:p>
                </p:txBody>
              </p:sp>
              <p:sp>
                <p:nvSpPr>
                  <p:cNvPr id="60" name="文字方塊 59">
                    <a:extLst>
                      <a:ext uri="{FF2B5EF4-FFF2-40B4-BE49-F238E27FC236}">
                        <a16:creationId xmlns:a16="http://schemas.microsoft.com/office/drawing/2014/main" id="{D37DF70D-1A7B-6FC8-D352-E0613250E9B7}"/>
                      </a:ext>
                    </a:extLst>
                  </p:cNvPr>
                  <p:cNvSpPr txBox="1"/>
                  <p:nvPr/>
                </p:nvSpPr>
                <p:spPr>
                  <a:xfrm>
                    <a:off x="7946110" y="1539510"/>
                    <a:ext cx="563598" cy="70788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HK" altLang="zh-HK" sz="2000" b="1" dirty="0">
                        <a:ln>
                          <a:solidFill>
                            <a:schemeClr val="tx1"/>
                          </a:solidFill>
                        </a:ln>
                        <a:latin typeface="Lucida Handwriting" panose="03010101010101010101" pitchFamily="66" charset="0"/>
                      </a:rPr>
                      <a:t>3</a:t>
                    </a:r>
                    <a:r>
                      <a:rPr lang="en-HK" altLang="zh-HK" sz="2000" b="1" dirty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a:t>y</a:t>
                    </a:r>
                    <a:endParaRPr lang="en-HK" altLang="zh-HK" sz="2000" dirty="0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endParaRPr>
                  </a:p>
                  <a:p>
                    <a:endParaRPr lang="en-HK" altLang="zh-HK" sz="2000" b="1" dirty="0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endParaRPr>
                  </a:p>
                </p:txBody>
              </p:sp>
            </p:grpSp>
            <p:grpSp>
              <p:nvGrpSpPr>
                <p:cNvPr id="45" name="群組 44">
                  <a:extLst>
                    <a:ext uri="{FF2B5EF4-FFF2-40B4-BE49-F238E27FC236}">
                      <a16:creationId xmlns:a16="http://schemas.microsoft.com/office/drawing/2014/main" id="{92EBB40E-CADC-CD18-1124-D8A6F91DC313}"/>
                    </a:ext>
                  </a:extLst>
                </p:cNvPr>
                <p:cNvGrpSpPr/>
                <p:nvPr/>
              </p:nvGrpSpPr>
              <p:grpSpPr>
                <a:xfrm>
                  <a:off x="9057586" y="974850"/>
                  <a:ext cx="1197583" cy="1015663"/>
                  <a:chOff x="7312124" y="1545155"/>
                  <a:chExt cx="1197583" cy="1015663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50" name="文字方塊 49">
                        <a:extLst>
                          <a:ext uri="{FF2B5EF4-FFF2-40B4-BE49-F238E27FC236}">
                            <a16:creationId xmlns:a16="http://schemas.microsoft.com/office/drawing/2014/main" id="{DF0615A3-9619-85CC-A2D0-F8E2C3B862A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709506" y="1545529"/>
                        <a:ext cx="295688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000" b="1" i="1" smtClean="0">
                                  <a:ln>
                                    <a:solidFill>
                                      <a:schemeClr val="tx1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oMath>
                          </m:oMathPara>
                        </a14:m>
                        <a:endParaRPr lang="en-HK" sz="2000" b="1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50" name="文字方塊 49">
                        <a:extLst>
                          <a:ext uri="{FF2B5EF4-FFF2-40B4-BE49-F238E27FC236}">
                            <a16:creationId xmlns:a16="http://schemas.microsoft.com/office/drawing/2014/main" id="{DF0615A3-9619-85CC-A2D0-F8E2C3B862A1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709506" y="1545529"/>
                        <a:ext cx="295688" cy="400110"/>
                      </a:xfrm>
                      <a:prstGeom prst="rect">
                        <a:avLst/>
                      </a:prstGeom>
                      <a:blipFill>
                        <a:blip r:embed="rId11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HK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51" name="文字方塊 50">
                    <a:extLst>
                      <a:ext uri="{FF2B5EF4-FFF2-40B4-BE49-F238E27FC236}">
                        <a16:creationId xmlns:a16="http://schemas.microsoft.com/office/drawing/2014/main" id="{108BEBE4-75C3-8273-0911-CC114C3B00D4}"/>
                      </a:ext>
                    </a:extLst>
                  </p:cNvPr>
                  <p:cNvSpPr txBox="1"/>
                  <p:nvPr/>
                </p:nvSpPr>
                <p:spPr>
                  <a:xfrm>
                    <a:off x="8235273" y="1589909"/>
                    <a:ext cx="274434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HK" sz="2000" b="1" dirty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a:t>)</a:t>
                    </a:r>
                  </a:p>
                </p:txBody>
              </p:sp>
              <p:sp>
                <p:nvSpPr>
                  <p:cNvPr id="52" name="文字方塊 51">
                    <a:extLst>
                      <a:ext uri="{FF2B5EF4-FFF2-40B4-BE49-F238E27FC236}">
                        <a16:creationId xmlns:a16="http://schemas.microsoft.com/office/drawing/2014/main" id="{0F2134E2-0BF0-4D0B-8B5E-ED5DB00F7737}"/>
                      </a:ext>
                    </a:extLst>
                  </p:cNvPr>
                  <p:cNvSpPr txBox="1"/>
                  <p:nvPr/>
                </p:nvSpPr>
                <p:spPr>
                  <a:xfrm>
                    <a:off x="7423703" y="1563735"/>
                    <a:ext cx="452019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HK" altLang="zh-HK" sz="2000" b="1" dirty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a:t>x</a:t>
                    </a:r>
                    <a:endParaRPr lang="en-HK" altLang="zh-HK" sz="2000" b="1" dirty="0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endParaRPr>
                  </a:p>
                </p:txBody>
              </p:sp>
              <p:sp>
                <p:nvSpPr>
                  <p:cNvPr id="53" name="文字方塊 52">
                    <a:extLst>
                      <a:ext uri="{FF2B5EF4-FFF2-40B4-BE49-F238E27FC236}">
                        <a16:creationId xmlns:a16="http://schemas.microsoft.com/office/drawing/2014/main" id="{B0E29E93-602B-BB44-F735-585A6CA365A9}"/>
                      </a:ext>
                    </a:extLst>
                  </p:cNvPr>
                  <p:cNvSpPr txBox="1"/>
                  <p:nvPr/>
                </p:nvSpPr>
                <p:spPr>
                  <a:xfrm>
                    <a:off x="7312124" y="1562710"/>
                    <a:ext cx="274434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HK" sz="2000" b="1" dirty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a:t>(</a:t>
                    </a:r>
                  </a:p>
                </p:txBody>
              </p:sp>
              <p:sp>
                <p:nvSpPr>
                  <p:cNvPr id="54" name="文字方塊 53">
                    <a:extLst>
                      <a:ext uri="{FF2B5EF4-FFF2-40B4-BE49-F238E27FC236}">
                        <a16:creationId xmlns:a16="http://schemas.microsoft.com/office/drawing/2014/main" id="{6F14315E-2F93-2FEE-DD94-3479CB2EBFD6}"/>
                      </a:ext>
                    </a:extLst>
                  </p:cNvPr>
                  <p:cNvSpPr txBox="1"/>
                  <p:nvPr/>
                </p:nvSpPr>
                <p:spPr>
                  <a:xfrm>
                    <a:off x="7911603" y="1545155"/>
                    <a:ext cx="563598" cy="101566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HK" altLang="zh-HK" sz="2000" b="1" dirty="0">
                        <a:ln>
                          <a:solidFill>
                            <a:schemeClr val="tx1"/>
                          </a:solidFill>
                        </a:ln>
                        <a:latin typeface="Lucida Handwriting" panose="03010101010101010101" pitchFamily="66" charset="0"/>
                      </a:rPr>
                      <a:t>5</a:t>
                    </a:r>
                    <a:r>
                      <a:rPr lang="en-HK" altLang="zh-HK" sz="2000" b="1" dirty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a:t>y</a:t>
                    </a:r>
                    <a:endParaRPr lang="en-HK" altLang="zh-HK" sz="2000" dirty="0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endParaRPr>
                  </a:p>
                  <a:p>
                    <a:endParaRPr lang="en-HK" altLang="zh-HK" sz="2000" b="1" dirty="0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endParaRPr>
                  </a:p>
                  <a:p>
                    <a:endParaRPr lang="en-HK" altLang="zh-HK" sz="2000" b="1" dirty="0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endParaRPr>
                  </a:p>
                </p:txBody>
              </p:sp>
            </p:grpSp>
          </p:grpSp>
          <p:sp>
            <p:nvSpPr>
              <p:cNvPr id="67" name="文字方塊 66">
                <a:extLst>
                  <a:ext uri="{FF2B5EF4-FFF2-40B4-BE49-F238E27FC236}">
                    <a16:creationId xmlns:a16="http://schemas.microsoft.com/office/drawing/2014/main" id="{56AED8B1-6C31-56EF-DA34-E34F97DC3988}"/>
                  </a:ext>
                </a:extLst>
              </p:cNvPr>
              <p:cNvSpPr txBox="1"/>
              <p:nvPr/>
            </p:nvSpPr>
            <p:spPr>
              <a:xfrm>
                <a:off x="7966107" y="1977313"/>
                <a:ext cx="35206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5</a:t>
                </a:r>
              </a:p>
            </p:txBody>
          </p:sp>
          <p:sp>
            <p:nvSpPr>
              <p:cNvPr id="70" name="文字方塊 69">
                <a:extLst>
                  <a:ext uri="{FF2B5EF4-FFF2-40B4-BE49-F238E27FC236}">
                    <a16:creationId xmlns:a16="http://schemas.microsoft.com/office/drawing/2014/main" id="{E2520821-2C8E-8028-78EE-A7B9C747C999}"/>
                  </a:ext>
                </a:extLst>
              </p:cNvPr>
              <p:cNvSpPr txBox="1"/>
              <p:nvPr/>
            </p:nvSpPr>
            <p:spPr>
              <a:xfrm>
                <a:off x="8240403" y="2030864"/>
                <a:ext cx="45201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x</a:t>
                </a:r>
              </a:p>
            </p:txBody>
          </p:sp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E4D579C3-BACA-60F5-94F0-9F54BC7D7260}"/>
                  </a:ext>
                </a:extLst>
              </p:cNvPr>
              <p:cNvSpPr txBox="1"/>
              <p:nvPr/>
            </p:nvSpPr>
            <p:spPr>
              <a:xfrm>
                <a:off x="8128824" y="2029839"/>
                <a:ext cx="2744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</a:t>
                </a:r>
              </a:p>
            </p:txBody>
          </p:sp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53CBA42F-50D2-82DA-58DC-1EC7389FFF16}"/>
                  </a:ext>
                </a:extLst>
              </p:cNvPr>
              <p:cNvSpPr txBox="1"/>
              <p:nvPr/>
            </p:nvSpPr>
            <p:spPr>
              <a:xfrm>
                <a:off x="8725584" y="2003121"/>
                <a:ext cx="58054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y</a:t>
                </a:r>
                <a:endParaRPr lang="en-HK" altLang="zh-HK" sz="2000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  <a:p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p:grpSp>
      </p:grpSp>
      <p:grpSp>
        <p:nvGrpSpPr>
          <p:cNvPr id="97" name="群組 96">
            <a:extLst>
              <a:ext uri="{FF2B5EF4-FFF2-40B4-BE49-F238E27FC236}">
                <a16:creationId xmlns:a16="http://schemas.microsoft.com/office/drawing/2014/main" id="{450027C9-74F6-604E-8104-4825F40015D1}"/>
              </a:ext>
            </a:extLst>
          </p:cNvPr>
          <p:cNvGrpSpPr/>
          <p:nvPr/>
        </p:nvGrpSpPr>
        <p:grpSpPr>
          <a:xfrm>
            <a:off x="5622148" y="1541243"/>
            <a:ext cx="3037769" cy="719831"/>
            <a:chOff x="5485239" y="2962886"/>
            <a:chExt cx="3037769" cy="719831"/>
          </a:xfrm>
        </p:grpSpPr>
        <p:sp>
          <p:nvSpPr>
            <p:cNvPr id="78" name="文字方塊 77">
              <a:extLst>
                <a:ext uri="{FF2B5EF4-FFF2-40B4-BE49-F238E27FC236}">
                  <a16:creationId xmlns:a16="http://schemas.microsoft.com/office/drawing/2014/main" id="{A3FD786A-D0F5-BAAB-085E-A1F9268A46BA}"/>
                </a:ext>
              </a:extLst>
            </p:cNvPr>
            <p:cNvSpPr txBox="1"/>
            <p:nvPr/>
          </p:nvSpPr>
          <p:spPr>
            <a:xfrm>
              <a:off x="6746214" y="3009458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p:grpSp>
          <p:nvGrpSpPr>
            <p:cNvPr id="96" name="群組 95">
              <a:extLst>
                <a:ext uri="{FF2B5EF4-FFF2-40B4-BE49-F238E27FC236}">
                  <a16:creationId xmlns:a16="http://schemas.microsoft.com/office/drawing/2014/main" id="{BA775662-0FCD-6FAF-35E4-8845D762FF3A}"/>
                </a:ext>
              </a:extLst>
            </p:cNvPr>
            <p:cNvGrpSpPr/>
            <p:nvPr/>
          </p:nvGrpSpPr>
          <p:grpSpPr>
            <a:xfrm>
              <a:off x="5485239" y="2962886"/>
              <a:ext cx="3037769" cy="719831"/>
              <a:chOff x="5398109" y="2423216"/>
              <a:chExt cx="3037769" cy="71983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3" name="文字方塊 72">
                    <a:extLst>
                      <a:ext uri="{FF2B5EF4-FFF2-40B4-BE49-F238E27FC236}">
                        <a16:creationId xmlns:a16="http://schemas.microsoft.com/office/drawing/2014/main" id="{1543DB01-7037-2A55-766B-007DA51A47C8}"/>
                      </a:ext>
                    </a:extLst>
                  </p:cNvPr>
                  <p:cNvSpPr txBox="1"/>
                  <p:nvPr/>
                </p:nvSpPr>
                <p:spPr>
                  <a:xfrm>
                    <a:off x="5398109" y="2446426"/>
                    <a:ext cx="332447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73" name="文字方塊 72">
                    <a:extLst>
                      <a:ext uri="{FF2B5EF4-FFF2-40B4-BE49-F238E27FC236}">
                        <a16:creationId xmlns:a16="http://schemas.microsoft.com/office/drawing/2014/main" id="{1543DB01-7037-2A55-766B-007DA51A47C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98109" y="2446426"/>
                    <a:ext cx="332447" cy="400110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4" name="文字方塊 73">
                    <a:extLst>
                      <a:ext uri="{FF2B5EF4-FFF2-40B4-BE49-F238E27FC236}">
                        <a16:creationId xmlns:a16="http://schemas.microsoft.com/office/drawing/2014/main" id="{BD60682B-9C49-FDB7-0035-27ECBBE71CBA}"/>
                      </a:ext>
                    </a:extLst>
                  </p:cNvPr>
                  <p:cNvSpPr txBox="1"/>
                  <p:nvPr/>
                </p:nvSpPr>
                <p:spPr>
                  <a:xfrm>
                    <a:off x="6104756" y="2458567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74" name="文字方塊 73">
                    <a:extLst>
                      <a:ext uri="{FF2B5EF4-FFF2-40B4-BE49-F238E27FC236}">
                        <a16:creationId xmlns:a16="http://schemas.microsoft.com/office/drawing/2014/main" id="{BD60682B-9C49-FDB7-0035-27ECBBE71CB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04756" y="2458567"/>
                    <a:ext cx="295688" cy="400110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3814B6E3-4352-1583-1F4B-109546B1A375}"/>
                  </a:ext>
                </a:extLst>
              </p:cNvPr>
              <p:cNvSpPr txBox="1"/>
              <p:nvPr/>
            </p:nvSpPr>
            <p:spPr>
              <a:xfrm>
                <a:off x="5818951" y="2476773"/>
                <a:ext cx="45201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x</a:t>
                </a:r>
              </a:p>
            </p:txBody>
          </p:sp>
          <p:sp>
            <p:nvSpPr>
              <p:cNvPr id="76" name="文字方塊 75">
                <a:extLst>
                  <a:ext uri="{FF2B5EF4-FFF2-40B4-BE49-F238E27FC236}">
                    <a16:creationId xmlns:a16="http://schemas.microsoft.com/office/drawing/2014/main" id="{EE6FA3FD-01CF-154A-6739-E6BE2725B133}"/>
                  </a:ext>
                </a:extLst>
              </p:cNvPr>
              <p:cNvSpPr txBox="1"/>
              <p:nvPr/>
            </p:nvSpPr>
            <p:spPr>
              <a:xfrm>
                <a:off x="6343764" y="2423216"/>
                <a:ext cx="58054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y</a:t>
                </a:r>
                <a:endParaRPr lang="en-HK" altLang="zh-HK" sz="2000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  <a:p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D4E9E143-4C8E-550D-86B5-DFF48EA2F8F6}"/>
                  </a:ext>
                </a:extLst>
              </p:cNvPr>
              <p:cNvSpPr txBox="1"/>
              <p:nvPr/>
            </p:nvSpPr>
            <p:spPr>
              <a:xfrm>
                <a:off x="5703011" y="2464004"/>
                <a:ext cx="2744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</a:t>
                </a:r>
              </a:p>
            </p:txBody>
          </p:sp>
          <p:grpSp>
            <p:nvGrpSpPr>
              <p:cNvPr id="79" name="群組 78">
                <a:extLst>
                  <a:ext uri="{FF2B5EF4-FFF2-40B4-BE49-F238E27FC236}">
                    <a16:creationId xmlns:a16="http://schemas.microsoft.com/office/drawing/2014/main" id="{2C113679-C397-A6F9-1C2F-7A6E7AAFFDD4}"/>
                  </a:ext>
                </a:extLst>
              </p:cNvPr>
              <p:cNvGrpSpPr/>
              <p:nvPr/>
            </p:nvGrpSpPr>
            <p:grpSpPr>
              <a:xfrm>
                <a:off x="6758516" y="2435161"/>
                <a:ext cx="1677362" cy="707886"/>
                <a:chOff x="8019019" y="940981"/>
                <a:chExt cx="1677362" cy="707886"/>
              </a:xfrm>
            </p:grpSpPr>
            <p:grpSp>
              <p:nvGrpSpPr>
                <p:cNvPr id="80" name="群組 79">
                  <a:extLst>
                    <a:ext uri="{FF2B5EF4-FFF2-40B4-BE49-F238E27FC236}">
                      <a16:creationId xmlns:a16="http://schemas.microsoft.com/office/drawing/2014/main" id="{51D172B5-48BA-769D-4BA1-651E6361289D}"/>
                    </a:ext>
                  </a:extLst>
                </p:cNvPr>
                <p:cNvGrpSpPr/>
                <p:nvPr/>
              </p:nvGrpSpPr>
              <p:grpSpPr>
                <a:xfrm>
                  <a:off x="8019019" y="940981"/>
                  <a:ext cx="1677362" cy="707886"/>
                  <a:chOff x="7312124" y="1539510"/>
                  <a:chExt cx="1677362" cy="707886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87" name="文字方塊 86">
                        <a:extLst>
                          <a:ext uri="{FF2B5EF4-FFF2-40B4-BE49-F238E27FC236}">
                            <a16:creationId xmlns:a16="http://schemas.microsoft.com/office/drawing/2014/main" id="{03E16AFF-E91F-3436-B87D-D2931BE43AA3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760304" y="1545529"/>
                        <a:ext cx="295688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000" b="1" i="1" smtClean="0">
                                  <a:ln>
                                    <a:solidFill>
                                      <a:schemeClr val="tx1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oMath>
                          </m:oMathPara>
                        </a14:m>
                        <a:endParaRPr lang="en-HK" sz="2000" b="1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87" name="文字方塊 86">
                        <a:extLst>
                          <a:ext uri="{FF2B5EF4-FFF2-40B4-BE49-F238E27FC236}">
                            <a16:creationId xmlns:a16="http://schemas.microsoft.com/office/drawing/2014/main" id="{03E16AFF-E91F-3436-B87D-D2931BE43AA3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760304" y="1545529"/>
                        <a:ext cx="295688" cy="400110"/>
                      </a:xfrm>
                      <a:prstGeom prst="rect">
                        <a:avLst/>
                      </a:prstGeom>
                      <a:blipFill>
                        <a:blip r:embed="rId14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HK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88" name="文字方塊 87">
                    <a:extLst>
                      <a:ext uri="{FF2B5EF4-FFF2-40B4-BE49-F238E27FC236}">
                        <a16:creationId xmlns:a16="http://schemas.microsoft.com/office/drawing/2014/main" id="{F499A888-6FB2-24C5-EF99-53AFC0B5A938}"/>
                      </a:ext>
                    </a:extLst>
                  </p:cNvPr>
                  <p:cNvSpPr txBox="1"/>
                  <p:nvPr/>
                </p:nvSpPr>
                <p:spPr>
                  <a:xfrm>
                    <a:off x="8715052" y="1589909"/>
                    <a:ext cx="274434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HK" sz="2000" b="1" dirty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a:t>)</a:t>
                    </a:r>
                  </a:p>
                </p:txBody>
              </p:sp>
              <p:sp>
                <p:nvSpPr>
                  <p:cNvPr id="89" name="文字方塊 88">
                    <a:extLst>
                      <a:ext uri="{FF2B5EF4-FFF2-40B4-BE49-F238E27FC236}">
                        <a16:creationId xmlns:a16="http://schemas.microsoft.com/office/drawing/2014/main" id="{6D3FBC6A-20B3-79D8-F800-FE5027EB850E}"/>
                      </a:ext>
                    </a:extLst>
                  </p:cNvPr>
                  <p:cNvSpPr txBox="1"/>
                  <p:nvPr/>
                </p:nvSpPr>
                <p:spPr>
                  <a:xfrm>
                    <a:off x="7522719" y="1545529"/>
                    <a:ext cx="452019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HK" altLang="zh-HK" sz="2000" b="1" dirty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a:t>x</a:t>
                    </a:r>
                  </a:p>
                </p:txBody>
              </p:sp>
              <p:sp>
                <p:nvSpPr>
                  <p:cNvPr id="90" name="文字方塊 89">
                    <a:extLst>
                      <a:ext uri="{FF2B5EF4-FFF2-40B4-BE49-F238E27FC236}">
                        <a16:creationId xmlns:a16="http://schemas.microsoft.com/office/drawing/2014/main" id="{7E9AA59F-FBD0-F130-895E-082C1DC6B3A9}"/>
                      </a:ext>
                    </a:extLst>
                  </p:cNvPr>
                  <p:cNvSpPr txBox="1"/>
                  <p:nvPr/>
                </p:nvSpPr>
                <p:spPr>
                  <a:xfrm>
                    <a:off x="7312124" y="1562710"/>
                    <a:ext cx="274434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HK" sz="2000" b="1" dirty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a:t>(</a:t>
                    </a:r>
                  </a:p>
                </p:txBody>
              </p:sp>
              <p:sp>
                <p:nvSpPr>
                  <p:cNvPr id="91" name="文字方塊 90">
                    <a:extLst>
                      <a:ext uri="{FF2B5EF4-FFF2-40B4-BE49-F238E27FC236}">
                        <a16:creationId xmlns:a16="http://schemas.microsoft.com/office/drawing/2014/main" id="{B06AA023-1F75-E38E-9F85-803531159819}"/>
                      </a:ext>
                    </a:extLst>
                  </p:cNvPr>
                  <p:cNvSpPr txBox="1"/>
                  <p:nvPr/>
                </p:nvSpPr>
                <p:spPr>
                  <a:xfrm>
                    <a:off x="7946109" y="1539510"/>
                    <a:ext cx="537155" cy="70788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HK" altLang="zh-HK" sz="2000" b="1" dirty="0">
                        <a:ln>
                          <a:solidFill>
                            <a:schemeClr val="tx1"/>
                          </a:solidFill>
                        </a:ln>
                        <a:latin typeface="Lucida Handwriting" panose="03010101010101010101" pitchFamily="66" charset="0"/>
                      </a:rPr>
                      <a:t>5</a:t>
                    </a:r>
                    <a:r>
                      <a:rPr lang="en-HK" altLang="zh-HK" sz="2000" b="1" dirty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a:t>y</a:t>
                    </a:r>
                    <a:endParaRPr lang="en-HK" altLang="zh-HK" sz="2000" dirty="0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endParaRPr>
                  </a:p>
                  <a:p>
                    <a:endParaRPr lang="en-HK" altLang="zh-HK" sz="2000" b="1" dirty="0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endParaRPr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2" name="文字方塊 81">
                      <a:extLst>
                        <a:ext uri="{FF2B5EF4-FFF2-40B4-BE49-F238E27FC236}">
                          <a16:creationId xmlns:a16="http://schemas.microsoft.com/office/drawing/2014/main" id="{56BC5BFB-52B1-A57B-55DF-78BDDDC9631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048573" y="975224"/>
                      <a:ext cx="295688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000" b="1" i="1" smtClean="0">
                                <a:ln>
                                  <a:solidFill>
                                    <a:schemeClr val="tx1"/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oMath>
                        </m:oMathPara>
                      </a14:m>
                      <a:endParaRPr lang="en-HK" sz="20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82" name="文字方塊 81">
                      <a:extLst>
                        <a:ext uri="{FF2B5EF4-FFF2-40B4-BE49-F238E27FC236}">
                          <a16:creationId xmlns:a16="http://schemas.microsoft.com/office/drawing/2014/main" id="{56BC5BFB-52B1-A57B-55DF-78BDDDC9631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048573" y="975224"/>
                      <a:ext cx="295688" cy="400110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HK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sp>
          <p:nvSpPr>
            <p:cNvPr id="92" name="文字方塊 91">
              <a:extLst>
                <a:ext uri="{FF2B5EF4-FFF2-40B4-BE49-F238E27FC236}">
                  <a16:creationId xmlns:a16="http://schemas.microsoft.com/office/drawing/2014/main" id="{AF735E62-D0A6-B388-9CE1-626E2965C0CC}"/>
                </a:ext>
              </a:extLst>
            </p:cNvPr>
            <p:cNvSpPr txBox="1"/>
            <p:nvPr/>
          </p:nvSpPr>
          <p:spPr>
            <a:xfrm>
              <a:off x="8045132" y="2982021"/>
              <a:ext cx="35206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5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" name="筆跡 1">
                <a:extLst>
                  <a:ext uri="{FF2B5EF4-FFF2-40B4-BE49-F238E27FC236}">
                    <a16:creationId xmlns:a16="http://schemas.microsoft.com/office/drawing/2014/main" id="{BBEBB034-60DD-7BE2-036D-C541987125C1}"/>
                  </a:ext>
                </a:extLst>
              </p14:cNvPr>
              <p14:cNvContentPartPr/>
              <p14:nvPr/>
            </p14:nvContentPartPr>
            <p14:xfrm>
              <a:off x="818116" y="620441"/>
              <a:ext cx="3418139" cy="45719"/>
            </p14:xfrm>
          </p:contentPart>
        </mc:Choice>
        <mc:Fallback xmlns="">
          <p:pic>
            <p:nvPicPr>
              <p:cNvPr id="2" name="筆跡 1">
                <a:extLst>
                  <a:ext uri="{FF2B5EF4-FFF2-40B4-BE49-F238E27FC236}">
                    <a16:creationId xmlns:a16="http://schemas.microsoft.com/office/drawing/2014/main" id="{BBEBB034-60DD-7BE2-036D-C541987125C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64083" y="-13095259"/>
                <a:ext cx="3525845" cy="2743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28515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1119F883-EA38-12E5-53E7-D47ABA46C3E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985" y="16954"/>
            <a:ext cx="4991797" cy="2124371"/>
          </a:xfrm>
          <a:prstGeom prst="rect">
            <a:avLst/>
          </a:prstGeom>
        </p:spPr>
      </p:pic>
      <p:grpSp>
        <p:nvGrpSpPr>
          <p:cNvPr id="4" name="群組 3">
            <a:extLst>
              <a:ext uri="{FF2B5EF4-FFF2-40B4-BE49-F238E27FC236}">
                <a16:creationId xmlns:a16="http://schemas.microsoft.com/office/drawing/2014/main" id="{C1CD5A2B-BA9B-C506-1212-175089F47CA3}"/>
              </a:ext>
            </a:extLst>
          </p:cNvPr>
          <p:cNvGrpSpPr/>
          <p:nvPr/>
        </p:nvGrpSpPr>
        <p:grpSpPr>
          <a:xfrm>
            <a:off x="4904934" y="521582"/>
            <a:ext cx="3337352" cy="546745"/>
            <a:chOff x="4434547" y="511103"/>
            <a:chExt cx="3337352" cy="546745"/>
          </a:xfrm>
        </p:grpSpPr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99F8322B-CD70-119D-9839-D057A7ADB0D0}"/>
                </a:ext>
              </a:extLst>
            </p:cNvPr>
            <p:cNvSpPr txBox="1"/>
            <p:nvPr/>
          </p:nvSpPr>
          <p:spPr>
            <a:xfrm>
              <a:off x="4646399" y="511103"/>
              <a:ext cx="35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4B8C38E3-AB3E-AF68-0BA8-DECA2D96A651}"/>
                </a:ext>
              </a:extLst>
            </p:cNvPr>
            <p:cNvSpPr txBox="1"/>
            <p:nvPr/>
          </p:nvSpPr>
          <p:spPr>
            <a:xfrm>
              <a:off x="4434547" y="574989"/>
              <a:ext cx="32586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</a:t>
              </a:r>
            </a:p>
          </p:txBody>
        </p: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C820F01D-E148-5D1B-BB44-C60D5759609A}"/>
                </a:ext>
              </a:extLst>
            </p:cNvPr>
            <p:cNvSpPr txBox="1"/>
            <p:nvPr/>
          </p:nvSpPr>
          <p:spPr>
            <a:xfrm>
              <a:off x="6054671" y="589660"/>
              <a:ext cx="40384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y</a:t>
              </a:r>
            </a:p>
          </p:txBody>
        </p:sp>
        <p:sp>
          <p:nvSpPr>
            <p:cNvPr id="25" name="文字方塊 24">
              <a:extLst>
                <a:ext uri="{FF2B5EF4-FFF2-40B4-BE49-F238E27FC236}">
                  <a16:creationId xmlns:a16="http://schemas.microsoft.com/office/drawing/2014/main" id="{09C9BBBA-27F4-0863-657F-9E7260599932}"/>
                </a:ext>
              </a:extLst>
            </p:cNvPr>
            <p:cNvSpPr txBox="1"/>
            <p:nvPr/>
          </p:nvSpPr>
          <p:spPr>
            <a:xfrm>
              <a:off x="6271252" y="521665"/>
              <a:ext cx="35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27" name="群組 26">
              <a:extLst>
                <a:ext uri="{FF2B5EF4-FFF2-40B4-BE49-F238E27FC236}">
                  <a16:creationId xmlns:a16="http://schemas.microsoft.com/office/drawing/2014/main" id="{3956999C-E7CD-6A6D-E474-D89D1B24CDD6}"/>
                </a:ext>
              </a:extLst>
            </p:cNvPr>
            <p:cNvGrpSpPr/>
            <p:nvPr/>
          </p:nvGrpSpPr>
          <p:grpSpPr>
            <a:xfrm>
              <a:off x="4719490" y="567011"/>
              <a:ext cx="1441283" cy="440425"/>
              <a:chOff x="7323859" y="2803554"/>
              <a:chExt cx="1441283" cy="440425"/>
            </a:xfrm>
          </p:grpSpPr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30D5E3ED-C5D3-6439-95EB-3130AC00731A}"/>
                  </a:ext>
                </a:extLst>
              </p:cNvPr>
              <p:cNvSpPr txBox="1"/>
              <p:nvPr/>
            </p:nvSpPr>
            <p:spPr>
              <a:xfrm>
                <a:off x="8267761" y="2843869"/>
                <a:ext cx="2744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)</a:t>
                </a:r>
              </a:p>
            </p:txBody>
          </p:sp>
          <p:grpSp>
            <p:nvGrpSpPr>
              <p:cNvPr id="26" name="群組 25">
                <a:extLst>
                  <a:ext uri="{FF2B5EF4-FFF2-40B4-BE49-F238E27FC236}">
                    <a16:creationId xmlns:a16="http://schemas.microsoft.com/office/drawing/2014/main" id="{D53426DC-1A8A-9108-F21B-36837896C625}"/>
                  </a:ext>
                </a:extLst>
              </p:cNvPr>
              <p:cNvGrpSpPr/>
              <p:nvPr/>
            </p:nvGrpSpPr>
            <p:grpSpPr>
              <a:xfrm>
                <a:off x="7323859" y="2803554"/>
                <a:ext cx="1441283" cy="437986"/>
                <a:chOff x="7278703" y="2326500"/>
                <a:chExt cx="1441283" cy="437986"/>
              </a:xfrm>
            </p:grpSpPr>
            <p:sp>
              <p:nvSpPr>
                <p:cNvPr id="15" name="文字方塊 14">
                  <a:extLst>
                    <a:ext uri="{FF2B5EF4-FFF2-40B4-BE49-F238E27FC236}">
                      <a16:creationId xmlns:a16="http://schemas.microsoft.com/office/drawing/2014/main" id="{5CFE8F7F-EA06-D73D-352B-0294BD31B4D8}"/>
                    </a:ext>
                  </a:extLst>
                </p:cNvPr>
                <p:cNvSpPr txBox="1"/>
                <p:nvPr/>
              </p:nvSpPr>
              <p:spPr>
                <a:xfrm>
                  <a:off x="7278703" y="2364376"/>
                  <a:ext cx="27443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(</a:t>
                  </a:r>
                </a:p>
              </p:txBody>
            </p:sp>
            <p:sp>
              <p:nvSpPr>
                <p:cNvPr id="22" name="文字方塊 21">
                  <a:extLst>
                    <a:ext uri="{FF2B5EF4-FFF2-40B4-BE49-F238E27FC236}">
                      <a16:creationId xmlns:a16="http://schemas.microsoft.com/office/drawing/2014/main" id="{10A618AA-9BF6-7BC2-A862-99D0A4C3762F}"/>
                    </a:ext>
                  </a:extLst>
                </p:cNvPr>
                <p:cNvSpPr txBox="1"/>
                <p:nvPr/>
              </p:nvSpPr>
              <p:spPr>
                <a:xfrm>
                  <a:off x="8005826" y="2326500"/>
                  <a:ext cx="71416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altLang="zh-HK" sz="20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y</a:t>
                  </a:r>
                </a:p>
              </p:txBody>
            </p:sp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A594BFB9-E296-DCB3-C27E-210766E1D718}"/>
                    </a:ext>
                  </a:extLst>
                </p:cNvPr>
                <p:cNvSpPr txBox="1"/>
                <p:nvPr/>
              </p:nvSpPr>
              <p:spPr>
                <a:xfrm>
                  <a:off x="7524657" y="2333489"/>
                  <a:ext cx="431043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altLang="zh-HK" sz="20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x</a:t>
                  </a:r>
                  <a:endPara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" name="文字方塊 11">
                      <a:extLst>
                        <a:ext uri="{FF2B5EF4-FFF2-40B4-BE49-F238E27FC236}">
                          <a16:creationId xmlns:a16="http://schemas.microsoft.com/office/drawing/2014/main" id="{97641AF9-DA30-5F6E-4302-F81E2053D20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780471" y="2326825"/>
                      <a:ext cx="295688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000" b="1" i="1" smtClean="0">
                                <a:ln>
                                  <a:solidFill>
                                    <a:schemeClr val="tx1"/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oMath>
                        </m:oMathPara>
                      </a14:m>
                      <a:endParaRPr lang="en-HK" sz="20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12" name="文字方塊 11">
                      <a:extLst>
                        <a:ext uri="{FF2B5EF4-FFF2-40B4-BE49-F238E27FC236}">
                          <a16:creationId xmlns:a16="http://schemas.microsoft.com/office/drawing/2014/main" id="{97641AF9-DA30-5F6E-4302-F81E2053D20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780471" y="2326825"/>
                      <a:ext cx="295688" cy="400110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HK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28" name="群組 27">
              <a:extLst>
                <a:ext uri="{FF2B5EF4-FFF2-40B4-BE49-F238E27FC236}">
                  <a16:creationId xmlns:a16="http://schemas.microsoft.com/office/drawing/2014/main" id="{2E34F9C4-14E1-B289-9387-44170981D522}"/>
                </a:ext>
              </a:extLst>
            </p:cNvPr>
            <p:cNvGrpSpPr/>
            <p:nvPr/>
          </p:nvGrpSpPr>
          <p:grpSpPr>
            <a:xfrm>
              <a:off x="6319328" y="617423"/>
              <a:ext cx="1452571" cy="440425"/>
              <a:chOff x="7323859" y="2803554"/>
              <a:chExt cx="1452571" cy="440425"/>
            </a:xfrm>
          </p:grpSpPr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961797D0-4B2F-5CAB-70EA-6C4BCAD97778}"/>
                  </a:ext>
                </a:extLst>
              </p:cNvPr>
              <p:cNvSpPr txBox="1"/>
              <p:nvPr/>
            </p:nvSpPr>
            <p:spPr>
              <a:xfrm>
                <a:off x="8267761" y="2843869"/>
                <a:ext cx="2744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)</a:t>
                </a:r>
              </a:p>
            </p:txBody>
          </p:sp>
          <p:grpSp>
            <p:nvGrpSpPr>
              <p:cNvPr id="30" name="群組 29">
                <a:extLst>
                  <a:ext uri="{FF2B5EF4-FFF2-40B4-BE49-F238E27FC236}">
                    <a16:creationId xmlns:a16="http://schemas.microsoft.com/office/drawing/2014/main" id="{C03972CB-10BD-0E2B-6394-2E795C5B10F2}"/>
                  </a:ext>
                </a:extLst>
              </p:cNvPr>
              <p:cNvGrpSpPr/>
              <p:nvPr/>
            </p:nvGrpSpPr>
            <p:grpSpPr>
              <a:xfrm>
                <a:off x="7323859" y="2803554"/>
                <a:ext cx="1452571" cy="437986"/>
                <a:chOff x="7278703" y="2326500"/>
                <a:chExt cx="1452571" cy="437986"/>
              </a:xfrm>
            </p:grpSpPr>
            <p:sp>
              <p:nvSpPr>
                <p:cNvPr id="31" name="文字方塊 30">
                  <a:extLst>
                    <a:ext uri="{FF2B5EF4-FFF2-40B4-BE49-F238E27FC236}">
                      <a16:creationId xmlns:a16="http://schemas.microsoft.com/office/drawing/2014/main" id="{60BA2D65-10D0-46AF-A7F8-880A86DAA05F}"/>
                    </a:ext>
                  </a:extLst>
                </p:cNvPr>
                <p:cNvSpPr txBox="1"/>
                <p:nvPr/>
              </p:nvSpPr>
              <p:spPr>
                <a:xfrm>
                  <a:off x="7278703" y="2364376"/>
                  <a:ext cx="27443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(</a:t>
                  </a:r>
                </a:p>
              </p:txBody>
            </p:sp>
            <p:sp>
              <p:nvSpPr>
                <p:cNvPr id="32" name="文字方塊 31">
                  <a:extLst>
                    <a:ext uri="{FF2B5EF4-FFF2-40B4-BE49-F238E27FC236}">
                      <a16:creationId xmlns:a16="http://schemas.microsoft.com/office/drawing/2014/main" id="{FA127905-01BF-5B98-DC91-A2A6DAFDA8E2}"/>
                    </a:ext>
                  </a:extLst>
                </p:cNvPr>
                <p:cNvSpPr txBox="1"/>
                <p:nvPr/>
              </p:nvSpPr>
              <p:spPr>
                <a:xfrm>
                  <a:off x="8017114" y="2326500"/>
                  <a:ext cx="71416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altLang="zh-HK" sz="20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y</a:t>
                  </a:r>
                </a:p>
              </p:txBody>
            </p:sp>
            <p:sp>
              <p:nvSpPr>
                <p:cNvPr id="33" name="文字方塊 32">
                  <a:extLst>
                    <a:ext uri="{FF2B5EF4-FFF2-40B4-BE49-F238E27FC236}">
                      <a16:creationId xmlns:a16="http://schemas.microsoft.com/office/drawing/2014/main" id="{F1079621-27F1-3496-C499-C33AD73030DA}"/>
                    </a:ext>
                  </a:extLst>
                </p:cNvPr>
                <p:cNvSpPr txBox="1"/>
                <p:nvPr/>
              </p:nvSpPr>
              <p:spPr>
                <a:xfrm>
                  <a:off x="7490793" y="2333489"/>
                  <a:ext cx="431043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altLang="zh-HK" sz="20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x</a:t>
                  </a:r>
                  <a:endPara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4" name="文字方塊 33">
                      <a:extLst>
                        <a:ext uri="{FF2B5EF4-FFF2-40B4-BE49-F238E27FC236}">
                          <a16:creationId xmlns:a16="http://schemas.microsoft.com/office/drawing/2014/main" id="{76C50C98-BC53-1E4D-EB88-98E4CAE1B9B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763539" y="2326825"/>
                      <a:ext cx="295688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000" b="1" i="1" smtClean="0">
                                <a:ln>
                                  <a:solidFill>
                                    <a:schemeClr val="tx1"/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oMath>
                        </m:oMathPara>
                      </a14:m>
                      <a:endParaRPr lang="en-HK" sz="20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34" name="文字方塊 33">
                      <a:extLst>
                        <a:ext uri="{FF2B5EF4-FFF2-40B4-BE49-F238E27FC236}">
                          <a16:creationId xmlns:a16="http://schemas.microsoft.com/office/drawing/2014/main" id="{76C50C98-BC53-1E4D-EB88-98E4CAE1B9B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763539" y="2326825"/>
                      <a:ext cx="295688" cy="400110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HK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字方塊 62">
                  <a:extLst>
                    <a:ext uri="{FF2B5EF4-FFF2-40B4-BE49-F238E27FC236}">
                      <a16:creationId xmlns:a16="http://schemas.microsoft.com/office/drawing/2014/main" id="{5C5F2600-C6B9-7EA2-7DB9-462096F23269}"/>
                    </a:ext>
                  </a:extLst>
                </p:cNvPr>
                <p:cNvSpPr txBox="1"/>
                <p:nvPr/>
              </p:nvSpPr>
              <p:spPr>
                <a:xfrm>
                  <a:off x="5820740" y="604887"/>
                  <a:ext cx="30201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63" name="文字方塊 62">
                  <a:extLst>
                    <a:ext uri="{FF2B5EF4-FFF2-40B4-BE49-F238E27FC236}">
                      <a16:creationId xmlns:a16="http://schemas.microsoft.com/office/drawing/2014/main" id="{5C5F2600-C6B9-7EA2-7DB9-462096F232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20740" y="604887"/>
                  <a:ext cx="302014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文字方塊 63">
                  <a:extLst>
                    <a:ext uri="{FF2B5EF4-FFF2-40B4-BE49-F238E27FC236}">
                      <a16:creationId xmlns:a16="http://schemas.microsoft.com/office/drawing/2014/main" id="{06E4EC97-61E1-9230-A764-8466986F1544}"/>
                    </a:ext>
                  </a:extLst>
                </p:cNvPr>
                <p:cNvSpPr txBox="1"/>
                <p:nvPr/>
              </p:nvSpPr>
              <p:spPr>
                <a:xfrm>
                  <a:off x="7405957" y="623692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64" name="文字方塊 63">
                  <a:extLst>
                    <a:ext uri="{FF2B5EF4-FFF2-40B4-BE49-F238E27FC236}">
                      <a16:creationId xmlns:a16="http://schemas.microsoft.com/office/drawing/2014/main" id="{06E4EC97-61E1-9230-A764-8466986F15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05957" y="623692"/>
                  <a:ext cx="295688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" name="群組 1">
            <a:extLst>
              <a:ext uri="{FF2B5EF4-FFF2-40B4-BE49-F238E27FC236}">
                <a16:creationId xmlns:a16="http://schemas.microsoft.com/office/drawing/2014/main" id="{0844AD23-4F16-A05E-CCE6-BB1739C6D75F}"/>
              </a:ext>
            </a:extLst>
          </p:cNvPr>
          <p:cNvGrpSpPr/>
          <p:nvPr/>
        </p:nvGrpSpPr>
        <p:grpSpPr>
          <a:xfrm>
            <a:off x="8129784" y="589660"/>
            <a:ext cx="2166707" cy="541100"/>
            <a:chOff x="7623194" y="590128"/>
            <a:chExt cx="2166707" cy="541100"/>
          </a:xfrm>
        </p:grpSpPr>
        <p:sp>
          <p:nvSpPr>
            <p:cNvPr id="66" name="文字方塊 65">
              <a:extLst>
                <a:ext uri="{FF2B5EF4-FFF2-40B4-BE49-F238E27FC236}">
                  <a16:creationId xmlns:a16="http://schemas.microsoft.com/office/drawing/2014/main" id="{07566F12-6AF5-1E2C-7FFA-600FB804A10D}"/>
                </a:ext>
              </a:extLst>
            </p:cNvPr>
            <p:cNvSpPr txBox="1"/>
            <p:nvPr/>
          </p:nvSpPr>
          <p:spPr>
            <a:xfrm>
              <a:off x="8797085" y="676861"/>
              <a:ext cx="32586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  <p:grpSp>
          <p:nvGrpSpPr>
            <p:cNvPr id="35" name="群組 34">
              <a:extLst>
                <a:ext uri="{FF2B5EF4-FFF2-40B4-BE49-F238E27FC236}">
                  <a16:creationId xmlns:a16="http://schemas.microsoft.com/office/drawing/2014/main" id="{9FEE3B30-FA8F-433B-611B-87C07194CAE8}"/>
                </a:ext>
              </a:extLst>
            </p:cNvPr>
            <p:cNvGrpSpPr/>
            <p:nvPr/>
          </p:nvGrpSpPr>
          <p:grpSpPr>
            <a:xfrm>
              <a:off x="7623194" y="617421"/>
              <a:ext cx="1218336" cy="440425"/>
              <a:chOff x="7323859" y="2803554"/>
              <a:chExt cx="1218336" cy="440425"/>
            </a:xfrm>
          </p:grpSpPr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80A400B9-FD8B-9082-652D-A07805A02AC8}"/>
                  </a:ext>
                </a:extLst>
              </p:cNvPr>
              <p:cNvSpPr txBox="1"/>
              <p:nvPr/>
            </p:nvSpPr>
            <p:spPr>
              <a:xfrm>
                <a:off x="8267761" y="2843869"/>
                <a:ext cx="2744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)</a:t>
                </a:r>
              </a:p>
            </p:txBody>
          </p:sp>
          <p:grpSp>
            <p:nvGrpSpPr>
              <p:cNvPr id="37" name="群組 36">
                <a:extLst>
                  <a:ext uri="{FF2B5EF4-FFF2-40B4-BE49-F238E27FC236}">
                    <a16:creationId xmlns:a16="http://schemas.microsoft.com/office/drawing/2014/main" id="{F1BF6A56-89FC-B334-AA9D-53661E8EF5EF}"/>
                  </a:ext>
                </a:extLst>
              </p:cNvPr>
              <p:cNvGrpSpPr/>
              <p:nvPr/>
            </p:nvGrpSpPr>
            <p:grpSpPr>
              <a:xfrm>
                <a:off x="7323859" y="2803554"/>
                <a:ext cx="1079219" cy="437986"/>
                <a:chOff x="7278703" y="2326500"/>
                <a:chExt cx="1079219" cy="437986"/>
              </a:xfrm>
            </p:grpSpPr>
            <p:sp>
              <p:nvSpPr>
                <p:cNvPr id="38" name="文字方塊 37">
                  <a:extLst>
                    <a:ext uri="{FF2B5EF4-FFF2-40B4-BE49-F238E27FC236}">
                      <a16:creationId xmlns:a16="http://schemas.microsoft.com/office/drawing/2014/main" id="{FEA4DC58-7C98-37A0-D058-A550937CE99E}"/>
                    </a:ext>
                  </a:extLst>
                </p:cNvPr>
                <p:cNvSpPr txBox="1"/>
                <p:nvPr/>
              </p:nvSpPr>
              <p:spPr>
                <a:xfrm>
                  <a:off x="7278703" y="2364376"/>
                  <a:ext cx="27443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(</a:t>
                  </a:r>
                </a:p>
              </p:txBody>
            </p:sp>
            <p:sp>
              <p:nvSpPr>
                <p:cNvPr id="39" name="文字方塊 38">
                  <a:extLst>
                    <a:ext uri="{FF2B5EF4-FFF2-40B4-BE49-F238E27FC236}">
                      <a16:creationId xmlns:a16="http://schemas.microsoft.com/office/drawing/2014/main" id="{BB95F487-FB07-15D0-25BE-5B6C17A7B89D}"/>
                    </a:ext>
                  </a:extLst>
                </p:cNvPr>
                <p:cNvSpPr txBox="1"/>
                <p:nvPr/>
              </p:nvSpPr>
              <p:spPr>
                <a:xfrm>
                  <a:off x="8017114" y="2326500"/>
                  <a:ext cx="34080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altLang="zh-HK" sz="20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y</a:t>
                  </a:r>
                </a:p>
              </p:txBody>
            </p:sp>
            <p:sp>
              <p:nvSpPr>
                <p:cNvPr id="40" name="文字方塊 39">
                  <a:extLst>
                    <a:ext uri="{FF2B5EF4-FFF2-40B4-BE49-F238E27FC236}">
                      <a16:creationId xmlns:a16="http://schemas.microsoft.com/office/drawing/2014/main" id="{E807C2B9-D224-1BD9-D8F9-25D63283A4F3}"/>
                    </a:ext>
                  </a:extLst>
                </p:cNvPr>
                <p:cNvSpPr txBox="1"/>
                <p:nvPr/>
              </p:nvSpPr>
              <p:spPr>
                <a:xfrm>
                  <a:off x="7524657" y="2333489"/>
                  <a:ext cx="431043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altLang="zh-HK" sz="20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x</a:t>
                  </a:r>
                  <a:endPara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1" name="文字方塊 40">
                      <a:extLst>
                        <a:ext uri="{FF2B5EF4-FFF2-40B4-BE49-F238E27FC236}">
                          <a16:creationId xmlns:a16="http://schemas.microsoft.com/office/drawing/2014/main" id="{3040826A-27AA-7FCA-CA27-5185A33335A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780471" y="2326825"/>
                      <a:ext cx="295688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000" b="1" i="1" smtClean="0">
                                <a:ln>
                                  <a:solidFill>
                                    <a:schemeClr val="tx1"/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oMath>
                        </m:oMathPara>
                      </a14:m>
                      <a:endParaRPr lang="en-HK" sz="20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41" name="文字方塊 40">
                      <a:extLst>
                        <a:ext uri="{FF2B5EF4-FFF2-40B4-BE49-F238E27FC236}">
                          <a16:creationId xmlns:a16="http://schemas.microsoft.com/office/drawing/2014/main" id="{3040826A-27AA-7FCA-CA27-5185A33335A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780471" y="2326825"/>
                      <a:ext cx="295688" cy="400110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HK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sp>
          <p:nvSpPr>
            <p:cNvPr id="65" name="文字方塊 64">
              <a:extLst>
                <a:ext uri="{FF2B5EF4-FFF2-40B4-BE49-F238E27FC236}">
                  <a16:creationId xmlns:a16="http://schemas.microsoft.com/office/drawing/2014/main" id="{3BF3E9C0-9BAD-C2E8-DC60-B9FA51F5AE24}"/>
                </a:ext>
              </a:extLst>
            </p:cNvPr>
            <p:cNvSpPr txBox="1"/>
            <p:nvPr/>
          </p:nvSpPr>
          <p:spPr>
            <a:xfrm>
              <a:off x="8958724" y="590128"/>
              <a:ext cx="35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67" name="文字方塊 66">
              <a:extLst>
                <a:ext uri="{FF2B5EF4-FFF2-40B4-BE49-F238E27FC236}">
                  <a16:creationId xmlns:a16="http://schemas.microsoft.com/office/drawing/2014/main" id="{B8DB5677-2036-EE18-ECDD-A9CE4AE15667}"/>
                </a:ext>
              </a:extLst>
            </p:cNvPr>
            <p:cNvSpPr txBox="1"/>
            <p:nvPr/>
          </p:nvSpPr>
          <p:spPr>
            <a:xfrm>
              <a:off x="9243753" y="668685"/>
              <a:ext cx="40384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y</a:t>
              </a:r>
            </a:p>
          </p:txBody>
        </p:sp>
        <p:sp>
          <p:nvSpPr>
            <p:cNvPr id="68" name="文字方塊 67">
              <a:extLst>
                <a:ext uri="{FF2B5EF4-FFF2-40B4-BE49-F238E27FC236}">
                  <a16:creationId xmlns:a16="http://schemas.microsoft.com/office/drawing/2014/main" id="{094E00D8-BB91-3D19-5B42-6533FC2D1538}"/>
                </a:ext>
              </a:extLst>
            </p:cNvPr>
            <p:cNvSpPr txBox="1"/>
            <p:nvPr/>
          </p:nvSpPr>
          <p:spPr>
            <a:xfrm>
              <a:off x="9432111" y="611978"/>
              <a:ext cx="35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文字方塊 68">
                  <a:extLst>
                    <a:ext uri="{FF2B5EF4-FFF2-40B4-BE49-F238E27FC236}">
                      <a16:creationId xmlns:a16="http://schemas.microsoft.com/office/drawing/2014/main" id="{4D7D46BA-AF4E-C07D-40D6-C835F831DD14}"/>
                    </a:ext>
                  </a:extLst>
                </p:cNvPr>
                <p:cNvSpPr txBox="1"/>
                <p:nvPr/>
              </p:nvSpPr>
              <p:spPr>
                <a:xfrm>
                  <a:off x="9049338" y="683912"/>
                  <a:ext cx="30201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69" name="文字方塊 68">
                  <a:extLst>
                    <a:ext uri="{FF2B5EF4-FFF2-40B4-BE49-F238E27FC236}">
                      <a16:creationId xmlns:a16="http://schemas.microsoft.com/office/drawing/2014/main" id="{4D7D46BA-AF4E-C07D-40D6-C835F831DD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49338" y="683912"/>
                  <a:ext cx="302014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0" name="文字方塊 69">
              <a:extLst>
                <a:ext uri="{FF2B5EF4-FFF2-40B4-BE49-F238E27FC236}">
                  <a16:creationId xmlns:a16="http://schemas.microsoft.com/office/drawing/2014/main" id="{77D9880B-5477-92FD-F0E9-33BEBA4C74B8}"/>
                </a:ext>
              </a:extLst>
            </p:cNvPr>
            <p:cNvSpPr txBox="1"/>
            <p:nvPr/>
          </p:nvSpPr>
          <p:spPr>
            <a:xfrm>
              <a:off x="8661768" y="660946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71" name="文字方塊 70">
              <a:extLst>
                <a:ext uri="{FF2B5EF4-FFF2-40B4-BE49-F238E27FC236}">
                  <a16:creationId xmlns:a16="http://schemas.microsoft.com/office/drawing/2014/main" id="{63F2901E-8A15-0644-269C-CAC491E92FFB}"/>
                </a:ext>
              </a:extLst>
            </p:cNvPr>
            <p:cNvSpPr txBox="1"/>
            <p:nvPr/>
          </p:nvSpPr>
          <p:spPr>
            <a:xfrm>
              <a:off x="9492780" y="731118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</p:grpSp>
      <p:grpSp>
        <p:nvGrpSpPr>
          <p:cNvPr id="91" name="群組 90">
            <a:extLst>
              <a:ext uri="{FF2B5EF4-FFF2-40B4-BE49-F238E27FC236}">
                <a16:creationId xmlns:a16="http://schemas.microsoft.com/office/drawing/2014/main" id="{A919B50F-5FB9-3B3C-D8E9-CFD66E39034C}"/>
              </a:ext>
            </a:extLst>
          </p:cNvPr>
          <p:cNvGrpSpPr/>
          <p:nvPr/>
        </p:nvGrpSpPr>
        <p:grpSpPr>
          <a:xfrm>
            <a:off x="7850252" y="1389768"/>
            <a:ext cx="3792102" cy="479321"/>
            <a:chOff x="8173424" y="2696932"/>
            <a:chExt cx="3792102" cy="479321"/>
          </a:xfrm>
        </p:grpSpPr>
        <p:grpSp>
          <p:nvGrpSpPr>
            <p:cNvPr id="42" name="群組 41">
              <a:extLst>
                <a:ext uri="{FF2B5EF4-FFF2-40B4-BE49-F238E27FC236}">
                  <a16:creationId xmlns:a16="http://schemas.microsoft.com/office/drawing/2014/main" id="{20C72AFE-7492-36D9-E2A6-2EC8A2E4A99F}"/>
                </a:ext>
              </a:extLst>
            </p:cNvPr>
            <p:cNvGrpSpPr/>
            <p:nvPr/>
          </p:nvGrpSpPr>
          <p:grpSpPr>
            <a:xfrm>
              <a:off x="10512955" y="2735820"/>
              <a:ext cx="1452571" cy="440425"/>
              <a:chOff x="7323859" y="2803554"/>
              <a:chExt cx="1452571" cy="440425"/>
            </a:xfrm>
          </p:grpSpPr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0AF3E380-0F04-FE8F-CCD6-E86354DB36EC}"/>
                  </a:ext>
                </a:extLst>
              </p:cNvPr>
              <p:cNvSpPr txBox="1"/>
              <p:nvPr/>
            </p:nvSpPr>
            <p:spPr>
              <a:xfrm>
                <a:off x="8267761" y="2843869"/>
                <a:ext cx="2744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)</a:t>
                </a:r>
              </a:p>
            </p:txBody>
          </p:sp>
          <p:grpSp>
            <p:nvGrpSpPr>
              <p:cNvPr id="44" name="群組 43">
                <a:extLst>
                  <a:ext uri="{FF2B5EF4-FFF2-40B4-BE49-F238E27FC236}">
                    <a16:creationId xmlns:a16="http://schemas.microsoft.com/office/drawing/2014/main" id="{3BB822EB-4E2D-E074-29F7-4294A297AE68}"/>
                  </a:ext>
                </a:extLst>
              </p:cNvPr>
              <p:cNvGrpSpPr/>
              <p:nvPr/>
            </p:nvGrpSpPr>
            <p:grpSpPr>
              <a:xfrm>
                <a:off x="7323859" y="2803554"/>
                <a:ext cx="1452571" cy="437986"/>
                <a:chOff x="7278703" y="2326500"/>
                <a:chExt cx="1452571" cy="437986"/>
              </a:xfrm>
            </p:grpSpPr>
            <p:sp>
              <p:nvSpPr>
                <p:cNvPr id="45" name="文字方塊 44">
                  <a:extLst>
                    <a:ext uri="{FF2B5EF4-FFF2-40B4-BE49-F238E27FC236}">
                      <a16:creationId xmlns:a16="http://schemas.microsoft.com/office/drawing/2014/main" id="{72DA6A34-8E47-E84B-48F6-F35CBD29476F}"/>
                    </a:ext>
                  </a:extLst>
                </p:cNvPr>
                <p:cNvSpPr txBox="1"/>
                <p:nvPr/>
              </p:nvSpPr>
              <p:spPr>
                <a:xfrm>
                  <a:off x="7278703" y="2364376"/>
                  <a:ext cx="27443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(</a:t>
                  </a:r>
                </a:p>
              </p:txBody>
            </p:sp>
            <p:sp>
              <p:nvSpPr>
                <p:cNvPr id="46" name="文字方塊 45">
                  <a:extLst>
                    <a:ext uri="{FF2B5EF4-FFF2-40B4-BE49-F238E27FC236}">
                      <a16:creationId xmlns:a16="http://schemas.microsoft.com/office/drawing/2014/main" id="{98330541-409B-4E06-D35E-0B9050793039}"/>
                    </a:ext>
                  </a:extLst>
                </p:cNvPr>
                <p:cNvSpPr txBox="1"/>
                <p:nvPr/>
              </p:nvSpPr>
              <p:spPr>
                <a:xfrm>
                  <a:off x="8017114" y="2326500"/>
                  <a:ext cx="71416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altLang="zh-HK" sz="20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y</a:t>
                  </a:r>
                </a:p>
              </p:txBody>
            </p:sp>
            <p:sp>
              <p:nvSpPr>
                <p:cNvPr id="47" name="文字方塊 46">
                  <a:extLst>
                    <a:ext uri="{FF2B5EF4-FFF2-40B4-BE49-F238E27FC236}">
                      <a16:creationId xmlns:a16="http://schemas.microsoft.com/office/drawing/2014/main" id="{866C1E07-5D14-A912-C842-87370843FCE8}"/>
                    </a:ext>
                  </a:extLst>
                </p:cNvPr>
                <p:cNvSpPr txBox="1"/>
                <p:nvPr/>
              </p:nvSpPr>
              <p:spPr>
                <a:xfrm>
                  <a:off x="7524657" y="2333489"/>
                  <a:ext cx="431043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altLang="zh-HK" sz="20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x</a:t>
                  </a:r>
                  <a:endPara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8" name="文字方塊 47">
                      <a:extLst>
                        <a:ext uri="{FF2B5EF4-FFF2-40B4-BE49-F238E27FC236}">
                          <a16:creationId xmlns:a16="http://schemas.microsoft.com/office/drawing/2014/main" id="{C2E73DE1-199C-A063-C834-C4373F46A83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780471" y="2326825"/>
                      <a:ext cx="295688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000" b="1" i="1" smtClean="0">
                                <a:ln>
                                  <a:solidFill>
                                    <a:schemeClr val="tx1"/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oMath>
                        </m:oMathPara>
                      </a14:m>
                      <a:endParaRPr lang="en-HK" sz="20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48" name="文字方塊 47">
                      <a:extLst>
                        <a:ext uri="{FF2B5EF4-FFF2-40B4-BE49-F238E27FC236}">
                          <a16:creationId xmlns:a16="http://schemas.microsoft.com/office/drawing/2014/main" id="{C2E73DE1-199C-A063-C834-C4373F46A83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780471" y="2326825"/>
                      <a:ext cx="295688" cy="400110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HK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49" name="群組 48">
              <a:extLst>
                <a:ext uri="{FF2B5EF4-FFF2-40B4-BE49-F238E27FC236}">
                  <a16:creationId xmlns:a16="http://schemas.microsoft.com/office/drawing/2014/main" id="{6146EC02-580A-9ECF-542E-0DCE0AE0E59C}"/>
                </a:ext>
              </a:extLst>
            </p:cNvPr>
            <p:cNvGrpSpPr/>
            <p:nvPr/>
          </p:nvGrpSpPr>
          <p:grpSpPr>
            <a:xfrm>
              <a:off x="8368079" y="2724534"/>
              <a:ext cx="1452571" cy="440425"/>
              <a:chOff x="7323859" y="2803554"/>
              <a:chExt cx="1452571" cy="440425"/>
            </a:xfrm>
          </p:grpSpPr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5C7BEC44-A147-2ED3-91CF-5249D546BF6A}"/>
                  </a:ext>
                </a:extLst>
              </p:cNvPr>
              <p:cNvSpPr txBox="1"/>
              <p:nvPr/>
            </p:nvSpPr>
            <p:spPr>
              <a:xfrm>
                <a:off x="8267761" y="2843869"/>
                <a:ext cx="2744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)</a:t>
                </a:r>
              </a:p>
            </p:txBody>
          </p:sp>
          <p:grpSp>
            <p:nvGrpSpPr>
              <p:cNvPr id="51" name="群組 50">
                <a:extLst>
                  <a:ext uri="{FF2B5EF4-FFF2-40B4-BE49-F238E27FC236}">
                    <a16:creationId xmlns:a16="http://schemas.microsoft.com/office/drawing/2014/main" id="{4E930FB4-0027-4FCE-8E3A-F4C331212277}"/>
                  </a:ext>
                </a:extLst>
              </p:cNvPr>
              <p:cNvGrpSpPr/>
              <p:nvPr/>
            </p:nvGrpSpPr>
            <p:grpSpPr>
              <a:xfrm>
                <a:off x="7323859" y="2803554"/>
                <a:ext cx="1452571" cy="437986"/>
                <a:chOff x="7278703" y="2326500"/>
                <a:chExt cx="1452571" cy="437986"/>
              </a:xfrm>
            </p:grpSpPr>
            <p:sp>
              <p:nvSpPr>
                <p:cNvPr id="52" name="文字方塊 51">
                  <a:extLst>
                    <a:ext uri="{FF2B5EF4-FFF2-40B4-BE49-F238E27FC236}">
                      <a16:creationId xmlns:a16="http://schemas.microsoft.com/office/drawing/2014/main" id="{FC11E3D9-6E26-D5F2-0285-CFB4C259BD8C}"/>
                    </a:ext>
                  </a:extLst>
                </p:cNvPr>
                <p:cNvSpPr txBox="1"/>
                <p:nvPr/>
              </p:nvSpPr>
              <p:spPr>
                <a:xfrm>
                  <a:off x="7278703" y="2364376"/>
                  <a:ext cx="27443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(</a:t>
                  </a:r>
                </a:p>
              </p:txBody>
            </p:sp>
            <p:sp>
              <p:nvSpPr>
                <p:cNvPr id="53" name="文字方塊 52">
                  <a:extLst>
                    <a:ext uri="{FF2B5EF4-FFF2-40B4-BE49-F238E27FC236}">
                      <a16:creationId xmlns:a16="http://schemas.microsoft.com/office/drawing/2014/main" id="{2BE8A104-2942-357A-8144-9E0CBAAAE3FE}"/>
                    </a:ext>
                  </a:extLst>
                </p:cNvPr>
                <p:cNvSpPr txBox="1"/>
                <p:nvPr/>
              </p:nvSpPr>
              <p:spPr>
                <a:xfrm>
                  <a:off x="8017114" y="2326500"/>
                  <a:ext cx="71416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altLang="zh-HK" sz="20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y</a:t>
                  </a:r>
                </a:p>
              </p:txBody>
            </p:sp>
            <p:sp>
              <p:nvSpPr>
                <p:cNvPr id="54" name="文字方塊 53">
                  <a:extLst>
                    <a:ext uri="{FF2B5EF4-FFF2-40B4-BE49-F238E27FC236}">
                      <a16:creationId xmlns:a16="http://schemas.microsoft.com/office/drawing/2014/main" id="{6FF31DB6-EEE3-F6C5-C083-804D296234BF}"/>
                    </a:ext>
                  </a:extLst>
                </p:cNvPr>
                <p:cNvSpPr txBox="1"/>
                <p:nvPr/>
              </p:nvSpPr>
              <p:spPr>
                <a:xfrm>
                  <a:off x="7524657" y="2333489"/>
                  <a:ext cx="431043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altLang="zh-HK" sz="20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x</a:t>
                  </a:r>
                  <a:endPara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5" name="文字方塊 54">
                      <a:extLst>
                        <a:ext uri="{FF2B5EF4-FFF2-40B4-BE49-F238E27FC236}">
                          <a16:creationId xmlns:a16="http://schemas.microsoft.com/office/drawing/2014/main" id="{66343C46-2A37-4444-ABAE-674349D1F62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780471" y="2326825"/>
                      <a:ext cx="295688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000" b="1" i="1" smtClean="0">
                                <a:ln>
                                  <a:solidFill>
                                    <a:schemeClr val="tx1"/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oMath>
                        </m:oMathPara>
                      </a14:m>
                      <a:endParaRPr lang="en-HK" sz="20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55" name="文字方塊 54">
                      <a:extLst>
                        <a:ext uri="{FF2B5EF4-FFF2-40B4-BE49-F238E27FC236}">
                          <a16:creationId xmlns:a16="http://schemas.microsoft.com/office/drawing/2014/main" id="{66343C46-2A37-4444-ABAE-674349D1F62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780471" y="2326825"/>
                      <a:ext cx="295688" cy="400110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HK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字方塊 71">
                  <a:extLst>
                    <a:ext uri="{FF2B5EF4-FFF2-40B4-BE49-F238E27FC236}">
                      <a16:creationId xmlns:a16="http://schemas.microsoft.com/office/drawing/2014/main" id="{56BE2E4B-EFAF-6B0A-F096-8DDC42426976}"/>
                    </a:ext>
                  </a:extLst>
                </p:cNvPr>
                <p:cNvSpPr txBox="1"/>
                <p:nvPr/>
              </p:nvSpPr>
              <p:spPr>
                <a:xfrm>
                  <a:off x="8173424" y="2696932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72" name="文字方塊 71">
                  <a:extLst>
                    <a:ext uri="{FF2B5EF4-FFF2-40B4-BE49-F238E27FC236}">
                      <a16:creationId xmlns:a16="http://schemas.microsoft.com/office/drawing/2014/main" id="{56BE2E4B-EFAF-6B0A-F096-8DDC424269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73424" y="2696932"/>
                  <a:ext cx="295688" cy="40011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3" name="群組 72">
              <a:extLst>
                <a:ext uri="{FF2B5EF4-FFF2-40B4-BE49-F238E27FC236}">
                  <a16:creationId xmlns:a16="http://schemas.microsoft.com/office/drawing/2014/main" id="{264CD289-0D95-5170-6181-8C8A85034F6C}"/>
                </a:ext>
              </a:extLst>
            </p:cNvPr>
            <p:cNvGrpSpPr/>
            <p:nvPr/>
          </p:nvGrpSpPr>
          <p:grpSpPr>
            <a:xfrm>
              <a:off x="9451809" y="2735828"/>
              <a:ext cx="1452571" cy="440425"/>
              <a:chOff x="7323859" y="2803554"/>
              <a:chExt cx="1452571" cy="440425"/>
            </a:xfrm>
          </p:grpSpPr>
          <p:sp>
            <p:nvSpPr>
              <p:cNvPr id="74" name="文字方塊 73">
                <a:extLst>
                  <a:ext uri="{FF2B5EF4-FFF2-40B4-BE49-F238E27FC236}">
                    <a16:creationId xmlns:a16="http://schemas.microsoft.com/office/drawing/2014/main" id="{99BB8189-C92C-7140-4C9B-216D0FD0818C}"/>
                  </a:ext>
                </a:extLst>
              </p:cNvPr>
              <p:cNvSpPr txBox="1"/>
              <p:nvPr/>
            </p:nvSpPr>
            <p:spPr>
              <a:xfrm>
                <a:off x="8267761" y="2843869"/>
                <a:ext cx="2744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)</a:t>
                </a:r>
              </a:p>
            </p:txBody>
          </p:sp>
          <p:grpSp>
            <p:nvGrpSpPr>
              <p:cNvPr id="75" name="群組 74">
                <a:extLst>
                  <a:ext uri="{FF2B5EF4-FFF2-40B4-BE49-F238E27FC236}">
                    <a16:creationId xmlns:a16="http://schemas.microsoft.com/office/drawing/2014/main" id="{023FD1E7-0431-FE1A-2B02-9E2F557DEF91}"/>
                  </a:ext>
                </a:extLst>
              </p:cNvPr>
              <p:cNvGrpSpPr/>
              <p:nvPr/>
            </p:nvGrpSpPr>
            <p:grpSpPr>
              <a:xfrm>
                <a:off x="7323859" y="2803554"/>
                <a:ext cx="1452571" cy="437986"/>
                <a:chOff x="7278703" y="2326500"/>
                <a:chExt cx="1452571" cy="437986"/>
              </a:xfrm>
            </p:grpSpPr>
            <p:sp>
              <p:nvSpPr>
                <p:cNvPr id="76" name="文字方塊 75">
                  <a:extLst>
                    <a:ext uri="{FF2B5EF4-FFF2-40B4-BE49-F238E27FC236}">
                      <a16:creationId xmlns:a16="http://schemas.microsoft.com/office/drawing/2014/main" id="{4472CF44-34CA-EE35-E913-08245A7EA0B3}"/>
                    </a:ext>
                  </a:extLst>
                </p:cNvPr>
                <p:cNvSpPr txBox="1"/>
                <p:nvPr/>
              </p:nvSpPr>
              <p:spPr>
                <a:xfrm>
                  <a:off x="7278703" y="2364376"/>
                  <a:ext cx="27443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(</a:t>
                  </a:r>
                </a:p>
              </p:txBody>
            </p:sp>
            <p:sp>
              <p:nvSpPr>
                <p:cNvPr id="77" name="文字方塊 76">
                  <a:extLst>
                    <a:ext uri="{FF2B5EF4-FFF2-40B4-BE49-F238E27FC236}">
                      <a16:creationId xmlns:a16="http://schemas.microsoft.com/office/drawing/2014/main" id="{5232A2C0-71F0-E369-3705-3362F015C70C}"/>
                    </a:ext>
                  </a:extLst>
                </p:cNvPr>
                <p:cNvSpPr txBox="1"/>
                <p:nvPr/>
              </p:nvSpPr>
              <p:spPr>
                <a:xfrm>
                  <a:off x="8017114" y="2326500"/>
                  <a:ext cx="71416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altLang="zh-HK" sz="20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y</a:t>
                  </a:r>
                </a:p>
              </p:txBody>
            </p:sp>
            <p:sp>
              <p:nvSpPr>
                <p:cNvPr id="78" name="文字方塊 77">
                  <a:extLst>
                    <a:ext uri="{FF2B5EF4-FFF2-40B4-BE49-F238E27FC236}">
                      <a16:creationId xmlns:a16="http://schemas.microsoft.com/office/drawing/2014/main" id="{D70FC6F1-DC96-04C3-A610-958123D9CFAE}"/>
                    </a:ext>
                  </a:extLst>
                </p:cNvPr>
                <p:cNvSpPr txBox="1"/>
                <p:nvPr/>
              </p:nvSpPr>
              <p:spPr>
                <a:xfrm>
                  <a:off x="7524657" y="2333489"/>
                  <a:ext cx="431043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altLang="zh-HK" sz="20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x</a:t>
                  </a:r>
                  <a:endPara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9" name="文字方塊 78">
                      <a:extLst>
                        <a:ext uri="{FF2B5EF4-FFF2-40B4-BE49-F238E27FC236}">
                          <a16:creationId xmlns:a16="http://schemas.microsoft.com/office/drawing/2014/main" id="{F02AF495-318E-FCBE-66F7-129B2DE131F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780471" y="2326825"/>
                      <a:ext cx="295688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000" b="1" i="1" smtClean="0">
                                <a:ln>
                                  <a:solidFill>
                                    <a:schemeClr val="tx1"/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oMath>
                        </m:oMathPara>
                      </a14:m>
                      <a:endParaRPr lang="en-HK" sz="20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79" name="文字方塊 78">
                      <a:extLst>
                        <a:ext uri="{FF2B5EF4-FFF2-40B4-BE49-F238E27FC236}">
                          <a16:creationId xmlns:a16="http://schemas.microsoft.com/office/drawing/2014/main" id="{F02AF495-318E-FCBE-66F7-129B2DE131F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780471" y="2326825"/>
                      <a:ext cx="295688" cy="400110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HK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</p:grpSp>
      <p:grpSp>
        <p:nvGrpSpPr>
          <p:cNvPr id="90" name="群組 89">
            <a:extLst>
              <a:ext uri="{FF2B5EF4-FFF2-40B4-BE49-F238E27FC236}">
                <a16:creationId xmlns:a16="http://schemas.microsoft.com/office/drawing/2014/main" id="{58FDE93A-D698-4FBD-49EA-03EDFD4F20F6}"/>
              </a:ext>
            </a:extLst>
          </p:cNvPr>
          <p:cNvGrpSpPr/>
          <p:nvPr/>
        </p:nvGrpSpPr>
        <p:grpSpPr>
          <a:xfrm>
            <a:off x="7850252" y="958493"/>
            <a:ext cx="2900279" cy="499578"/>
            <a:chOff x="8167912" y="3435934"/>
            <a:chExt cx="2900279" cy="499578"/>
          </a:xfrm>
        </p:grpSpPr>
        <p:sp>
          <p:nvSpPr>
            <p:cNvPr id="81" name="文字方塊 80">
              <a:extLst>
                <a:ext uri="{FF2B5EF4-FFF2-40B4-BE49-F238E27FC236}">
                  <a16:creationId xmlns:a16="http://schemas.microsoft.com/office/drawing/2014/main" id="{96B6E60C-E019-1A4C-1407-F85884FEB99C}"/>
                </a:ext>
              </a:extLst>
            </p:cNvPr>
            <p:cNvSpPr txBox="1"/>
            <p:nvPr/>
          </p:nvSpPr>
          <p:spPr>
            <a:xfrm>
              <a:off x="9471460" y="3435934"/>
              <a:ext cx="35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89" name="群組 88">
              <a:extLst>
                <a:ext uri="{FF2B5EF4-FFF2-40B4-BE49-F238E27FC236}">
                  <a16:creationId xmlns:a16="http://schemas.microsoft.com/office/drawing/2014/main" id="{5398A6DC-9983-6EB1-07F3-083798AE0D91}"/>
                </a:ext>
              </a:extLst>
            </p:cNvPr>
            <p:cNvGrpSpPr/>
            <p:nvPr/>
          </p:nvGrpSpPr>
          <p:grpSpPr>
            <a:xfrm>
              <a:off x="8167912" y="3467099"/>
              <a:ext cx="2900279" cy="468413"/>
              <a:chOff x="8167783" y="3063432"/>
              <a:chExt cx="2900279" cy="468413"/>
            </a:xfrm>
          </p:grpSpPr>
          <p:grpSp>
            <p:nvGrpSpPr>
              <p:cNvPr id="56" name="群組 55">
                <a:extLst>
                  <a:ext uri="{FF2B5EF4-FFF2-40B4-BE49-F238E27FC236}">
                    <a16:creationId xmlns:a16="http://schemas.microsoft.com/office/drawing/2014/main" id="{89D01799-C825-4E6F-966F-7644D8D954C1}"/>
                  </a:ext>
                </a:extLst>
              </p:cNvPr>
              <p:cNvGrpSpPr/>
              <p:nvPr/>
            </p:nvGrpSpPr>
            <p:grpSpPr>
              <a:xfrm>
                <a:off x="8406598" y="3063432"/>
                <a:ext cx="1429995" cy="446072"/>
                <a:chOff x="7323859" y="2797907"/>
                <a:chExt cx="1429995" cy="446072"/>
              </a:xfrm>
            </p:grpSpPr>
            <p:sp>
              <p:nvSpPr>
                <p:cNvPr id="57" name="文字方塊 56">
                  <a:extLst>
                    <a:ext uri="{FF2B5EF4-FFF2-40B4-BE49-F238E27FC236}">
                      <a16:creationId xmlns:a16="http://schemas.microsoft.com/office/drawing/2014/main" id="{6888C487-0B83-37D3-79ED-2B921A1D8FA2}"/>
                    </a:ext>
                  </a:extLst>
                </p:cNvPr>
                <p:cNvSpPr txBox="1"/>
                <p:nvPr/>
              </p:nvSpPr>
              <p:spPr>
                <a:xfrm>
                  <a:off x="8267761" y="2843869"/>
                  <a:ext cx="27443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)</a:t>
                  </a:r>
                </a:p>
              </p:txBody>
            </p:sp>
            <p:grpSp>
              <p:nvGrpSpPr>
                <p:cNvPr id="58" name="群組 57">
                  <a:extLst>
                    <a:ext uri="{FF2B5EF4-FFF2-40B4-BE49-F238E27FC236}">
                      <a16:creationId xmlns:a16="http://schemas.microsoft.com/office/drawing/2014/main" id="{FA28C9BE-4BD6-D052-BB4A-8ECD89845CD8}"/>
                    </a:ext>
                  </a:extLst>
                </p:cNvPr>
                <p:cNvGrpSpPr/>
                <p:nvPr/>
              </p:nvGrpSpPr>
              <p:grpSpPr>
                <a:xfrm>
                  <a:off x="7323859" y="2797907"/>
                  <a:ext cx="1429995" cy="443633"/>
                  <a:chOff x="7278703" y="2320853"/>
                  <a:chExt cx="1429995" cy="443633"/>
                </a:xfrm>
              </p:grpSpPr>
              <p:sp>
                <p:nvSpPr>
                  <p:cNvPr id="59" name="文字方塊 58">
                    <a:extLst>
                      <a:ext uri="{FF2B5EF4-FFF2-40B4-BE49-F238E27FC236}">
                        <a16:creationId xmlns:a16="http://schemas.microsoft.com/office/drawing/2014/main" id="{EC857B28-F5D3-4E1C-DE38-6A7333764248}"/>
                      </a:ext>
                    </a:extLst>
                  </p:cNvPr>
                  <p:cNvSpPr txBox="1"/>
                  <p:nvPr/>
                </p:nvSpPr>
                <p:spPr>
                  <a:xfrm>
                    <a:off x="7278703" y="2364376"/>
                    <a:ext cx="274434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HK" sz="2000" b="1" dirty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a:t>(</a:t>
                    </a:r>
                  </a:p>
                </p:txBody>
              </p:sp>
              <p:sp>
                <p:nvSpPr>
                  <p:cNvPr id="60" name="文字方塊 59">
                    <a:extLst>
                      <a:ext uri="{FF2B5EF4-FFF2-40B4-BE49-F238E27FC236}">
                        <a16:creationId xmlns:a16="http://schemas.microsoft.com/office/drawing/2014/main" id="{3DF2CFF0-5A87-7F71-564F-AD00C4E866DA}"/>
                      </a:ext>
                    </a:extLst>
                  </p:cNvPr>
                  <p:cNvSpPr txBox="1"/>
                  <p:nvPr/>
                </p:nvSpPr>
                <p:spPr>
                  <a:xfrm>
                    <a:off x="7994538" y="2320853"/>
                    <a:ext cx="714160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HK" altLang="zh-HK" sz="2000" b="1" dirty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a:t>y</a:t>
                    </a:r>
                  </a:p>
                </p:txBody>
              </p:sp>
              <p:sp>
                <p:nvSpPr>
                  <p:cNvPr id="61" name="文字方塊 60">
                    <a:extLst>
                      <a:ext uri="{FF2B5EF4-FFF2-40B4-BE49-F238E27FC236}">
                        <a16:creationId xmlns:a16="http://schemas.microsoft.com/office/drawing/2014/main" id="{A08BB9C3-7BC9-A2B2-18EB-F799AB812C8F}"/>
                      </a:ext>
                    </a:extLst>
                  </p:cNvPr>
                  <p:cNvSpPr txBox="1"/>
                  <p:nvPr/>
                </p:nvSpPr>
                <p:spPr>
                  <a:xfrm>
                    <a:off x="7524657" y="2333489"/>
                    <a:ext cx="431043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HK" altLang="zh-HK" sz="2000" b="1" dirty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a:t>x</a:t>
                    </a:r>
                    <a:endParaRPr lang="en-HK" altLang="zh-HK" sz="2000" b="1" dirty="0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endParaRPr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2" name="文字方塊 61">
                        <a:extLst>
                          <a:ext uri="{FF2B5EF4-FFF2-40B4-BE49-F238E27FC236}">
                            <a16:creationId xmlns:a16="http://schemas.microsoft.com/office/drawing/2014/main" id="{FF9FA4D2-D1B9-E41A-A66F-7EAC11F6440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780471" y="2326825"/>
                        <a:ext cx="295688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000" b="1" i="1" smtClean="0">
                                  <a:ln>
                                    <a:solidFill>
                                      <a:schemeClr val="tx1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oMath>
                          </m:oMathPara>
                        </a14:m>
                        <a:endParaRPr lang="en-HK" sz="2000" b="1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62" name="文字方塊 61">
                        <a:extLst>
                          <a:ext uri="{FF2B5EF4-FFF2-40B4-BE49-F238E27FC236}">
                            <a16:creationId xmlns:a16="http://schemas.microsoft.com/office/drawing/2014/main" id="{FF9FA4D2-D1B9-E41A-A66F-7EAC11F64406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780471" y="2326825"/>
                        <a:ext cx="295688" cy="400110"/>
                      </a:xfrm>
                      <a:prstGeom prst="rect">
                        <a:avLst/>
                      </a:prstGeom>
                      <a:blipFill>
                        <a:blip r:embed="rId13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HK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0" name="文字方塊 79">
                    <a:extLst>
                      <a:ext uri="{FF2B5EF4-FFF2-40B4-BE49-F238E27FC236}">
                        <a16:creationId xmlns:a16="http://schemas.microsoft.com/office/drawing/2014/main" id="{BDE7D6D1-B184-E062-4823-5F7C0CBAE4EB}"/>
                      </a:ext>
                    </a:extLst>
                  </p:cNvPr>
                  <p:cNvSpPr txBox="1"/>
                  <p:nvPr/>
                </p:nvSpPr>
                <p:spPr>
                  <a:xfrm>
                    <a:off x="8167783" y="3069464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80" name="文字方塊 79">
                    <a:extLst>
                      <a:ext uri="{FF2B5EF4-FFF2-40B4-BE49-F238E27FC236}">
                        <a16:creationId xmlns:a16="http://schemas.microsoft.com/office/drawing/2014/main" id="{BDE7D6D1-B184-E062-4823-5F7C0CBAE4E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67783" y="3069464"/>
                    <a:ext cx="295688" cy="400110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82" name="群組 81">
                <a:extLst>
                  <a:ext uri="{FF2B5EF4-FFF2-40B4-BE49-F238E27FC236}">
                    <a16:creationId xmlns:a16="http://schemas.microsoft.com/office/drawing/2014/main" id="{19F191BA-92A8-745D-6863-9E33DE36C706}"/>
                  </a:ext>
                </a:extLst>
              </p:cNvPr>
              <p:cNvGrpSpPr/>
              <p:nvPr/>
            </p:nvGrpSpPr>
            <p:grpSpPr>
              <a:xfrm>
                <a:off x="9615491" y="3091420"/>
                <a:ext cx="1452571" cy="440425"/>
                <a:chOff x="7323859" y="2803554"/>
                <a:chExt cx="1452571" cy="440425"/>
              </a:xfrm>
            </p:grpSpPr>
            <p:sp>
              <p:nvSpPr>
                <p:cNvPr id="83" name="文字方塊 82">
                  <a:extLst>
                    <a:ext uri="{FF2B5EF4-FFF2-40B4-BE49-F238E27FC236}">
                      <a16:creationId xmlns:a16="http://schemas.microsoft.com/office/drawing/2014/main" id="{7E476EFE-2E0B-7B1A-F2EB-FD9409A40061}"/>
                    </a:ext>
                  </a:extLst>
                </p:cNvPr>
                <p:cNvSpPr txBox="1"/>
                <p:nvPr/>
              </p:nvSpPr>
              <p:spPr>
                <a:xfrm>
                  <a:off x="8267761" y="2843869"/>
                  <a:ext cx="27443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)</a:t>
                  </a:r>
                </a:p>
              </p:txBody>
            </p:sp>
            <p:grpSp>
              <p:nvGrpSpPr>
                <p:cNvPr id="84" name="群組 83">
                  <a:extLst>
                    <a:ext uri="{FF2B5EF4-FFF2-40B4-BE49-F238E27FC236}">
                      <a16:creationId xmlns:a16="http://schemas.microsoft.com/office/drawing/2014/main" id="{9E35D211-E2EA-C8B8-AE7B-7D906A03CD75}"/>
                    </a:ext>
                  </a:extLst>
                </p:cNvPr>
                <p:cNvGrpSpPr/>
                <p:nvPr/>
              </p:nvGrpSpPr>
              <p:grpSpPr>
                <a:xfrm>
                  <a:off x="7323859" y="2803554"/>
                  <a:ext cx="1452571" cy="437986"/>
                  <a:chOff x="7278703" y="2326500"/>
                  <a:chExt cx="1452571" cy="437986"/>
                </a:xfrm>
              </p:grpSpPr>
              <p:sp>
                <p:nvSpPr>
                  <p:cNvPr id="85" name="文字方塊 84">
                    <a:extLst>
                      <a:ext uri="{FF2B5EF4-FFF2-40B4-BE49-F238E27FC236}">
                        <a16:creationId xmlns:a16="http://schemas.microsoft.com/office/drawing/2014/main" id="{CBA3CF67-0B8F-13DC-9F02-82D1C2E8A07B}"/>
                      </a:ext>
                    </a:extLst>
                  </p:cNvPr>
                  <p:cNvSpPr txBox="1"/>
                  <p:nvPr/>
                </p:nvSpPr>
                <p:spPr>
                  <a:xfrm>
                    <a:off x="7278703" y="2364376"/>
                    <a:ext cx="274434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HK" sz="2000" b="1" dirty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a:t>(</a:t>
                    </a:r>
                  </a:p>
                </p:txBody>
              </p:sp>
              <p:sp>
                <p:nvSpPr>
                  <p:cNvPr id="86" name="文字方塊 85">
                    <a:extLst>
                      <a:ext uri="{FF2B5EF4-FFF2-40B4-BE49-F238E27FC236}">
                        <a16:creationId xmlns:a16="http://schemas.microsoft.com/office/drawing/2014/main" id="{2EFE68F4-4569-8FF1-110F-6078B7E08E28}"/>
                      </a:ext>
                    </a:extLst>
                  </p:cNvPr>
                  <p:cNvSpPr txBox="1"/>
                  <p:nvPr/>
                </p:nvSpPr>
                <p:spPr>
                  <a:xfrm>
                    <a:off x="8017114" y="2326500"/>
                    <a:ext cx="714160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HK" altLang="zh-HK" sz="2000" b="1" dirty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a:t>y</a:t>
                    </a:r>
                  </a:p>
                </p:txBody>
              </p:sp>
              <p:sp>
                <p:nvSpPr>
                  <p:cNvPr id="87" name="文字方塊 86">
                    <a:extLst>
                      <a:ext uri="{FF2B5EF4-FFF2-40B4-BE49-F238E27FC236}">
                        <a16:creationId xmlns:a16="http://schemas.microsoft.com/office/drawing/2014/main" id="{BAB432D9-83BA-E71F-27A3-70A2A5D9E035}"/>
                      </a:ext>
                    </a:extLst>
                  </p:cNvPr>
                  <p:cNvSpPr txBox="1"/>
                  <p:nvPr/>
                </p:nvSpPr>
                <p:spPr>
                  <a:xfrm>
                    <a:off x="7478649" y="2333489"/>
                    <a:ext cx="431043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HK" altLang="zh-HK" sz="2000" b="1" dirty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a:t>x</a:t>
                    </a:r>
                    <a:endParaRPr lang="en-HK" altLang="zh-HK" sz="2000" b="1" dirty="0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endParaRPr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88" name="文字方塊 87">
                        <a:extLst>
                          <a:ext uri="{FF2B5EF4-FFF2-40B4-BE49-F238E27FC236}">
                            <a16:creationId xmlns:a16="http://schemas.microsoft.com/office/drawing/2014/main" id="{E2E98B02-71B0-3433-D256-4EEC9A8C381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780471" y="2326825"/>
                        <a:ext cx="295688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000" b="1" i="1" smtClean="0">
                                  <a:ln>
                                    <a:solidFill>
                                      <a:schemeClr val="tx1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oMath>
                          </m:oMathPara>
                        </a14:m>
                        <a:endParaRPr lang="en-HK" sz="2000" b="1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88" name="文字方塊 87">
                        <a:extLst>
                          <a:ext uri="{FF2B5EF4-FFF2-40B4-BE49-F238E27FC236}">
                            <a16:creationId xmlns:a16="http://schemas.microsoft.com/office/drawing/2014/main" id="{E2E98B02-71B0-3433-D256-4EEC9A8C3814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780471" y="2326825"/>
                        <a:ext cx="295688" cy="400110"/>
                      </a:xfrm>
                      <a:prstGeom prst="rect">
                        <a:avLst/>
                      </a:prstGeom>
                      <a:blipFill>
                        <a:blip r:embed="rId15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HK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</p:grpSp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68832F46-96D6-F18D-8AC4-2902FD0C37D6}"/>
                  </a:ext>
                </a:extLst>
              </p14:cNvPr>
              <p14:cNvContentPartPr/>
              <p14:nvPr/>
            </p14:nvContentPartPr>
            <p14:xfrm>
              <a:off x="992717" y="595346"/>
              <a:ext cx="2796505" cy="45719"/>
            </p14:xfrm>
          </p:contentPart>
        </mc:Choice>
        <mc:Fallback xmlns=""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68832F46-96D6-F18D-8AC4-2902FD0C37D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38689" y="-13120354"/>
                <a:ext cx="2904201" cy="2743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19719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381F67AD-F067-C141-6EFA-6B071036802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289" y="0"/>
            <a:ext cx="4010585" cy="2143424"/>
          </a:xfrm>
          <a:prstGeom prst="rect">
            <a:avLst/>
          </a:prstGeom>
        </p:spPr>
      </p:pic>
      <p:grpSp>
        <p:nvGrpSpPr>
          <p:cNvPr id="6" name="群組 5">
            <a:extLst>
              <a:ext uri="{FF2B5EF4-FFF2-40B4-BE49-F238E27FC236}">
                <a16:creationId xmlns:a16="http://schemas.microsoft.com/office/drawing/2014/main" id="{25BAF537-A8E9-D2EE-4A44-1B5B5DABF368}"/>
              </a:ext>
            </a:extLst>
          </p:cNvPr>
          <p:cNvGrpSpPr/>
          <p:nvPr/>
        </p:nvGrpSpPr>
        <p:grpSpPr>
          <a:xfrm>
            <a:off x="4010984" y="289675"/>
            <a:ext cx="2310719" cy="811701"/>
            <a:chOff x="3936297" y="236147"/>
            <a:chExt cx="2310719" cy="81170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字方塊 10">
                  <a:extLst>
                    <a:ext uri="{FF2B5EF4-FFF2-40B4-BE49-F238E27FC236}">
                      <a16:creationId xmlns:a16="http://schemas.microsoft.com/office/drawing/2014/main" id="{742D7C24-770B-8AA9-B39C-B99F26372938}"/>
                    </a:ext>
                  </a:extLst>
                </p:cNvPr>
                <p:cNvSpPr txBox="1"/>
                <p:nvPr/>
              </p:nvSpPr>
              <p:spPr>
                <a:xfrm>
                  <a:off x="5471330" y="32924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1" name="文字方塊 10">
                  <a:extLst>
                    <a:ext uri="{FF2B5EF4-FFF2-40B4-BE49-F238E27FC236}">
                      <a16:creationId xmlns:a16="http://schemas.microsoft.com/office/drawing/2014/main" id="{742D7C24-770B-8AA9-B39C-B99F263729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1330" y="329248"/>
                  <a:ext cx="295688" cy="40011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字方塊 11">
                  <a:extLst>
                    <a:ext uri="{FF2B5EF4-FFF2-40B4-BE49-F238E27FC236}">
                      <a16:creationId xmlns:a16="http://schemas.microsoft.com/office/drawing/2014/main" id="{F115F6FA-46AA-5F12-FAA7-A2D73014503E}"/>
                    </a:ext>
                  </a:extLst>
                </p:cNvPr>
                <p:cNvSpPr txBox="1"/>
                <p:nvPr/>
              </p:nvSpPr>
              <p:spPr>
                <a:xfrm>
                  <a:off x="4254242" y="322815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2" name="文字方塊 11">
                  <a:extLst>
                    <a:ext uri="{FF2B5EF4-FFF2-40B4-BE49-F238E27FC236}">
                      <a16:creationId xmlns:a16="http://schemas.microsoft.com/office/drawing/2014/main" id="{F115F6FA-46AA-5F12-FAA7-A2D7301450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54242" y="322815"/>
                  <a:ext cx="295688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字方塊 12">
                  <a:extLst>
                    <a:ext uri="{FF2B5EF4-FFF2-40B4-BE49-F238E27FC236}">
                      <a16:creationId xmlns:a16="http://schemas.microsoft.com/office/drawing/2014/main" id="{3E9FBB73-019A-B4CB-143D-0372C51B839F}"/>
                    </a:ext>
                  </a:extLst>
                </p:cNvPr>
                <p:cNvSpPr txBox="1"/>
                <p:nvPr/>
              </p:nvSpPr>
              <p:spPr>
                <a:xfrm>
                  <a:off x="5951328" y="33910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3" name="文字方塊 12">
                  <a:extLst>
                    <a:ext uri="{FF2B5EF4-FFF2-40B4-BE49-F238E27FC236}">
                      <a16:creationId xmlns:a16="http://schemas.microsoft.com/office/drawing/2014/main" id="{3E9FBB73-019A-B4CB-143D-0372C51B83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51328" y="339108"/>
                  <a:ext cx="295688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D0AE30F2-A99C-1F27-95CC-25AE239E2F4B}"/>
                </a:ext>
              </a:extLst>
            </p:cNvPr>
            <p:cNvSpPr txBox="1"/>
            <p:nvPr/>
          </p:nvSpPr>
          <p:spPr>
            <a:xfrm>
              <a:off x="3936297" y="337999"/>
              <a:ext cx="32090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y</a:t>
              </a:r>
            </a:p>
            <a:p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A039AF43-EB7F-5A7A-0280-21FFCD100EB9}"/>
                </a:ext>
              </a:extLst>
            </p:cNvPr>
            <p:cNvSpPr txBox="1"/>
            <p:nvPr/>
          </p:nvSpPr>
          <p:spPr>
            <a:xfrm>
              <a:off x="4132732" y="236147"/>
              <a:ext cx="35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FAC88F0D-F0D0-1521-2AE8-6F095FBA3A17}"/>
                </a:ext>
              </a:extLst>
            </p:cNvPr>
            <p:cNvSpPr txBox="1"/>
            <p:nvPr/>
          </p:nvSpPr>
          <p:spPr>
            <a:xfrm>
              <a:off x="4442355" y="284471"/>
              <a:ext cx="57383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y</a:t>
              </a:r>
            </a:p>
            <a:p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字方塊 16">
                  <a:extLst>
                    <a:ext uri="{FF2B5EF4-FFF2-40B4-BE49-F238E27FC236}">
                      <a16:creationId xmlns:a16="http://schemas.microsoft.com/office/drawing/2014/main" id="{DB5CABD6-E7CB-BF9B-2EF4-F8AE3D3C0B74}"/>
                    </a:ext>
                  </a:extLst>
                </p:cNvPr>
                <p:cNvSpPr txBox="1"/>
                <p:nvPr/>
              </p:nvSpPr>
              <p:spPr>
                <a:xfrm>
                  <a:off x="4806263" y="334621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7" name="文字方塊 16">
                  <a:extLst>
                    <a:ext uri="{FF2B5EF4-FFF2-40B4-BE49-F238E27FC236}">
                      <a16:creationId xmlns:a16="http://schemas.microsoft.com/office/drawing/2014/main" id="{DB5CABD6-E7CB-BF9B-2EF4-F8AE3D3C0B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06263" y="334621"/>
                  <a:ext cx="295688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文字方塊 18">
              <a:extLst>
                <a:ext uri="{FF2B5EF4-FFF2-40B4-BE49-F238E27FC236}">
                  <a16:creationId xmlns:a16="http://schemas.microsoft.com/office/drawing/2014/main" id="{AA09B80D-FB72-8F67-5943-4972B47C2025}"/>
                </a:ext>
              </a:extLst>
            </p:cNvPr>
            <p:cNvSpPr txBox="1"/>
            <p:nvPr/>
          </p:nvSpPr>
          <p:spPr>
            <a:xfrm>
              <a:off x="5049905" y="339962"/>
              <a:ext cx="54043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6y</a:t>
              </a:r>
            </a:p>
            <a:p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EA2139FA-7517-F364-FE93-29FA5DF2619A}"/>
                </a:ext>
              </a:extLst>
            </p:cNvPr>
            <p:cNvSpPr txBox="1"/>
            <p:nvPr/>
          </p:nvSpPr>
          <p:spPr>
            <a:xfrm>
              <a:off x="5619086" y="334621"/>
              <a:ext cx="54300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12</a:t>
              </a:r>
            </a:p>
          </p:txBody>
        </p:sp>
      </p:grpSp>
      <p:grpSp>
        <p:nvGrpSpPr>
          <p:cNvPr id="5" name="群組 4">
            <a:extLst>
              <a:ext uri="{FF2B5EF4-FFF2-40B4-BE49-F238E27FC236}">
                <a16:creationId xmlns:a16="http://schemas.microsoft.com/office/drawing/2014/main" id="{13EB86A2-55A8-506B-0614-5FE44346ED83}"/>
              </a:ext>
            </a:extLst>
          </p:cNvPr>
          <p:cNvGrpSpPr/>
          <p:nvPr/>
        </p:nvGrpSpPr>
        <p:grpSpPr>
          <a:xfrm>
            <a:off x="6217175" y="337999"/>
            <a:ext cx="1771005" cy="744790"/>
            <a:chOff x="6417051" y="317103"/>
            <a:chExt cx="1771005" cy="744790"/>
          </a:xfrm>
        </p:grpSpPr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33DBA232-9040-EE83-7270-9E0C38BFD01F}"/>
                </a:ext>
              </a:extLst>
            </p:cNvPr>
            <p:cNvSpPr txBox="1"/>
            <p:nvPr/>
          </p:nvSpPr>
          <p:spPr>
            <a:xfrm>
              <a:off x="6417051" y="347591"/>
              <a:ext cx="32090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y</a:t>
              </a:r>
            </a:p>
          </p:txBody>
        </p:sp>
        <p:grpSp>
          <p:nvGrpSpPr>
            <p:cNvPr id="4" name="群組 3">
              <a:extLst>
                <a:ext uri="{FF2B5EF4-FFF2-40B4-BE49-F238E27FC236}">
                  <a16:creationId xmlns:a16="http://schemas.microsoft.com/office/drawing/2014/main" id="{DD23D15F-F80A-4214-F0F2-0018E7F7776C}"/>
                </a:ext>
              </a:extLst>
            </p:cNvPr>
            <p:cNvGrpSpPr/>
            <p:nvPr/>
          </p:nvGrpSpPr>
          <p:grpSpPr>
            <a:xfrm>
              <a:off x="6601660" y="317103"/>
              <a:ext cx="1586396" cy="744790"/>
              <a:chOff x="6401784" y="303882"/>
              <a:chExt cx="1586396" cy="74479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文字方塊 9">
                    <a:extLst>
                      <a:ext uri="{FF2B5EF4-FFF2-40B4-BE49-F238E27FC236}">
                        <a16:creationId xmlns:a16="http://schemas.microsoft.com/office/drawing/2014/main" id="{7D6C2B36-1676-96E7-CF9C-AEB824DC4EC1}"/>
                      </a:ext>
                    </a:extLst>
                  </p:cNvPr>
                  <p:cNvSpPr txBox="1"/>
                  <p:nvPr/>
                </p:nvSpPr>
                <p:spPr>
                  <a:xfrm>
                    <a:off x="6483926" y="322296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10" name="文字方塊 9">
                    <a:extLst>
                      <a:ext uri="{FF2B5EF4-FFF2-40B4-BE49-F238E27FC236}">
                        <a16:creationId xmlns:a16="http://schemas.microsoft.com/office/drawing/2014/main" id="{7D6C2B36-1676-96E7-CF9C-AEB824DC4EC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83926" y="322296"/>
                    <a:ext cx="295688" cy="40011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文字方塊 17">
                    <a:extLst>
                      <a:ext uri="{FF2B5EF4-FFF2-40B4-BE49-F238E27FC236}">
                        <a16:creationId xmlns:a16="http://schemas.microsoft.com/office/drawing/2014/main" id="{34A72C9F-E23A-ED82-43D4-74233F565503}"/>
                      </a:ext>
                    </a:extLst>
                  </p:cNvPr>
                  <p:cNvSpPr txBox="1"/>
                  <p:nvPr/>
                </p:nvSpPr>
                <p:spPr>
                  <a:xfrm>
                    <a:off x="7158651" y="340738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18" name="文字方塊 17">
                    <a:extLst>
                      <a:ext uri="{FF2B5EF4-FFF2-40B4-BE49-F238E27FC236}">
                        <a16:creationId xmlns:a16="http://schemas.microsoft.com/office/drawing/2014/main" id="{34A72C9F-E23A-ED82-43D4-74233F56550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58651" y="340738"/>
                    <a:ext cx="295688" cy="40011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BCC9D80D-28D2-4174-D084-8AAFB57A361D}"/>
                  </a:ext>
                </a:extLst>
              </p:cNvPr>
              <p:cNvSpPr txBox="1"/>
              <p:nvPr/>
            </p:nvSpPr>
            <p:spPr>
              <a:xfrm>
                <a:off x="6401784" y="303882"/>
                <a:ext cx="3577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12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endParaRPr lang="en-HK" sz="12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0EAC5243-27A6-B688-D8EE-AB8CECD41274}"/>
                  </a:ext>
                </a:extLst>
              </p:cNvPr>
              <p:cNvSpPr txBox="1"/>
              <p:nvPr/>
            </p:nvSpPr>
            <p:spPr>
              <a:xfrm>
                <a:off x="6759257" y="340786"/>
                <a:ext cx="540437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4</a:t>
                </a:r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y</a:t>
                </a:r>
              </a:p>
              <a:p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419FF29E-DA21-8DB5-A55D-E38CC68D537D}"/>
                  </a:ext>
                </a:extLst>
              </p:cNvPr>
              <p:cNvSpPr txBox="1"/>
              <p:nvPr/>
            </p:nvSpPr>
            <p:spPr>
              <a:xfrm>
                <a:off x="7447743" y="323337"/>
                <a:ext cx="54043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12</a:t>
                </a:r>
              </a:p>
            </p:txBody>
          </p:sp>
        </p:grpSp>
      </p:grpSp>
      <p:grpSp>
        <p:nvGrpSpPr>
          <p:cNvPr id="74" name="群組 73">
            <a:extLst>
              <a:ext uri="{FF2B5EF4-FFF2-40B4-BE49-F238E27FC236}">
                <a16:creationId xmlns:a16="http://schemas.microsoft.com/office/drawing/2014/main" id="{986E8747-26FB-2FA3-7E28-BAE554B784C7}"/>
              </a:ext>
            </a:extLst>
          </p:cNvPr>
          <p:cNvGrpSpPr/>
          <p:nvPr/>
        </p:nvGrpSpPr>
        <p:grpSpPr>
          <a:xfrm>
            <a:off x="3990717" y="809698"/>
            <a:ext cx="2310719" cy="784333"/>
            <a:chOff x="3993997" y="992448"/>
            <a:chExt cx="2310719" cy="784333"/>
          </a:xfrm>
        </p:grpSpPr>
        <p:sp>
          <p:nvSpPr>
            <p:cNvPr id="31" name="文字方塊 30">
              <a:extLst>
                <a:ext uri="{FF2B5EF4-FFF2-40B4-BE49-F238E27FC236}">
                  <a16:creationId xmlns:a16="http://schemas.microsoft.com/office/drawing/2014/main" id="{4D67406B-87BD-A07E-D7F9-5E30CD6C784A}"/>
                </a:ext>
              </a:extLst>
            </p:cNvPr>
            <p:cNvSpPr txBox="1"/>
            <p:nvPr/>
          </p:nvSpPr>
          <p:spPr>
            <a:xfrm>
              <a:off x="4191997" y="992448"/>
              <a:ext cx="35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73" name="群組 72">
              <a:extLst>
                <a:ext uri="{FF2B5EF4-FFF2-40B4-BE49-F238E27FC236}">
                  <a16:creationId xmlns:a16="http://schemas.microsoft.com/office/drawing/2014/main" id="{F30339B8-F6F2-9330-84A3-246B1BA02CA2}"/>
                </a:ext>
              </a:extLst>
            </p:cNvPr>
            <p:cNvGrpSpPr/>
            <p:nvPr/>
          </p:nvGrpSpPr>
          <p:grpSpPr>
            <a:xfrm>
              <a:off x="3993997" y="1050928"/>
              <a:ext cx="2310719" cy="725853"/>
              <a:chOff x="3936297" y="851878"/>
              <a:chExt cx="2310719" cy="72585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文字方塊 26">
                    <a:extLst>
                      <a:ext uri="{FF2B5EF4-FFF2-40B4-BE49-F238E27FC236}">
                        <a16:creationId xmlns:a16="http://schemas.microsoft.com/office/drawing/2014/main" id="{E7023B6A-38A0-1ACB-1F85-D757964B6633}"/>
                      </a:ext>
                    </a:extLst>
                  </p:cNvPr>
                  <p:cNvSpPr txBox="1"/>
                  <p:nvPr/>
                </p:nvSpPr>
                <p:spPr>
                  <a:xfrm>
                    <a:off x="5471330" y="858311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27" name="文字方塊 26">
                    <a:extLst>
                      <a:ext uri="{FF2B5EF4-FFF2-40B4-BE49-F238E27FC236}">
                        <a16:creationId xmlns:a16="http://schemas.microsoft.com/office/drawing/2014/main" id="{E7023B6A-38A0-1ACB-1F85-D757964B663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71330" y="858311"/>
                    <a:ext cx="295688" cy="40011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文字方塊 27">
                    <a:extLst>
                      <a:ext uri="{FF2B5EF4-FFF2-40B4-BE49-F238E27FC236}">
                        <a16:creationId xmlns:a16="http://schemas.microsoft.com/office/drawing/2014/main" id="{A5CA4B35-CCDE-4F32-A552-5FE6CC2479C1}"/>
                      </a:ext>
                    </a:extLst>
                  </p:cNvPr>
                  <p:cNvSpPr txBox="1"/>
                  <p:nvPr/>
                </p:nvSpPr>
                <p:spPr>
                  <a:xfrm>
                    <a:off x="4254242" y="851878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28" name="文字方塊 27">
                    <a:extLst>
                      <a:ext uri="{FF2B5EF4-FFF2-40B4-BE49-F238E27FC236}">
                        <a16:creationId xmlns:a16="http://schemas.microsoft.com/office/drawing/2014/main" id="{A5CA4B35-CCDE-4F32-A552-5FE6CC2479C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54242" y="851878"/>
                    <a:ext cx="295688" cy="40011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文字方塊 28">
                    <a:extLst>
                      <a:ext uri="{FF2B5EF4-FFF2-40B4-BE49-F238E27FC236}">
                        <a16:creationId xmlns:a16="http://schemas.microsoft.com/office/drawing/2014/main" id="{ABAEDA0E-CF61-55D0-BC88-DB726B2D94AB}"/>
                      </a:ext>
                    </a:extLst>
                  </p:cNvPr>
                  <p:cNvSpPr txBox="1"/>
                  <p:nvPr/>
                </p:nvSpPr>
                <p:spPr>
                  <a:xfrm>
                    <a:off x="5951328" y="868171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29" name="文字方塊 28">
                    <a:extLst>
                      <a:ext uri="{FF2B5EF4-FFF2-40B4-BE49-F238E27FC236}">
                        <a16:creationId xmlns:a16="http://schemas.microsoft.com/office/drawing/2014/main" id="{ABAEDA0E-CF61-55D0-BC88-DB726B2D94A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51328" y="868171"/>
                    <a:ext cx="295688" cy="40011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FA9B3A66-67CA-1BA2-D672-CD3A7A8936FE}"/>
                  </a:ext>
                </a:extLst>
              </p:cNvPr>
              <p:cNvSpPr txBox="1"/>
              <p:nvPr/>
            </p:nvSpPr>
            <p:spPr>
              <a:xfrm>
                <a:off x="3936297" y="867062"/>
                <a:ext cx="32090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y</a:t>
                </a:r>
              </a:p>
            </p:txBody>
          </p:sp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B23945CA-990A-12D7-8F9D-F2CDA24FB36C}"/>
                  </a:ext>
                </a:extLst>
              </p:cNvPr>
              <p:cNvSpPr txBox="1"/>
              <p:nvPr/>
            </p:nvSpPr>
            <p:spPr>
              <a:xfrm>
                <a:off x="4442355" y="869845"/>
                <a:ext cx="73382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y</a:t>
                </a:r>
              </a:p>
              <a:p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文字方塊 32">
                    <a:extLst>
                      <a:ext uri="{FF2B5EF4-FFF2-40B4-BE49-F238E27FC236}">
                        <a16:creationId xmlns:a16="http://schemas.microsoft.com/office/drawing/2014/main" id="{17E2082B-3192-2C2F-2772-E8B5C4D66E15}"/>
                      </a:ext>
                    </a:extLst>
                  </p:cNvPr>
                  <p:cNvSpPr txBox="1"/>
                  <p:nvPr/>
                </p:nvSpPr>
                <p:spPr>
                  <a:xfrm>
                    <a:off x="4806263" y="863684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33" name="文字方塊 32">
                    <a:extLst>
                      <a:ext uri="{FF2B5EF4-FFF2-40B4-BE49-F238E27FC236}">
                        <a16:creationId xmlns:a16="http://schemas.microsoft.com/office/drawing/2014/main" id="{17E2082B-3192-2C2F-2772-E8B5C4D66E1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06263" y="863684"/>
                    <a:ext cx="295688" cy="400110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41BBFBCC-26D9-6640-B81F-964ADF987109}"/>
                  </a:ext>
                </a:extLst>
              </p:cNvPr>
              <p:cNvSpPr txBox="1"/>
              <p:nvPr/>
            </p:nvSpPr>
            <p:spPr>
              <a:xfrm>
                <a:off x="5049905" y="869025"/>
                <a:ext cx="540437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4y</a:t>
                </a:r>
              </a:p>
              <a:p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D2601F95-1723-1FB1-B222-76EFD8EFEA29}"/>
                  </a:ext>
                </a:extLst>
              </p:cNvPr>
              <p:cNvSpPr txBox="1"/>
              <p:nvPr/>
            </p:nvSpPr>
            <p:spPr>
              <a:xfrm>
                <a:off x="5619086" y="863684"/>
                <a:ext cx="54601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12</a:t>
                </a:r>
              </a:p>
            </p:txBody>
          </p:sp>
        </p:grpSp>
      </p:grpSp>
      <p:grpSp>
        <p:nvGrpSpPr>
          <p:cNvPr id="7" name="群組 6">
            <a:extLst>
              <a:ext uri="{FF2B5EF4-FFF2-40B4-BE49-F238E27FC236}">
                <a16:creationId xmlns:a16="http://schemas.microsoft.com/office/drawing/2014/main" id="{6BAFDB24-4CDE-17DD-4EA0-A5EBCB01CCCE}"/>
              </a:ext>
            </a:extLst>
          </p:cNvPr>
          <p:cNvGrpSpPr/>
          <p:nvPr/>
        </p:nvGrpSpPr>
        <p:grpSpPr>
          <a:xfrm>
            <a:off x="6242863" y="853508"/>
            <a:ext cx="1791619" cy="437014"/>
            <a:chOff x="6196561" y="832945"/>
            <a:chExt cx="1791619" cy="43701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字方塊 25">
                  <a:extLst>
                    <a:ext uri="{FF2B5EF4-FFF2-40B4-BE49-F238E27FC236}">
                      <a16:creationId xmlns:a16="http://schemas.microsoft.com/office/drawing/2014/main" id="{8E07EB07-61A4-7C20-F010-6B73FA3D28B3}"/>
                    </a:ext>
                  </a:extLst>
                </p:cNvPr>
                <p:cNvSpPr txBox="1"/>
                <p:nvPr/>
              </p:nvSpPr>
              <p:spPr>
                <a:xfrm>
                  <a:off x="6501179" y="851359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26" name="文字方塊 25">
                  <a:extLst>
                    <a:ext uri="{FF2B5EF4-FFF2-40B4-BE49-F238E27FC236}">
                      <a16:creationId xmlns:a16="http://schemas.microsoft.com/office/drawing/2014/main" id="{8E07EB07-61A4-7C20-F010-6B73FA3D28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01179" y="851359"/>
                  <a:ext cx="295688" cy="40011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字方塊 33">
                  <a:extLst>
                    <a:ext uri="{FF2B5EF4-FFF2-40B4-BE49-F238E27FC236}">
                      <a16:creationId xmlns:a16="http://schemas.microsoft.com/office/drawing/2014/main" id="{4EFA3BD8-2930-AD80-BB9D-E79BBA229E7C}"/>
                    </a:ext>
                  </a:extLst>
                </p:cNvPr>
                <p:cNvSpPr txBox="1"/>
                <p:nvPr/>
              </p:nvSpPr>
              <p:spPr>
                <a:xfrm>
                  <a:off x="7158651" y="869801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4" name="文字方塊 33">
                  <a:extLst>
                    <a:ext uri="{FF2B5EF4-FFF2-40B4-BE49-F238E27FC236}">
                      <a16:creationId xmlns:a16="http://schemas.microsoft.com/office/drawing/2014/main" id="{4EFA3BD8-2930-AD80-BB9D-E79BBA229E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8651" y="869801"/>
                  <a:ext cx="295688" cy="40011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文字方塊 36">
              <a:extLst>
                <a:ext uri="{FF2B5EF4-FFF2-40B4-BE49-F238E27FC236}">
                  <a16:creationId xmlns:a16="http://schemas.microsoft.com/office/drawing/2014/main" id="{01236B14-7D69-B8F1-655A-9F392EE0E156}"/>
                </a:ext>
              </a:extLst>
            </p:cNvPr>
            <p:cNvSpPr txBox="1"/>
            <p:nvPr/>
          </p:nvSpPr>
          <p:spPr>
            <a:xfrm>
              <a:off x="6196561" y="863684"/>
              <a:ext cx="32090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y</a:t>
              </a:r>
            </a:p>
          </p:txBody>
        </p:sp>
        <p:sp>
          <p:nvSpPr>
            <p:cNvPr id="38" name="文字方塊 37">
              <a:extLst>
                <a:ext uri="{FF2B5EF4-FFF2-40B4-BE49-F238E27FC236}">
                  <a16:creationId xmlns:a16="http://schemas.microsoft.com/office/drawing/2014/main" id="{B21F7F00-38AC-C9D0-B310-F4018E0EE68A}"/>
                </a:ext>
              </a:extLst>
            </p:cNvPr>
            <p:cNvSpPr txBox="1"/>
            <p:nvPr/>
          </p:nvSpPr>
          <p:spPr>
            <a:xfrm>
              <a:off x="6401784" y="832945"/>
              <a:ext cx="35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39" name="文字方塊 38">
              <a:extLst>
                <a:ext uri="{FF2B5EF4-FFF2-40B4-BE49-F238E27FC236}">
                  <a16:creationId xmlns:a16="http://schemas.microsoft.com/office/drawing/2014/main" id="{694AD998-C21C-644D-600D-54F44B80C1E1}"/>
                </a:ext>
              </a:extLst>
            </p:cNvPr>
            <p:cNvSpPr txBox="1"/>
            <p:nvPr/>
          </p:nvSpPr>
          <p:spPr>
            <a:xfrm>
              <a:off x="6838276" y="869849"/>
              <a:ext cx="5404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y</a:t>
              </a:r>
            </a:p>
          </p:txBody>
        </p:sp>
        <p:sp>
          <p:nvSpPr>
            <p:cNvPr id="40" name="文字方塊 39">
              <a:extLst>
                <a:ext uri="{FF2B5EF4-FFF2-40B4-BE49-F238E27FC236}">
                  <a16:creationId xmlns:a16="http://schemas.microsoft.com/office/drawing/2014/main" id="{CD25047F-3E25-A088-AC04-9806808FF7AA}"/>
                </a:ext>
              </a:extLst>
            </p:cNvPr>
            <p:cNvSpPr txBox="1"/>
            <p:nvPr/>
          </p:nvSpPr>
          <p:spPr>
            <a:xfrm>
              <a:off x="7447743" y="852400"/>
              <a:ext cx="5404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12</a:t>
              </a:r>
            </a:p>
          </p:txBody>
        </p:sp>
      </p:grpSp>
      <p:grpSp>
        <p:nvGrpSpPr>
          <p:cNvPr id="79" name="群組 78">
            <a:extLst>
              <a:ext uri="{FF2B5EF4-FFF2-40B4-BE49-F238E27FC236}">
                <a16:creationId xmlns:a16="http://schemas.microsoft.com/office/drawing/2014/main" id="{28054384-89B2-F754-4D5F-0FF03D3BF483}"/>
              </a:ext>
            </a:extLst>
          </p:cNvPr>
          <p:cNvGrpSpPr/>
          <p:nvPr/>
        </p:nvGrpSpPr>
        <p:grpSpPr>
          <a:xfrm>
            <a:off x="4008245" y="1252744"/>
            <a:ext cx="2310719" cy="812521"/>
            <a:chOff x="4482014" y="2473823"/>
            <a:chExt cx="2310719" cy="81252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字方塊 42">
                  <a:extLst>
                    <a:ext uri="{FF2B5EF4-FFF2-40B4-BE49-F238E27FC236}">
                      <a16:creationId xmlns:a16="http://schemas.microsoft.com/office/drawing/2014/main" id="{F7C741B2-3160-B4A1-F872-DC8362F7FF91}"/>
                    </a:ext>
                  </a:extLst>
                </p:cNvPr>
                <p:cNvSpPr txBox="1"/>
                <p:nvPr/>
              </p:nvSpPr>
              <p:spPr>
                <a:xfrm>
                  <a:off x="6017047" y="2566924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43" name="文字方塊 42">
                  <a:extLst>
                    <a:ext uri="{FF2B5EF4-FFF2-40B4-BE49-F238E27FC236}">
                      <a16:creationId xmlns:a16="http://schemas.microsoft.com/office/drawing/2014/main" id="{F7C741B2-3160-B4A1-F872-DC8362F7FF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7047" y="2566924"/>
                  <a:ext cx="295688" cy="40011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字方塊 43">
                  <a:extLst>
                    <a:ext uri="{FF2B5EF4-FFF2-40B4-BE49-F238E27FC236}">
                      <a16:creationId xmlns:a16="http://schemas.microsoft.com/office/drawing/2014/main" id="{ED27EC20-A99C-7112-7CD6-7EC533F06BA6}"/>
                    </a:ext>
                  </a:extLst>
                </p:cNvPr>
                <p:cNvSpPr txBox="1"/>
                <p:nvPr/>
              </p:nvSpPr>
              <p:spPr>
                <a:xfrm>
                  <a:off x="4799959" y="2560491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44" name="文字方塊 43">
                  <a:extLst>
                    <a:ext uri="{FF2B5EF4-FFF2-40B4-BE49-F238E27FC236}">
                      <a16:creationId xmlns:a16="http://schemas.microsoft.com/office/drawing/2014/main" id="{ED27EC20-A99C-7112-7CD6-7EC533F06B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99959" y="2560491"/>
                  <a:ext cx="295688" cy="40011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字方塊 44">
                  <a:extLst>
                    <a:ext uri="{FF2B5EF4-FFF2-40B4-BE49-F238E27FC236}">
                      <a16:creationId xmlns:a16="http://schemas.microsoft.com/office/drawing/2014/main" id="{22D0AA81-2CA4-B3AE-1A49-C4B5E5AE13F0}"/>
                    </a:ext>
                  </a:extLst>
                </p:cNvPr>
                <p:cNvSpPr txBox="1"/>
                <p:nvPr/>
              </p:nvSpPr>
              <p:spPr>
                <a:xfrm>
                  <a:off x="6497045" y="2576784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45" name="文字方塊 44">
                  <a:extLst>
                    <a:ext uri="{FF2B5EF4-FFF2-40B4-BE49-F238E27FC236}">
                      <a16:creationId xmlns:a16="http://schemas.microsoft.com/office/drawing/2014/main" id="{22D0AA81-2CA4-B3AE-1A49-C4B5E5AE13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97045" y="2576784"/>
                  <a:ext cx="295688" cy="40011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" name="文字方塊 45">
              <a:extLst>
                <a:ext uri="{FF2B5EF4-FFF2-40B4-BE49-F238E27FC236}">
                  <a16:creationId xmlns:a16="http://schemas.microsoft.com/office/drawing/2014/main" id="{796D3590-5FA9-A748-80D9-FF320F6B8D13}"/>
                </a:ext>
              </a:extLst>
            </p:cNvPr>
            <p:cNvSpPr txBox="1"/>
            <p:nvPr/>
          </p:nvSpPr>
          <p:spPr>
            <a:xfrm>
              <a:off x="4482014" y="2575675"/>
              <a:ext cx="32090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y</a:t>
              </a:r>
            </a:p>
          </p:txBody>
        </p:sp>
        <p:sp>
          <p:nvSpPr>
            <p:cNvPr id="47" name="文字方塊 46">
              <a:extLst>
                <a:ext uri="{FF2B5EF4-FFF2-40B4-BE49-F238E27FC236}">
                  <a16:creationId xmlns:a16="http://schemas.microsoft.com/office/drawing/2014/main" id="{629D2AC6-5864-4F36-472A-F62E5A08DC0C}"/>
                </a:ext>
              </a:extLst>
            </p:cNvPr>
            <p:cNvSpPr txBox="1"/>
            <p:nvPr/>
          </p:nvSpPr>
          <p:spPr>
            <a:xfrm>
              <a:off x="4678449" y="2473823"/>
              <a:ext cx="35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48" name="文字方塊 47">
              <a:extLst>
                <a:ext uri="{FF2B5EF4-FFF2-40B4-BE49-F238E27FC236}">
                  <a16:creationId xmlns:a16="http://schemas.microsoft.com/office/drawing/2014/main" id="{66170AF7-9900-501A-6FAA-9A150D449615}"/>
                </a:ext>
              </a:extLst>
            </p:cNvPr>
            <p:cNvSpPr txBox="1"/>
            <p:nvPr/>
          </p:nvSpPr>
          <p:spPr>
            <a:xfrm>
              <a:off x="4988072" y="2578458"/>
              <a:ext cx="64943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y</a:t>
              </a:r>
            </a:p>
            <a:p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文字方塊 48">
                  <a:extLst>
                    <a:ext uri="{FF2B5EF4-FFF2-40B4-BE49-F238E27FC236}">
                      <a16:creationId xmlns:a16="http://schemas.microsoft.com/office/drawing/2014/main" id="{94A31738-AC36-3E10-A2EB-0697129908D6}"/>
                    </a:ext>
                  </a:extLst>
                </p:cNvPr>
                <p:cNvSpPr txBox="1"/>
                <p:nvPr/>
              </p:nvSpPr>
              <p:spPr>
                <a:xfrm>
                  <a:off x="5351980" y="2572297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49" name="文字方塊 48">
                  <a:extLst>
                    <a:ext uri="{FF2B5EF4-FFF2-40B4-BE49-F238E27FC236}">
                      <a16:creationId xmlns:a16="http://schemas.microsoft.com/office/drawing/2014/main" id="{94A31738-AC36-3E10-A2EB-0697129908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51980" y="2572297"/>
                  <a:ext cx="295688" cy="400110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1" name="文字方塊 50">
              <a:extLst>
                <a:ext uri="{FF2B5EF4-FFF2-40B4-BE49-F238E27FC236}">
                  <a16:creationId xmlns:a16="http://schemas.microsoft.com/office/drawing/2014/main" id="{79E3C127-6337-2829-6535-F6B0A5D5893A}"/>
                </a:ext>
              </a:extLst>
            </p:cNvPr>
            <p:cNvSpPr txBox="1"/>
            <p:nvPr/>
          </p:nvSpPr>
          <p:spPr>
            <a:xfrm>
              <a:off x="5595622" y="2577638"/>
              <a:ext cx="54043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6y</a:t>
              </a:r>
            </a:p>
            <a:p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  <p:sp>
          <p:nvSpPr>
            <p:cNvPr id="52" name="文字方塊 51">
              <a:extLst>
                <a:ext uri="{FF2B5EF4-FFF2-40B4-BE49-F238E27FC236}">
                  <a16:creationId xmlns:a16="http://schemas.microsoft.com/office/drawing/2014/main" id="{3587ACBC-A85C-F658-6BFF-72D3823FED72}"/>
                </a:ext>
              </a:extLst>
            </p:cNvPr>
            <p:cNvSpPr txBox="1"/>
            <p:nvPr/>
          </p:nvSpPr>
          <p:spPr>
            <a:xfrm>
              <a:off x="6159052" y="2572297"/>
              <a:ext cx="54042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12</a:t>
              </a:r>
            </a:p>
          </p:txBody>
        </p:sp>
      </p:grpSp>
      <p:grpSp>
        <p:nvGrpSpPr>
          <p:cNvPr id="78" name="群組 77">
            <a:extLst>
              <a:ext uri="{FF2B5EF4-FFF2-40B4-BE49-F238E27FC236}">
                <a16:creationId xmlns:a16="http://schemas.microsoft.com/office/drawing/2014/main" id="{E89E5CE1-B4AD-F3D6-DAA2-19A02156E395}"/>
              </a:ext>
            </a:extLst>
          </p:cNvPr>
          <p:cNvGrpSpPr/>
          <p:nvPr/>
        </p:nvGrpSpPr>
        <p:grpSpPr>
          <a:xfrm>
            <a:off x="6302889" y="1329388"/>
            <a:ext cx="1791619" cy="744790"/>
            <a:chOff x="6742278" y="2541558"/>
            <a:chExt cx="1791619" cy="74479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字方塊 41">
                  <a:extLst>
                    <a:ext uri="{FF2B5EF4-FFF2-40B4-BE49-F238E27FC236}">
                      <a16:creationId xmlns:a16="http://schemas.microsoft.com/office/drawing/2014/main" id="{2D70F3C2-3CB4-BAF3-08C1-E00BD10567BD}"/>
                    </a:ext>
                  </a:extLst>
                </p:cNvPr>
                <p:cNvSpPr txBox="1"/>
                <p:nvPr/>
              </p:nvSpPr>
              <p:spPr>
                <a:xfrm>
                  <a:off x="7029643" y="2559972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42" name="文字方塊 41">
                  <a:extLst>
                    <a:ext uri="{FF2B5EF4-FFF2-40B4-BE49-F238E27FC236}">
                      <a16:creationId xmlns:a16="http://schemas.microsoft.com/office/drawing/2014/main" id="{2D70F3C2-3CB4-BAF3-08C1-E00BD10567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29643" y="2559972"/>
                  <a:ext cx="295688" cy="40011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文字方塊 49">
                  <a:extLst>
                    <a:ext uri="{FF2B5EF4-FFF2-40B4-BE49-F238E27FC236}">
                      <a16:creationId xmlns:a16="http://schemas.microsoft.com/office/drawing/2014/main" id="{38F5BE85-80CF-EC66-DEC9-A541B84920EF}"/>
                    </a:ext>
                  </a:extLst>
                </p:cNvPr>
                <p:cNvSpPr txBox="1"/>
                <p:nvPr/>
              </p:nvSpPr>
              <p:spPr>
                <a:xfrm>
                  <a:off x="7704368" y="2578414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50" name="文字方塊 49">
                  <a:extLst>
                    <a:ext uri="{FF2B5EF4-FFF2-40B4-BE49-F238E27FC236}">
                      <a16:creationId xmlns:a16="http://schemas.microsoft.com/office/drawing/2014/main" id="{38F5BE85-80CF-EC66-DEC9-A541B84920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04368" y="2578414"/>
                  <a:ext cx="295688" cy="400110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文字方塊 52">
              <a:extLst>
                <a:ext uri="{FF2B5EF4-FFF2-40B4-BE49-F238E27FC236}">
                  <a16:creationId xmlns:a16="http://schemas.microsoft.com/office/drawing/2014/main" id="{EF03F37E-2B87-D8D6-5793-66743562C8B3}"/>
                </a:ext>
              </a:extLst>
            </p:cNvPr>
            <p:cNvSpPr txBox="1"/>
            <p:nvPr/>
          </p:nvSpPr>
          <p:spPr>
            <a:xfrm>
              <a:off x="6742278" y="2572297"/>
              <a:ext cx="32090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y</a:t>
              </a:r>
            </a:p>
          </p:txBody>
        </p:sp>
        <p:sp>
          <p:nvSpPr>
            <p:cNvPr id="54" name="文字方塊 53">
              <a:extLst>
                <a:ext uri="{FF2B5EF4-FFF2-40B4-BE49-F238E27FC236}">
                  <a16:creationId xmlns:a16="http://schemas.microsoft.com/office/drawing/2014/main" id="{ABB92295-D619-4385-C270-18B9123CC4FF}"/>
                </a:ext>
              </a:extLst>
            </p:cNvPr>
            <p:cNvSpPr txBox="1"/>
            <p:nvPr/>
          </p:nvSpPr>
          <p:spPr>
            <a:xfrm>
              <a:off x="6947501" y="2541558"/>
              <a:ext cx="35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55" name="文字方塊 54">
              <a:extLst>
                <a:ext uri="{FF2B5EF4-FFF2-40B4-BE49-F238E27FC236}">
                  <a16:creationId xmlns:a16="http://schemas.microsoft.com/office/drawing/2014/main" id="{411E498F-189E-4610-874D-82287B06B596}"/>
                </a:ext>
              </a:extLst>
            </p:cNvPr>
            <p:cNvSpPr txBox="1"/>
            <p:nvPr/>
          </p:nvSpPr>
          <p:spPr>
            <a:xfrm>
              <a:off x="7304974" y="2578462"/>
              <a:ext cx="54043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4y</a:t>
              </a:r>
            </a:p>
            <a:p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  <p:sp>
          <p:nvSpPr>
            <p:cNvPr id="56" name="文字方塊 55">
              <a:extLst>
                <a:ext uri="{FF2B5EF4-FFF2-40B4-BE49-F238E27FC236}">
                  <a16:creationId xmlns:a16="http://schemas.microsoft.com/office/drawing/2014/main" id="{A4FDCFAD-DB61-D47A-EAB8-BFBB12266D18}"/>
                </a:ext>
              </a:extLst>
            </p:cNvPr>
            <p:cNvSpPr txBox="1"/>
            <p:nvPr/>
          </p:nvSpPr>
          <p:spPr>
            <a:xfrm>
              <a:off x="7993460" y="2561013"/>
              <a:ext cx="5404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12</a:t>
              </a:r>
            </a:p>
          </p:txBody>
        </p:sp>
      </p:grpSp>
      <p:grpSp>
        <p:nvGrpSpPr>
          <p:cNvPr id="77" name="群組 76">
            <a:extLst>
              <a:ext uri="{FF2B5EF4-FFF2-40B4-BE49-F238E27FC236}">
                <a16:creationId xmlns:a16="http://schemas.microsoft.com/office/drawing/2014/main" id="{6BAE1E8C-29F0-1C51-AE25-8B7D2209A939}"/>
              </a:ext>
            </a:extLst>
          </p:cNvPr>
          <p:cNvGrpSpPr/>
          <p:nvPr/>
        </p:nvGrpSpPr>
        <p:grpSpPr>
          <a:xfrm>
            <a:off x="4000272" y="1650071"/>
            <a:ext cx="2310719" cy="812521"/>
            <a:chOff x="3873346" y="1767628"/>
            <a:chExt cx="2310719" cy="81252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文字方塊 58">
                  <a:extLst>
                    <a:ext uri="{FF2B5EF4-FFF2-40B4-BE49-F238E27FC236}">
                      <a16:creationId xmlns:a16="http://schemas.microsoft.com/office/drawing/2014/main" id="{C3D2139E-E9AC-0015-600E-17EBBCB22761}"/>
                    </a:ext>
                  </a:extLst>
                </p:cNvPr>
                <p:cNvSpPr txBox="1"/>
                <p:nvPr/>
              </p:nvSpPr>
              <p:spPr>
                <a:xfrm>
                  <a:off x="5408379" y="1860729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59" name="文字方塊 58">
                  <a:extLst>
                    <a:ext uri="{FF2B5EF4-FFF2-40B4-BE49-F238E27FC236}">
                      <a16:creationId xmlns:a16="http://schemas.microsoft.com/office/drawing/2014/main" id="{C3D2139E-E9AC-0015-600E-17EBBCB227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8379" y="1860729"/>
                  <a:ext cx="295688" cy="400110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文字方塊 59">
                  <a:extLst>
                    <a:ext uri="{FF2B5EF4-FFF2-40B4-BE49-F238E27FC236}">
                      <a16:creationId xmlns:a16="http://schemas.microsoft.com/office/drawing/2014/main" id="{00D6A975-2D81-2135-D8AA-4454D4F5565F}"/>
                    </a:ext>
                  </a:extLst>
                </p:cNvPr>
                <p:cNvSpPr txBox="1"/>
                <p:nvPr/>
              </p:nvSpPr>
              <p:spPr>
                <a:xfrm>
                  <a:off x="4191291" y="1854296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60" name="文字方塊 59">
                  <a:extLst>
                    <a:ext uri="{FF2B5EF4-FFF2-40B4-BE49-F238E27FC236}">
                      <a16:creationId xmlns:a16="http://schemas.microsoft.com/office/drawing/2014/main" id="{00D6A975-2D81-2135-D8AA-4454D4F556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91291" y="1854296"/>
                  <a:ext cx="295688" cy="400110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字方塊 60">
                  <a:extLst>
                    <a:ext uri="{FF2B5EF4-FFF2-40B4-BE49-F238E27FC236}">
                      <a16:creationId xmlns:a16="http://schemas.microsoft.com/office/drawing/2014/main" id="{F5CEA1F5-F294-6526-F1D9-6BAE142ACF3C}"/>
                    </a:ext>
                  </a:extLst>
                </p:cNvPr>
                <p:cNvSpPr txBox="1"/>
                <p:nvPr/>
              </p:nvSpPr>
              <p:spPr>
                <a:xfrm>
                  <a:off x="5888377" y="1870589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61" name="文字方塊 60">
                  <a:extLst>
                    <a:ext uri="{FF2B5EF4-FFF2-40B4-BE49-F238E27FC236}">
                      <a16:creationId xmlns:a16="http://schemas.microsoft.com/office/drawing/2014/main" id="{F5CEA1F5-F294-6526-F1D9-6BAE142ACF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88377" y="1870589"/>
                  <a:ext cx="295688" cy="400110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2" name="文字方塊 61">
              <a:extLst>
                <a:ext uri="{FF2B5EF4-FFF2-40B4-BE49-F238E27FC236}">
                  <a16:creationId xmlns:a16="http://schemas.microsoft.com/office/drawing/2014/main" id="{12584C5E-43E9-9161-DD50-1CDB05C5F2B8}"/>
                </a:ext>
              </a:extLst>
            </p:cNvPr>
            <p:cNvSpPr txBox="1"/>
            <p:nvPr/>
          </p:nvSpPr>
          <p:spPr>
            <a:xfrm>
              <a:off x="3873346" y="1869480"/>
              <a:ext cx="32090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y</a:t>
              </a:r>
            </a:p>
          </p:txBody>
        </p:sp>
        <p:sp>
          <p:nvSpPr>
            <p:cNvPr id="63" name="文字方塊 62">
              <a:extLst>
                <a:ext uri="{FF2B5EF4-FFF2-40B4-BE49-F238E27FC236}">
                  <a16:creationId xmlns:a16="http://schemas.microsoft.com/office/drawing/2014/main" id="{EAD1387B-4EE4-CDC6-30E9-20602CEC6238}"/>
                </a:ext>
              </a:extLst>
            </p:cNvPr>
            <p:cNvSpPr txBox="1"/>
            <p:nvPr/>
          </p:nvSpPr>
          <p:spPr>
            <a:xfrm>
              <a:off x="4069781" y="1767628"/>
              <a:ext cx="35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64" name="文字方塊 63">
              <a:extLst>
                <a:ext uri="{FF2B5EF4-FFF2-40B4-BE49-F238E27FC236}">
                  <a16:creationId xmlns:a16="http://schemas.microsoft.com/office/drawing/2014/main" id="{6D934FCD-6286-360A-7961-636E529CD0EF}"/>
                </a:ext>
              </a:extLst>
            </p:cNvPr>
            <p:cNvSpPr txBox="1"/>
            <p:nvPr/>
          </p:nvSpPr>
          <p:spPr>
            <a:xfrm>
              <a:off x="4379404" y="1872263"/>
              <a:ext cx="60755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y</a:t>
              </a:r>
            </a:p>
            <a:p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文字方塊 64">
                  <a:extLst>
                    <a:ext uri="{FF2B5EF4-FFF2-40B4-BE49-F238E27FC236}">
                      <a16:creationId xmlns:a16="http://schemas.microsoft.com/office/drawing/2014/main" id="{A563979D-3B19-AEE8-D8BC-0F61AD029690}"/>
                    </a:ext>
                  </a:extLst>
                </p:cNvPr>
                <p:cNvSpPr txBox="1"/>
                <p:nvPr/>
              </p:nvSpPr>
              <p:spPr>
                <a:xfrm>
                  <a:off x="4743312" y="1866102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65" name="文字方塊 64">
                  <a:extLst>
                    <a:ext uri="{FF2B5EF4-FFF2-40B4-BE49-F238E27FC236}">
                      <a16:creationId xmlns:a16="http://schemas.microsoft.com/office/drawing/2014/main" id="{A563979D-3B19-AEE8-D8BC-0F61AD0296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3312" y="1866102"/>
                  <a:ext cx="295688" cy="400110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7" name="文字方塊 66">
              <a:extLst>
                <a:ext uri="{FF2B5EF4-FFF2-40B4-BE49-F238E27FC236}">
                  <a16:creationId xmlns:a16="http://schemas.microsoft.com/office/drawing/2014/main" id="{6AB33B90-C48A-72B4-E87A-5FD445B6C48B}"/>
                </a:ext>
              </a:extLst>
            </p:cNvPr>
            <p:cNvSpPr txBox="1"/>
            <p:nvPr/>
          </p:nvSpPr>
          <p:spPr>
            <a:xfrm>
              <a:off x="4986954" y="1871443"/>
              <a:ext cx="54043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4y</a:t>
              </a:r>
            </a:p>
            <a:p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  <p:sp>
          <p:nvSpPr>
            <p:cNvPr id="68" name="文字方塊 67">
              <a:extLst>
                <a:ext uri="{FF2B5EF4-FFF2-40B4-BE49-F238E27FC236}">
                  <a16:creationId xmlns:a16="http://schemas.microsoft.com/office/drawing/2014/main" id="{0A06DB9C-7415-7E52-EC43-332998726773}"/>
                </a:ext>
              </a:extLst>
            </p:cNvPr>
            <p:cNvSpPr txBox="1"/>
            <p:nvPr/>
          </p:nvSpPr>
          <p:spPr>
            <a:xfrm>
              <a:off x="5550384" y="1866102"/>
              <a:ext cx="55940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12</a:t>
              </a:r>
            </a:p>
          </p:txBody>
        </p:sp>
      </p:grpSp>
      <p:grpSp>
        <p:nvGrpSpPr>
          <p:cNvPr id="76" name="群組 75">
            <a:extLst>
              <a:ext uri="{FF2B5EF4-FFF2-40B4-BE49-F238E27FC236}">
                <a16:creationId xmlns:a16="http://schemas.microsoft.com/office/drawing/2014/main" id="{D8BCB7C4-FA3B-0604-0A1A-1866C6EEEE90}"/>
              </a:ext>
            </a:extLst>
          </p:cNvPr>
          <p:cNvGrpSpPr/>
          <p:nvPr/>
        </p:nvGrpSpPr>
        <p:grpSpPr>
          <a:xfrm>
            <a:off x="6282720" y="1698832"/>
            <a:ext cx="1751762" cy="438017"/>
            <a:chOff x="6341130" y="1847650"/>
            <a:chExt cx="1751762" cy="438017"/>
          </a:xfrm>
        </p:grpSpPr>
        <p:sp>
          <p:nvSpPr>
            <p:cNvPr id="69" name="文字方塊 68">
              <a:extLst>
                <a:ext uri="{FF2B5EF4-FFF2-40B4-BE49-F238E27FC236}">
                  <a16:creationId xmlns:a16="http://schemas.microsoft.com/office/drawing/2014/main" id="{5D31E21C-1D05-5861-7D87-7568964FF0A0}"/>
                </a:ext>
              </a:extLst>
            </p:cNvPr>
            <p:cNvSpPr txBox="1"/>
            <p:nvPr/>
          </p:nvSpPr>
          <p:spPr>
            <a:xfrm>
              <a:off x="6341130" y="1885557"/>
              <a:ext cx="32090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y</a:t>
              </a:r>
            </a:p>
          </p:txBody>
        </p:sp>
        <p:grpSp>
          <p:nvGrpSpPr>
            <p:cNvPr id="75" name="群組 74">
              <a:extLst>
                <a:ext uri="{FF2B5EF4-FFF2-40B4-BE49-F238E27FC236}">
                  <a16:creationId xmlns:a16="http://schemas.microsoft.com/office/drawing/2014/main" id="{AC3D9D25-421D-4FB9-DE52-51DDCB9DE581}"/>
                </a:ext>
              </a:extLst>
            </p:cNvPr>
            <p:cNvGrpSpPr/>
            <p:nvPr/>
          </p:nvGrpSpPr>
          <p:grpSpPr>
            <a:xfrm>
              <a:off x="6506496" y="1847650"/>
              <a:ext cx="1586396" cy="437014"/>
              <a:chOff x="6338833" y="1835363"/>
              <a:chExt cx="1586396" cy="43701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" name="文字方塊 57">
                    <a:extLst>
                      <a:ext uri="{FF2B5EF4-FFF2-40B4-BE49-F238E27FC236}">
                        <a16:creationId xmlns:a16="http://schemas.microsoft.com/office/drawing/2014/main" id="{DD57868B-F9C5-DA9A-F9EE-D49B1613F4D1}"/>
                      </a:ext>
                    </a:extLst>
                  </p:cNvPr>
                  <p:cNvSpPr txBox="1"/>
                  <p:nvPr/>
                </p:nvSpPr>
                <p:spPr>
                  <a:xfrm>
                    <a:off x="6455481" y="1853777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58" name="文字方塊 57">
                    <a:extLst>
                      <a:ext uri="{FF2B5EF4-FFF2-40B4-BE49-F238E27FC236}">
                        <a16:creationId xmlns:a16="http://schemas.microsoft.com/office/drawing/2014/main" id="{DD57868B-F9C5-DA9A-F9EE-D49B1613F4D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55481" y="1853777"/>
                    <a:ext cx="295688" cy="400110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6" name="文字方塊 65">
                    <a:extLst>
                      <a:ext uri="{FF2B5EF4-FFF2-40B4-BE49-F238E27FC236}">
                        <a16:creationId xmlns:a16="http://schemas.microsoft.com/office/drawing/2014/main" id="{5E5975BC-2E65-99B6-202E-53B445A3BF52}"/>
                      </a:ext>
                    </a:extLst>
                  </p:cNvPr>
                  <p:cNvSpPr txBox="1"/>
                  <p:nvPr/>
                </p:nvSpPr>
                <p:spPr>
                  <a:xfrm>
                    <a:off x="7031036" y="1872219"/>
                    <a:ext cx="36035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66" name="文字方塊 65">
                    <a:extLst>
                      <a:ext uri="{FF2B5EF4-FFF2-40B4-BE49-F238E27FC236}">
                        <a16:creationId xmlns:a16="http://schemas.microsoft.com/office/drawing/2014/main" id="{5E5975BC-2E65-99B6-202E-53B445A3BF5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31036" y="1872219"/>
                    <a:ext cx="360352" cy="400110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70" name="文字方塊 69">
                <a:extLst>
                  <a:ext uri="{FF2B5EF4-FFF2-40B4-BE49-F238E27FC236}">
                    <a16:creationId xmlns:a16="http://schemas.microsoft.com/office/drawing/2014/main" id="{8E53B588-3204-D02F-40F6-583A905473D3}"/>
                  </a:ext>
                </a:extLst>
              </p:cNvPr>
              <p:cNvSpPr txBox="1"/>
              <p:nvPr/>
            </p:nvSpPr>
            <p:spPr>
              <a:xfrm>
                <a:off x="6338833" y="1835363"/>
                <a:ext cx="3577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12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endParaRPr lang="en-HK" sz="12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CB013D41-0EAD-616E-E731-6C15CCE6DF6D}"/>
                  </a:ext>
                </a:extLst>
              </p:cNvPr>
              <p:cNvSpPr txBox="1"/>
              <p:nvPr/>
            </p:nvSpPr>
            <p:spPr>
              <a:xfrm>
                <a:off x="6696306" y="1872267"/>
                <a:ext cx="54043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y</a:t>
                </a:r>
              </a:p>
            </p:txBody>
          </p:sp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E49F5966-DE2B-1BAE-16FB-DFD7098C2BC5}"/>
                  </a:ext>
                </a:extLst>
              </p:cNvPr>
              <p:cNvSpPr txBox="1"/>
              <p:nvPr/>
            </p:nvSpPr>
            <p:spPr>
              <a:xfrm>
                <a:off x="7384792" y="1854818"/>
                <a:ext cx="54043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12</a:t>
                </a:r>
              </a:p>
            </p:txBody>
          </p:sp>
        </p:grpSp>
      </p:grpSp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" name="筆跡 1">
                <a:extLst>
                  <a:ext uri="{FF2B5EF4-FFF2-40B4-BE49-F238E27FC236}">
                    <a16:creationId xmlns:a16="http://schemas.microsoft.com/office/drawing/2014/main" id="{205E3684-A956-06E4-39E9-DDBB2E563CBC}"/>
                  </a:ext>
                </a:extLst>
              </p14:cNvPr>
              <p14:cNvContentPartPr/>
              <p14:nvPr/>
            </p14:nvContentPartPr>
            <p14:xfrm>
              <a:off x="1051095" y="1480814"/>
              <a:ext cx="2386706" cy="45719"/>
            </p14:xfrm>
          </p:contentPart>
        </mc:Choice>
        <mc:Fallback xmlns="">
          <p:pic>
            <p:nvPicPr>
              <p:cNvPr id="2" name="筆跡 1">
                <a:extLst>
                  <a:ext uri="{FF2B5EF4-FFF2-40B4-BE49-F238E27FC236}">
                    <a16:creationId xmlns:a16="http://schemas.microsoft.com/office/drawing/2014/main" id="{205E3684-A956-06E4-39E9-DDBB2E563CBC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997065" y="-12234886"/>
                <a:ext cx="2494407" cy="2743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28244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224EB21D-6468-6DA4-B5D8-DF9EA26D73B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576" y="0"/>
            <a:ext cx="3867690" cy="2162477"/>
          </a:xfrm>
          <a:prstGeom prst="rect">
            <a:avLst/>
          </a:prstGeom>
        </p:spPr>
      </p:pic>
      <p:grpSp>
        <p:nvGrpSpPr>
          <p:cNvPr id="9" name="群組 8">
            <a:extLst>
              <a:ext uri="{FF2B5EF4-FFF2-40B4-BE49-F238E27FC236}">
                <a16:creationId xmlns:a16="http://schemas.microsoft.com/office/drawing/2014/main" id="{8A1180E0-892A-2380-73A2-0FB3F41A9C15}"/>
              </a:ext>
            </a:extLst>
          </p:cNvPr>
          <p:cNvGrpSpPr/>
          <p:nvPr/>
        </p:nvGrpSpPr>
        <p:grpSpPr>
          <a:xfrm>
            <a:off x="3850807" y="749210"/>
            <a:ext cx="2310719" cy="756452"/>
            <a:chOff x="3767676" y="884441"/>
            <a:chExt cx="2310719" cy="756452"/>
          </a:xfrm>
        </p:grpSpPr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DDE23342-927D-63FE-9897-FB1CC38B9A5F}"/>
                </a:ext>
              </a:extLst>
            </p:cNvPr>
            <p:cNvSpPr txBox="1"/>
            <p:nvPr/>
          </p:nvSpPr>
          <p:spPr>
            <a:xfrm>
              <a:off x="3942725" y="884441"/>
              <a:ext cx="35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7" name="群組 6">
              <a:extLst>
                <a:ext uri="{FF2B5EF4-FFF2-40B4-BE49-F238E27FC236}">
                  <a16:creationId xmlns:a16="http://schemas.microsoft.com/office/drawing/2014/main" id="{6184F345-3B1D-AA27-D0C0-31B5C123F010}"/>
                </a:ext>
              </a:extLst>
            </p:cNvPr>
            <p:cNvGrpSpPr/>
            <p:nvPr/>
          </p:nvGrpSpPr>
          <p:grpSpPr>
            <a:xfrm>
              <a:off x="3767676" y="915040"/>
              <a:ext cx="2310719" cy="725853"/>
              <a:chOff x="3798293" y="849766"/>
              <a:chExt cx="2310719" cy="72585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文字方塊 11">
                    <a:extLst>
                      <a:ext uri="{FF2B5EF4-FFF2-40B4-BE49-F238E27FC236}">
                        <a16:creationId xmlns:a16="http://schemas.microsoft.com/office/drawing/2014/main" id="{3AF12627-8372-A876-9D78-E7A8840B6736}"/>
                      </a:ext>
                    </a:extLst>
                  </p:cNvPr>
                  <p:cNvSpPr txBox="1"/>
                  <p:nvPr/>
                </p:nvSpPr>
                <p:spPr>
                  <a:xfrm>
                    <a:off x="5333326" y="856199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12" name="文字方塊 11">
                    <a:extLst>
                      <a:ext uri="{FF2B5EF4-FFF2-40B4-BE49-F238E27FC236}">
                        <a16:creationId xmlns:a16="http://schemas.microsoft.com/office/drawing/2014/main" id="{3AF12627-8372-A876-9D78-E7A8840B673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33326" y="856199"/>
                    <a:ext cx="295688" cy="40011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文字方塊 12">
                    <a:extLst>
                      <a:ext uri="{FF2B5EF4-FFF2-40B4-BE49-F238E27FC236}">
                        <a16:creationId xmlns:a16="http://schemas.microsoft.com/office/drawing/2014/main" id="{EDC19E57-2051-92D6-710F-42AD10CA89A8}"/>
                      </a:ext>
                    </a:extLst>
                  </p:cNvPr>
                  <p:cNvSpPr txBox="1"/>
                  <p:nvPr/>
                </p:nvSpPr>
                <p:spPr>
                  <a:xfrm>
                    <a:off x="4116238" y="849766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13" name="文字方塊 12">
                    <a:extLst>
                      <a:ext uri="{FF2B5EF4-FFF2-40B4-BE49-F238E27FC236}">
                        <a16:creationId xmlns:a16="http://schemas.microsoft.com/office/drawing/2014/main" id="{EDC19E57-2051-92D6-710F-42AD10CA89A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16238" y="849766"/>
                    <a:ext cx="295688" cy="40011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文字方塊 13">
                    <a:extLst>
                      <a:ext uri="{FF2B5EF4-FFF2-40B4-BE49-F238E27FC236}">
                        <a16:creationId xmlns:a16="http://schemas.microsoft.com/office/drawing/2014/main" id="{24AB36FF-58BD-D271-D41C-2344408E89A0}"/>
                      </a:ext>
                    </a:extLst>
                  </p:cNvPr>
                  <p:cNvSpPr txBox="1"/>
                  <p:nvPr/>
                </p:nvSpPr>
                <p:spPr>
                  <a:xfrm>
                    <a:off x="5813324" y="866059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14" name="文字方塊 13">
                    <a:extLst>
                      <a:ext uri="{FF2B5EF4-FFF2-40B4-BE49-F238E27FC236}">
                        <a16:creationId xmlns:a16="http://schemas.microsoft.com/office/drawing/2014/main" id="{24AB36FF-58BD-D271-D41C-2344408E89A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13324" y="866059"/>
                    <a:ext cx="295688" cy="40011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253A2ADE-951C-89DE-BE5A-E15CBCB21C21}"/>
                  </a:ext>
                </a:extLst>
              </p:cNvPr>
              <p:cNvSpPr txBox="1"/>
              <p:nvPr/>
            </p:nvSpPr>
            <p:spPr>
              <a:xfrm>
                <a:off x="3798293" y="864950"/>
                <a:ext cx="32090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n</a:t>
                </a:r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52361BEC-E9B9-53AC-0933-F6B823740933}"/>
                  </a:ext>
                </a:extLst>
              </p:cNvPr>
              <p:cNvSpPr txBox="1"/>
              <p:nvPr/>
            </p:nvSpPr>
            <p:spPr>
              <a:xfrm>
                <a:off x="4265441" y="867733"/>
                <a:ext cx="62729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5</a:t>
                </a:r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n</a:t>
                </a:r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  <a:p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文字方塊 17">
                    <a:extLst>
                      <a:ext uri="{FF2B5EF4-FFF2-40B4-BE49-F238E27FC236}">
                        <a16:creationId xmlns:a16="http://schemas.microsoft.com/office/drawing/2014/main" id="{F1F80250-4058-1658-57F4-3D5F17514D07}"/>
                      </a:ext>
                    </a:extLst>
                  </p:cNvPr>
                  <p:cNvSpPr txBox="1"/>
                  <p:nvPr/>
                </p:nvSpPr>
                <p:spPr>
                  <a:xfrm>
                    <a:off x="4668259" y="861572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18" name="文字方塊 17">
                    <a:extLst>
                      <a:ext uri="{FF2B5EF4-FFF2-40B4-BE49-F238E27FC236}">
                        <a16:creationId xmlns:a16="http://schemas.microsoft.com/office/drawing/2014/main" id="{F1F80250-4058-1658-57F4-3D5F17514D0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68259" y="861572"/>
                    <a:ext cx="295688" cy="40011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36C7DF93-8EE2-C2AA-5FD5-8550BC063157}"/>
                  </a:ext>
                </a:extLst>
              </p:cNvPr>
              <p:cNvSpPr txBox="1"/>
              <p:nvPr/>
            </p:nvSpPr>
            <p:spPr>
              <a:xfrm>
                <a:off x="4911901" y="866913"/>
                <a:ext cx="54043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7</a:t>
                </a:r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n</a:t>
                </a:r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510BBF37-6300-C2F8-DF04-26D1DF45573D}"/>
                  </a:ext>
                </a:extLst>
              </p:cNvPr>
              <p:cNvSpPr txBox="1"/>
              <p:nvPr/>
            </p:nvSpPr>
            <p:spPr>
              <a:xfrm>
                <a:off x="5521338" y="861572"/>
                <a:ext cx="57938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35</a:t>
                </a:r>
              </a:p>
            </p:txBody>
          </p:sp>
        </p:grpSp>
      </p:grpSp>
      <p:grpSp>
        <p:nvGrpSpPr>
          <p:cNvPr id="6" name="群組 5">
            <a:extLst>
              <a:ext uri="{FF2B5EF4-FFF2-40B4-BE49-F238E27FC236}">
                <a16:creationId xmlns:a16="http://schemas.microsoft.com/office/drawing/2014/main" id="{0FE71ED3-D8E2-43D3-9C46-C050EF29E7D1}"/>
              </a:ext>
            </a:extLst>
          </p:cNvPr>
          <p:cNvGrpSpPr/>
          <p:nvPr/>
        </p:nvGrpSpPr>
        <p:grpSpPr>
          <a:xfrm>
            <a:off x="6114517" y="767790"/>
            <a:ext cx="1791619" cy="744790"/>
            <a:chOff x="6058557" y="830833"/>
            <a:chExt cx="1791619" cy="74479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字方塊 10">
                  <a:extLst>
                    <a:ext uri="{FF2B5EF4-FFF2-40B4-BE49-F238E27FC236}">
                      <a16:creationId xmlns:a16="http://schemas.microsoft.com/office/drawing/2014/main" id="{F202603C-5A02-A0F5-EA0E-862E6D31A67C}"/>
                    </a:ext>
                  </a:extLst>
                </p:cNvPr>
                <p:cNvSpPr txBox="1"/>
                <p:nvPr/>
              </p:nvSpPr>
              <p:spPr>
                <a:xfrm>
                  <a:off x="6345922" y="849247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1" name="文字方塊 10">
                  <a:extLst>
                    <a:ext uri="{FF2B5EF4-FFF2-40B4-BE49-F238E27FC236}">
                      <a16:creationId xmlns:a16="http://schemas.microsoft.com/office/drawing/2014/main" id="{F202603C-5A02-A0F5-EA0E-862E6D31A6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45922" y="849247"/>
                  <a:ext cx="295688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字方塊 18">
                  <a:extLst>
                    <a:ext uri="{FF2B5EF4-FFF2-40B4-BE49-F238E27FC236}">
                      <a16:creationId xmlns:a16="http://schemas.microsoft.com/office/drawing/2014/main" id="{FB4ED340-6FC2-A8CD-50E9-89EDFB99101C}"/>
                    </a:ext>
                  </a:extLst>
                </p:cNvPr>
                <p:cNvSpPr txBox="1"/>
                <p:nvPr/>
              </p:nvSpPr>
              <p:spPr>
                <a:xfrm>
                  <a:off x="7020647" y="867689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9" name="文字方塊 18">
                  <a:extLst>
                    <a:ext uri="{FF2B5EF4-FFF2-40B4-BE49-F238E27FC236}">
                      <a16:creationId xmlns:a16="http://schemas.microsoft.com/office/drawing/2014/main" id="{FB4ED340-6FC2-A8CD-50E9-89EDFB9910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20647" y="867689"/>
                  <a:ext cx="295688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C41A2087-8748-B799-B9FA-4D05FA083E2D}"/>
                </a:ext>
              </a:extLst>
            </p:cNvPr>
            <p:cNvSpPr txBox="1"/>
            <p:nvPr/>
          </p:nvSpPr>
          <p:spPr>
            <a:xfrm>
              <a:off x="6058557" y="861572"/>
              <a:ext cx="32090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n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64F8423D-CD87-5A35-6EAF-C93AEF97907E}"/>
                </a:ext>
              </a:extLst>
            </p:cNvPr>
            <p:cNvSpPr txBox="1"/>
            <p:nvPr/>
          </p:nvSpPr>
          <p:spPr>
            <a:xfrm>
              <a:off x="6263780" y="830833"/>
              <a:ext cx="35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A1E8A051-F232-35C2-B777-7EE8F3DDD884}"/>
                </a:ext>
              </a:extLst>
            </p:cNvPr>
            <p:cNvSpPr txBox="1"/>
            <p:nvPr/>
          </p:nvSpPr>
          <p:spPr>
            <a:xfrm>
              <a:off x="6523978" y="867737"/>
              <a:ext cx="73960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n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  <a:p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  <p:sp>
          <p:nvSpPr>
            <p:cNvPr id="25" name="文字方塊 24">
              <a:extLst>
                <a:ext uri="{FF2B5EF4-FFF2-40B4-BE49-F238E27FC236}">
                  <a16:creationId xmlns:a16="http://schemas.microsoft.com/office/drawing/2014/main" id="{92A5D2B6-E01D-2C21-4248-5A03951B64A0}"/>
                </a:ext>
              </a:extLst>
            </p:cNvPr>
            <p:cNvSpPr txBox="1"/>
            <p:nvPr/>
          </p:nvSpPr>
          <p:spPr>
            <a:xfrm>
              <a:off x="7309739" y="850288"/>
              <a:ext cx="5404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35</a:t>
              </a:r>
            </a:p>
          </p:txBody>
        </p:sp>
      </p:grpSp>
      <p:grpSp>
        <p:nvGrpSpPr>
          <p:cNvPr id="5" name="群組 4">
            <a:extLst>
              <a:ext uri="{FF2B5EF4-FFF2-40B4-BE49-F238E27FC236}">
                <a16:creationId xmlns:a16="http://schemas.microsoft.com/office/drawing/2014/main" id="{C184DA46-5B45-2ABA-281D-28BB5983DA01}"/>
              </a:ext>
            </a:extLst>
          </p:cNvPr>
          <p:cNvGrpSpPr/>
          <p:nvPr/>
        </p:nvGrpSpPr>
        <p:grpSpPr>
          <a:xfrm>
            <a:off x="3850807" y="222317"/>
            <a:ext cx="2310719" cy="812521"/>
            <a:chOff x="3798293" y="309033"/>
            <a:chExt cx="2310719" cy="81252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字方塊 27">
                  <a:extLst>
                    <a:ext uri="{FF2B5EF4-FFF2-40B4-BE49-F238E27FC236}">
                      <a16:creationId xmlns:a16="http://schemas.microsoft.com/office/drawing/2014/main" id="{7C947782-15B3-B578-CBAE-61923DAF8984}"/>
                    </a:ext>
                  </a:extLst>
                </p:cNvPr>
                <p:cNvSpPr txBox="1"/>
                <p:nvPr/>
              </p:nvSpPr>
              <p:spPr>
                <a:xfrm>
                  <a:off x="5333326" y="402134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28" name="文字方塊 27">
                  <a:extLst>
                    <a:ext uri="{FF2B5EF4-FFF2-40B4-BE49-F238E27FC236}">
                      <a16:creationId xmlns:a16="http://schemas.microsoft.com/office/drawing/2014/main" id="{7C947782-15B3-B578-CBAE-61923DAF89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3326" y="402134"/>
                  <a:ext cx="295688" cy="4001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字方塊 28">
                  <a:extLst>
                    <a:ext uri="{FF2B5EF4-FFF2-40B4-BE49-F238E27FC236}">
                      <a16:creationId xmlns:a16="http://schemas.microsoft.com/office/drawing/2014/main" id="{C69E1FA6-66F3-17C1-D409-81EE685779E4}"/>
                    </a:ext>
                  </a:extLst>
                </p:cNvPr>
                <p:cNvSpPr txBox="1"/>
                <p:nvPr/>
              </p:nvSpPr>
              <p:spPr>
                <a:xfrm>
                  <a:off x="4116238" y="395701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29" name="文字方塊 28">
                  <a:extLst>
                    <a:ext uri="{FF2B5EF4-FFF2-40B4-BE49-F238E27FC236}">
                      <a16:creationId xmlns:a16="http://schemas.microsoft.com/office/drawing/2014/main" id="{C69E1FA6-66F3-17C1-D409-81EE685779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6238" y="395701"/>
                  <a:ext cx="295688" cy="4001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字方塊 29">
                  <a:extLst>
                    <a:ext uri="{FF2B5EF4-FFF2-40B4-BE49-F238E27FC236}">
                      <a16:creationId xmlns:a16="http://schemas.microsoft.com/office/drawing/2014/main" id="{C099295D-F8D4-9BEE-EEF1-E9FA104A1011}"/>
                    </a:ext>
                  </a:extLst>
                </p:cNvPr>
                <p:cNvSpPr txBox="1"/>
                <p:nvPr/>
              </p:nvSpPr>
              <p:spPr>
                <a:xfrm>
                  <a:off x="5813324" y="411994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0" name="文字方塊 29">
                  <a:extLst>
                    <a:ext uri="{FF2B5EF4-FFF2-40B4-BE49-F238E27FC236}">
                      <a16:creationId xmlns:a16="http://schemas.microsoft.com/office/drawing/2014/main" id="{C099295D-F8D4-9BEE-EEF1-E9FA104A10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13324" y="411994"/>
                  <a:ext cx="295688" cy="40011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文字方塊 30">
              <a:extLst>
                <a:ext uri="{FF2B5EF4-FFF2-40B4-BE49-F238E27FC236}">
                  <a16:creationId xmlns:a16="http://schemas.microsoft.com/office/drawing/2014/main" id="{38896D38-F37D-584F-F457-3ECCD5DEE4BD}"/>
                </a:ext>
              </a:extLst>
            </p:cNvPr>
            <p:cNvSpPr txBox="1"/>
            <p:nvPr/>
          </p:nvSpPr>
          <p:spPr>
            <a:xfrm>
              <a:off x="3798293" y="410885"/>
              <a:ext cx="32090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n</a:t>
              </a:r>
            </a:p>
          </p:txBody>
        </p:sp>
        <p:sp>
          <p:nvSpPr>
            <p:cNvPr id="32" name="文字方塊 31">
              <a:extLst>
                <a:ext uri="{FF2B5EF4-FFF2-40B4-BE49-F238E27FC236}">
                  <a16:creationId xmlns:a16="http://schemas.microsoft.com/office/drawing/2014/main" id="{EF633CAC-4BB8-D1D1-B370-8CBB97B65182}"/>
                </a:ext>
              </a:extLst>
            </p:cNvPr>
            <p:cNvSpPr txBox="1"/>
            <p:nvPr/>
          </p:nvSpPr>
          <p:spPr>
            <a:xfrm>
              <a:off x="3994728" y="309033"/>
              <a:ext cx="35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33" name="文字方塊 32">
              <a:extLst>
                <a:ext uri="{FF2B5EF4-FFF2-40B4-BE49-F238E27FC236}">
                  <a16:creationId xmlns:a16="http://schemas.microsoft.com/office/drawing/2014/main" id="{3A999E48-9C54-0974-35E5-A0858CE73B29}"/>
                </a:ext>
              </a:extLst>
            </p:cNvPr>
            <p:cNvSpPr txBox="1"/>
            <p:nvPr/>
          </p:nvSpPr>
          <p:spPr>
            <a:xfrm>
              <a:off x="4252471" y="413668"/>
              <a:ext cx="59389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5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n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  <a:p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字方塊 33">
                  <a:extLst>
                    <a:ext uri="{FF2B5EF4-FFF2-40B4-BE49-F238E27FC236}">
                      <a16:creationId xmlns:a16="http://schemas.microsoft.com/office/drawing/2014/main" id="{A92C9DC3-0C2A-3E17-2573-BC15EA40A006}"/>
                    </a:ext>
                  </a:extLst>
                </p:cNvPr>
                <p:cNvSpPr txBox="1"/>
                <p:nvPr/>
              </p:nvSpPr>
              <p:spPr>
                <a:xfrm>
                  <a:off x="4668259" y="407507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4" name="文字方塊 33">
                  <a:extLst>
                    <a:ext uri="{FF2B5EF4-FFF2-40B4-BE49-F238E27FC236}">
                      <a16:creationId xmlns:a16="http://schemas.microsoft.com/office/drawing/2014/main" id="{A92C9DC3-0C2A-3E17-2573-BC15EA40A0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68259" y="407507"/>
                  <a:ext cx="295688" cy="40011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文字方塊 35">
              <a:extLst>
                <a:ext uri="{FF2B5EF4-FFF2-40B4-BE49-F238E27FC236}">
                  <a16:creationId xmlns:a16="http://schemas.microsoft.com/office/drawing/2014/main" id="{3423CBCD-4D9D-1F96-A4AB-CA301DC9CD4A}"/>
                </a:ext>
              </a:extLst>
            </p:cNvPr>
            <p:cNvSpPr txBox="1"/>
            <p:nvPr/>
          </p:nvSpPr>
          <p:spPr>
            <a:xfrm>
              <a:off x="4911901" y="412848"/>
              <a:ext cx="5404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7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n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  <p:sp>
          <p:nvSpPr>
            <p:cNvPr id="37" name="文字方塊 36">
              <a:extLst>
                <a:ext uri="{FF2B5EF4-FFF2-40B4-BE49-F238E27FC236}">
                  <a16:creationId xmlns:a16="http://schemas.microsoft.com/office/drawing/2014/main" id="{DFEAFAFD-BAE8-6CB7-E747-272A1E7DA728}"/>
                </a:ext>
              </a:extLst>
            </p:cNvPr>
            <p:cNvSpPr txBox="1"/>
            <p:nvPr/>
          </p:nvSpPr>
          <p:spPr>
            <a:xfrm>
              <a:off x="5521339" y="407507"/>
              <a:ext cx="54826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35</a:t>
              </a:r>
            </a:p>
          </p:txBody>
        </p:sp>
      </p:grpSp>
      <p:grpSp>
        <p:nvGrpSpPr>
          <p:cNvPr id="4" name="群組 3">
            <a:extLst>
              <a:ext uri="{FF2B5EF4-FFF2-40B4-BE49-F238E27FC236}">
                <a16:creationId xmlns:a16="http://schemas.microsoft.com/office/drawing/2014/main" id="{49111BD3-E1DA-8CF6-1118-1B69CBB92A10}"/>
              </a:ext>
            </a:extLst>
          </p:cNvPr>
          <p:cNvGrpSpPr/>
          <p:nvPr/>
        </p:nvGrpSpPr>
        <p:grpSpPr>
          <a:xfrm>
            <a:off x="6114517" y="278514"/>
            <a:ext cx="1791619" cy="437014"/>
            <a:chOff x="6058557" y="376768"/>
            <a:chExt cx="1791619" cy="43701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字方塊 26">
                  <a:extLst>
                    <a:ext uri="{FF2B5EF4-FFF2-40B4-BE49-F238E27FC236}">
                      <a16:creationId xmlns:a16="http://schemas.microsoft.com/office/drawing/2014/main" id="{A0DA16D7-D295-7879-AF72-1F4A035F8E7F}"/>
                    </a:ext>
                  </a:extLst>
                </p:cNvPr>
                <p:cNvSpPr txBox="1"/>
                <p:nvPr/>
              </p:nvSpPr>
              <p:spPr>
                <a:xfrm>
                  <a:off x="6345922" y="395182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27" name="文字方塊 26">
                  <a:extLst>
                    <a:ext uri="{FF2B5EF4-FFF2-40B4-BE49-F238E27FC236}">
                      <a16:creationId xmlns:a16="http://schemas.microsoft.com/office/drawing/2014/main" id="{A0DA16D7-D295-7879-AF72-1F4A035F8E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45922" y="395182"/>
                  <a:ext cx="295688" cy="40011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字方塊 34">
                  <a:extLst>
                    <a:ext uri="{FF2B5EF4-FFF2-40B4-BE49-F238E27FC236}">
                      <a16:creationId xmlns:a16="http://schemas.microsoft.com/office/drawing/2014/main" id="{4C8C0793-8267-22E3-6D0C-A2CEE9EA3A2C}"/>
                    </a:ext>
                  </a:extLst>
                </p:cNvPr>
                <p:cNvSpPr txBox="1"/>
                <p:nvPr/>
              </p:nvSpPr>
              <p:spPr>
                <a:xfrm>
                  <a:off x="7020647" y="413624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5" name="文字方塊 34">
                  <a:extLst>
                    <a:ext uri="{FF2B5EF4-FFF2-40B4-BE49-F238E27FC236}">
                      <a16:creationId xmlns:a16="http://schemas.microsoft.com/office/drawing/2014/main" id="{4C8C0793-8267-22E3-6D0C-A2CEE9EA3A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20647" y="413624"/>
                  <a:ext cx="295688" cy="40011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" name="文字方塊 37">
              <a:extLst>
                <a:ext uri="{FF2B5EF4-FFF2-40B4-BE49-F238E27FC236}">
                  <a16:creationId xmlns:a16="http://schemas.microsoft.com/office/drawing/2014/main" id="{7AE6BD47-7C40-D9EF-C146-7419E7D757B0}"/>
                </a:ext>
              </a:extLst>
            </p:cNvPr>
            <p:cNvSpPr txBox="1"/>
            <p:nvPr/>
          </p:nvSpPr>
          <p:spPr>
            <a:xfrm>
              <a:off x="6058557" y="407507"/>
              <a:ext cx="32090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n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  <p:sp>
          <p:nvSpPr>
            <p:cNvPr id="39" name="文字方塊 38">
              <a:extLst>
                <a:ext uri="{FF2B5EF4-FFF2-40B4-BE49-F238E27FC236}">
                  <a16:creationId xmlns:a16="http://schemas.microsoft.com/office/drawing/2014/main" id="{DD420CFB-7C01-1EE2-92FD-B53073BAE88C}"/>
                </a:ext>
              </a:extLst>
            </p:cNvPr>
            <p:cNvSpPr txBox="1"/>
            <p:nvPr/>
          </p:nvSpPr>
          <p:spPr>
            <a:xfrm>
              <a:off x="6263780" y="376768"/>
              <a:ext cx="35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40" name="文字方塊 39">
              <a:extLst>
                <a:ext uri="{FF2B5EF4-FFF2-40B4-BE49-F238E27FC236}">
                  <a16:creationId xmlns:a16="http://schemas.microsoft.com/office/drawing/2014/main" id="{71BC9677-4F44-29EB-D67E-7777D10F9287}"/>
                </a:ext>
              </a:extLst>
            </p:cNvPr>
            <p:cNvSpPr txBox="1"/>
            <p:nvPr/>
          </p:nvSpPr>
          <p:spPr>
            <a:xfrm>
              <a:off x="6483229" y="413672"/>
              <a:ext cx="70733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12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n</a:t>
              </a:r>
            </a:p>
          </p:txBody>
        </p:sp>
        <p:sp>
          <p:nvSpPr>
            <p:cNvPr id="41" name="文字方塊 40">
              <a:extLst>
                <a:ext uri="{FF2B5EF4-FFF2-40B4-BE49-F238E27FC236}">
                  <a16:creationId xmlns:a16="http://schemas.microsoft.com/office/drawing/2014/main" id="{00ED31C1-8D14-AD81-440F-FE1ACC1C1AFE}"/>
                </a:ext>
              </a:extLst>
            </p:cNvPr>
            <p:cNvSpPr txBox="1"/>
            <p:nvPr/>
          </p:nvSpPr>
          <p:spPr>
            <a:xfrm>
              <a:off x="7309739" y="396223"/>
              <a:ext cx="5404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35</a:t>
              </a:r>
            </a:p>
          </p:txBody>
        </p:sp>
      </p:grpSp>
      <p:grpSp>
        <p:nvGrpSpPr>
          <p:cNvPr id="75" name="群組 74">
            <a:extLst>
              <a:ext uri="{FF2B5EF4-FFF2-40B4-BE49-F238E27FC236}">
                <a16:creationId xmlns:a16="http://schemas.microsoft.com/office/drawing/2014/main" id="{222E3B54-8DB8-1206-8A64-F3070B7ACA90}"/>
              </a:ext>
            </a:extLst>
          </p:cNvPr>
          <p:cNvGrpSpPr/>
          <p:nvPr/>
        </p:nvGrpSpPr>
        <p:grpSpPr>
          <a:xfrm>
            <a:off x="3873859" y="1182099"/>
            <a:ext cx="2310719" cy="863755"/>
            <a:chOff x="3787382" y="1213182"/>
            <a:chExt cx="2310719" cy="86375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字方塊 43">
                  <a:extLst>
                    <a:ext uri="{FF2B5EF4-FFF2-40B4-BE49-F238E27FC236}">
                      <a16:creationId xmlns:a16="http://schemas.microsoft.com/office/drawing/2014/main" id="{68E1A5AA-47A1-CE1D-29DF-CDCD966B8567}"/>
                    </a:ext>
                  </a:extLst>
                </p:cNvPr>
                <p:cNvSpPr txBox="1"/>
                <p:nvPr/>
              </p:nvSpPr>
              <p:spPr>
                <a:xfrm>
                  <a:off x="5322415" y="1357517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44" name="文字方塊 43">
                  <a:extLst>
                    <a:ext uri="{FF2B5EF4-FFF2-40B4-BE49-F238E27FC236}">
                      <a16:creationId xmlns:a16="http://schemas.microsoft.com/office/drawing/2014/main" id="{68E1A5AA-47A1-CE1D-29DF-CDCD966B85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22415" y="1357517"/>
                  <a:ext cx="295688" cy="40011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字方塊 44">
                  <a:extLst>
                    <a:ext uri="{FF2B5EF4-FFF2-40B4-BE49-F238E27FC236}">
                      <a16:creationId xmlns:a16="http://schemas.microsoft.com/office/drawing/2014/main" id="{8E23579A-A425-1DCB-5DA5-01D0D1203226}"/>
                    </a:ext>
                  </a:extLst>
                </p:cNvPr>
                <p:cNvSpPr txBox="1"/>
                <p:nvPr/>
              </p:nvSpPr>
              <p:spPr>
                <a:xfrm>
                  <a:off x="4105327" y="1351084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45" name="文字方塊 44">
                  <a:extLst>
                    <a:ext uri="{FF2B5EF4-FFF2-40B4-BE49-F238E27FC236}">
                      <a16:creationId xmlns:a16="http://schemas.microsoft.com/office/drawing/2014/main" id="{8E23579A-A425-1DCB-5DA5-01D0D12032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05327" y="1351084"/>
                  <a:ext cx="295688" cy="40011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文字方塊 45">
                  <a:extLst>
                    <a:ext uri="{FF2B5EF4-FFF2-40B4-BE49-F238E27FC236}">
                      <a16:creationId xmlns:a16="http://schemas.microsoft.com/office/drawing/2014/main" id="{70A0EC4F-FC65-96A2-04CF-A7C3A6A3339E}"/>
                    </a:ext>
                  </a:extLst>
                </p:cNvPr>
                <p:cNvSpPr txBox="1"/>
                <p:nvPr/>
              </p:nvSpPr>
              <p:spPr>
                <a:xfrm>
                  <a:off x="5802413" y="1367377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46" name="文字方塊 45">
                  <a:extLst>
                    <a:ext uri="{FF2B5EF4-FFF2-40B4-BE49-F238E27FC236}">
                      <a16:creationId xmlns:a16="http://schemas.microsoft.com/office/drawing/2014/main" id="{70A0EC4F-FC65-96A2-04CF-A7C3A6A333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02413" y="1367377"/>
                  <a:ext cx="295688" cy="40011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文字方塊 46">
              <a:extLst>
                <a:ext uri="{FF2B5EF4-FFF2-40B4-BE49-F238E27FC236}">
                  <a16:creationId xmlns:a16="http://schemas.microsoft.com/office/drawing/2014/main" id="{76FB2FF2-7130-5EAE-8DF2-ACA18F5C5B54}"/>
                </a:ext>
              </a:extLst>
            </p:cNvPr>
            <p:cNvSpPr txBox="1"/>
            <p:nvPr/>
          </p:nvSpPr>
          <p:spPr>
            <a:xfrm>
              <a:off x="3787382" y="1366268"/>
              <a:ext cx="32090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n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  <p:sp>
          <p:nvSpPr>
            <p:cNvPr id="48" name="文字方塊 47">
              <a:extLst>
                <a:ext uri="{FF2B5EF4-FFF2-40B4-BE49-F238E27FC236}">
                  <a16:creationId xmlns:a16="http://schemas.microsoft.com/office/drawing/2014/main" id="{D497578E-5CBA-7CCF-662B-CD124A2436AD}"/>
                </a:ext>
              </a:extLst>
            </p:cNvPr>
            <p:cNvSpPr txBox="1"/>
            <p:nvPr/>
          </p:nvSpPr>
          <p:spPr>
            <a:xfrm>
              <a:off x="3983817" y="1264416"/>
              <a:ext cx="35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49" name="文字方塊 48">
              <a:extLst>
                <a:ext uri="{FF2B5EF4-FFF2-40B4-BE49-F238E27FC236}">
                  <a16:creationId xmlns:a16="http://schemas.microsoft.com/office/drawing/2014/main" id="{C7567E69-420C-00D5-D760-A19F12FDD27C}"/>
                </a:ext>
              </a:extLst>
            </p:cNvPr>
            <p:cNvSpPr txBox="1"/>
            <p:nvPr/>
          </p:nvSpPr>
          <p:spPr>
            <a:xfrm>
              <a:off x="4254530" y="1369051"/>
              <a:ext cx="63485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5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n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  <a:p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文字方塊 49">
                  <a:extLst>
                    <a:ext uri="{FF2B5EF4-FFF2-40B4-BE49-F238E27FC236}">
                      <a16:creationId xmlns:a16="http://schemas.microsoft.com/office/drawing/2014/main" id="{9DEDEA10-7A76-CC97-C267-8BC1C7FD8E75}"/>
                    </a:ext>
                  </a:extLst>
                </p:cNvPr>
                <p:cNvSpPr txBox="1"/>
                <p:nvPr/>
              </p:nvSpPr>
              <p:spPr>
                <a:xfrm>
                  <a:off x="4657347" y="1213182"/>
                  <a:ext cx="375105" cy="3929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baseline="-2500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baseline="-25000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50" name="文字方塊 49">
                  <a:extLst>
                    <a:ext uri="{FF2B5EF4-FFF2-40B4-BE49-F238E27FC236}">
                      <a16:creationId xmlns:a16="http://schemas.microsoft.com/office/drawing/2014/main" id="{9DEDEA10-7A76-CC97-C267-8BC1C7FD8E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57347" y="1213182"/>
                  <a:ext cx="375105" cy="392993"/>
                </a:xfrm>
                <a:prstGeom prst="rect">
                  <a:avLst/>
                </a:prstGeom>
                <a:blipFill>
                  <a:blip r:embed="rId18"/>
                  <a:stretch>
                    <a:fillRect b="-4615"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2" name="文字方塊 51">
              <a:extLst>
                <a:ext uri="{FF2B5EF4-FFF2-40B4-BE49-F238E27FC236}">
                  <a16:creationId xmlns:a16="http://schemas.microsoft.com/office/drawing/2014/main" id="{89DE3BE2-0F81-4370-0852-7442572B63D4}"/>
                </a:ext>
              </a:extLst>
            </p:cNvPr>
            <p:cNvSpPr txBox="1"/>
            <p:nvPr/>
          </p:nvSpPr>
          <p:spPr>
            <a:xfrm>
              <a:off x="4900990" y="1368231"/>
              <a:ext cx="5404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7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n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  <p:sp>
          <p:nvSpPr>
            <p:cNvPr id="53" name="文字方塊 52">
              <a:extLst>
                <a:ext uri="{FF2B5EF4-FFF2-40B4-BE49-F238E27FC236}">
                  <a16:creationId xmlns:a16="http://schemas.microsoft.com/office/drawing/2014/main" id="{2CC78582-E07B-F5D0-EF95-AD71335F2267}"/>
                </a:ext>
              </a:extLst>
            </p:cNvPr>
            <p:cNvSpPr txBox="1"/>
            <p:nvPr/>
          </p:nvSpPr>
          <p:spPr>
            <a:xfrm>
              <a:off x="5470171" y="1362890"/>
              <a:ext cx="59711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35</a:t>
              </a:r>
            </a:p>
          </p:txBody>
        </p:sp>
      </p:grpSp>
      <p:grpSp>
        <p:nvGrpSpPr>
          <p:cNvPr id="74" name="群組 73">
            <a:extLst>
              <a:ext uri="{FF2B5EF4-FFF2-40B4-BE49-F238E27FC236}">
                <a16:creationId xmlns:a16="http://schemas.microsoft.com/office/drawing/2014/main" id="{9FF0551D-5528-D486-D026-458B772872A6}"/>
              </a:ext>
            </a:extLst>
          </p:cNvPr>
          <p:cNvGrpSpPr/>
          <p:nvPr/>
        </p:nvGrpSpPr>
        <p:grpSpPr>
          <a:xfrm>
            <a:off x="6114517" y="1261047"/>
            <a:ext cx="1791619" cy="770715"/>
            <a:chOff x="6047646" y="1306226"/>
            <a:chExt cx="1791619" cy="77071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字方塊 42">
                  <a:extLst>
                    <a:ext uri="{FF2B5EF4-FFF2-40B4-BE49-F238E27FC236}">
                      <a16:creationId xmlns:a16="http://schemas.microsoft.com/office/drawing/2014/main" id="{A4DA5ADA-EC59-D336-2AE5-5B1ED932AFEC}"/>
                    </a:ext>
                  </a:extLst>
                </p:cNvPr>
                <p:cNvSpPr txBox="1"/>
                <p:nvPr/>
              </p:nvSpPr>
              <p:spPr>
                <a:xfrm>
                  <a:off x="6335011" y="1350565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43" name="文字方塊 42">
                  <a:extLst>
                    <a:ext uri="{FF2B5EF4-FFF2-40B4-BE49-F238E27FC236}">
                      <a16:creationId xmlns:a16="http://schemas.microsoft.com/office/drawing/2014/main" id="{A4DA5ADA-EC59-D336-2AE5-5B1ED932AF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5011" y="1350565"/>
                  <a:ext cx="295688" cy="40011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字方塊 50">
                  <a:extLst>
                    <a:ext uri="{FF2B5EF4-FFF2-40B4-BE49-F238E27FC236}">
                      <a16:creationId xmlns:a16="http://schemas.microsoft.com/office/drawing/2014/main" id="{3A15EB4F-F1A9-085A-0C89-DF63FABF1BCF}"/>
                    </a:ext>
                  </a:extLst>
                </p:cNvPr>
                <p:cNvSpPr txBox="1"/>
                <p:nvPr/>
              </p:nvSpPr>
              <p:spPr>
                <a:xfrm>
                  <a:off x="7009736" y="1369007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51" name="文字方塊 50">
                  <a:extLst>
                    <a:ext uri="{FF2B5EF4-FFF2-40B4-BE49-F238E27FC236}">
                      <a16:creationId xmlns:a16="http://schemas.microsoft.com/office/drawing/2014/main" id="{3A15EB4F-F1A9-085A-0C89-DF63FABF1B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09736" y="1369007"/>
                  <a:ext cx="295688" cy="400110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4" name="文字方塊 53">
              <a:extLst>
                <a:ext uri="{FF2B5EF4-FFF2-40B4-BE49-F238E27FC236}">
                  <a16:creationId xmlns:a16="http://schemas.microsoft.com/office/drawing/2014/main" id="{A18BCDAB-4ECB-8ED6-DC02-B2F86687C681}"/>
                </a:ext>
              </a:extLst>
            </p:cNvPr>
            <p:cNvSpPr txBox="1"/>
            <p:nvPr/>
          </p:nvSpPr>
          <p:spPr>
            <a:xfrm>
              <a:off x="6047646" y="1362890"/>
              <a:ext cx="32090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n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  <p:sp>
          <p:nvSpPr>
            <p:cNvPr id="55" name="文字方塊 54">
              <a:extLst>
                <a:ext uri="{FF2B5EF4-FFF2-40B4-BE49-F238E27FC236}">
                  <a16:creationId xmlns:a16="http://schemas.microsoft.com/office/drawing/2014/main" id="{7247C176-95E2-322C-B5FA-AF548B8A2C1B}"/>
                </a:ext>
              </a:extLst>
            </p:cNvPr>
            <p:cNvSpPr txBox="1"/>
            <p:nvPr/>
          </p:nvSpPr>
          <p:spPr>
            <a:xfrm>
              <a:off x="6224392" y="1306226"/>
              <a:ext cx="35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56" name="文字方塊 55">
              <a:extLst>
                <a:ext uri="{FF2B5EF4-FFF2-40B4-BE49-F238E27FC236}">
                  <a16:creationId xmlns:a16="http://schemas.microsoft.com/office/drawing/2014/main" id="{24BA93B9-A4DC-3EC5-8195-6ECDD8930682}"/>
                </a:ext>
              </a:extLst>
            </p:cNvPr>
            <p:cNvSpPr txBox="1"/>
            <p:nvPr/>
          </p:nvSpPr>
          <p:spPr>
            <a:xfrm>
              <a:off x="6506582" y="1369055"/>
              <a:ext cx="67969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n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  <a:p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  <p:sp>
          <p:nvSpPr>
            <p:cNvPr id="57" name="文字方塊 56">
              <a:extLst>
                <a:ext uri="{FF2B5EF4-FFF2-40B4-BE49-F238E27FC236}">
                  <a16:creationId xmlns:a16="http://schemas.microsoft.com/office/drawing/2014/main" id="{CB818DF3-2BAA-754E-3013-E871FDAEFB48}"/>
                </a:ext>
              </a:extLst>
            </p:cNvPr>
            <p:cNvSpPr txBox="1"/>
            <p:nvPr/>
          </p:nvSpPr>
          <p:spPr>
            <a:xfrm>
              <a:off x="7298828" y="1351606"/>
              <a:ext cx="5404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35</a:t>
              </a:r>
            </a:p>
          </p:txBody>
        </p:sp>
      </p:grpSp>
      <p:grpSp>
        <p:nvGrpSpPr>
          <p:cNvPr id="78" name="群組 77">
            <a:extLst>
              <a:ext uri="{FF2B5EF4-FFF2-40B4-BE49-F238E27FC236}">
                <a16:creationId xmlns:a16="http://schemas.microsoft.com/office/drawing/2014/main" id="{8EF0A146-901D-E759-186C-2C01645B3F29}"/>
              </a:ext>
            </a:extLst>
          </p:cNvPr>
          <p:cNvGrpSpPr/>
          <p:nvPr/>
        </p:nvGrpSpPr>
        <p:grpSpPr>
          <a:xfrm>
            <a:off x="3850807" y="1705375"/>
            <a:ext cx="2310719" cy="860546"/>
            <a:chOff x="2822401" y="2346712"/>
            <a:chExt cx="2310719" cy="86054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文字方塊 59">
                  <a:extLst>
                    <a:ext uri="{FF2B5EF4-FFF2-40B4-BE49-F238E27FC236}">
                      <a16:creationId xmlns:a16="http://schemas.microsoft.com/office/drawing/2014/main" id="{30FB4F3B-9E9F-8BB7-C8DA-21A262D8D940}"/>
                    </a:ext>
                  </a:extLst>
                </p:cNvPr>
                <p:cNvSpPr txBox="1"/>
                <p:nvPr/>
              </p:nvSpPr>
              <p:spPr>
                <a:xfrm>
                  <a:off x="4311426" y="2488076"/>
                  <a:ext cx="295688" cy="3918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60" name="文字方塊 59">
                  <a:extLst>
                    <a:ext uri="{FF2B5EF4-FFF2-40B4-BE49-F238E27FC236}">
                      <a16:creationId xmlns:a16="http://schemas.microsoft.com/office/drawing/2014/main" id="{30FB4F3B-9E9F-8BB7-C8DA-21A262D8D9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11426" y="2488076"/>
                  <a:ext cx="295688" cy="391873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字方塊 60">
                  <a:extLst>
                    <a:ext uri="{FF2B5EF4-FFF2-40B4-BE49-F238E27FC236}">
                      <a16:creationId xmlns:a16="http://schemas.microsoft.com/office/drawing/2014/main" id="{7C98D5CD-42F7-7A96-1A20-9DACDC8511E4}"/>
                    </a:ext>
                  </a:extLst>
                </p:cNvPr>
                <p:cNvSpPr txBox="1"/>
                <p:nvPr/>
              </p:nvSpPr>
              <p:spPr>
                <a:xfrm>
                  <a:off x="3140346" y="2481775"/>
                  <a:ext cx="295688" cy="3918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61" name="文字方塊 60">
                  <a:extLst>
                    <a:ext uri="{FF2B5EF4-FFF2-40B4-BE49-F238E27FC236}">
                      <a16:creationId xmlns:a16="http://schemas.microsoft.com/office/drawing/2014/main" id="{7C98D5CD-42F7-7A96-1A20-9DACDC8511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40346" y="2481775"/>
                  <a:ext cx="295688" cy="391873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文字方塊 61">
                  <a:extLst>
                    <a:ext uri="{FF2B5EF4-FFF2-40B4-BE49-F238E27FC236}">
                      <a16:creationId xmlns:a16="http://schemas.microsoft.com/office/drawing/2014/main" id="{5CDAA924-6548-ABBE-4A6E-A1EA55EEAA0D}"/>
                    </a:ext>
                  </a:extLst>
                </p:cNvPr>
                <p:cNvSpPr txBox="1"/>
                <p:nvPr/>
              </p:nvSpPr>
              <p:spPr>
                <a:xfrm>
                  <a:off x="4837432" y="2497733"/>
                  <a:ext cx="295688" cy="3918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62" name="文字方塊 61">
                  <a:extLst>
                    <a:ext uri="{FF2B5EF4-FFF2-40B4-BE49-F238E27FC236}">
                      <a16:creationId xmlns:a16="http://schemas.microsoft.com/office/drawing/2014/main" id="{5CDAA924-6548-ABBE-4A6E-A1EA55EEAA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37432" y="2497733"/>
                  <a:ext cx="295688" cy="391873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3" name="文字方塊 62">
              <a:extLst>
                <a:ext uri="{FF2B5EF4-FFF2-40B4-BE49-F238E27FC236}">
                  <a16:creationId xmlns:a16="http://schemas.microsoft.com/office/drawing/2014/main" id="{9719968F-84E2-8156-3312-0182FF98AFE1}"/>
                </a:ext>
              </a:extLst>
            </p:cNvPr>
            <p:cNvSpPr txBox="1"/>
            <p:nvPr/>
          </p:nvSpPr>
          <p:spPr>
            <a:xfrm>
              <a:off x="2822401" y="2496646"/>
              <a:ext cx="320909" cy="3918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n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  <p:sp>
          <p:nvSpPr>
            <p:cNvPr id="64" name="文字方塊 63">
              <a:extLst>
                <a:ext uri="{FF2B5EF4-FFF2-40B4-BE49-F238E27FC236}">
                  <a16:creationId xmlns:a16="http://schemas.microsoft.com/office/drawing/2014/main" id="{28F1A2B0-32C8-2DE9-BE64-1AB6C300EC8D}"/>
                </a:ext>
              </a:extLst>
            </p:cNvPr>
            <p:cNvSpPr txBox="1"/>
            <p:nvPr/>
          </p:nvSpPr>
          <p:spPr>
            <a:xfrm>
              <a:off x="3018836" y="2396891"/>
              <a:ext cx="357790" cy="2712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65" name="文字方塊 64">
              <a:extLst>
                <a:ext uri="{FF2B5EF4-FFF2-40B4-BE49-F238E27FC236}">
                  <a16:creationId xmlns:a16="http://schemas.microsoft.com/office/drawing/2014/main" id="{C279A3AB-057A-1AF6-6F6E-989B62DDB849}"/>
                </a:ext>
              </a:extLst>
            </p:cNvPr>
            <p:cNvSpPr txBox="1"/>
            <p:nvPr/>
          </p:nvSpPr>
          <p:spPr>
            <a:xfrm>
              <a:off x="3328459" y="2499372"/>
              <a:ext cx="63060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5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n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  <a:p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字方塊 65">
                  <a:extLst>
                    <a:ext uri="{FF2B5EF4-FFF2-40B4-BE49-F238E27FC236}">
                      <a16:creationId xmlns:a16="http://schemas.microsoft.com/office/drawing/2014/main" id="{09466330-03DB-4B76-D8A7-4E5C37AFF095}"/>
                    </a:ext>
                  </a:extLst>
                </p:cNvPr>
                <p:cNvSpPr txBox="1"/>
                <p:nvPr/>
              </p:nvSpPr>
              <p:spPr>
                <a:xfrm>
                  <a:off x="3692366" y="2346712"/>
                  <a:ext cx="450593" cy="38490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baseline="-2500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baseline="-25000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66" name="文字方塊 65">
                  <a:extLst>
                    <a:ext uri="{FF2B5EF4-FFF2-40B4-BE49-F238E27FC236}">
                      <a16:creationId xmlns:a16="http://schemas.microsoft.com/office/drawing/2014/main" id="{09466330-03DB-4B76-D8A7-4E5C37AFF0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2366" y="2346712"/>
                  <a:ext cx="450593" cy="384902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8" name="文字方塊 67">
              <a:extLst>
                <a:ext uri="{FF2B5EF4-FFF2-40B4-BE49-F238E27FC236}">
                  <a16:creationId xmlns:a16="http://schemas.microsoft.com/office/drawing/2014/main" id="{616EB895-0B11-9CE9-1417-590B6CBF613C}"/>
                </a:ext>
              </a:extLst>
            </p:cNvPr>
            <p:cNvSpPr txBox="1"/>
            <p:nvPr/>
          </p:nvSpPr>
          <p:spPr>
            <a:xfrm>
              <a:off x="3936009" y="2498569"/>
              <a:ext cx="5404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7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n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  <p:sp>
          <p:nvSpPr>
            <p:cNvPr id="69" name="文字方塊 68">
              <a:extLst>
                <a:ext uri="{FF2B5EF4-FFF2-40B4-BE49-F238E27FC236}">
                  <a16:creationId xmlns:a16="http://schemas.microsoft.com/office/drawing/2014/main" id="{D4399A3B-D674-6C9E-7E98-DFCB14DF4543}"/>
                </a:ext>
              </a:extLst>
            </p:cNvPr>
            <p:cNvSpPr txBox="1"/>
            <p:nvPr/>
          </p:nvSpPr>
          <p:spPr>
            <a:xfrm>
              <a:off x="4476435" y="2493338"/>
              <a:ext cx="62016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35</a:t>
              </a:r>
            </a:p>
          </p:txBody>
        </p:sp>
      </p:grpSp>
      <p:grpSp>
        <p:nvGrpSpPr>
          <p:cNvPr id="77" name="群組 76">
            <a:extLst>
              <a:ext uri="{FF2B5EF4-FFF2-40B4-BE49-F238E27FC236}">
                <a16:creationId xmlns:a16="http://schemas.microsoft.com/office/drawing/2014/main" id="{DA7DD2A4-0417-5597-59C6-DEFC13C54EE9}"/>
              </a:ext>
            </a:extLst>
          </p:cNvPr>
          <p:cNvGrpSpPr/>
          <p:nvPr/>
        </p:nvGrpSpPr>
        <p:grpSpPr>
          <a:xfrm>
            <a:off x="6107406" y="1791180"/>
            <a:ext cx="1798730" cy="474693"/>
            <a:chOff x="5082665" y="2410518"/>
            <a:chExt cx="1798730" cy="474693"/>
          </a:xfrm>
        </p:grpSpPr>
        <p:sp>
          <p:nvSpPr>
            <p:cNvPr id="70" name="文字方塊 69">
              <a:extLst>
                <a:ext uri="{FF2B5EF4-FFF2-40B4-BE49-F238E27FC236}">
                  <a16:creationId xmlns:a16="http://schemas.microsoft.com/office/drawing/2014/main" id="{7A39A5DF-997A-B09A-9341-16AE6ECB4AF5}"/>
                </a:ext>
              </a:extLst>
            </p:cNvPr>
            <p:cNvSpPr txBox="1"/>
            <p:nvPr/>
          </p:nvSpPr>
          <p:spPr>
            <a:xfrm>
              <a:off x="5082665" y="2493338"/>
              <a:ext cx="320909" cy="3918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n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  <p:grpSp>
          <p:nvGrpSpPr>
            <p:cNvPr id="76" name="群組 75">
              <a:extLst>
                <a:ext uri="{FF2B5EF4-FFF2-40B4-BE49-F238E27FC236}">
                  <a16:creationId xmlns:a16="http://schemas.microsoft.com/office/drawing/2014/main" id="{2934A76C-FA75-A715-A456-7315EAED1F09}"/>
                </a:ext>
              </a:extLst>
            </p:cNvPr>
            <p:cNvGrpSpPr/>
            <p:nvPr/>
          </p:nvGrpSpPr>
          <p:grpSpPr>
            <a:xfrm>
              <a:off x="5266522" y="2410518"/>
              <a:ext cx="1614873" cy="461645"/>
              <a:chOff x="5259411" y="2437841"/>
              <a:chExt cx="1614873" cy="46164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文字方塊 58">
                    <a:extLst>
                      <a:ext uri="{FF2B5EF4-FFF2-40B4-BE49-F238E27FC236}">
                        <a16:creationId xmlns:a16="http://schemas.microsoft.com/office/drawing/2014/main" id="{9CB80AAC-F269-A8B4-A6B2-FD0E63E19E09}"/>
                      </a:ext>
                    </a:extLst>
                  </p:cNvPr>
                  <p:cNvSpPr txBox="1"/>
                  <p:nvPr/>
                </p:nvSpPr>
                <p:spPr>
                  <a:xfrm>
                    <a:off x="5370030" y="2481267"/>
                    <a:ext cx="295688" cy="39187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59" name="文字方塊 58">
                    <a:extLst>
                      <a:ext uri="{FF2B5EF4-FFF2-40B4-BE49-F238E27FC236}">
                        <a16:creationId xmlns:a16="http://schemas.microsoft.com/office/drawing/2014/main" id="{9CB80AAC-F269-A8B4-A6B2-FD0E63E19E0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70030" y="2481267"/>
                    <a:ext cx="295688" cy="391873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7" name="文字方塊 66">
                    <a:extLst>
                      <a:ext uri="{FF2B5EF4-FFF2-40B4-BE49-F238E27FC236}">
                        <a16:creationId xmlns:a16="http://schemas.microsoft.com/office/drawing/2014/main" id="{E0ED0DDE-7214-1035-CFF2-612512FDAFCB}"/>
                      </a:ext>
                    </a:extLst>
                  </p:cNvPr>
                  <p:cNvSpPr txBox="1"/>
                  <p:nvPr/>
                </p:nvSpPr>
                <p:spPr>
                  <a:xfrm>
                    <a:off x="6090763" y="2499329"/>
                    <a:ext cx="295688" cy="39187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67" name="文字方塊 66">
                    <a:extLst>
                      <a:ext uri="{FF2B5EF4-FFF2-40B4-BE49-F238E27FC236}">
                        <a16:creationId xmlns:a16="http://schemas.microsoft.com/office/drawing/2014/main" id="{E0ED0DDE-7214-1035-CFF2-612512FDAFC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90763" y="2499329"/>
                    <a:ext cx="295688" cy="391873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56CA4C31-A166-2F07-4119-C3B505CFFB94}"/>
                  </a:ext>
                </a:extLst>
              </p:cNvPr>
              <p:cNvSpPr txBox="1"/>
              <p:nvPr/>
            </p:nvSpPr>
            <p:spPr>
              <a:xfrm>
                <a:off x="5259411" y="2437841"/>
                <a:ext cx="357790" cy="2712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12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endParaRPr lang="en-HK" sz="12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04C21CC5-43E9-CAFD-1163-81442B91BEF1}"/>
                  </a:ext>
                </a:extLst>
              </p:cNvPr>
              <p:cNvSpPr txBox="1"/>
              <p:nvPr/>
            </p:nvSpPr>
            <p:spPr>
              <a:xfrm>
                <a:off x="5531941" y="2499376"/>
                <a:ext cx="72463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12</a:t>
                </a:r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n</a:t>
                </a:r>
              </a:p>
            </p:txBody>
          </p:sp>
          <p:sp>
            <p:nvSpPr>
              <p:cNvPr id="73" name="文字方塊 72">
                <a:extLst>
                  <a:ext uri="{FF2B5EF4-FFF2-40B4-BE49-F238E27FC236}">
                    <a16:creationId xmlns:a16="http://schemas.microsoft.com/office/drawing/2014/main" id="{F0BDB65D-DFAA-19B1-07BA-289334BAA390}"/>
                  </a:ext>
                </a:extLst>
              </p:cNvPr>
              <p:cNvSpPr txBox="1"/>
              <p:nvPr/>
            </p:nvSpPr>
            <p:spPr>
              <a:xfrm>
                <a:off x="6333847" y="2482286"/>
                <a:ext cx="54043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35</a:t>
                </a:r>
              </a:p>
            </p:txBody>
          </p:sp>
        </p:grpSp>
      </p:grpSp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" name="筆跡 1">
                <a:extLst>
                  <a:ext uri="{FF2B5EF4-FFF2-40B4-BE49-F238E27FC236}">
                    <a16:creationId xmlns:a16="http://schemas.microsoft.com/office/drawing/2014/main" id="{1EC8B040-F093-E80D-F0AD-37F7A226210C}"/>
                  </a:ext>
                </a:extLst>
              </p14:cNvPr>
              <p14:cNvContentPartPr/>
              <p14:nvPr/>
            </p14:nvContentPartPr>
            <p14:xfrm>
              <a:off x="877746" y="588080"/>
              <a:ext cx="2386706" cy="45719"/>
            </p14:xfrm>
          </p:contentPart>
        </mc:Choice>
        <mc:Fallback xmlns="">
          <p:pic>
            <p:nvPicPr>
              <p:cNvPr id="2" name="筆跡 1">
                <a:extLst>
                  <a:ext uri="{FF2B5EF4-FFF2-40B4-BE49-F238E27FC236}">
                    <a16:creationId xmlns:a16="http://schemas.microsoft.com/office/drawing/2014/main" id="{1EC8B040-F093-E80D-F0AD-37F7A226210C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823716" y="-13127620"/>
                <a:ext cx="2494407" cy="2743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22320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D81B5B05-5999-8A29-59D6-C46689F455E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167413"/>
          </a:xfrm>
          <a:prstGeom prst="rect">
            <a:avLst/>
          </a:prstGeom>
        </p:spPr>
      </p:pic>
      <p:grpSp>
        <p:nvGrpSpPr>
          <p:cNvPr id="7" name="群組 6">
            <a:extLst>
              <a:ext uri="{FF2B5EF4-FFF2-40B4-BE49-F238E27FC236}">
                <a16:creationId xmlns:a16="http://schemas.microsoft.com/office/drawing/2014/main" id="{4F3D8BF5-C2F1-186D-6757-1A711966503D}"/>
              </a:ext>
            </a:extLst>
          </p:cNvPr>
          <p:cNvGrpSpPr/>
          <p:nvPr/>
        </p:nvGrpSpPr>
        <p:grpSpPr>
          <a:xfrm>
            <a:off x="2561910" y="1491092"/>
            <a:ext cx="2661464" cy="462441"/>
            <a:chOff x="2558120" y="1501925"/>
            <a:chExt cx="2661464" cy="462441"/>
          </a:xfrm>
        </p:grpSpPr>
        <p:sp>
          <p:nvSpPr>
            <p:cNvPr id="50" name="文字方塊 49">
              <a:extLst>
                <a:ext uri="{FF2B5EF4-FFF2-40B4-BE49-F238E27FC236}">
                  <a16:creationId xmlns:a16="http://schemas.microsoft.com/office/drawing/2014/main" id="{E2A4F910-7260-053B-A38D-41D587DCCDD9}"/>
                </a:ext>
              </a:extLst>
            </p:cNvPr>
            <p:cNvSpPr txBox="1"/>
            <p:nvPr/>
          </p:nvSpPr>
          <p:spPr>
            <a:xfrm>
              <a:off x="3502022" y="1541915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p:sp>
          <p:nvSpPr>
            <p:cNvPr id="52" name="文字方塊 51">
              <a:extLst>
                <a:ext uri="{FF2B5EF4-FFF2-40B4-BE49-F238E27FC236}">
                  <a16:creationId xmlns:a16="http://schemas.microsoft.com/office/drawing/2014/main" id="{CA243590-CF80-A9CA-C7AA-47E6ABC59849}"/>
                </a:ext>
              </a:extLst>
            </p:cNvPr>
            <p:cNvSpPr txBox="1"/>
            <p:nvPr/>
          </p:nvSpPr>
          <p:spPr>
            <a:xfrm>
              <a:off x="2558120" y="1539476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53" name="文字方塊 52">
              <a:extLst>
                <a:ext uri="{FF2B5EF4-FFF2-40B4-BE49-F238E27FC236}">
                  <a16:creationId xmlns:a16="http://schemas.microsoft.com/office/drawing/2014/main" id="{AAC6A2A3-3D3E-C588-4DB2-CF19C411D124}"/>
                </a:ext>
              </a:extLst>
            </p:cNvPr>
            <p:cNvSpPr txBox="1"/>
            <p:nvPr/>
          </p:nvSpPr>
          <p:spPr>
            <a:xfrm>
              <a:off x="3302175" y="1524176"/>
              <a:ext cx="7141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</a:p>
          </p:txBody>
        </p:sp>
        <p:sp>
          <p:nvSpPr>
            <p:cNvPr id="54" name="文字方塊 53">
              <a:extLst>
                <a:ext uri="{FF2B5EF4-FFF2-40B4-BE49-F238E27FC236}">
                  <a16:creationId xmlns:a16="http://schemas.microsoft.com/office/drawing/2014/main" id="{2193DB9D-2884-0D1F-2137-F1B3C5D24CA1}"/>
                </a:ext>
              </a:extLst>
            </p:cNvPr>
            <p:cNvSpPr txBox="1"/>
            <p:nvPr/>
          </p:nvSpPr>
          <p:spPr>
            <a:xfrm>
              <a:off x="2804074" y="1508589"/>
              <a:ext cx="43104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文字方塊 54">
                  <a:extLst>
                    <a:ext uri="{FF2B5EF4-FFF2-40B4-BE49-F238E27FC236}">
                      <a16:creationId xmlns:a16="http://schemas.microsoft.com/office/drawing/2014/main" id="{D8BD81A9-229F-B86F-8392-3895600D90BE}"/>
                    </a:ext>
                  </a:extLst>
                </p:cNvPr>
                <p:cNvSpPr txBox="1"/>
                <p:nvPr/>
              </p:nvSpPr>
              <p:spPr>
                <a:xfrm>
                  <a:off x="3059888" y="1501925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55" name="文字方塊 54">
                  <a:extLst>
                    <a:ext uri="{FF2B5EF4-FFF2-40B4-BE49-F238E27FC236}">
                      <a16:creationId xmlns:a16="http://schemas.microsoft.com/office/drawing/2014/main" id="{D8BD81A9-229F-B86F-8392-3895600D90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59888" y="1501925"/>
                  <a:ext cx="295688" cy="40011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文字方塊 43">
              <a:extLst>
                <a:ext uri="{FF2B5EF4-FFF2-40B4-BE49-F238E27FC236}">
                  <a16:creationId xmlns:a16="http://schemas.microsoft.com/office/drawing/2014/main" id="{9836F53D-A133-A96C-DF62-B7DC06D40E3F}"/>
                </a:ext>
              </a:extLst>
            </p:cNvPr>
            <p:cNvSpPr txBox="1"/>
            <p:nvPr/>
          </p:nvSpPr>
          <p:spPr>
            <a:xfrm>
              <a:off x="4710915" y="1564256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p:sp>
          <p:nvSpPr>
            <p:cNvPr id="46" name="文字方塊 45">
              <a:extLst>
                <a:ext uri="{FF2B5EF4-FFF2-40B4-BE49-F238E27FC236}">
                  <a16:creationId xmlns:a16="http://schemas.microsoft.com/office/drawing/2014/main" id="{027C890A-3EF4-C415-0DE4-393441244CB2}"/>
                </a:ext>
              </a:extLst>
            </p:cNvPr>
            <p:cNvSpPr txBox="1"/>
            <p:nvPr/>
          </p:nvSpPr>
          <p:spPr>
            <a:xfrm>
              <a:off x="3767013" y="1561817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47" name="文字方塊 46">
              <a:extLst>
                <a:ext uri="{FF2B5EF4-FFF2-40B4-BE49-F238E27FC236}">
                  <a16:creationId xmlns:a16="http://schemas.microsoft.com/office/drawing/2014/main" id="{926BD1F0-35FE-2831-5D56-A29A4F8DBA41}"/>
                </a:ext>
              </a:extLst>
            </p:cNvPr>
            <p:cNvSpPr txBox="1"/>
            <p:nvPr/>
          </p:nvSpPr>
          <p:spPr>
            <a:xfrm>
              <a:off x="4505424" y="1523941"/>
              <a:ext cx="7141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7</a:t>
              </a:r>
            </a:p>
          </p:txBody>
        </p:sp>
        <p:sp>
          <p:nvSpPr>
            <p:cNvPr id="48" name="文字方塊 47">
              <a:extLst>
                <a:ext uri="{FF2B5EF4-FFF2-40B4-BE49-F238E27FC236}">
                  <a16:creationId xmlns:a16="http://schemas.microsoft.com/office/drawing/2014/main" id="{290C817D-A2E3-7D26-239C-FD30E39CEFE3}"/>
                </a:ext>
              </a:extLst>
            </p:cNvPr>
            <p:cNvSpPr txBox="1"/>
            <p:nvPr/>
          </p:nvSpPr>
          <p:spPr>
            <a:xfrm>
              <a:off x="4012967" y="1530930"/>
              <a:ext cx="43104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文字方塊 48">
                  <a:extLst>
                    <a:ext uri="{FF2B5EF4-FFF2-40B4-BE49-F238E27FC236}">
                      <a16:creationId xmlns:a16="http://schemas.microsoft.com/office/drawing/2014/main" id="{F072C340-6E78-1B6A-BF04-BAFD61CF1F31}"/>
                    </a:ext>
                  </a:extLst>
                </p:cNvPr>
                <p:cNvSpPr txBox="1"/>
                <p:nvPr/>
              </p:nvSpPr>
              <p:spPr>
                <a:xfrm>
                  <a:off x="4268781" y="1524266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49" name="文字方塊 48">
                  <a:extLst>
                    <a:ext uri="{FF2B5EF4-FFF2-40B4-BE49-F238E27FC236}">
                      <a16:creationId xmlns:a16="http://schemas.microsoft.com/office/drawing/2014/main" id="{F072C340-6E78-1B6A-BF04-BAFD61CF1F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68781" y="1524266"/>
                  <a:ext cx="295688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群組 7">
            <a:extLst>
              <a:ext uri="{FF2B5EF4-FFF2-40B4-BE49-F238E27FC236}">
                <a16:creationId xmlns:a16="http://schemas.microsoft.com/office/drawing/2014/main" id="{72740683-F094-D682-4186-D67D92A627AD}"/>
              </a:ext>
            </a:extLst>
          </p:cNvPr>
          <p:cNvGrpSpPr/>
          <p:nvPr/>
        </p:nvGrpSpPr>
        <p:grpSpPr>
          <a:xfrm>
            <a:off x="532316" y="1417623"/>
            <a:ext cx="2050208" cy="508715"/>
            <a:chOff x="560366" y="1414929"/>
            <a:chExt cx="2050208" cy="508715"/>
          </a:xfrm>
        </p:grpSpPr>
        <p:grpSp>
          <p:nvGrpSpPr>
            <p:cNvPr id="22" name="群組 21">
              <a:extLst>
                <a:ext uri="{FF2B5EF4-FFF2-40B4-BE49-F238E27FC236}">
                  <a16:creationId xmlns:a16="http://schemas.microsoft.com/office/drawing/2014/main" id="{1B3DDF6F-DAD6-62B7-8F30-532E2C62EDDA}"/>
                </a:ext>
              </a:extLst>
            </p:cNvPr>
            <p:cNvGrpSpPr/>
            <p:nvPr/>
          </p:nvGrpSpPr>
          <p:grpSpPr>
            <a:xfrm>
              <a:off x="1039275" y="1414929"/>
              <a:ext cx="1571299" cy="508715"/>
              <a:chOff x="4689706" y="3248433"/>
              <a:chExt cx="1571299" cy="50871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文字方塊 23">
                    <a:extLst>
                      <a:ext uri="{FF2B5EF4-FFF2-40B4-BE49-F238E27FC236}">
                        <a16:creationId xmlns:a16="http://schemas.microsoft.com/office/drawing/2014/main" id="{695739A5-5FDC-B2A5-2A63-2298ED7BD3A3}"/>
                      </a:ext>
                    </a:extLst>
                  </p:cNvPr>
                  <p:cNvSpPr txBox="1"/>
                  <p:nvPr/>
                </p:nvSpPr>
                <p:spPr>
                  <a:xfrm>
                    <a:off x="5530471" y="3330246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24" name="文字方塊 23">
                    <a:extLst>
                      <a:ext uri="{FF2B5EF4-FFF2-40B4-BE49-F238E27FC236}">
                        <a16:creationId xmlns:a16="http://schemas.microsoft.com/office/drawing/2014/main" id="{695739A5-5FDC-B2A5-2A63-2298ED7BD3A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30471" y="3330246"/>
                    <a:ext cx="295688" cy="40011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文字方塊 24">
                    <a:extLst>
                      <a:ext uri="{FF2B5EF4-FFF2-40B4-BE49-F238E27FC236}">
                        <a16:creationId xmlns:a16="http://schemas.microsoft.com/office/drawing/2014/main" id="{BB188842-6658-D829-CA84-59F7AEFEF3E1}"/>
                      </a:ext>
                    </a:extLst>
                  </p:cNvPr>
                  <p:cNvSpPr txBox="1"/>
                  <p:nvPr/>
                </p:nvSpPr>
                <p:spPr>
                  <a:xfrm>
                    <a:off x="4934269" y="3329457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25" name="文字方塊 24">
                    <a:extLst>
                      <a:ext uri="{FF2B5EF4-FFF2-40B4-BE49-F238E27FC236}">
                        <a16:creationId xmlns:a16="http://schemas.microsoft.com/office/drawing/2014/main" id="{BB188842-6658-D829-CA84-59F7AEFEF3E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34269" y="3329457"/>
                    <a:ext cx="295688" cy="40011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文字方塊 25">
                    <a:extLst>
                      <a:ext uri="{FF2B5EF4-FFF2-40B4-BE49-F238E27FC236}">
                        <a16:creationId xmlns:a16="http://schemas.microsoft.com/office/drawing/2014/main" id="{755DDEAE-44B6-C452-BAAA-61C8EBD9B761}"/>
                      </a:ext>
                    </a:extLst>
                  </p:cNvPr>
                  <p:cNvSpPr txBox="1"/>
                  <p:nvPr/>
                </p:nvSpPr>
                <p:spPr>
                  <a:xfrm>
                    <a:off x="5965317" y="3357038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26" name="文字方塊 25">
                    <a:extLst>
                      <a:ext uri="{FF2B5EF4-FFF2-40B4-BE49-F238E27FC236}">
                        <a16:creationId xmlns:a16="http://schemas.microsoft.com/office/drawing/2014/main" id="{755DDEAE-44B6-C452-BAAA-61C8EBD9B76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65317" y="3357038"/>
                    <a:ext cx="295688" cy="40011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AB985D4E-CBC6-C66F-91B9-5A39229DF3EB}"/>
                  </a:ext>
                </a:extLst>
              </p:cNvPr>
              <p:cNvSpPr txBox="1"/>
              <p:nvPr/>
            </p:nvSpPr>
            <p:spPr>
              <a:xfrm>
                <a:off x="4689706" y="3338997"/>
                <a:ext cx="32090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x</a:t>
                </a:r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D7AC58C3-D1D2-1BDC-0928-9A9BD8655F45}"/>
                  </a:ext>
                </a:extLst>
              </p:cNvPr>
              <p:cNvSpPr txBox="1"/>
              <p:nvPr/>
            </p:nvSpPr>
            <p:spPr>
              <a:xfrm>
                <a:off x="4880493" y="3248433"/>
                <a:ext cx="3577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12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endParaRPr lang="en-HK" sz="12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EF39726D-011A-E43F-DDC9-F8D5EBE0852A}"/>
                  </a:ext>
                </a:extLst>
              </p:cNvPr>
              <p:cNvSpPr txBox="1"/>
              <p:nvPr/>
            </p:nvSpPr>
            <p:spPr>
              <a:xfrm>
                <a:off x="5128020" y="3353068"/>
                <a:ext cx="67918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8</a:t>
                </a:r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x</a:t>
                </a:r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E1B7CC52-1AD5-7893-BD38-2E295556019D}"/>
                  </a:ext>
                </a:extLst>
              </p:cNvPr>
              <p:cNvSpPr txBox="1"/>
              <p:nvPr/>
            </p:nvSpPr>
            <p:spPr>
              <a:xfrm>
                <a:off x="5762763" y="3335619"/>
                <a:ext cx="30663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7</a:t>
                </a:r>
              </a:p>
            </p:txBody>
          </p:sp>
        </p:grpSp>
        <p:sp>
          <p:nvSpPr>
            <p:cNvPr id="57" name="文字方塊 56">
              <a:extLst>
                <a:ext uri="{FF2B5EF4-FFF2-40B4-BE49-F238E27FC236}">
                  <a16:creationId xmlns:a16="http://schemas.microsoft.com/office/drawing/2014/main" id="{D438DD3F-F845-697B-1625-D700E3D4E435}"/>
                </a:ext>
              </a:extLst>
            </p:cNvPr>
            <p:cNvSpPr txBox="1"/>
            <p:nvPr/>
          </p:nvSpPr>
          <p:spPr>
            <a:xfrm>
              <a:off x="560366" y="1508589"/>
              <a:ext cx="52325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(a)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</p:grpSp>
      <p:grpSp>
        <p:nvGrpSpPr>
          <p:cNvPr id="6" name="群組 5">
            <a:extLst>
              <a:ext uri="{FF2B5EF4-FFF2-40B4-BE49-F238E27FC236}">
                <a16:creationId xmlns:a16="http://schemas.microsoft.com/office/drawing/2014/main" id="{9641D029-E403-E379-1D35-368A16CD4B6D}"/>
              </a:ext>
            </a:extLst>
          </p:cNvPr>
          <p:cNvGrpSpPr/>
          <p:nvPr/>
        </p:nvGrpSpPr>
        <p:grpSpPr>
          <a:xfrm>
            <a:off x="2989897" y="2081375"/>
            <a:ext cx="2513639" cy="457035"/>
            <a:chOff x="3059656" y="2416628"/>
            <a:chExt cx="2513639" cy="45703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字方塊 62">
                  <a:extLst>
                    <a:ext uri="{FF2B5EF4-FFF2-40B4-BE49-F238E27FC236}">
                      <a16:creationId xmlns:a16="http://schemas.microsoft.com/office/drawing/2014/main" id="{698A2579-10D8-EE02-54F9-DA91017F47B4}"/>
                    </a:ext>
                  </a:extLst>
                </p:cNvPr>
                <p:cNvSpPr txBox="1"/>
                <p:nvPr/>
              </p:nvSpPr>
              <p:spPr>
                <a:xfrm>
                  <a:off x="3059656" y="2434079"/>
                  <a:ext cx="35626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63" name="文字方塊 62">
                  <a:extLst>
                    <a:ext uri="{FF2B5EF4-FFF2-40B4-BE49-F238E27FC236}">
                      <a16:creationId xmlns:a16="http://schemas.microsoft.com/office/drawing/2014/main" id="{698A2579-10D8-EE02-54F9-DA91017F47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59656" y="2434079"/>
                  <a:ext cx="356268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" name="群組 4">
              <a:extLst>
                <a:ext uri="{FF2B5EF4-FFF2-40B4-BE49-F238E27FC236}">
                  <a16:creationId xmlns:a16="http://schemas.microsoft.com/office/drawing/2014/main" id="{EED3A7D5-251C-2EEA-21BE-EABDE7333CA9}"/>
                </a:ext>
              </a:extLst>
            </p:cNvPr>
            <p:cNvGrpSpPr/>
            <p:nvPr/>
          </p:nvGrpSpPr>
          <p:grpSpPr>
            <a:xfrm>
              <a:off x="3285404" y="2416628"/>
              <a:ext cx="2287891" cy="457035"/>
              <a:chOff x="3276716" y="2040214"/>
              <a:chExt cx="2287891" cy="457035"/>
            </a:xfrm>
          </p:grpSpPr>
          <p:sp>
            <p:nvSpPr>
              <p:cNvPr id="92" name="文字方塊 91">
                <a:extLst>
                  <a:ext uri="{FF2B5EF4-FFF2-40B4-BE49-F238E27FC236}">
                    <a16:creationId xmlns:a16="http://schemas.microsoft.com/office/drawing/2014/main" id="{AD976D36-1DDC-7797-5E82-308E55618EA2}"/>
                  </a:ext>
                </a:extLst>
              </p:cNvPr>
              <p:cNvSpPr txBox="1"/>
              <p:nvPr/>
            </p:nvSpPr>
            <p:spPr>
              <a:xfrm>
                <a:off x="3987573" y="2046643"/>
                <a:ext cx="45487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</a:p>
            </p:txBody>
          </p:sp>
          <p:sp>
            <p:nvSpPr>
              <p:cNvPr id="91" name="文字方塊 90">
                <a:extLst>
                  <a:ext uri="{FF2B5EF4-FFF2-40B4-BE49-F238E27FC236}">
                    <a16:creationId xmlns:a16="http://schemas.microsoft.com/office/drawing/2014/main" id="{7489E1B2-3318-F3D2-87B2-045B33B649AF}"/>
                  </a:ext>
                </a:extLst>
              </p:cNvPr>
              <p:cNvSpPr txBox="1"/>
              <p:nvPr/>
            </p:nvSpPr>
            <p:spPr>
              <a:xfrm>
                <a:off x="3276716" y="2077765"/>
                <a:ext cx="2744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</a:t>
                </a:r>
              </a:p>
            </p:txBody>
          </p:sp>
          <p:sp>
            <p:nvSpPr>
              <p:cNvPr id="93" name="文字方塊 92">
                <a:extLst>
                  <a:ext uri="{FF2B5EF4-FFF2-40B4-BE49-F238E27FC236}">
                    <a16:creationId xmlns:a16="http://schemas.microsoft.com/office/drawing/2014/main" id="{151BBB38-D5D6-B6AF-9FA8-F4AF37ED5F3C}"/>
                  </a:ext>
                </a:extLst>
              </p:cNvPr>
              <p:cNvSpPr txBox="1"/>
              <p:nvPr/>
            </p:nvSpPr>
            <p:spPr>
              <a:xfrm>
                <a:off x="3522670" y="2046878"/>
                <a:ext cx="43104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y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4" name="文字方塊 93">
                    <a:extLst>
                      <a:ext uri="{FF2B5EF4-FFF2-40B4-BE49-F238E27FC236}">
                        <a16:creationId xmlns:a16="http://schemas.microsoft.com/office/drawing/2014/main" id="{CF5E74CE-93F9-F4B1-BD85-2D285BEBFE77}"/>
                      </a:ext>
                    </a:extLst>
                  </p:cNvPr>
                  <p:cNvSpPr txBox="1"/>
                  <p:nvPr/>
                </p:nvSpPr>
                <p:spPr>
                  <a:xfrm>
                    <a:off x="3778484" y="2040214"/>
                    <a:ext cx="170373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94" name="文字方塊 93">
                    <a:extLst>
                      <a:ext uri="{FF2B5EF4-FFF2-40B4-BE49-F238E27FC236}">
                        <a16:creationId xmlns:a16="http://schemas.microsoft.com/office/drawing/2014/main" id="{CF5E74CE-93F9-F4B1-BD85-2D285BEBFE7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78484" y="2040214"/>
                    <a:ext cx="170373" cy="40011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r="-57143"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5" name="文字方塊 94">
                <a:extLst>
                  <a:ext uri="{FF2B5EF4-FFF2-40B4-BE49-F238E27FC236}">
                    <a16:creationId xmlns:a16="http://schemas.microsoft.com/office/drawing/2014/main" id="{C7A3CED0-05E7-819E-3AB6-18871AEDCA51}"/>
                  </a:ext>
                </a:extLst>
              </p:cNvPr>
              <p:cNvSpPr txBox="1"/>
              <p:nvPr/>
            </p:nvSpPr>
            <p:spPr>
              <a:xfrm>
                <a:off x="4978843" y="2046643"/>
                <a:ext cx="56031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13</a:t>
                </a:r>
              </a:p>
            </p:txBody>
          </p:sp>
          <p:sp>
            <p:nvSpPr>
              <p:cNvPr id="96" name="文字方塊 95">
                <a:extLst>
                  <a:ext uri="{FF2B5EF4-FFF2-40B4-BE49-F238E27FC236}">
                    <a16:creationId xmlns:a16="http://schemas.microsoft.com/office/drawing/2014/main" id="{2BC9D734-A392-CD1E-8173-82B6601925DD}"/>
                  </a:ext>
                </a:extLst>
              </p:cNvPr>
              <p:cNvSpPr txBox="1"/>
              <p:nvPr/>
            </p:nvSpPr>
            <p:spPr>
              <a:xfrm>
                <a:off x="4477563" y="2046643"/>
                <a:ext cx="43104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y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7" name="文字方塊 96">
                    <a:extLst>
                      <a:ext uri="{FF2B5EF4-FFF2-40B4-BE49-F238E27FC236}">
                        <a16:creationId xmlns:a16="http://schemas.microsoft.com/office/drawing/2014/main" id="{D511B98A-B65C-A72F-02BF-0E612467B593}"/>
                      </a:ext>
                    </a:extLst>
                  </p:cNvPr>
                  <p:cNvSpPr txBox="1"/>
                  <p:nvPr/>
                </p:nvSpPr>
                <p:spPr>
                  <a:xfrm>
                    <a:off x="4733381" y="2062555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97" name="文字方塊 96">
                    <a:extLst>
                      <a:ext uri="{FF2B5EF4-FFF2-40B4-BE49-F238E27FC236}">
                        <a16:creationId xmlns:a16="http://schemas.microsoft.com/office/drawing/2014/main" id="{D511B98A-B65C-A72F-02BF-0E612467B59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33381" y="2062555"/>
                    <a:ext cx="295688" cy="40011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8" name="文字方塊 97">
                <a:extLst>
                  <a:ext uri="{FF2B5EF4-FFF2-40B4-BE49-F238E27FC236}">
                    <a16:creationId xmlns:a16="http://schemas.microsoft.com/office/drawing/2014/main" id="{C4724AB0-50A5-83E6-968E-38907045EE69}"/>
                  </a:ext>
                </a:extLst>
              </p:cNvPr>
              <p:cNvSpPr txBox="1"/>
              <p:nvPr/>
            </p:nvSpPr>
            <p:spPr>
              <a:xfrm>
                <a:off x="4343513" y="2077767"/>
                <a:ext cx="2744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</a:t>
                </a:r>
              </a:p>
            </p:txBody>
          </p:sp>
          <p:sp>
            <p:nvSpPr>
              <p:cNvPr id="99" name="文字方塊 98">
                <a:extLst>
                  <a:ext uri="{FF2B5EF4-FFF2-40B4-BE49-F238E27FC236}">
                    <a16:creationId xmlns:a16="http://schemas.microsoft.com/office/drawing/2014/main" id="{DBD0F7CA-3745-E6AD-D2D9-EA94C3278A15}"/>
                  </a:ext>
                </a:extLst>
              </p:cNvPr>
              <p:cNvSpPr txBox="1"/>
              <p:nvPr/>
            </p:nvSpPr>
            <p:spPr>
              <a:xfrm>
                <a:off x="4169816" y="2080101"/>
                <a:ext cx="2744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)</a:t>
                </a:r>
              </a:p>
            </p:txBody>
          </p:sp>
          <p:sp>
            <p:nvSpPr>
              <p:cNvPr id="100" name="文字方塊 99">
                <a:extLst>
                  <a:ext uri="{FF2B5EF4-FFF2-40B4-BE49-F238E27FC236}">
                    <a16:creationId xmlns:a16="http://schemas.microsoft.com/office/drawing/2014/main" id="{F36B2427-3614-8EDC-D04D-5B071F1F5957}"/>
                  </a:ext>
                </a:extLst>
              </p:cNvPr>
              <p:cNvSpPr txBox="1"/>
              <p:nvPr/>
            </p:nvSpPr>
            <p:spPr>
              <a:xfrm>
                <a:off x="5290173" y="2097139"/>
                <a:ext cx="2744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)</a:t>
                </a:r>
              </a:p>
            </p:txBody>
          </p:sp>
        </p:grpSp>
      </p:grpSp>
      <p:grpSp>
        <p:nvGrpSpPr>
          <p:cNvPr id="4" name="群組 3">
            <a:extLst>
              <a:ext uri="{FF2B5EF4-FFF2-40B4-BE49-F238E27FC236}">
                <a16:creationId xmlns:a16="http://schemas.microsoft.com/office/drawing/2014/main" id="{C66F6F4D-F1A8-D91E-F128-2F8CD13D09CA}"/>
              </a:ext>
            </a:extLst>
          </p:cNvPr>
          <p:cNvGrpSpPr/>
          <p:nvPr/>
        </p:nvGrpSpPr>
        <p:grpSpPr>
          <a:xfrm>
            <a:off x="500032" y="2049435"/>
            <a:ext cx="2769088" cy="738625"/>
            <a:chOff x="500032" y="2049435"/>
            <a:chExt cx="2769088" cy="738625"/>
          </a:xfrm>
        </p:grpSpPr>
        <p:grpSp>
          <p:nvGrpSpPr>
            <p:cNvPr id="2" name="群組 1">
              <a:extLst>
                <a:ext uri="{FF2B5EF4-FFF2-40B4-BE49-F238E27FC236}">
                  <a16:creationId xmlns:a16="http://schemas.microsoft.com/office/drawing/2014/main" id="{8140892C-BA4C-9A0C-9BE5-CAC088609652}"/>
                </a:ext>
              </a:extLst>
            </p:cNvPr>
            <p:cNvGrpSpPr/>
            <p:nvPr/>
          </p:nvGrpSpPr>
          <p:grpSpPr>
            <a:xfrm>
              <a:off x="1110440" y="2049435"/>
              <a:ext cx="2158680" cy="738625"/>
              <a:chOff x="1110440" y="2049435"/>
              <a:chExt cx="2158680" cy="73862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文字方塊 59">
                    <a:extLst>
                      <a:ext uri="{FF2B5EF4-FFF2-40B4-BE49-F238E27FC236}">
                        <a16:creationId xmlns:a16="http://schemas.microsoft.com/office/drawing/2014/main" id="{5D493A4C-11C9-A832-531C-69B65398D1B0}"/>
                      </a:ext>
                    </a:extLst>
                  </p:cNvPr>
                  <p:cNvSpPr txBox="1"/>
                  <p:nvPr/>
                </p:nvSpPr>
                <p:spPr>
                  <a:xfrm>
                    <a:off x="1502074" y="2067849"/>
                    <a:ext cx="35626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60" name="文字方塊 59">
                    <a:extLst>
                      <a:ext uri="{FF2B5EF4-FFF2-40B4-BE49-F238E27FC236}">
                        <a16:creationId xmlns:a16="http://schemas.microsoft.com/office/drawing/2014/main" id="{5D493A4C-11C9-A832-531C-69B65398D1B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02074" y="2067849"/>
                    <a:ext cx="356268" cy="40011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8" name="文字方塊 67">
                    <a:extLst>
                      <a:ext uri="{FF2B5EF4-FFF2-40B4-BE49-F238E27FC236}">
                        <a16:creationId xmlns:a16="http://schemas.microsoft.com/office/drawing/2014/main" id="{2EB942F3-DDC6-1364-E6BD-A2692E91A72B}"/>
                      </a:ext>
                    </a:extLst>
                  </p:cNvPr>
                  <p:cNvSpPr txBox="1"/>
                  <p:nvPr/>
                </p:nvSpPr>
                <p:spPr>
                  <a:xfrm>
                    <a:off x="2269640" y="2086291"/>
                    <a:ext cx="35626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68" name="文字方塊 67">
                    <a:extLst>
                      <a:ext uri="{FF2B5EF4-FFF2-40B4-BE49-F238E27FC236}">
                        <a16:creationId xmlns:a16="http://schemas.microsoft.com/office/drawing/2014/main" id="{2EB942F3-DDC6-1364-E6BD-A2692E91A72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69640" y="2086291"/>
                    <a:ext cx="356268" cy="400110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6954A7EB-576A-0373-4A17-97DCB7A3C224}"/>
                  </a:ext>
                </a:extLst>
              </p:cNvPr>
              <p:cNvSpPr txBox="1"/>
              <p:nvPr/>
            </p:nvSpPr>
            <p:spPr>
              <a:xfrm>
                <a:off x="1110440" y="2080174"/>
                <a:ext cx="38665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y</a:t>
                </a:r>
                <a:endParaRPr lang="en-HK" altLang="zh-HK" sz="2000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  <a:p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70E381A2-D915-5D40-6ECA-29A4B04F3753}"/>
                  </a:ext>
                </a:extLst>
              </p:cNvPr>
              <p:cNvSpPr txBox="1"/>
              <p:nvPr/>
            </p:nvSpPr>
            <p:spPr>
              <a:xfrm>
                <a:off x="1357708" y="2049435"/>
                <a:ext cx="43109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12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endParaRPr lang="en-HK" sz="12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  <p:sp>
            <p:nvSpPr>
              <p:cNvPr id="73" name="文字方塊 72">
                <a:extLst>
                  <a:ext uri="{FF2B5EF4-FFF2-40B4-BE49-F238E27FC236}">
                    <a16:creationId xmlns:a16="http://schemas.microsoft.com/office/drawing/2014/main" id="{D64AC55A-202F-E96D-1F7B-C33EFE341EAD}"/>
                  </a:ext>
                </a:extLst>
              </p:cNvPr>
              <p:cNvSpPr txBox="1"/>
              <p:nvPr/>
            </p:nvSpPr>
            <p:spPr>
              <a:xfrm>
                <a:off x="1788419" y="2086339"/>
                <a:ext cx="82285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11</a:t>
                </a:r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y</a:t>
                </a:r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  <p:sp>
            <p:nvSpPr>
              <p:cNvPr id="74" name="文字方塊 73">
                <a:extLst>
                  <a:ext uri="{FF2B5EF4-FFF2-40B4-BE49-F238E27FC236}">
                    <a16:creationId xmlns:a16="http://schemas.microsoft.com/office/drawing/2014/main" id="{12D8B5BF-EDF2-D205-3005-49E8ADF00EA4}"/>
                  </a:ext>
                </a:extLst>
              </p:cNvPr>
              <p:cNvSpPr txBox="1"/>
              <p:nvPr/>
            </p:nvSpPr>
            <p:spPr>
              <a:xfrm>
                <a:off x="2617960" y="2068890"/>
                <a:ext cx="65116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26</a:t>
                </a:r>
              </a:p>
            </p:txBody>
          </p:sp>
        </p:grpSp>
        <p:sp>
          <p:nvSpPr>
            <p:cNvPr id="101" name="文字方塊 100">
              <a:extLst>
                <a:ext uri="{FF2B5EF4-FFF2-40B4-BE49-F238E27FC236}">
                  <a16:creationId xmlns:a16="http://schemas.microsoft.com/office/drawing/2014/main" id="{70D9DA7F-CF98-85D0-6B4B-15480DF9DAA7}"/>
                </a:ext>
              </a:extLst>
            </p:cNvPr>
            <p:cNvSpPr txBox="1"/>
            <p:nvPr/>
          </p:nvSpPr>
          <p:spPr>
            <a:xfrm>
              <a:off x="500032" y="2103325"/>
              <a:ext cx="52325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(b)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508347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6F1B65A8-2A59-2BBB-F31E-84DA19FAEE9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00045"/>
          </a:xfrm>
          <a:prstGeom prst="rect">
            <a:avLst/>
          </a:prstGeom>
        </p:spPr>
      </p:pic>
      <p:grpSp>
        <p:nvGrpSpPr>
          <p:cNvPr id="7" name="群組 6">
            <a:extLst>
              <a:ext uri="{FF2B5EF4-FFF2-40B4-BE49-F238E27FC236}">
                <a16:creationId xmlns:a16="http://schemas.microsoft.com/office/drawing/2014/main" id="{7264B838-F59B-4D75-5F0F-666B73407776}"/>
              </a:ext>
            </a:extLst>
          </p:cNvPr>
          <p:cNvGrpSpPr/>
          <p:nvPr/>
        </p:nvGrpSpPr>
        <p:grpSpPr>
          <a:xfrm>
            <a:off x="3058594" y="1113029"/>
            <a:ext cx="1966888" cy="1017936"/>
            <a:chOff x="8600755" y="3064056"/>
            <a:chExt cx="1966888" cy="1017936"/>
          </a:xfrm>
        </p:grpSpPr>
        <p:grpSp>
          <p:nvGrpSpPr>
            <p:cNvPr id="8" name="群組 7">
              <a:extLst>
                <a:ext uri="{FF2B5EF4-FFF2-40B4-BE49-F238E27FC236}">
                  <a16:creationId xmlns:a16="http://schemas.microsoft.com/office/drawing/2014/main" id="{D6801D8C-42AE-2818-DAA5-D1D8307E9D11}"/>
                </a:ext>
              </a:extLst>
            </p:cNvPr>
            <p:cNvGrpSpPr/>
            <p:nvPr/>
          </p:nvGrpSpPr>
          <p:grpSpPr>
            <a:xfrm>
              <a:off x="8600755" y="3064056"/>
              <a:ext cx="1061760" cy="1015663"/>
              <a:chOff x="7518016" y="2798531"/>
              <a:chExt cx="1061760" cy="1015663"/>
            </a:xfrm>
          </p:grpSpPr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BE9C5BF4-0795-A11B-2FCB-CDB11F942926}"/>
                  </a:ext>
                </a:extLst>
              </p:cNvPr>
              <p:cNvSpPr txBox="1"/>
              <p:nvPr/>
            </p:nvSpPr>
            <p:spPr>
              <a:xfrm>
                <a:off x="8305342" y="2843869"/>
                <a:ext cx="2744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)</a:t>
                </a:r>
              </a:p>
            </p:txBody>
          </p:sp>
          <p:grpSp>
            <p:nvGrpSpPr>
              <p:cNvPr id="17" name="群組 16">
                <a:extLst>
                  <a:ext uri="{FF2B5EF4-FFF2-40B4-BE49-F238E27FC236}">
                    <a16:creationId xmlns:a16="http://schemas.microsoft.com/office/drawing/2014/main" id="{55FB033B-4336-4B25-5748-B9E70BDFE4AB}"/>
                  </a:ext>
                </a:extLst>
              </p:cNvPr>
              <p:cNvGrpSpPr/>
              <p:nvPr/>
            </p:nvGrpSpPr>
            <p:grpSpPr>
              <a:xfrm>
                <a:off x="7518016" y="2798531"/>
                <a:ext cx="1055237" cy="1015663"/>
                <a:chOff x="7472860" y="2321477"/>
                <a:chExt cx="1055237" cy="1015663"/>
              </a:xfrm>
            </p:grpSpPr>
            <p:sp>
              <p:nvSpPr>
                <p:cNvPr id="18" name="文字方塊 17">
                  <a:extLst>
                    <a:ext uri="{FF2B5EF4-FFF2-40B4-BE49-F238E27FC236}">
                      <a16:creationId xmlns:a16="http://schemas.microsoft.com/office/drawing/2014/main" id="{0CFD9B86-BD96-D432-75F9-7DD1AC805B66}"/>
                    </a:ext>
                  </a:extLst>
                </p:cNvPr>
                <p:cNvSpPr txBox="1"/>
                <p:nvPr/>
              </p:nvSpPr>
              <p:spPr>
                <a:xfrm>
                  <a:off x="7472860" y="2364376"/>
                  <a:ext cx="27443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(</a:t>
                  </a:r>
                </a:p>
              </p:txBody>
            </p:sp>
            <p:sp>
              <p:nvSpPr>
                <p:cNvPr id="19" name="文字方塊 18">
                  <a:extLst>
                    <a:ext uri="{FF2B5EF4-FFF2-40B4-BE49-F238E27FC236}">
                      <a16:creationId xmlns:a16="http://schemas.microsoft.com/office/drawing/2014/main" id="{2CA4E144-B571-5BF4-98E2-9862D9AE7709}"/>
                    </a:ext>
                  </a:extLst>
                </p:cNvPr>
                <p:cNvSpPr txBox="1"/>
                <p:nvPr/>
              </p:nvSpPr>
              <p:spPr>
                <a:xfrm>
                  <a:off x="7970730" y="2321477"/>
                  <a:ext cx="557367" cy="10156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altLang="zh-HK" sz="20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5y</a:t>
                  </a:r>
                  <a:endParaRPr lang="en-HK" altLang="zh-HK" sz="2000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  <a:p>
                  <a:endParaRPr lang="en-HK" altLang="zh-HK" sz="2000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endParaRPr>
                </a:p>
                <a:p>
                  <a:endPara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endParaRPr>
                </a:p>
              </p:txBody>
            </p:sp>
            <p:sp>
              <p:nvSpPr>
                <p:cNvPr id="20" name="文字方塊 19">
                  <a:extLst>
                    <a:ext uri="{FF2B5EF4-FFF2-40B4-BE49-F238E27FC236}">
                      <a16:creationId xmlns:a16="http://schemas.microsoft.com/office/drawing/2014/main" id="{96A64DA0-CCF6-DFB8-0079-55661DDB2ACD}"/>
                    </a:ext>
                  </a:extLst>
                </p:cNvPr>
                <p:cNvSpPr txBox="1"/>
                <p:nvPr/>
              </p:nvSpPr>
              <p:spPr>
                <a:xfrm>
                  <a:off x="7568502" y="2333489"/>
                  <a:ext cx="431043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altLang="zh-HK" sz="2000" b="1" dirty="0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rPr>
                    <a:t>x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" name="文字方塊 20">
                      <a:extLst>
                        <a:ext uri="{FF2B5EF4-FFF2-40B4-BE49-F238E27FC236}">
                          <a16:creationId xmlns:a16="http://schemas.microsoft.com/office/drawing/2014/main" id="{259FBD94-9D32-C03F-848B-12484FBBF4B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799262" y="2326825"/>
                      <a:ext cx="295688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000" b="1" i="1" smtClean="0">
                                <a:ln>
                                  <a:solidFill>
                                    <a:schemeClr val="tx1"/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oMath>
                        </m:oMathPara>
                      </a14:m>
                      <a:endParaRPr lang="en-HK" sz="20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21" name="文字方塊 20">
                      <a:extLst>
                        <a:ext uri="{FF2B5EF4-FFF2-40B4-BE49-F238E27FC236}">
                          <a16:creationId xmlns:a16="http://schemas.microsoft.com/office/drawing/2014/main" id="{259FBD94-9D32-C03F-848B-12484FBBF4B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799262" y="2326825"/>
                      <a:ext cx="295688" cy="400110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HK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9" name="群組 8">
              <a:extLst>
                <a:ext uri="{FF2B5EF4-FFF2-40B4-BE49-F238E27FC236}">
                  <a16:creationId xmlns:a16="http://schemas.microsoft.com/office/drawing/2014/main" id="{CC0B9991-A127-7074-7DDC-AA43ED406AE5}"/>
                </a:ext>
              </a:extLst>
            </p:cNvPr>
            <p:cNvGrpSpPr/>
            <p:nvPr/>
          </p:nvGrpSpPr>
          <p:grpSpPr>
            <a:xfrm>
              <a:off x="9515279" y="3066329"/>
              <a:ext cx="1052364" cy="1015663"/>
              <a:chOff x="7223647" y="2778463"/>
              <a:chExt cx="1052364" cy="1015663"/>
            </a:xfrm>
          </p:grpSpPr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5A2F7BFB-BC78-F638-2FE2-84B25B6E942D}"/>
                  </a:ext>
                </a:extLst>
              </p:cNvPr>
              <p:cNvSpPr txBox="1"/>
              <p:nvPr/>
            </p:nvSpPr>
            <p:spPr>
              <a:xfrm>
                <a:off x="8001577" y="2828209"/>
                <a:ext cx="2744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)</a:t>
                </a:r>
              </a:p>
            </p:txBody>
          </p:sp>
          <p:grpSp>
            <p:nvGrpSpPr>
              <p:cNvPr id="11" name="群組 10">
                <a:extLst>
                  <a:ext uri="{FF2B5EF4-FFF2-40B4-BE49-F238E27FC236}">
                    <a16:creationId xmlns:a16="http://schemas.microsoft.com/office/drawing/2014/main" id="{ECC6512C-1B6E-9B2F-44B9-D75B50E5E4CD}"/>
                  </a:ext>
                </a:extLst>
              </p:cNvPr>
              <p:cNvGrpSpPr/>
              <p:nvPr/>
            </p:nvGrpSpPr>
            <p:grpSpPr>
              <a:xfrm>
                <a:off x="7223647" y="2778463"/>
                <a:ext cx="1052364" cy="1015663"/>
                <a:chOff x="7178491" y="2301409"/>
                <a:chExt cx="1052364" cy="1015663"/>
              </a:xfrm>
            </p:grpSpPr>
            <p:sp>
              <p:nvSpPr>
                <p:cNvPr id="12" name="文字方塊 11">
                  <a:extLst>
                    <a:ext uri="{FF2B5EF4-FFF2-40B4-BE49-F238E27FC236}">
                      <a16:creationId xmlns:a16="http://schemas.microsoft.com/office/drawing/2014/main" id="{5E83462F-A063-9AEE-8F74-2E281B627611}"/>
                    </a:ext>
                  </a:extLst>
                </p:cNvPr>
                <p:cNvSpPr txBox="1"/>
                <p:nvPr/>
              </p:nvSpPr>
              <p:spPr>
                <a:xfrm>
                  <a:off x="7178491" y="2339322"/>
                  <a:ext cx="27443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(</a:t>
                  </a:r>
                </a:p>
              </p:txBody>
            </p:sp>
            <p:sp>
              <p:nvSpPr>
                <p:cNvPr id="13" name="文字方塊 12">
                  <a:extLst>
                    <a:ext uri="{FF2B5EF4-FFF2-40B4-BE49-F238E27FC236}">
                      <a16:creationId xmlns:a16="http://schemas.microsoft.com/office/drawing/2014/main" id="{0F1930BD-77AB-611E-F44B-9B34E7D0AFDF}"/>
                    </a:ext>
                  </a:extLst>
                </p:cNvPr>
                <p:cNvSpPr txBox="1"/>
                <p:nvPr/>
              </p:nvSpPr>
              <p:spPr>
                <a:xfrm>
                  <a:off x="7661745" y="2301409"/>
                  <a:ext cx="569110" cy="10156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altLang="zh-HK" sz="20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7y</a:t>
                  </a:r>
                  <a:endParaRPr lang="en-HK" altLang="zh-HK" sz="2000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  <a:p>
                  <a:endParaRPr lang="en-HK" altLang="zh-HK" sz="2000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endParaRPr>
                </a:p>
                <a:p>
                  <a:endPara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endParaRPr>
                </a:p>
              </p:txBody>
            </p:sp>
            <p:sp>
              <p:nvSpPr>
                <p:cNvPr id="14" name="文字方塊 13">
                  <a:extLst>
                    <a:ext uri="{FF2B5EF4-FFF2-40B4-BE49-F238E27FC236}">
                      <a16:creationId xmlns:a16="http://schemas.microsoft.com/office/drawing/2014/main" id="{77E83D3B-1504-0FD5-9D8D-F7DAEA38575A}"/>
                    </a:ext>
                  </a:extLst>
                </p:cNvPr>
                <p:cNvSpPr txBox="1"/>
                <p:nvPr/>
              </p:nvSpPr>
              <p:spPr>
                <a:xfrm>
                  <a:off x="7267438" y="2320012"/>
                  <a:ext cx="431043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altLang="zh-HK" sz="2000" b="1" dirty="0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rPr>
                    <a:t>x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" name="文字方塊 14">
                      <a:extLst>
                        <a:ext uri="{FF2B5EF4-FFF2-40B4-BE49-F238E27FC236}">
                          <a16:creationId xmlns:a16="http://schemas.microsoft.com/office/drawing/2014/main" id="{D55074A8-6CF9-F909-632E-7B9DB698AF1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489235" y="2326825"/>
                      <a:ext cx="295688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000" b="1" i="1" smtClean="0">
                                <a:ln>
                                  <a:solidFill>
                                    <a:schemeClr val="tx1"/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oMath>
                        </m:oMathPara>
                      </a14:m>
                      <a:endParaRPr lang="en-HK" sz="20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15" name="文字方塊 14">
                      <a:extLst>
                        <a:ext uri="{FF2B5EF4-FFF2-40B4-BE49-F238E27FC236}">
                          <a16:creationId xmlns:a16="http://schemas.microsoft.com/office/drawing/2014/main" id="{D55074A8-6CF9-F909-632E-7B9DB698AF1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489235" y="2326825"/>
                      <a:ext cx="295688" cy="400110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HK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</p:grpSp>
      <p:grpSp>
        <p:nvGrpSpPr>
          <p:cNvPr id="117" name="群組 116">
            <a:extLst>
              <a:ext uri="{FF2B5EF4-FFF2-40B4-BE49-F238E27FC236}">
                <a16:creationId xmlns:a16="http://schemas.microsoft.com/office/drawing/2014/main" id="{0EFDDA23-8041-280A-8CDD-8F96E6E6E7C8}"/>
              </a:ext>
            </a:extLst>
          </p:cNvPr>
          <p:cNvGrpSpPr/>
          <p:nvPr/>
        </p:nvGrpSpPr>
        <p:grpSpPr>
          <a:xfrm>
            <a:off x="861075" y="1046714"/>
            <a:ext cx="2294471" cy="1096585"/>
            <a:chOff x="861075" y="1046714"/>
            <a:chExt cx="2294471" cy="1096585"/>
          </a:xfrm>
        </p:grpSpPr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4C02905F-028C-AED9-2E5E-39CB5CEC039B}"/>
                </a:ext>
              </a:extLst>
            </p:cNvPr>
            <p:cNvGrpSpPr/>
            <p:nvPr/>
          </p:nvGrpSpPr>
          <p:grpSpPr>
            <a:xfrm>
              <a:off x="1339984" y="1046714"/>
              <a:ext cx="1815562" cy="1096585"/>
              <a:chOff x="4689706" y="3248433"/>
              <a:chExt cx="1815562" cy="109658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文字方塊 21">
                    <a:extLst>
                      <a:ext uri="{FF2B5EF4-FFF2-40B4-BE49-F238E27FC236}">
                        <a16:creationId xmlns:a16="http://schemas.microsoft.com/office/drawing/2014/main" id="{6607839D-EB8F-1D82-75CA-E87C3F22E20A}"/>
                      </a:ext>
                    </a:extLst>
                  </p:cNvPr>
                  <p:cNvSpPr txBox="1"/>
                  <p:nvPr/>
                </p:nvSpPr>
                <p:spPr>
                  <a:xfrm>
                    <a:off x="5605634" y="3330246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22" name="文字方塊 21">
                    <a:extLst>
                      <a:ext uri="{FF2B5EF4-FFF2-40B4-BE49-F238E27FC236}">
                        <a16:creationId xmlns:a16="http://schemas.microsoft.com/office/drawing/2014/main" id="{6607839D-EB8F-1D82-75CA-E87C3F22E20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05634" y="3330246"/>
                    <a:ext cx="295688" cy="40011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文字方塊 22">
                    <a:extLst>
                      <a:ext uri="{FF2B5EF4-FFF2-40B4-BE49-F238E27FC236}">
                        <a16:creationId xmlns:a16="http://schemas.microsoft.com/office/drawing/2014/main" id="{8D249309-2F65-BD04-7693-8954BE3E8E59}"/>
                      </a:ext>
                    </a:extLst>
                  </p:cNvPr>
                  <p:cNvSpPr txBox="1"/>
                  <p:nvPr/>
                </p:nvSpPr>
                <p:spPr>
                  <a:xfrm>
                    <a:off x="4934269" y="3329457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23" name="文字方塊 22">
                    <a:extLst>
                      <a:ext uri="{FF2B5EF4-FFF2-40B4-BE49-F238E27FC236}">
                        <a16:creationId xmlns:a16="http://schemas.microsoft.com/office/drawing/2014/main" id="{8D249309-2F65-BD04-7693-8954BE3E8E5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34269" y="3329457"/>
                    <a:ext cx="295688" cy="40011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文字方塊 23">
                    <a:extLst>
                      <a:ext uri="{FF2B5EF4-FFF2-40B4-BE49-F238E27FC236}">
                        <a16:creationId xmlns:a16="http://schemas.microsoft.com/office/drawing/2014/main" id="{7F1E3A9F-AAF6-07BD-DCA0-62A2C4259346}"/>
                      </a:ext>
                    </a:extLst>
                  </p:cNvPr>
                  <p:cNvSpPr txBox="1"/>
                  <p:nvPr/>
                </p:nvSpPr>
                <p:spPr>
                  <a:xfrm>
                    <a:off x="6209580" y="3357038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24" name="文字方塊 23">
                    <a:extLst>
                      <a:ext uri="{FF2B5EF4-FFF2-40B4-BE49-F238E27FC236}">
                        <a16:creationId xmlns:a16="http://schemas.microsoft.com/office/drawing/2014/main" id="{7F1E3A9F-AAF6-07BD-DCA0-62A2C425934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09580" y="3357038"/>
                    <a:ext cx="295688" cy="40011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5129683B-CD7F-72B4-4AB9-E1341D98EAB4}"/>
                  </a:ext>
                </a:extLst>
              </p:cNvPr>
              <p:cNvSpPr txBox="1"/>
              <p:nvPr/>
            </p:nvSpPr>
            <p:spPr>
              <a:xfrm>
                <a:off x="4689706" y="3338997"/>
                <a:ext cx="32090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x</a:t>
                </a:r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F504FA90-26F1-16B4-B7F0-22587CA40C6E}"/>
                  </a:ext>
                </a:extLst>
              </p:cNvPr>
              <p:cNvSpPr txBox="1"/>
              <p:nvPr/>
            </p:nvSpPr>
            <p:spPr>
              <a:xfrm>
                <a:off x="4880493" y="3248433"/>
                <a:ext cx="3577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12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endParaRPr lang="en-HK" sz="12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51323AE3-3F18-D292-9EB9-200ADD94CD32}"/>
                  </a:ext>
                </a:extLst>
              </p:cNvPr>
              <p:cNvSpPr txBox="1"/>
              <p:nvPr/>
            </p:nvSpPr>
            <p:spPr>
              <a:xfrm>
                <a:off x="5101748" y="3329620"/>
                <a:ext cx="73304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2xy</a:t>
                </a:r>
                <a:endParaRPr lang="en-HK" altLang="zh-HK" sz="2000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  <a:p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28496407-2362-5E61-DFFC-525068A3CD3C}"/>
                  </a:ext>
                </a:extLst>
              </p:cNvPr>
              <p:cNvSpPr txBox="1"/>
              <p:nvPr/>
            </p:nvSpPr>
            <p:spPr>
              <a:xfrm>
                <a:off x="5772161" y="3329355"/>
                <a:ext cx="676374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35y</a:t>
                </a:r>
                <a:endParaRPr lang="en-HK" altLang="zh-HK" sz="2000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  <a:p>
                <a:endParaRPr lang="en-HK" altLang="zh-HK" sz="2000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  <a:p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p:grpSp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AA000DD0-39B7-8AC3-6430-9FAB4BB4AD5E}"/>
                </a:ext>
              </a:extLst>
            </p:cNvPr>
            <p:cNvSpPr txBox="1"/>
            <p:nvPr/>
          </p:nvSpPr>
          <p:spPr>
            <a:xfrm>
              <a:off x="861075" y="1140374"/>
              <a:ext cx="52325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(a)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</p:grp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49351D66-0201-4621-E78E-1D1D0595AD3C}"/>
              </a:ext>
            </a:extLst>
          </p:cNvPr>
          <p:cNvSpPr txBox="1"/>
          <p:nvPr/>
        </p:nvSpPr>
        <p:spPr>
          <a:xfrm>
            <a:off x="2891944" y="1076982"/>
            <a:ext cx="3577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2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endParaRPr lang="en-HK" sz="1200" b="1" dirty="0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grpSp>
        <p:nvGrpSpPr>
          <p:cNvPr id="96" name="群組 95">
            <a:extLst>
              <a:ext uri="{FF2B5EF4-FFF2-40B4-BE49-F238E27FC236}">
                <a16:creationId xmlns:a16="http://schemas.microsoft.com/office/drawing/2014/main" id="{4D3C9BCF-58F4-2C41-BFBF-DB371AC15D1E}"/>
              </a:ext>
            </a:extLst>
          </p:cNvPr>
          <p:cNvGrpSpPr/>
          <p:nvPr/>
        </p:nvGrpSpPr>
        <p:grpSpPr>
          <a:xfrm>
            <a:off x="877459" y="1969774"/>
            <a:ext cx="3762483" cy="1108876"/>
            <a:chOff x="1228279" y="1828583"/>
            <a:chExt cx="3762483" cy="1108876"/>
          </a:xfrm>
        </p:grpSpPr>
        <p:grpSp>
          <p:nvGrpSpPr>
            <p:cNvPr id="33" name="群組 32">
              <a:extLst>
                <a:ext uri="{FF2B5EF4-FFF2-40B4-BE49-F238E27FC236}">
                  <a16:creationId xmlns:a16="http://schemas.microsoft.com/office/drawing/2014/main" id="{08B92E00-0F92-407D-86D3-458CCC52A60E}"/>
                </a:ext>
              </a:extLst>
            </p:cNvPr>
            <p:cNvGrpSpPr/>
            <p:nvPr/>
          </p:nvGrpSpPr>
          <p:grpSpPr>
            <a:xfrm>
              <a:off x="3328166" y="1921796"/>
              <a:ext cx="1662596" cy="1015663"/>
              <a:chOff x="7840838" y="3283712"/>
              <a:chExt cx="1379888" cy="101566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文字方塊 45">
                    <a:extLst>
                      <a:ext uri="{FF2B5EF4-FFF2-40B4-BE49-F238E27FC236}">
                        <a16:creationId xmlns:a16="http://schemas.microsoft.com/office/drawing/2014/main" id="{4903EC48-C22E-5862-0179-8F3792167A14}"/>
                      </a:ext>
                    </a:extLst>
                  </p:cNvPr>
                  <p:cNvSpPr txBox="1"/>
                  <p:nvPr/>
                </p:nvSpPr>
                <p:spPr>
                  <a:xfrm>
                    <a:off x="7840838" y="3305632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46" name="文字方塊 45">
                    <a:extLst>
                      <a:ext uri="{FF2B5EF4-FFF2-40B4-BE49-F238E27FC236}">
                        <a16:creationId xmlns:a16="http://schemas.microsoft.com/office/drawing/2014/main" id="{4903EC48-C22E-5862-0179-8F3792167A1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40838" y="3305632"/>
                    <a:ext cx="295688" cy="40011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AF89BD20-377C-EDD3-2638-6B32D7F10A6A}"/>
                  </a:ext>
                </a:extLst>
              </p:cNvPr>
              <p:cNvSpPr txBox="1"/>
              <p:nvPr/>
            </p:nvSpPr>
            <p:spPr>
              <a:xfrm>
                <a:off x="8054857" y="3303849"/>
                <a:ext cx="46259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7</a:t>
                </a:r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x</a:t>
                </a:r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37315656-9E9F-C31F-02E7-99F4E89D7F28}"/>
                  </a:ext>
                </a:extLst>
              </p:cNvPr>
              <p:cNvSpPr txBox="1"/>
              <p:nvPr/>
            </p:nvSpPr>
            <p:spPr>
              <a:xfrm>
                <a:off x="8560710" y="3283712"/>
                <a:ext cx="66001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49</a:t>
                </a:r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y</a:t>
                </a:r>
                <a:endParaRPr lang="en-HK" altLang="zh-HK" sz="2000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  <a:p>
                <a:endParaRPr lang="en-HK" altLang="zh-HK" sz="2000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  <a:p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文字方塊 70">
                  <a:extLst>
                    <a:ext uri="{FF2B5EF4-FFF2-40B4-BE49-F238E27FC236}">
                      <a16:creationId xmlns:a16="http://schemas.microsoft.com/office/drawing/2014/main" id="{B22D36A3-8927-9AE1-0C8D-58DE62C6E317}"/>
                    </a:ext>
                  </a:extLst>
                </p:cNvPr>
                <p:cNvSpPr txBox="1"/>
                <p:nvPr/>
              </p:nvSpPr>
              <p:spPr>
                <a:xfrm>
                  <a:off x="2660395" y="1910396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71" name="文字方塊 70">
                  <a:extLst>
                    <a:ext uri="{FF2B5EF4-FFF2-40B4-BE49-F238E27FC236}">
                      <a16:creationId xmlns:a16="http://schemas.microsoft.com/office/drawing/2014/main" id="{B22D36A3-8927-9AE1-0C8D-58DE62C6E3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60395" y="1910396"/>
                  <a:ext cx="295688" cy="4001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字方塊 71">
                  <a:extLst>
                    <a:ext uri="{FF2B5EF4-FFF2-40B4-BE49-F238E27FC236}">
                      <a16:creationId xmlns:a16="http://schemas.microsoft.com/office/drawing/2014/main" id="{B7ABC9FB-65B8-7DCD-7C6C-B59E0DE411B6}"/>
                    </a:ext>
                  </a:extLst>
                </p:cNvPr>
                <p:cNvSpPr txBox="1"/>
                <p:nvPr/>
              </p:nvSpPr>
              <p:spPr>
                <a:xfrm>
                  <a:off x="1989030" y="1909607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72" name="文字方塊 71">
                  <a:extLst>
                    <a:ext uri="{FF2B5EF4-FFF2-40B4-BE49-F238E27FC236}">
                      <a16:creationId xmlns:a16="http://schemas.microsoft.com/office/drawing/2014/main" id="{B7ABC9FB-65B8-7DCD-7C6C-B59E0DE411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9030" y="1909607"/>
                  <a:ext cx="295688" cy="4001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4" name="文字方塊 73">
              <a:extLst>
                <a:ext uri="{FF2B5EF4-FFF2-40B4-BE49-F238E27FC236}">
                  <a16:creationId xmlns:a16="http://schemas.microsoft.com/office/drawing/2014/main" id="{FF86EB3A-0EEB-ABB1-BF9D-3FDC5F373DEB}"/>
                </a:ext>
              </a:extLst>
            </p:cNvPr>
            <p:cNvSpPr txBox="1"/>
            <p:nvPr/>
          </p:nvSpPr>
          <p:spPr>
            <a:xfrm>
              <a:off x="1744467" y="1919147"/>
              <a:ext cx="32090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  <p:sp>
          <p:nvSpPr>
            <p:cNvPr id="75" name="文字方塊 74">
              <a:extLst>
                <a:ext uri="{FF2B5EF4-FFF2-40B4-BE49-F238E27FC236}">
                  <a16:creationId xmlns:a16="http://schemas.microsoft.com/office/drawing/2014/main" id="{B355CDF6-9DBB-BB3C-9329-03F53D52ADBB}"/>
                </a:ext>
              </a:extLst>
            </p:cNvPr>
            <p:cNvSpPr txBox="1"/>
            <p:nvPr/>
          </p:nvSpPr>
          <p:spPr>
            <a:xfrm>
              <a:off x="1935254" y="1828583"/>
              <a:ext cx="35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76" name="文字方塊 75">
              <a:extLst>
                <a:ext uri="{FF2B5EF4-FFF2-40B4-BE49-F238E27FC236}">
                  <a16:creationId xmlns:a16="http://schemas.microsoft.com/office/drawing/2014/main" id="{F0852DF9-3C38-FCEA-B57E-AC01A365E7E0}"/>
                </a:ext>
              </a:extLst>
            </p:cNvPr>
            <p:cNvSpPr txBox="1"/>
            <p:nvPr/>
          </p:nvSpPr>
          <p:spPr>
            <a:xfrm>
              <a:off x="2139256" y="1909770"/>
              <a:ext cx="73304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xy</a:t>
              </a:r>
              <a:endParaRPr lang="en-HK" altLang="zh-HK" sz="2000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  <a:p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  <a:p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  <p:sp>
          <p:nvSpPr>
            <p:cNvPr id="77" name="文字方塊 76">
              <a:extLst>
                <a:ext uri="{FF2B5EF4-FFF2-40B4-BE49-F238E27FC236}">
                  <a16:creationId xmlns:a16="http://schemas.microsoft.com/office/drawing/2014/main" id="{85C3475F-AE5C-5BF3-1566-B67716E78312}"/>
                </a:ext>
              </a:extLst>
            </p:cNvPr>
            <p:cNvSpPr txBox="1"/>
            <p:nvPr/>
          </p:nvSpPr>
          <p:spPr>
            <a:xfrm>
              <a:off x="2815419" y="1909505"/>
              <a:ext cx="77977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35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y</a:t>
              </a:r>
              <a:endParaRPr lang="en-HK" altLang="zh-HK" sz="2000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  <a:p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  <a:p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文字方塊 69">
                  <a:extLst>
                    <a:ext uri="{FF2B5EF4-FFF2-40B4-BE49-F238E27FC236}">
                      <a16:creationId xmlns:a16="http://schemas.microsoft.com/office/drawing/2014/main" id="{B4BA50D1-4CB2-6838-CBA4-5E775827E36B}"/>
                    </a:ext>
                  </a:extLst>
                </p:cNvPr>
                <p:cNvSpPr txBox="1"/>
                <p:nvPr/>
              </p:nvSpPr>
              <p:spPr>
                <a:xfrm>
                  <a:off x="3994162" y="1937771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70" name="文字方塊 69">
                  <a:extLst>
                    <a:ext uri="{FF2B5EF4-FFF2-40B4-BE49-F238E27FC236}">
                      <a16:creationId xmlns:a16="http://schemas.microsoft.com/office/drawing/2014/main" id="{B4BA50D1-4CB2-6838-CBA4-5E775827E3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94162" y="1937771"/>
                  <a:ext cx="295688" cy="40011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4" name="文字方塊 53">
              <a:extLst>
                <a:ext uri="{FF2B5EF4-FFF2-40B4-BE49-F238E27FC236}">
                  <a16:creationId xmlns:a16="http://schemas.microsoft.com/office/drawing/2014/main" id="{A0E4EAE3-0700-ED63-5E73-4DFB65275940}"/>
                </a:ext>
              </a:extLst>
            </p:cNvPr>
            <p:cNvSpPr txBox="1"/>
            <p:nvPr/>
          </p:nvSpPr>
          <p:spPr>
            <a:xfrm>
              <a:off x="1228279" y="1963857"/>
              <a:ext cx="52325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(b)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</p:grpSp>
      <p:grpSp>
        <p:nvGrpSpPr>
          <p:cNvPr id="99" name="群組 98">
            <a:extLst>
              <a:ext uri="{FF2B5EF4-FFF2-40B4-BE49-F238E27FC236}">
                <a16:creationId xmlns:a16="http://schemas.microsoft.com/office/drawing/2014/main" id="{6146AD92-E471-92D7-A114-49D586EE69B4}"/>
              </a:ext>
            </a:extLst>
          </p:cNvPr>
          <p:cNvGrpSpPr/>
          <p:nvPr/>
        </p:nvGrpSpPr>
        <p:grpSpPr>
          <a:xfrm>
            <a:off x="1888561" y="2445653"/>
            <a:ext cx="3971895" cy="1015663"/>
            <a:chOff x="1541284" y="2881917"/>
            <a:chExt cx="3971895" cy="1015663"/>
          </a:xfrm>
        </p:grpSpPr>
        <p:sp>
          <p:nvSpPr>
            <p:cNvPr id="82" name="文字方塊 81">
              <a:extLst>
                <a:ext uri="{FF2B5EF4-FFF2-40B4-BE49-F238E27FC236}">
                  <a16:creationId xmlns:a16="http://schemas.microsoft.com/office/drawing/2014/main" id="{0D656A55-237F-EEC5-2979-1A01EF6F8769}"/>
                </a:ext>
              </a:extLst>
            </p:cNvPr>
            <p:cNvSpPr txBox="1"/>
            <p:nvPr/>
          </p:nvSpPr>
          <p:spPr>
            <a:xfrm>
              <a:off x="2787137" y="2914370"/>
              <a:ext cx="43104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</a:t>
              </a:r>
            </a:p>
          </p:txBody>
        </p:sp>
        <p:sp>
          <p:nvSpPr>
            <p:cNvPr id="86" name="文字方塊 85">
              <a:extLst>
                <a:ext uri="{FF2B5EF4-FFF2-40B4-BE49-F238E27FC236}">
                  <a16:creationId xmlns:a16="http://schemas.microsoft.com/office/drawing/2014/main" id="{8C41C297-7307-2F2E-57A3-D84F2E5B370E}"/>
                </a:ext>
              </a:extLst>
            </p:cNvPr>
            <p:cNvSpPr txBox="1"/>
            <p:nvPr/>
          </p:nvSpPr>
          <p:spPr>
            <a:xfrm>
              <a:off x="2588825" y="2929918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p:sp>
          <p:nvSpPr>
            <p:cNvPr id="90" name="文字方塊 89">
              <a:extLst>
                <a:ext uri="{FF2B5EF4-FFF2-40B4-BE49-F238E27FC236}">
                  <a16:creationId xmlns:a16="http://schemas.microsoft.com/office/drawing/2014/main" id="{F5F5F1EB-37C2-0BD6-7E3C-49B281436D8E}"/>
                </a:ext>
              </a:extLst>
            </p:cNvPr>
            <p:cNvSpPr txBox="1"/>
            <p:nvPr/>
          </p:nvSpPr>
          <p:spPr>
            <a:xfrm>
              <a:off x="3851164" y="2886626"/>
              <a:ext cx="37724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7</a:t>
              </a:r>
            </a:p>
          </p:txBody>
        </p:sp>
        <p:grpSp>
          <p:nvGrpSpPr>
            <p:cNvPr id="98" name="群組 97">
              <a:extLst>
                <a:ext uri="{FF2B5EF4-FFF2-40B4-BE49-F238E27FC236}">
                  <a16:creationId xmlns:a16="http://schemas.microsoft.com/office/drawing/2014/main" id="{031D590D-135B-9077-D2CC-AB134A1443C8}"/>
                </a:ext>
              </a:extLst>
            </p:cNvPr>
            <p:cNvGrpSpPr/>
            <p:nvPr/>
          </p:nvGrpSpPr>
          <p:grpSpPr>
            <a:xfrm>
              <a:off x="1541284" y="2881917"/>
              <a:ext cx="3971895" cy="1015663"/>
              <a:chOff x="1589619" y="2649233"/>
              <a:chExt cx="3971895" cy="101566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3" name="文字方塊 72">
                    <a:extLst>
                      <a:ext uri="{FF2B5EF4-FFF2-40B4-BE49-F238E27FC236}">
                        <a16:creationId xmlns:a16="http://schemas.microsoft.com/office/drawing/2014/main" id="{C6466A8D-E7F3-9C77-CF33-421F6CEC31F5}"/>
                      </a:ext>
                    </a:extLst>
                  </p:cNvPr>
                  <p:cNvSpPr txBox="1"/>
                  <p:nvPr/>
                </p:nvSpPr>
                <p:spPr>
                  <a:xfrm>
                    <a:off x="1589619" y="2659671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73" name="文字方塊 72">
                    <a:extLst>
                      <a:ext uri="{FF2B5EF4-FFF2-40B4-BE49-F238E27FC236}">
                        <a16:creationId xmlns:a16="http://schemas.microsoft.com/office/drawing/2014/main" id="{C6466A8D-E7F3-9C77-CF33-421F6CEC31F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89619" y="2659671"/>
                    <a:ext cx="295688" cy="400110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E507F577-8D02-0892-7903-6CD1F0991575}"/>
                  </a:ext>
                </a:extLst>
              </p:cNvPr>
              <p:cNvSpPr txBox="1"/>
              <p:nvPr/>
            </p:nvSpPr>
            <p:spPr>
              <a:xfrm>
                <a:off x="2309722" y="2649233"/>
                <a:ext cx="557367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5</a:t>
                </a:r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y</a:t>
                </a:r>
                <a:endParaRPr lang="en-HK" altLang="zh-HK" sz="2000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  <a:p>
                <a:endParaRPr lang="en-HK" altLang="zh-HK" sz="2000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  <a:p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DDB85F88-EE1A-9A8C-8FE3-B35FF424B5D8}"/>
                  </a:ext>
                </a:extLst>
              </p:cNvPr>
              <p:cNvSpPr txBox="1"/>
              <p:nvPr/>
            </p:nvSpPr>
            <p:spPr>
              <a:xfrm>
                <a:off x="1907494" y="2661245"/>
                <a:ext cx="43104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x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0" name="文字方塊 79">
                    <a:extLst>
                      <a:ext uri="{FF2B5EF4-FFF2-40B4-BE49-F238E27FC236}">
                        <a16:creationId xmlns:a16="http://schemas.microsoft.com/office/drawing/2014/main" id="{DD5CE583-457E-30FC-BF03-CFF2FA7AF720}"/>
                      </a:ext>
                    </a:extLst>
                  </p:cNvPr>
                  <p:cNvSpPr txBox="1"/>
                  <p:nvPr/>
                </p:nvSpPr>
                <p:spPr>
                  <a:xfrm>
                    <a:off x="2138254" y="2654581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80" name="文字方塊 79">
                    <a:extLst>
                      <a:ext uri="{FF2B5EF4-FFF2-40B4-BE49-F238E27FC236}">
                        <a16:creationId xmlns:a16="http://schemas.microsoft.com/office/drawing/2014/main" id="{DD5CE583-457E-30FC-BF03-CFF2FA7AF72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38254" y="2654581"/>
                    <a:ext cx="295688" cy="400110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1" name="文字方塊 80">
                <a:extLst>
                  <a:ext uri="{FF2B5EF4-FFF2-40B4-BE49-F238E27FC236}">
                    <a16:creationId xmlns:a16="http://schemas.microsoft.com/office/drawing/2014/main" id="{FE235540-A72F-1B79-CA98-5F6A7F8BDC2E}"/>
                  </a:ext>
                </a:extLst>
              </p:cNvPr>
              <p:cNvSpPr txBox="1"/>
              <p:nvPr/>
            </p:nvSpPr>
            <p:spPr>
              <a:xfrm>
                <a:off x="3207999" y="2671926"/>
                <a:ext cx="71416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7</a:t>
                </a:r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y</a:t>
                </a:r>
                <a:endParaRPr lang="en-HK" altLang="zh-HK" sz="2000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  <a:p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3" name="文字方塊 82">
                    <a:extLst>
                      <a:ext uri="{FF2B5EF4-FFF2-40B4-BE49-F238E27FC236}">
                        <a16:creationId xmlns:a16="http://schemas.microsoft.com/office/drawing/2014/main" id="{7F441C19-5EF2-735D-247D-F5AC678CCA1B}"/>
                      </a:ext>
                    </a:extLst>
                  </p:cNvPr>
                  <p:cNvSpPr txBox="1"/>
                  <p:nvPr/>
                </p:nvSpPr>
                <p:spPr>
                  <a:xfrm>
                    <a:off x="3062809" y="2680294"/>
                    <a:ext cx="236150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83" name="文字方塊 82">
                    <a:extLst>
                      <a:ext uri="{FF2B5EF4-FFF2-40B4-BE49-F238E27FC236}">
                        <a16:creationId xmlns:a16="http://schemas.microsoft.com/office/drawing/2014/main" id="{7F441C19-5EF2-735D-247D-F5AC678CCA1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62809" y="2680294"/>
                    <a:ext cx="236150" cy="400110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r="-15385"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4" name="文字方塊 83">
                <a:extLst>
                  <a:ext uri="{FF2B5EF4-FFF2-40B4-BE49-F238E27FC236}">
                    <a16:creationId xmlns:a16="http://schemas.microsoft.com/office/drawing/2014/main" id="{78362520-B25D-1182-110B-A60D30014EBF}"/>
                  </a:ext>
                </a:extLst>
              </p:cNvPr>
              <p:cNvSpPr txBox="1"/>
              <p:nvPr/>
            </p:nvSpPr>
            <p:spPr>
              <a:xfrm>
                <a:off x="2745172" y="2695691"/>
                <a:ext cx="2744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</a:t>
                </a:r>
              </a:p>
            </p:txBody>
          </p:sp>
          <p:sp>
            <p:nvSpPr>
              <p:cNvPr id="87" name="文字方塊 86">
                <a:extLst>
                  <a:ext uri="{FF2B5EF4-FFF2-40B4-BE49-F238E27FC236}">
                    <a16:creationId xmlns:a16="http://schemas.microsoft.com/office/drawing/2014/main" id="{6E1788EC-7F60-BC7F-92B8-DD7D00F77678}"/>
                  </a:ext>
                </a:extLst>
              </p:cNvPr>
              <p:cNvSpPr txBox="1"/>
              <p:nvPr/>
            </p:nvSpPr>
            <p:spPr>
              <a:xfrm>
                <a:off x="3529362" y="2707519"/>
                <a:ext cx="2744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)</a:t>
                </a:r>
              </a:p>
            </p:txBody>
          </p:sp>
          <p:sp>
            <p:nvSpPr>
              <p:cNvPr id="88" name="文字方塊 87">
                <a:extLst>
                  <a:ext uri="{FF2B5EF4-FFF2-40B4-BE49-F238E27FC236}">
                    <a16:creationId xmlns:a16="http://schemas.microsoft.com/office/drawing/2014/main" id="{CBC6272A-4C6A-CA2C-A600-C7D36852D3CB}"/>
                  </a:ext>
                </a:extLst>
              </p:cNvPr>
              <p:cNvSpPr txBox="1"/>
              <p:nvPr/>
            </p:nvSpPr>
            <p:spPr>
              <a:xfrm>
                <a:off x="1907494" y="2990428"/>
                <a:ext cx="365402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1600" b="1" i="1" dirty="0" err="1">
                    <a:solidFill>
                      <a:srgbClr val="FF0000"/>
                    </a:solidFill>
                    <a:latin typeface="Lucida Calligraphy" panose="03010101010101010101" pitchFamily="66" charset="0"/>
                  </a:rPr>
                  <a:t>Refering</a:t>
                </a:r>
                <a:r>
                  <a:rPr lang="en-US" altLang="zh-HK" sz="1600" b="1" i="1" dirty="0">
                    <a:solidFill>
                      <a:srgbClr val="FF0000"/>
                    </a:solidFill>
                    <a:latin typeface="Lucida Calligraphy" panose="03010101010101010101" pitchFamily="66" charset="0"/>
                  </a:rPr>
                  <a:t> to (a)</a:t>
                </a:r>
                <a:endParaRPr lang="zh-HK" altLang="en-US" sz="1600" b="1" i="1" dirty="0">
                  <a:solidFill>
                    <a:srgbClr val="FF0000"/>
                  </a:solidFill>
                  <a:latin typeface="Lucida Calligraphy" panose="03010101010101010101" pitchFamily="66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9" name="文字方塊 88">
                    <a:extLst>
                      <a:ext uri="{FF2B5EF4-FFF2-40B4-BE49-F238E27FC236}">
                        <a16:creationId xmlns:a16="http://schemas.microsoft.com/office/drawing/2014/main" id="{4E4808C7-03CD-BAC8-9062-41AC07D3D574}"/>
                      </a:ext>
                    </a:extLst>
                  </p:cNvPr>
                  <p:cNvSpPr txBox="1"/>
                  <p:nvPr/>
                </p:nvSpPr>
                <p:spPr>
                  <a:xfrm>
                    <a:off x="3680984" y="2672328"/>
                    <a:ext cx="35626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89" name="文字方塊 88">
                    <a:extLst>
                      <a:ext uri="{FF2B5EF4-FFF2-40B4-BE49-F238E27FC236}">
                        <a16:creationId xmlns:a16="http://schemas.microsoft.com/office/drawing/2014/main" id="{4E4808C7-03CD-BAC8-9062-41AC07D3D57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80984" y="2672328"/>
                    <a:ext cx="356268" cy="400110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1" name="文字方塊 90">
                    <a:extLst>
                      <a:ext uri="{FF2B5EF4-FFF2-40B4-BE49-F238E27FC236}">
                        <a16:creationId xmlns:a16="http://schemas.microsoft.com/office/drawing/2014/main" id="{98654340-D2D4-48B4-B74A-603AA93C8D67}"/>
                      </a:ext>
                    </a:extLst>
                  </p:cNvPr>
                  <p:cNvSpPr txBox="1"/>
                  <p:nvPr/>
                </p:nvSpPr>
                <p:spPr>
                  <a:xfrm>
                    <a:off x="4422065" y="2695691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91" name="文字方塊 90">
                    <a:extLst>
                      <a:ext uri="{FF2B5EF4-FFF2-40B4-BE49-F238E27FC236}">
                        <a16:creationId xmlns:a16="http://schemas.microsoft.com/office/drawing/2014/main" id="{98654340-D2D4-48B4-B74A-603AA93C8D6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22065" y="2695691"/>
                    <a:ext cx="295688" cy="400110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2" name="文字方塊 91">
                <a:extLst>
                  <a:ext uri="{FF2B5EF4-FFF2-40B4-BE49-F238E27FC236}">
                    <a16:creationId xmlns:a16="http://schemas.microsoft.com/office/drawing/2014/main" id="{0FEFC169-CD94-C754-C8FD-98226BB0876F}"/>
                  </a:ext>
                </a:extLst>
              </p:cNvPr>
              <p:cNvSpPr txBox="1"/>
              <p:nvPr/>
            </p:nvSpPr>
            <p:spPr>
              <a:xfrm>
                <a:off x="4051728" y="2707519"/>
                <a:ext cx="2744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</a:t>
                </a:r>
              </a:p>
            </p:txBody>
          </p:sp>
          <p:sp>
            <p:nvSpPr>
              <p:cNvPr id="93" name="文字方塊 92">
                <a:extLst>
                  <a:ext uri="{FF2B5EF4-FFF2-40B4-BE49-F238E27FC236}">
                    <a16:creationId xmlns:a16="http://schemas.microsoft.com/office/drawing/2014/main" id="{ED6DC28B-4B7A-0A1C-C7FB-81ADA89C796D}"/>
                  </a:ext>
                </a:extLst>
              </p:cNvPr>
              <p:cNvSpPr txBox="1"/>
              <p:nvPr/>
            </p:nvSpPr>
            <p:spPr>
              <a:xfrm>
                <a:off x="4164053" y="2695000"/>
                <a:ext cx="3866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x</a:t>
                </a:r>
              </a:p>
            </p:txBody>
          </p:sp>
          <p:sp>
            <p:nvSpPr>
              <p:cNvPr id="94" name="文字方塊 93">
                <a:extLst>
                  <a:ext uri="{FF2B5EF4-FFF2-40B4-BE49-F238E27FC236}">
                    <a16:creationId xmlns:a16="http://schemas.microsoft.com/office/drawing/2014/main" id="{98F59342-0BBC-2DA2-8BE2-36A142D241A6}"/>
                  </a:ext>
                </a:extLst>
              </p:cNvPr>
              <p:cNvSpPr txBox="1"/>
              <p:nvPr/>
            </p:nvSpPr>
            <p:spPr>
              <a:xfrm>
                <a:off x="4598441" y="2701442"/>
                <a:ext cx="663779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7</a:t>
                </a:r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y</a:t>
                </a:r>
                <a:endParaRPr lang="en-HK" altLang="zh-HK" sz="2000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  <a:p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  <p:sp>
            <p:nvSpPr>
              <p:cNvPr id="95" name="文字方塊 94">
                <a:extLst>
                  <a:ext uri="{FF2B5EF4-FFF2-40B4-BE49-F238E27FC236}">
                    <a16:creationId xmlns:a16="http://schemas.microsoft.com/office/drawing/2014/main" id="{392B1B11-0C9F-D34A-FB44-062A279E32AE}"/>
                  </a:ext>
                </a:extLst>
              </p:cNvPr>
              <p:cNvSpPr txBox="1"/>
              <p:nvPr/>
            </p:nvSpPr>
            <p:spPr>
              <a:xfrm>
                <a:off x="4937506" y="2737784"/>
                <a:ext cx="2744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)</a:t>
                </a:r>
              </a:p>
            </p:txBody>
          </p:sp>
          <p:sp>
            <p:nvSpPr>
              <p:cNvPr id="97" name="文字方塊 96">
                <a:extLst>
                  <a:ext uri="{FF2B5EF4-FFF2-40B4-BE49-F238E27FC236}">
                    <a16:creationId xmlns:a16="http://schemas.microsoft.com/office/drawing/2014/main" id="{9ADAD319-A04D-1684-D87D-C4AA2D71594D}"/>
                  </a:ext>
                </a:extLst>
              </p:cNvPr>
              <p:cNvSpPr txBox="1"/>
              <p:nvPr/>
            </p:nvSpPr>
            <p:spPr>
              <a:xfrm>
                <a:off x="1823454" y="2682113"/>
                <a:ext cx="2744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</a:t>
                </a:r>
              </a:p>
            </p:txBody>
          </p:sp>
        </p:grpSp>
      </p:grpSp>
      <p:grpSp>
        <p:nvGrpSpPr>
          <p:cNvPr id="100" name="群組 99">
            <a:extLst>
              <a:ext uri="{FF2B5EF4-FFF2-40B4-BE49-F238E27FC236}">
                <a16:creationId xmlns:a16="http://schemas.microsoft.com/office/drawing/2014/main" id="{48680D74-C2C7-D1CE-9BE2-B8BE889437E3}"/>
              </a:ext>
            </a:extLst>
          </p:cNvPr>
          <p:cNvGrpSpPr/>
          <p:nvPr/>
        </p:nvGrpSpPr>
        <p:grpSpPr>
          <a:xfrm>
            <a:off x="1888561" y="3087820"/>
            <a:ext cx="3037769" cy="1027608"/>
            <a:chOff x="5485239" y="2962886"/>
            <a:chExt cx="3037769" cy="1027608"/>
          </a:xfrm>
        </p:grpSpPr>
        <p:sp>
          <p:nvSpPr>
            <p:cNvPr id="101" name="文字方塊 100">
              <a:extLst>
                <a:ext uri="{FF2B5EF4-FFF2-40B4-BE49-F238E27FC236}">
                  <a16:creationId xmlns:a16="http://schemas.microsoft.com/office/drawing/2014/main" id="{5D0F61CB-1213-28A7-3AC5-C3528282429F}"/>
                </a:ext>
              </a:extLst>
            </p:cNvPr>
            <p:cNvSpPr txBox="1"/>
            <p:nvPr/>
          </p:nvSpPr>
          <p:spPr>
            <a:xfrm>
              <a:off x="6746214" y="3009458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p:grpSp>
          <p:nvGrpSpPr>
            <p:cNvPr id="102" name="群組 101">
              <a:extLst>
                <a:ext uri="{FF2B5EF4-FFF2-40B4-BE49-F238E27FC236}">
                  <a16:creationId xmlns:a16="http://schemas.microsoft.com/office/drawing/2014/main" id="{C7E6A9AA-B7D2-C5A2-C976-7871E38D1797}"/>
                </a:ext>
              </a:extLst>
            </p:cNvPr>
            <p:cNvGrpSpPr/>
            <p:nvPr/>
          </p:nvGrpSpPr>
          <p:grpSpPr>
            <a:xfrm>
              <a:off x="5485239" y="2962886"/>
              <a:ext cx="3037769" cy="1027608"/>
              <a:chOff x="5398109" y="2423216"/>
              <a:chExt cx="3037769" cy="102760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4" name="文字方塊 103">
                    <a:extLst>
                      <a:ext uri="{FF2B5EF4-FFF2-40B4-BE49-F238E27FC236}">
                        <a16:creationId xmlns:a16="http://schemas.microsoft.com/office/drawing/2014/main" id="{D8EAEE4F-7D56-7B6A-38E6-16040C8DAF1C}"/>
                      </a:ext>
                    </a:extLst>
                  </p:cNvPr>
                  <p:cNvSpPr txBox="1"/>
                  <p:nvPr/>
                </p:nvSpPr>
                <p:spPr>
                  <a:xfrm>
                    <a:off x="5398109" y="2446426"/>
                    <a:ext cx="332447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73" name="文字方塊 72">
                    <a:extLst>
                      <a:ext uri="{FF2B5EF4-FFF2-40B4-BE49-F238E27FC236}">
                        <a16:creationId xmlns:a16="http://schemas.microsoft.com/office/drawing/2014/main" id="{1543DB01-7037-2A55-766B-007DA51A47C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98109" y="2446426"/>
                    <a:ext cx="332447" cy="400110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5" name="文字方塊 104">
                    <a:extLst>
                      <a:ext uri="{FF2B5EF4-FFF2-40B4-BE49-F238E27FC236}">
                        <a16:creationId xmlns:a16="http://schemas.microsoft.com/office/drawing/2014/main" id="{17F06446-6594-2F61-DE8E-E3A7170C7F47}"/>
                      </a:ext>
                    </a:extLst>
                  </p:cNvPr>
                  <p:cNvSpPr txBox="1"/>
                  <p:nvPr/>
                </p:nvSpPr>
                <p:spPr>
                  <a:xfrm>
                    <a:off x="6104756" y="2458567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74" name="文字方塊 73">
                    <a:extLst>
                      <a:ext uri="{FF2B5EF4-FFF2-40B4-BE49-F238E27FC236}">
                        <a16:creationId xmlns:a16="http://schemas.microsoft.com/office/drawing/2014/main" id="{BD60682B-9C49-FDB7-0035-27ECBBE71CB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04756" y="2458567"/>
                    <a:ext cx="295688" cy="400110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6" name="文字方塊 105">
                <a:extLst>
                  <a:ext uri="{FF2B5EF4-FFF2-40B4-BE49-F238E27FC236}">
                    <a16:creationId xmlns:a16="http://schemas.microsoft.com/office/drawing/2014/main" id="{48154843-7E9A-1996-4BD9-EFBDEF2145CA}"/>
                  </a:ext>
                </a:extLst>
              </p:cNvPr>
              <p:cNvSpPr txBox="1"/>
              <p:nvPr/>
            </p:nvSpPr>
            <p:spPr>
              <a:xfrm>
                <a:off x="5818951" y="2476773"/>
                <a:ext cx="45201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x</a:t>
                </a:r>
              </a:p>
            </p:txBody>
          </p:sp>
          <p:sp>
            <p:nvSpPr>
              <p:cNvPr id="107" name="文字方塊 106">
                <a:extLst>
                  <a:ext uri="{FF2B5EF4-FFF2-40B4-BE49-F238E27FC236}">
                    <a16:creationId xmlns:a16="http://schemas.microsoft.com/office/drawing/2014/main" id="{072D6F2E-0AF1-8525-9811-D0EDC09D0605}"/>
                  </a:ext>
                </a:extLst>
              </p:cNvPr>
              <p:cNvSpPr txBox="1"/>
              <p:nvPr/>
            </p:nvSpPr>
            <p:spPr>
              <a:xfrm>
                <a:off x="6343764" y="2423216"/>
                <a:ext cx="580544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7</a:t>
                </a:r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y</a:t>
                </a:r>
                <a:endParaRPr lang="en-HK" altLang="zh-HK" sz="2000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  <a:p>
                <a:endParaRPr lang="en-HK" altLang="zh-HK" sz="2000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  <a:p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  <p:sp>
            <p:nvSpPr>
              <p:cNvPr id="108" name="文字方塊 107">
                <a:extLst>
                  <a:ext uri="{FF2B5EF4-FFF2-40B4-BE49-F238E27FC236}">
                    <a16:creationId xmlns:a16="http://schemas.microsoft.com/office/drawing/2014/main" id="{6D86186C-EF62-C171-BEA8-0BD93662D2F5}"/>
                  </a:ext>
                </a:extLst>
              </p:cNvPr>
              <p:cNvSpPr txBox="1"/>
              <p:nvPr/>
            </p:nvSpPr>
            <p:spPr>
              <a:xfrm>
                <a:off x="5703011" y="2464004"/>
                <a:ext cx="2744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</a:t>
                </a:r>
              </a:p>
            </p:txBody>
          </p:sp>
          <p:grpSp>
            <p:nvGrpSpPr>
              <p:cNvPr id="109" name="群組 108">
                <a:extLst>
                  <a:ext uri="{FF2B5EF4-FFF2-40B4-BE49-F238E27FC236}">
                    <a16:creationId xmlns:a16="http://schemas.microsoft.com/office/drawing/2014/main" id="{0D82D995-648A-F0E5-A9C5-D1CA9D05B1D1}"/>
                  </a:ext>
                </a:extLst>
              </p:cNvPr>
              <p:cNvGrpSpPr/>
              <p:nvPr/>
            </p:nvGrpSpPr>
            <p:grpSpPr>
              <a:xfrm>
                <a:off x="6758516" y="2435161"/>
                <a:ext cx="1677362" cy="1015663"/>
                <a:chOff x="8019019" y="940981"/>
                <a:chExt cx="1677362" cy="1015663"/>
              </a:xfrm>
            </p:grpSpPr>
            <p:grpSp>
              <p:nvGrpSpPr>
                <p:cNvPr id="110" name="群組 109">
                  <a:extLst>
                    <a:ext uri="{FF2B5EF4-FFF2-40B4-BE49-F238E27FC236}">
                      <a16:creationId xmlns:a16="http://schemas.microsoft.com/office/drawing/2014/main" id="{064D40E7-EFCB-5FA2-95AC-A06FBAF22EFA}"/>
                    </a:ext>
                  </a:extLst>
                </p:cNvPr>
                <p:cNvGrpSpPr/>
                <p:nvPr/>
              </p:nvGrpSpPr>
              <p:grpSpPr>
                <a:xfrm>
                  <a:off x="8019019" y="940981"/>
                  <a:ext cx="1677362" cy="1015663"/>
                  <a:chOff x="7312124" y="1539510"/>
                  <a:chExt cx="1677362" cy="1015663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12" name="文字方塊 111">
                        <a:extLst>
                          <a:ext uri="{FF2B5EF4-FFF2-40B4-BE49-F238E27FC236}">
                            <a16:creationId xmlns:a16="http://schemas.microsoft.com/office/drawing/2014/main" id="{475E3392-62A4-670B-91A4-68C73A82038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760304" y="1545529"/>
                        <a:ext cx="295688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000" b="1" i="1" smtClean="0">
                                  <a:ln>
                                    <a:solidFill>
                                      <a:schemeClr val="tx1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oMath>
                          </m:oMathPara>
                        </a14:m>
                        <a:endParaRPr lang="en-HK" sz="2000" b="1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12" name="文字方塊 111">
                        <a:extLst>
                          <a:ext uri="{FF2B5EF4-FFF2-40B4-BE49-F238E27FC236}">
                            <a16:creationId xmlns:a16="http://schemas.microsoft.com/office/drawing/2014/main" id="{475E3392-62A4-670B-91A4-68C73A820381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760304" y="1545529"/>
                        <a:ext cx="295688" cy="400110"/>
                      </a:xfrm>
                      <a:prstGeom prst="rect">
                        <a:avLst/>
                      </a:prstGeom>
                      <a:blipFill>
                        <a:blip r:embed="rId19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HK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113" name="文字方塊 112">
                    <a:extLst>
                      <a:ext uri="{FF2B5EF4-FFF2-40B4-BE49-F238E27FC236}">
                        <a16:creationId xmlns:a16="http://schemas.microsoft.com/office/drawing/2014/main" id="{6E8FD6BA-2EB7-24B6-C52F-F0076386F969}"/>
                      </a:ext>
                    </a:extLst>
                  </p:cNvPr>
                  <p:cNvSpPr txBox="1"/>
                  <p:nvPr/>
                </p:nvSpPr>
                <p:spPr>
                  <a:xfrm>
                    <a:off x="8715052" y="1589909"/>
                    <a:ext cx="274434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HK" sz="2000" b="1" dirty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a:t>)</a:t>
                    </a:r>
                  </a:p>
                </p:txBody>
              </p:sp>
              <p:sp>
                <p:nvSpPr>
                  <p:cNvPr id="114" name="文字方塊 113">
                    <a:extLst>
                      <a:ext uri="{FF2B5EF4-FFF2-40B4-BE49-F238E27FC236}">
                        <a16:creationId xmlns:a16="http://schemas.microsoft.com/office/drawing/2014/main" id="{F10A7229-6024-AD2A-2AB2-4AD88ADF5BA4}"/>
                      </a:ext>
                    </a:extLst>
                  </p:cNvPr>
                  <p:cNvSpPr txBox="1"/>
                  <p:nvPr/>
                </p:nvSpPr>
                <p:spPr>
                  <a:xfrm>
                    <a:off x="7513169" y="1554531"/>
                    <a:ext cx="452019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HK" altLang="zh-HK" sz="2000" b="1" dirty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a:t>x</a:t>
                    </a:r>
                  </a:p>
                </p:txBody>
              </p:sp>
              <p:sp>
                <p:nvSpPr>
                  <p:cNvPr id="115" name="文字方塊 114">
                    <a:extLst>
                      <a:ext uri="{FF2B5EF4-FFF2-40B4-BE49-F238E27FC236}">
                        <a16:creationId xmlns:a16="http://schemas.microsoft.com/office/drawing/2014/main" id="{EE7BA17A-B6BA-8C52-45A3-C120A572C561}"/>
                      </a:ext>
                    </a:extLst>
                  </p:cNvPr>
                  <p:cNvSpPr txBox="1"/>
                  <p:nvPr/>
                </p:nvSpPr>
                <p:spPr>
                  <a:xfrm>
                    <a:off x="7312124" y="1562710"/>
                    <a:ext cx="274434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HK" sz="2000" b="1" dirty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a:t>(</a:t>
                    </a:r>
                  </a:p>
                </p:txBody>
              </p:sp>
              <p:sp>
                <p:nvSpPr>
                  <p:cNvPr id="116" name="文字方塊 115">
                    <a:extLst>
                      <a:ext uri="{FF2B5EF4-FFF2-40B4-BE49-F238E27FC236}">
                        <a16:creationId xmlns:a16="http://schemas.microsoft.com/office/drawing/2014/main" id="{DAB7B699-7EA2-B4DC-BE03-E86305FE618D}"/>
                      </a:ext>
                    </a:extLst>
                  </p:cNvPr>
                  <p:cNvSpPr txBox="1"/>
                  <p:nvPr/>
                </p:nvSpPr>
                <p:spPr>
                  <a:xfrm>
                    <a:off x="7946109" y="1539510"/>
                    <a:ext cx="537155" cy="101566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HK" altLang="zh-HK" sz="2000" b="1" dirty="0">
                        <a:ln>
                          <a:solidFill>
                            <a:schemeClr val="tx1"/>
                          </a:solidFill>
                        </a:ln>
                        <a:latin typeface="Lucida Handwriting" panose="03010101010101010101" pitchFamily="66" charset="0"/>
                      </a:rPr>
                      <a:t>5</a:t>
                    </a:r>
                    <a:r>
                      <a:rPr lang="en-HK" altLang="zh-HK" sz="2000" b="1" dirty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a:t>y</a:t>
                    </a:r>
                    <a:endParaRPr lang="en-HK" altLang="zh-HK" sz="2000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endParaRPr>
                  </a:p>
                  <a:p>
                    <a:endParaRPr lang="en-HK" altLang="zh-HK" sz="2000" dirty="0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endParaRPr>
                  </a:p>
                  <a:p>
                    <a:endParaRPr lang="en-HK" altLang="zh-HK" sz="2000" b="1" dirty="0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endParaRPr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1" name="文字方塊 110">
                      <a:extLst>
                        <a:ext uri="{FF2B5EF4-FFF2-40B4-BE49-F238E27FC236}">
                          <a16:creationId xmlns:a16="http://schemas.microsoft.com/office/drawing/2014/main" id="{5607E535-8EF9-0DF7-7FF0-2CDB3DB5B8D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048573" y="975224"/>
                      <a:ext cx="295688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000" b="1" i="1" smtClean="0">
                                <a:ln>
                                  <a:solidFill>
                                    <a:schemeClr val="tx1"/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oMath>
                        </m:oMathPara>
                      </a14:m>
                      <a:endParaRPr lang="en-HK" sz="20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82" name="文字方塊 81">
                      <a:extLst>
                        <a:ext uri="{FF2B5EF4-FFF2-40B4-BE49-F238E27FC236}">
                          <a16:creationId xmlns:a16="http://schemas.microsoft.com/office/drawing/2014/main" id="{56BC5BFB-52B1-A57B-55DF-78BDDDC9631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048573" y="975224"/>
                      <a:ext cx="295688" cy="400110"/>
                    </a:xfrm>
                    <a:prstGeom prst="rect">
                      <a:avLst/>
                    </a:prstGeom>
                    <a:blipFill>
                      <a:blip r:embed="rId2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HK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sp>
          <p:nvSpPr>
            <p:cNvPr id="103" name="文字方塊 102">
              <a:extLst>
                <a:ext uri="{FF2B5EF4-FFF2-40B4-BE49-F238E27FC236}">
                  <a16:creationId xmlns:a16="http://schemas.microsoft.com/office/drawing/2014/main" id="{6AF4F815-D52E-0C4A-FD43-D2E5E74EBB16}"/>
                </a:ext>
              </a:extLst>
            </p:cNvPr>
            <p:cNvSpPr txBox="1"/>
            <p:nvPr/>
          </p:nvSpPr>
          <p:spPr>
            <a:xfrm>
              <a:off x="8045132" y="2982021"/>
              <a:ext cx="35206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878317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15413053-9188-FB99-39E0-D8E370F51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" y="6138"/>
            <a:ext cx="12192000" cy="1238386"/>
          </a:xfrm>
          <a:prstGeom prst="rect">
            <a:avLst/>
          </a:prstGeom>
        </p:spPr>
      </p:pic>
      <p:grpSp>
        <p:nvGrpSpPr>
          <p:cNvPr id="93" name="群組 92">
            <a:extLst>
              <a:ext uri="{FF2B5EF4-FFF2-40B4-BE49-F238E27FC236}">
                <a16:creationId xmlns:a16="http://schemas.microsoft.com/office/drawing/2014/main" id="{C874A204-6D3C-EBA3-B0EE-E2B987C1FE07}"/>
              </a:ext>
            </a:extLst>
          </p:cNvPr>
          <p:cNvGrpSpPr/>
          <p:nvPr/>
        </p:nvGrpSpPr>
        <p:grpSpPr>
          <a:xfrm>
            <a:off x="600269" y="1472414"/>
            <a:ext cx="3341673" cy="507532"/>
            <a:chOff x="964952" y="1302386"/>
            <a:chExt cx="3341673" cy="5075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字方塊 21">
                  <a:extLst>
                    <a:ext uri="{FF2B5EF4-FFF2-40B4-BE49-F238E27FC236}">
                      <a16:creationId xmlns:a16="http://schemas.microsoft.com/office/drawing/2014/main" id="{5A0AA16E-91FA-8AEC-E7A7-B6EDDD2BC8EF}"/>
                    </a:ext>
                  </a:extLst>
                </p:cNvPr>
                <p:cNvSpPr txBox="1"/>
                <p:nvPr/>
              </p:nvSpPr>
              <p:spPr>
                <a:xfrm>
                  <a:off x="3132567" y="1400879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22" name="文字方塊 21">
                  <a:extLst>
                    <a:ext uri="{FF2B5EF4-FFF2-40B4-BE49-F238E27FC236}">
                      <a16:creationId xmlns:a16="http://schemas.microsoft.com/office/drawing/2014/main" id="{5A0AA16E-91FA-8AEC-E7A7-B6EDDD2BC8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32567" y="1400879"/>
                  <a:ext cx="295688" cy="40011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字方塊 22">
                  <a:extLst>
                    <a:ext uri="{FF2B5EF4-FFF2-40B4-BE49-F238E27FC236}">
                      <a16:creationId xmlns:a16="http://schemas.microsoft.com/office/drawing/2014/main" id="{A9A89303-33EF-42C1-79FC-8B174C16800C}"/>
                    </a:ext>
                  </a:extLst>
                </p:cNvPr>
                <p:cNvSpPr txBox="1"/>
                <p:nvPr/>
              </p:nvSpPr>
              <p:spPr>
                <a:xfrm>
                  <a:off x="2041237" y="1388243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23" name="文字方塊 22">
                  <a:extLst>
                    <a:ext uri="{FF2B5EF4-FFF2-40B4-BE49-F238E27FC236}">
                      <a16:creationId xmlns:a16="http://schemas.microsoft.com/office/drawing/2014/main" id="{A9A89303-33EF-42C1-79FC-8B174C1680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41237" y="1388243"/>
                  <a:ext cx="295688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文字方塊 24">
              <a:extLst>
                <a:ext uri="{FF2B5EF4-FFF2-40B4-BE49-F238E27FC236}">
                  <a16:creationId xmlns:a16="http://schemas.microsoft.com/office/drawing/2014/main" id="{DB730A3F-0700-EAEA-5B11-D69CC1918F2B}"/>
                </a:ext>
              </a:extLst>
            </p:cNvPr>
            <p:cNvSpPr txBox="1"/>
            <p:nvPr/>
          </p:nvSpPr>
          <p:spPr>
            <a:xfrm>
              <a:off x="1549140" y="1384630"/>
              <a:ext cx="74687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72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u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ED46999F-273C-ECEB-C8EE-026F4A9FF7B4}"/>
                </a:ext>
              </a:extLst>
            </p:cNvPr>
            <p:cNvSpPr txBox="1"/>
            <p:nvPr/>
          </p:nvSpPr>
          <p:spPr>
            <a:xfrm>
              <a:off x="2003392" y="1302386"/>
              <a:ext cx="35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27" name="文字方塊 26">
              <a:extLst>
                <a:ext uri="{FF2B5EF4-FFF2-40B4-BE49-F238E27FC236}">
                  <a16:creationId xmlns:a16="http://schemas.microsoft.com/office/drawing/2014/main" id="{99F590EC-1903-C692-7106-2837A1607B48}"/>
                </a:ext>
              </a:extLst>
            </p:cNvPr>
            <p:cNvSpPr txBox="1"/>
            <p:nvPr/>
          </p:nvSpPr>
          <p:spPr>
            <a:xfrm>
              <a:off x="2245861" y="1389632"/>
              <a:ext cx="11053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240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uv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39ADCF75-B02A-327E-39EC-FC59F4E13B48}"/>
                </a:ext>
              </a:extLst>
            </p:cNvPr>
            <p:cNvSpPr txBox="1"/>
            <p:nvPr/>
          </p:nvSpPr>
          <p:spPr>
            <a:xfrm>
              <a:off x="3296044" y="1409808"/>
              <a:ext cx="8886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200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v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4317F222-0775-D883-6E26-5C6D7D34F6BC}"/>
                </a:ext>
              </a:extLst>
            </p:cNvPr>
            <p:cNvSpPr txBox="1"/>
            <p:nvPr/>
          </p:nvSpPr>
          <p:spPr>
            <a:xfrm>
              <a:off x="964952" y="1400879"/>
              <a:ext cx="52325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(a)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字方塊 28">
                  <a:extLst>
                    <a:ext uri="{FF2B5EF4-FFF2-40B4-BE49-F238E27FC236}">
                      <a16:creationId xmlns:a16="http://schemas.microsoft.com/office/drawing/2014/main" id="{2C94DF38-C840-B36F-30F5-728F795B5747}"/>
                    </a:ext>
                  </a:extLst>
                </p:cNvPr>
                <p:cNvSpPr txBox="1"/>
                <p:nvPr/>
              </p:nvSpPr>
              <p:spPr>
                <a:xfrm>
                  <a:off x="1347492" y="1388600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29" name="文字方塊 28">
                  <a:extLst>
                    <a:ext uri="{FF2B5EF4-FFF2-40B4-BE49-F238E27FC236}">
                      <a16:creationId xmlns:a16="http://schemas.microsoft.com/office/drawing/2014/main" id="{2C94DF38-C840-B36F-30F5-728F795B57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47492" y="1388600"/>
                  <a:ext cx="295688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27311C37-A040-A477-502C-14E0C99DE1E0}"/>
                </a:ext>
              </a:extLst>
            </p:cNvPr>
            <p:cNvSpPr txBox="1"/>
            <p:nvPr/>
          </p:nvSpPr>
          <p:spPr>
            <a:xfrm>
              <a:off x="3948835" y="1354747"/>
              <a:ext cx="35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94" name="群組 93">
            <a:extLst>
              <a:ext uri="{FF2B5EF4-FFF2-40B4-BE49-F238E27FC236}">
                <a16:creationId xmlns:a16="http://schemas.microsoft.com/office/drawing/2014/main" id="{CCEF3559-D004-B3C7-E7F8-2D80FE3DC6F0}"/>
              </a:ext>
            </a:extLst>
          </p:cNvPr>
          <p:cNvGrpSpPr/>
          <p:nvPr/>
        </p:nvGrpSpPr>
        <p:grpSpPr>
          <a:xfrm>
            <a:off x="3690997" y="1524775"/>
            <a:ext cx="3209469" cy="516305"/>
            <a:chOff x="4083743" y="1312133"/>
            <a:chExt cx="3209469" cy="5163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字方塊 32">
                  <a:extLst>
                    <a:ext uri="{FF2B5EF4-FFF2-40B4-BE49-F238E27FC236}">
                      <a16:creationId xmlns:a16="http://schemas.microsoft.com/office/drawing/2014/main" id="{1146DB8F-01AC-4A0B-3672-F110BBC397AC}"/>
                    </a:ext>
                  </a:extLst>
                </p:cNvPr>
                <p:cNvSpPr txBox="1"/>
                <p:nvPr/>
              </p:nvSpPr>
              <p:spPr>
                <a:xfrm>
                  <a:off x="5353198" y="1378531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3" name="文字方塊 32">
                  <a:extLst>
                    <a:ext uri="{FF2B5EF4-FFF2-40B4-BE49-F238E27FC236}">
                      <a16:creationId xmlns:a16="http://schemas.microsoft.com/office/drawing/2014/main" id="{1146DB8F-01AC-4A0B-3672-F110BBC397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53198" y="1378531"/>
                  <a:ext cx="295688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1F0C9F83-F2D4-47E2-276E-164624070EBA}"/>
                    </a:ext>
                  </a:extLst>
                </p:cNvPr>
                <p:cNvSpPr txBox="1"/>
                <p:nvPr/>
              </p:nvSpPr>
              <p:spPr>
                <a:xfrm>
                  <a:off x="4083743" y="1400879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1F0C9F83-F2D4-47E2-276E-164624070E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83743" y="1400879"/>
                  <a:ext cx="295688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64FDB84C-30A0-3EAD-3A2D-E70A72C7D6C0}"/>
                </a:ext>
              </a:extLst>
            </p:cNvPr>
            <p:cNvSpPr txBox="1"/>
            <p:nvPr/>
          </p:nvSpPr>
          <p:spPr>
            <a:xfrm>
              <a:off x="4763132" y="1419054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47B58274-14AB-507B-4C60-03EA79AE0902}"/>
                </a:ext>
              </a:extLst>
            </p:cNvPr>
            <p:cNvSpPr txBox="1"/>
            <p:nvPr/>
          </p:nvSpPr>
          <p:spPr>
            <a:xfrm>
              <a:off x="4569220" y="1402114"/>
              <a:ext cx="43104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8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字方塊 20">
                  <a:extLst>
                    <a:ext uri="{FF2B5EF4-FFF2-40B4-BE49-F238E27FC236}">
                      <a16:creationId xmlns:a16="http://schemas.microsoft.com/office/drawing/2014/main" id="{1D36E9EA-50E2-FB45-1F88-21E55280C52F}"/>
                    </a:ext>
                  </a:extLst>
                </p:cNvPr>
                <p:cNvSpPr txBox="1"/>
                <p:nvPr/>
              </p:nvSpPr>
              <p:spPr>
                <a:xfrm>
                  <a:off x="6344341" y="1388964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21" name="文字方塊 20">
                  <a:extLst>
                    <a:ext uri="{FF2B5EF4-FFF2-40B4-BE49-F238E27FC236}">
                      <a16:creationId xmlns:a16="http://schemas.microsoft.com/office/drawing/2014/main" id="{1D36E9EA-50E2-FB45-1F88-21E55280C5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44341" y="1388964"/>
                  <a:ext cx="295688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3E4044B3-B16A-FC7E-CC03-1BACE7203C07}"/>
                </a:ext>
              </a:extLst>
            </p:cNvPr>
            <p:cNvSpPr txBox="1"/>
            <p:nvPr/>
          </p:nvSpPr>
          <p:spPr>
            <a:xfrm>
              <a:off x="6998649" y="1428328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77E18D1F-B35E-A0F4-E068-CF4CF0C2714D}"/>
                </a:ext>
              </a:extLst>
            </p:cNvPr>
            <p:cNvSpPr txBox="1"/>
            <p:nvPr/>
          </p:nvSpPr>
          <p:spPr>
            <a:xfrm>
              <a:off x="5594891" y="1384385"/>
              <a:ext cx="88812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30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uv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字方塊 14">
                  <a:extLst>
                    <a:ext uri="{FF2B5EF4-FFF2-40B4-BE49-F238E27FC236}">
                      <a16:creationId xmlns:a16="http://schemas.microsoft.com/office/drawing/2014/main" id="{7011F57D-D37A-62A8-297F-07A5BE846EFE}"/>
                    </a:ext>
                  </a:extLst>
                </p:cNvPr>
                <p:cNvSpPr txBox="1"/>
                <p:nvPr/>
              </p:nvSpPr>
              <p:spPr>
                <a:xfrm>
                  <a:off x="4356820" y="1375137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5" name="文字方塊 14">
                  <a:extLst>
                    <a:ext uri="{FF2B5EF4-FFF2-40B4-BE49-F238E27FC236}">
                      <a16:creationId xmlns:a16="http://schemas.microsoft.com/office/drawing/2014/main" id="{7011F57D-D37A-62A8-297F-07A5BE846E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56820" y="1375137"/>
                  <a:ext cx="295688" cy="4001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文字方塊 30">
              <a:extLst>
                <a:ext uri="{FF2B5EF4-FFF2-40B4-BE49-F238E27FC236}">
                  <a16:creationId xmlns:a16="http://schemas.microsoft.com/office/drawing/2014/main" id="{A6F0CDA6-D734-1525-9182-7D474B400A6F}"/>
                </a:ext>
              </a:extLst>
            </p:cNvPr>
            <p:cNvSpPr txBox="1"/>
            <p:nvPr/>
          </p:nvSpPr>
          <p:spPr>
            <a:xfrm>
              <a:off x="4885663" y="1384985"/>
              <a:ext cx="74687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9u</a:t>
              </a:r>
            </a:p>
          </p:txBody>
        </p:sp>
        <p:sp>
          <p:nvSpPr>
            <p:cNvPr id="32" name="文字方塊 31">
              <a:extLst>
                <a:ext uri="{FF2B5EF4-FFF2-40B4-BE49-F238E27FC236}">
                  <a16:creationId xmlns:a16="http://schemas.microsoft.com/office/drawing/2014/main" id="{5A11FC57-727C-129D-2EBF-2F26FBACDE8C}"/>
                </a:ext>
              </a:extLst>
            </p:cNvPr>
            <p:cNvSpPr txBox="1"/>
            <p:nvPr/>
          </p:nvSpPr>
          <p:spPr>
            <a:xfrm>
              <a:off x="5235529" y="1323689"/>
              <a:ext cx="35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56" name="文字方塊 55">
              <a:extLst>
                <a:ext uri="{FF2B5EF4-FFF2-40B4-BE49-F238E27FC236}">
                  <a16:creationId xmlns:a16="http://schemas.microsoft.com/office/drawing/2014/main" id="{B99C52F1-2DFB-FF54-BDB8-A0BD93B1554E}"/>
                </a:ext>
              </a:extLst>
            </p:cNvPr>
            <p:cNvSpPr txBox="1"/>
            <p:nvPr/>
          </p:nvSpPr>
          <p:spPr>
            <a:xfrm>
              <a:off x="6935422" y="1312133"/>
              <a:ext cx="35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57" name="文字方塊 56">
              <a:extLst>
                <a:ext uri="{FF2B5EF4-FFF2-40B4-BE49-F238E27FC236}">
                  <a16:creationId xmlns:a16="http://schemas.microsoft.com/office/drawing/2014/main" id="{301BBEA8-4CD5-08F3-7339-C19B009237AB}"/>
                </a:ext>
              </a:extLst>
            </p:cNvPr>
            <p:cNvSpPr txBox="1"/>
            <p:nvPr/>
          </p:nvSpPr>
          <p:spPr>
            <a:xfrm>
              <a:off x="6488746" y="1423583"/>
              <a:ext cx="76043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25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v</a:t>
              </a:r>
            </a:p>
          </p:txBody>
        </p:sp>
      </p:grpSp>
      <p:grpSp>
        <p:nvGrpSpPr>
          <p:cNvPr id="92" name="群組 91">
            <a:extLst>
              <a:ext uri="{FF2B5EF4-FFF2-40B4-BE49-F238E27FC236}">
                <a16:creationId xmlns:a16="http://schemas.microsoft.com/office/drawing/2014/main" id="{9EF6ABBF-D216-AAEC-D64F-3379ACF35B65}"/>
              </a:ext>
            </a:extLst>
          </p:cNvPr>
          <p:cNvGrpSpPr/>
          <p:nvPr/>
        </p:nvGrpSpPr>
        <p:grpSpPr>
          <a:xfrm>
            <a:off x="3690997" y="2048746"/>
            <a:ext cx="4124104" cy="653937"/>
            <a:chOff x="3584391" y="1781699"/>
            <a:chExt cx="4124104" cy="653937"/>
          </a:xfrm>
        </p:grpSpPr>
        <p:sp>
          <p:nvSpPr>
            <p:cNvPr id="77" name="文字方塊 76">
              <a:extLst>
                <a:ext uri="{FF2B5EF4-FFF2-40B4-BE49-F238E27FC236}">
                  <a16:creationId xmlns:a16="http://schemas.microsoft.com/office/drawing/2014/main" id="{642E874F-95E7-4692-F01A-9BD5D6139D00}"/>
                </a:ext>
              </a:extLst>
            </p:cNvPr>
            <p:cNvSpPr txBox="1"/>
            <p:nvPr/>
          </p:nvSpPr>
          <p:spPr>
            <a:xfrm>
              <a:off x="4976591" y="1810837"/>
              <a:ext cx="35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78" name="文字方塊 77">
              <a:extLst>
                <a:ext uri="{FF2B5EF4-FFF2-40B4-BE49-F238E27FC236}">
                  <a16:creationId xmlns:a16="http://schemas.microsoft.com/office/drawing/2014/main" id="{4E762BA2-3DA6-E513-E710-A12BD122B8E0}"/>
                </a:ext>
              </a:extLst>
            </p:cNvPr>
            <p:cNvSpPr txBox="1"/>
            <p:nvPr/>
          </p:nvSpPr>
          <p:spPr>
            <a:xfrm>
              <a:off x="6452615" y="1924655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p:sp>
          <p:nvSpPr>
            <p:cNvPr id="79" name="文字方塊 78">
              <a:extLst>
                <a:ext uri="{FF2B5EF4-FFF2-40B4-BE49-F238E27FC236}">
                  <a16:creationId xmlns:a16="http://schemas.microsoft.com/office/drawing/2014/main" id="{8BD52527-D33E-9F51-35A5-C64ACE69632C}"/>
                </a:ext>
              </a:extLst>
            </p:cNvPr>
            <p:cNvSpPr txBox="1"/>
            <p:nvPr/>
          </p:nvSpPr>
          <p:spPr>
            <a:xfrm>
              <a:off x="6157237" y="1919855"/>
              <a:ext cx="5371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5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v</a:t>
              </a:r>
            </a:p>
          </p:txBody>
        </p:sp>
        <p:sp>
          <p:nvSpPr>
            <p:cNvPr id="80" name="文字方塊 79">
              <a:extLst>
                <a:ext uri="{FF2B5EF4-FFF2-40B4-BE49-F238E27FC236}">
                  <a16:creationId xmlns:a16="http://schemas.microsoft.com/office/drawing/2014/main" id="{C381D943-402E-E09D-7A2D-2594C0A81920}"/>
                </a:ext>
              </a:extLst>
            </p:cNvPr>
            <p:cNvSpPr txBox="1"/>
            <p:nvPr/>
          </p:nvSpPr>
          <p:spPr>
            <a:xfrm>
              <a:off x="6063338" y="1919135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81" name="文字方塊 80">
              <a:extLst>
                <a:ext uri="{FF2B5EF4-FFF2-40B4-BE49-F238E27FC236}">
                  <a16:creationId xmlns:a16="http://schemas.microsoft.com/office/drawing/2014/main" id="{A4286671-4EC9-4E92-86AF-74538DD93E8F}"/>
                </a:ext>
              </a:extLst>
            </p:cNvPr>
            <p:cNvSpPr txBox="1"/>
            <p:nvPr/>
          </p:nvSpPr>
          <p:spPr>
            <a:xfrm>
              <a:off x="7245661" y="1941989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p:sp>
          <p:nvSpPr>
            <p:cNvPr id="83" name="文字方塊 82">
              <a:extLst>
                <a:ext uri="{FF2B5EF4-FFF2-40B4-BE49-F238E27FC236}">
                  <a16:creationId xmlns:a16="http://schemas.microsoft.com/office/drawing/2014/main" id="{41EC0830-4DE5-BC95-025C-A75B12985873}"/>
                </a:ext>
              </a:extLst>
            </p:cNvPr>
            <p:cNvSpPr txBox="1"/>
            <p:nvPr/>
          </p:nvSpPr>
          <p:spPr>
            <a:xfrm>
              <a:off x="6840101" y="1914803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61" name="文字方塊 60">
              <a:extLst>
                <a:ext uri="{FF2B5EF4-FFF2-40B4-BE49-F238E27FC236}">
                  <a16:creationId xmlns:a16="http://schemas.microsoft.com/office/drawing/2014/main" id="{02C43106-1BA8-2E11-D556-9F49985347A1}"/>
                </a:ext>
              </a:extLst>
            </p:cNvPr>
            <p:cNvSpPr txBox="1"/>
            <p:nvPr/>
          </p:nvSpPr>
          <p:spPr>
            <a:xfrm>
              <a:off x="4833345" y="1916875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文字方塊 63">
                  <a:extLst>
                    <a:ext uri="{FF2B5EF4-FFF2-40B4-BE49-F238E27FC236}">
                      <a16:creationId xmlns:a16="http://schemas.microsoft.com/office/drawing/2014/main" id="{A0BACA4A-9595-5EA2-CA9F-EB93DAEBE46A}"/>
                    </a:ext>
                  </a:extLst>
                </p:cNvPr>
                <p:cNvSpPr txBox="1"/>
                <p:nvPr/>
              </p:nvSpPr>
              <p:spPr>
                <a:xfrm>
                  <a:off x="3584391" y="1884845"/>
                  <a:ext cx="332447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64" name="文字方塊 63">
                  <a:extLst>
                    <a:ext uri="{FF2B5EF4-FFF2-40B4-BE49-F238E27FC236}">
                      <a16:creationId xmlns:a16="http://schemas.microsoft.com/office/drawing/2014/main" id="{A0BACA4A-9595-5EA2-CA9F-EB93DAEBE4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4391" y="1884845"/>
                  <a:ext cx="332447" cy="4001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6" name="文字方塊 65">
              <a:extLst>
                <a:ext uri="{FF2B5EF4-FFF2-40B4-BE49-F238E27FC236}">
                  <a16:creationId xmlns:a16="http://schemas.microsoft.com/office/drawing/2014/main" id="{995343B0-63EA-3691-6DC8-C0235895F973}"/>
                </a:ext>
              </a:extLst>
            </p:cNvPr>
            <p:cNvSpPr txBox="1"/>
            <p:nvPr/>
          </p:nvSpPr>
          <p:spPr>
            <a:xfrm>
              <a:off x="4458577" y="1884855"/>
              <a:ext cx="66638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u</a:t>
              </a:r>
            </a:p>
          </p:txBody>
        </p:sp>
        <p:sp>
          <p:nvSpPr>
            <p:cNvPr id="68" name="文字方塊 67">
              <a:extLst>
                <a:ext uri="{FF2B5EF4-FFF2-40B4-BE49-F238E27FC236}">
                  <a16:creationId xmlns:a16="http://schemas.microsoft.com/office/drawing/2014/main" id="{1C8FB7CD-5868-99CF-494F-64D65917722E}"/>
                </a:ext>
              </a:extLst>
            </p:cNvPr>
            <p:cNvSpPr txBox="1"/>
            <p:nvPr/>
          </p:nvSpPr>
          <p:spPr>
            <a:xfrm>
              <a:off x="4388645" y="1902423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grpSp>
          <p:nvGrpSpPr>
            <p:cNvPr id="69" name="群組 68">
              <a:extLst>
                <a:ext uri="{FF2B5EF4-FFF2-40B4-BE49-F238E27FC236}">
                  <a16:creationId xmlns:a16="http://schemas.microsoft.com/office/drawing/2014/main" id="{8327690D-5B60-0800-DA8B-40B9CD9DF7A3}"/>
                </a:ext>
              </a:extLst>
            </p:cNvPr>
            <p:cNvGrpSpPr/>
            <p:nvPr/>
          </p:nvGrpSpPr>
          <p:grpSpPr>
            <a:xfrm>
              <a:off x="4999461" y="1895556"/>
              <a:ext cx="1851568" cy="442118"/>
              <a:chOff x="7574330" y="962957"/>
              <a:chExt cx="1851568" cy="442118"/>
            </a:xfrm>
          </p:grpSpPr>
          <p:grpSp>
            <p:nvGrpSpPr>
              <p:cNvPr id="70" name="群組 69">
                <a:extLst>
                  <a:ext uri="{FF2B5EF4-FFF2-40B4-BE49-F238E27FC236}">
                    <a16:creationId xmlns:a16="http://schemas.microsoft.com/office/drawing/2014/main" id="{44D9E81B-520A-3D5A-F7B6-0EF86466A3BB}"/>
                  </a:ext>
                </a:extLst>
              </p:cNvPr>
              <p:cNvGrpSpPr/>
              <p:nvPr/>
            </p:nvGrpSpPr>
            <p:grpSpPr>
              <a:xfrm>
                <a:off x="7987812" y="962957"/>
                <a:ext cx="1438086" cy="442118"/>
                <a:chOff x="7280917" y="1561486"/>
                <a:chExt cx="1438086" cy="442118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2" name="文字方塊 71">
                      <a:extLst>
                        <a:ext uri="{FF2B5EF4-FFF2-40B4-BE49-F238E27FC236}">
                          <a16:creationId xmlns:a16="http://schemas.microsoft.com/office/drawing/2014/main" id="{E820A16A-4DD4-B273-0AEE-656F9BCDBEE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423315" y="1561486"/>
                      <a:ext cx="295688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000" b="1" i="1" smtClean="0">
                                <a:ln>
                                  <a:solidFill>
                                    <a:schemeClr val="tx1"/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oMath>
                        </m:oMathPara>
                      </a14:m>
                      <a:endParaRPr lang="en-HK" sz="20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72" name="文字方塊 71">
                      <a:extLst>
                        <a:ext uri="{FF2B5EF4-FFF2-40B4-BE49-F238E27FC236}">
                          <a16:creationId xmlns:a16="http://schemas.microsoft.com/office/drawing/2014/main" id="{E820A16A-4DD4-B273-0AEE-656F9BCDBEE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423315" y="1561486"/>
                      <a:ext cx="295688" cy="400110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HK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73" name="文字方塊 72">
                  <a:extLst>
                    <a:ext uri="{FF2B5EF4-FFF2-40B4-BE49-F238E27FC236}">
                      <a16:creationId xmlns:a16="http://schemas.microsoft.com/office/drawing/2014/main" id="{F6D29589-7C07-1DEB-B79C-51C8A94FDF49}"/>
                    </a:ext>
                  </a:extLst>
                </p:cNvPr>
                <p:cNvSpPr txBox="1"/>
                <p:nvPr/>
              </p:nvSpPr>
              <p:spPr>
                <a:xfrm>
                  <a:off x="7724320" y="1596011"/>
                  <a:ext cx="27443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)</a:t>
                  </a:r>
                </a:p>
              </p:txBody>
            </p:sp>
            <p:sp>
              <p:nvSpPr>
                <p:cNvPr id="74" name="文字方塊 73">
                  <a:extLst>
                    <a:ext uri="{FF2B5EF4-FFF2-40B4-BE49-F238E27FC236}">
                      <a16:creationId xmlns:a16="http://schemas.microsoft.com/office/drawing/2014/main" id="{4D3AF255-F2F1-E527-EDFC-88044913AE62}"/>
                    </a:ext>
                  </a:extLst>
                </p:cNvPr>
                <p:cNvSpPr txBox="1"/>
                <p:nvPr/>
              </p:nvSpPr>
              <p:spPr>
                <a:xfrm>
                  <a:off x="7352278" y="1583824"/>
                  <a:ext cx="60236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altLang="zh-HK" sz="2000" b="1" dirty="0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rPr>
                    <a:t>3</a:t>
                  </a:r>
                  <a:r>
                    <a:rPr lang="en-HK" altLang="zh-HK" sz="20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u</a:t>
                  </a:r>
                </a:p>
              </p:txBody>
            </p:sp>
            <p:sp>
              <p:nvSpPr>
                <p:cNvPr id="75" name="文字方塊 74">
                  <a:extLst>
                    <a:ext uri="{FF2B5EF4-FFF2-40B4-BE49-F238E27FC236}">
                      <a16:creationId xmlns:a16="http://schemas.microsoft.com/office/drawing/2014/main" id="{D9ED351E-B365-1A47-518D-F033719F4B60}"/>
                    </a:ext>
                  </a:extLst>
                </p:cNvPr>
                <p:cNvSpPr txBox="1"/>
                <p:nvPr/>
              </p:nvSpPr>
              <p:spPr>
                <a:xfrm>
                  <a:off x="7280917" y="1603494"/>
                  <a:ext cx="27443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(</a:t>
                  </a: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文字方塊 70">
                    <a:extLst>
                      <a:ext uri="{FF2B5EF4-FFF2-40B4-BE49-F238E27FC236}">
                        <a16:creationId xmlns:a16="http://schemas.microsoft.com/office/drawing/2014/main" id="{64EAE340-4828-6A09-601F-E37D535CFDA4}"/>
                      </a:ext>
                    </a:extLst>
                  </p:cNvPr>
                  <p:cNvSpPr txBox="1"/>
                  <p:nvPr/>
                </p:nvSpPr>
                <p:spPr>
                  <a:xfrm>
                    <a:off x="7574330" y="1004965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71" name="文字方塊 70">
                    <a:extLst>
                      <a:ext uri="{FF2B5EF4-FFF2-40B4-BE49-F238E27FC236}">
                        <a16:creationId xmlns:a16="http://schemas.microsoft.com/office/drawing/2014/main" id="{64EAE340-4828-6A09-601F-E37D535CFDA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74330" y="1004965"/>
                    <a:ext cx="295688" cy="400110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63" name="文字方塊 62">
              <a:extLst>
                <a:ext uri="{FF2B5EF4-FFF2-40B4-BE49-F238E27FC236}">
                  <a16:creationId xmlns:a16="http://schemas.microsoft.com/office/drawing/2014/main" id="{3C4FEA47-06DC-3BAC-4870-551B50927E61}"/>
                </a:ext>
              </a:extLst>
            </p:cNvPr>
            <p:cNvSpPr txBox="1"/>
            <p:nvPr/>
          </p:nvSpPr>
          <p:spPr>
            <a:xfrm>
              <a:off x="5217853" y="1937564"/>
              <a:ext cx="35206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</a:p>
          </p:txBody>
        </p:sp>
        <p:sp>
          <p:nvSpPr>
            <p:cNvPr id="82" name="文字方塊 81">
              <a:extLst>
                <a:ext uri="{FF2B5EF4-FFF2-40B4-BE49-F238E27FC236}">
                  <a16:creationId xmlns:a16="http://schemas.microsoft.com/office/drawing/2014/main" id="{74659CEE-1666-E3EF-95AD-5E6F40217AE8}"/>
                </a:ext>
              </a:extLst>
            </p:cNvPr>
            <p:cNvSpPr txBox="1"/>
            <p:nvPr/>
          </p:nvSpPr>
          <p:spPr>
            <a:xfrm>
              <a:off x="6931600" y="1899283"/>
              <a:ext cx="5371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5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v</a:t>
              </a:r>
            </a:p>
          </p:txBody>
        </p:sp>
        <p:sp>
          <p:nvSpPr>
            <p:cNvPr id="84" name="文字方塊 83">
              <a:extLst>
                <a:ext uri="{FF2B5EF4-FFF2-40B4-BE49-F238E27FC236}">
                  <a16:creationId xmlns:a16="http://schemas.microsoft.com/office/drawing/2014/main" id="{DD432BD2-A188-5D7E-D7AC-E378A8306C7A}"/>
                </a:ext>
              </a:extLst>
            </p:cNvPr>
            <p:cNvSpPr txBox="1"/>
            <p:nvPr/>
          </p:nvSpPr>
          <p:spPr>
            <a:xfrm>
              <a:off x="7350705" y="1844430"/>
              <a:ext cx="35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88" name="弧形 87">
              <a:extLst>
                <a:ext uri="{FF2B5EF4-FFF2-40B4-BE49-F238E27FC236}">
                  <a16:creationId xmlns:a16="http://schemas.microsoft.com/office/drawing/2014/main" id="{EA3ED870-410C-CDA7-472E-3F84F28B1038}"/>
                </a:ext>
              </a:extLst>
            </p:cNvPr>
            <p:cNvSpPr/>
            <p:nvPr/>
          </p:nvSpPr>
          <p:spPr>
            <a:xfrm rot="10957079">
              <a:off x="4397717" y="1794078"/>
              <a:ext cx="251507" cy="641558"/>
            </a:xfrm>
            <a:prstGeom prst="arc">
              <a:avLst>
                <a:gd name="adj1" fmla="val 16200000"/>
                <a:gd name="adj2" fmla="val 5240716"/>
              </a:avLst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HK" altLang="en-US">
                <a:solidFill>
                  <a:srgbClr val="FFFF00"/>
                </a:solidFill>
              </a:endParaRPr>
            </a:p>
          </p:txBody>
        </p:sp>
        <p:sp>
          <p:nvSpPr>
            <p:cNvPr id="89" name="弧形 88">
              <a:extLst>
                <a:ext uri="{FF2B5EF4-FFF2-40B4-BE49-F238E27FC236}">
                  <a16:creationId xmlns:a16="http://schemas.microsoft.com/office/drawing/2014/main" id="{AAFCF0DB-A8E7-C158-3F3E-0DD7C549C518}"/>
                </a:ext>
              </a:extLst>
            </p:cNvPr>
            <p:cNvSpPr/>
            <p:nvPr/>
          </p:nvSpPr>
          <p:spPr>
            <a:xfrm>
              <a:off x="7353252" y="1781699"/>
              <a:ext cx="251507" cy="641558"/>
            </a:xfrm>
            <a:prstGeom prst="arc">
              <a:avLst>
                <a:gd name="adj1" fmla="val 16200000"/>
                <a:gd name="adj2" fmla="val 5240716"/>
              </a:avLst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HK" altLang="en-US">
                <a:solidFill>
                  <a:srgbClr val="FFFF00"/>
                </a:solidFill>
              </a:endParaRPr>
            </a:p>
          </p:txBody>
        </p:sp>
        <p:sp>
          <p:nvSpPr>
            <p:cNvPr id="90" name="文字方塊 89">
              <a:extLst>
                <a:ext uri="{FF2B5EF4-FFF2-40B4-BE49-F238E27FC236}">
                  <a16:creationId xmlns:a16="http://schemas.microsoft.com/office/drawing/2014/main" id="{6C80AC85-32D3-BEFF-3B71-CB7F72015F38}"/>
                </a:ext>
              </a:extLst>
            </p:cNvPr>
            <p:cNvSpPr txBox="1"/>
            <p:nvPr/>
          </p:nvSpPr>
          <p:spPr>
            <a:xfrm>
              <a:off x="4082532" y="1891734"/>
              <a:ext cx="43104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8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文字方塊 90">
                  <a:extLst>
                    <a:ext uri="{FF2B5EF4-FFF2-40B4-BE49-F238E27FC236}">
                      <a16:creationId xmlns:a16="http://schemas.microsoft.com/office/drawing/2014/main" id="{558AD8EB-9D7E-1E48-D351-236311C4632A}"/>
                    </a:ext>
                  </a:extLst>
                </p:cNvPr>
                <p:cNvSpPr txBox="1"/>
                <p:nvPr/>
              </p:nvSpPr>
              <p:spPr>
                <a:xfrm>
                  <a:off x="3899621" y="1884213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91" name="文字方塊 90">
                  <a:extLst>
                    <a:ext uri="{FF2B5EF4-FFF2-40B4-BE49-F238E27FC236}">
                      <a16:creationId xmlns:a16="http://schemas.microsoft.com/office/drawing/2014/main" id="{558AD8EB-9D7E-1E48-D351-236311C463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99621" y="1884213"/>
                  <a:ext cx="295688" cy="40011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2" name="群組 151">
            <a:extLst>
              <a:ext uri="{FF2B5EF4-FFF2-40B4-BE49-F238E27FC236}">
                <a16:creationId xmlns:a16="http://schemas.microsoft.com/office/drawing/2014/main" id="{D4BDCEA4-3CE9-6BB6-AB99-88BE185E347E}"/>
              </a:ext>
            </a:extLst>
          </p:cNvPr>
          <p:cNvGrpSpPr/>
          <p:nvPr/>
        </p:nvGrpSpPr>
        <p:grpSpPr>
          <a:xfrm>
            <a:off x="3700726" y="2684236"/>
            <a:ext cx="2139091" cy="510214"/>
            <a:chOff x="3687756" y="2684236"/>
            <a:chExt cx="2139091" cy="51021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文字方塊 94">
                  <a:extLst>
                    <a:ext uri="{FF2B5EF4-FFF2-40B4-BE49-F238E27FC236}">
                      <a16:creationId xmlns:a16="http://schemas.microsoft.com/office/drawing/2014/main" id="{9D28566A-1101-0E0D-649A-242E4307ECAB}"/>
                    </a:ext>
                  </a:extLst>
                </p:cNvPr>
                <p:cNvSpPr txBox="1"/>
                <p:nvPr/>
              </p:nvSpPr>
              <p:spPr>
                <a:xfrm>
                  <a:off x="4064231" y="2734635"/>
                  <a:ext cx="35626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95" name="文字方塊 94">
                  <a:extLst>
                    <a:ext uri="{FF2B5EF4-FFF2-40B4-BE49-F238E27FC236}">
                      <a16:creationId xmlns:a16="http://schemas.microsoft.com/office/drawing/2014/main" id="{9D28566A-1101-0E0D-649A-242E4307EC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64231" y="2734635"/>
                  <a:ext cx="356268" cy="40011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文字方塊 95">
                  <a:extLst>
                    <a:ext uri="{FF2B5EF4-FFF2-40B4-BE49-F238E27FC236}">
                      <a16:creationId xmlns:a16="http://schemas.microsoft.com/office/drawing/2014/main" id="{B8E0E327-45BE-DECD-1AC4-C8B65B2B83D7}"/>
                    </a:ext>
                  </a:extLst>
                </p:cNvPr>
                <p:cNvSpPr txBox="1"/>
                <p:nvPr/>
              </p:nvSpPr>
              <p:spPr>
                <a:xfrm>
                  <a:off x="4844222" y="275799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96" name="文字方塊 95">
                  <a:extLst>
                    <a:ext uri="{FF2B5EF4-FFF2-40B4-BE49-F238E27FC236}">
                      <a16:creationId xmlns:a16="http://schemas.microsoft.com/office/drawing/2014/main" id="{B8E0E327-45BE-DECD-1AC4-C8B65B2B83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4222" y="2757998"/>
                  <a:ext cx="295688" cy="40011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7" name="文字方塊 96">
              <a:extLst>
                <a:ext uri="{FF2B5EF4-FFF2-40B4-BE49-F238E27FC236}">
                  <a16:creationId xmlns:a16="http://schemas.microsoft.com/office/drawing/2014/main" id="{A23A805A-847A-2586-5AB2-EA52E5840D63}"/>
                </a:ext>
              </a:extLst>
            </p:cNvPr>
            <p:cNvSpPr txBox="1"/>
            <p:nvPr/>
          </p:nvSpPr>
          <p:spPr>
            <a:xfrm>
              <a:off x="4473885" y="2769826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98" name="文字方塊 97">
              <a:extLst>
                <a:ext uri="{FF2B5EF4-FFF2-40B4-BE49-F238E27FC236}">
                  <a16:creationId xmlns:a16="http://schemas.microsoft.com/office/drawing/2014/main" id="{329ADD78-F139-79EC-8700-898B97F84325}"/>
                </a:ext>
              </a:extLst>
            </p:cNvPr>
            <p:cNvSpPr txBox="1"/>
            <p:nvPr/>
          </p:nvSpPr>
          <p:spPr>
            <a:xfrm>
              <a:off x="4527845" y="2757307"/>
              <a:ext cx="56296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u</a:t>
              </a:r>
            </a:p>
          </p:txBody>
        </p:sp>
        <p:sp>
          <p:nvSpPr>
            <p:cNvPr id="99" name="文字方塊 98">
              <a:extLst>
                <a:ext uri="{FF2B5EF4-FFF2-40B4-BE49-F238E27FC236}">
                  <a16:creationId xmlns:a16="http://schemas.microsoft.com/office/drawing/2014/main" id="{B66D780F-D800-DE10-2C99-97F02226C2F2}"/>
                </a:ext>
              </a:extLst>
            </p:cNvPr>
            <p:cNvSpPr txBox="1"/>
            <p:nvPr/>
          </p:nvSpPr>
          <p:spPr>
            <a:xfrm>
              <a:off x="5049353" y="2757998"/>
              <a:ext cx="53772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5v</a:t>
              </a:r>
            </a:p>
          </p:txBody>
        </p:sp>
        <p:sp>
          <p:nvSpPr>
            <p:cNvPr id="100" name="文字方塊 99">
              <a:extLst>
                <a:ext uri="{FF2B5EF4-FFF2-40B4-BE49-F238E27FC236}">
                  <a16:creationId xmlns:a16="http://schemas.microsoft.com/office/drawing/2014/main" id="{47C10F32-9889-C847-ED98-E12ED35D6C21}"/>
                </a:ext>
              </a:extLst>
            </p:cNvPr>
            <p:cNvSpPr txBox="1"/>
            <p:nvPr/>
          </p:nvSpPr>
          <p:spPr>
            <a:xfrm>
              <a:off x="5365414" y="2794340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p:sp>
          <p:nvSpPr>
            <p:cNvPr id="101" name="文字方塊 100">
              <a:extLst>
                <a:ext uri="{FF2B5EF4-FFF2-40B4-BE49-F238E27FC236}">
                  <a16:creationId xmlns:a16="http://schemas.microsoft.com/office/drawing/2014/main" id="{B3173B81-699F-6587-B190-91973CB43B12}"/>
                </a:ext>
              </a:extLst>
            </p:cNvPr>
            <p:cNvSpPr txBox="1"/>
            <p:nvPr/>
          </p:nvSpPr>
          <p:spPr>
            <a:xfrm>
              <a:off x="4247812" y="2771623"/>
              <a:ext cx="43104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8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文字方塊 101">
                  <a:extLst>
                    <a:ext uri="{FF2B5EF4-FFF2-40B4-BE49-F238E27FC236}">
                      <a16:creationId xmlns:a16="http://schemas.microsoft.com/office/drawing/2014/main" id="{3CE7DEC9-B97D-8DC0-B2B4-4F226D0C0315}"/>
                    </a:ext>
                  </a:extLst>
                </p:cNvPr>
                <p:cNvSpPr txBox="1"/>
                <p:nvPr/>
              </p:nvSpPr>
              <p:spPr>
                <a:xfrm>
                  <a:off x="3687756" y="2732305"/>
                  <a:ext cx="332447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02" name="文字方塊 101">
                  <a:extLst>
                    <a:ext uri="{FF2B5EF4-FFF2-40B4-BE49-F238E27FC236}">
                      <a16:creationId xmlns:a16="http://schemas.microsoft.com/office/drawing/2014/main" id="{3CE7DEC9-B97D-8DC0-B2B4-4F226D0C03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87756" y="2732305"/>
                  <a:ext cx="332447" cy="40011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3" name="文字方塊 102">
              <a:extLst>
                <a:ext uri="{FF2B5EF4-FFF2-40B4-BE49-F238E27FC236}">
                  <a16:creationId xmlns:a16="http://schemas.microsoft.com/office/drawing/2014/main" id="{677D1651-1E8A-729C-1C0D-0EC0CFF63DC4}"/>
                </a:ext>
              </a:extLst>
            </p:cNvPr>
            <p:cNvSpPr txBox="1"/>
            <p:nvPr/>
          </p:nvSpPr>
          <p:spPr>
            <a:xfrm>
              <a:off x="5469057" y="2684236"/>
              <a:ext cx="35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104" name="群組 103">
            <a:extLst>
              <a:ext uri="{FF2B5EF4-FFF2-40B4-BE49-F238E27FC236}">
                <a16:creationId xmlns:a16="http://schemas.microsoft.com/office/drawing/2014/main" id="{A9CEC9DB-EB35-2F2C-0DF2-C85B0FDDEB60}"/>
              </a:ext>
            </a:extLst>
          </p:cNvPr>
          <p:cNvGrpSpPr/>
          <p:nvPr/>
        </p:nvGrpSpPr>
        <p:grpSpPr>
          <a:xfrm>
            <a:off x="615587" y="3079669"/>
            <a:ext cx="3341673" cy="790130"/>
            <a:chOff x="964952" y="1302386"/>
            <a:chExt cx="3341673" cy="7901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文字方塊 104">
                  <a:extLst>
                    <a:ext uri="{FF2B5EF4-FFF2-40B4-BE49-F238E27FC236}">
                      <a16:creationId xmlns:a16="http://schemas.microsoft.com/office/drawing/2014/main" id="{03F3B914-462C-8C01-3BE2-357124EF17A9}"/>
                    </a:ext>
                  </a:extLst>
                </p:cNvPr>
                <p:cNvSpPr txBox="1"/>
                <p:nvPr/>
              </p:nvSpPr>
              <p:spPr>
                <a:xfrm>
                  <a:off x="3132567" y="1400879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05" name="文字方塊 104">
                  <a:extLst>
                    <a:ext uri="{FF2B5EF4-FFF2-40B4-BE49-F238E27FC236}">
                      <a16:creationId xmlns:a16="http://schemas.microsoft.com/office/drawing/2014/main" id="{03F3B914-462C-8C01-3BE2-357124EF17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32567" y="1400879"/>
                  <a:ext cx="295688" cy="40011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文字方塊 105">
                  <a:extLst>
                    <a:ext uri="{FF2B5EF4-FFF2-40B4-BE49-F238E27FC236}">
                      <a16:creationId xmlns:a16="http://schemas.microsoft.com/office/drawing/2014/main" id="{6C4D9A81-DE7A-98AC-702B-6698794A8186}"/>
                    </a:ext>
                  </a:extLst>
                </p:cNvPr>
                <p:cNvSpPr txBox="1"/>
                <p:nvPr/>
              </p:nvSpPr>
              <p:spPr>
                <a:xfrm>
                  <a:off x="2041237" y="1388243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06" name="文字方塊 105">
                  <a:extLst>
                    <a:ext uri="{FF2B5EF4-FFF2-40B4-BE49-F238E27FC236}">
                      <a16:creationId xmlns:a16="http://schemas.microsoft.com/office/drawing/2014/main" id="{6C4D9A81-DE7A-98AC-702B-6698794A81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41237" y="1388243"/>
                  <a:ext cx="295688" cy="400110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7" name="文字方塊 106">
              <a:extLst>
                <a:ext uri="{FF2B5EF4-FFF2-40B4-BE49-F238E27FC236}">
                  <a16:creationId xmlns:a16="http://schemas.microsoft.com/office/drawing/2014/main" id="{D2D2ACCC-6EB8-8EA1-7A0D-E6A590C39D12}"/>
                </a:ext>
              </a:extLst>
            </p:cNvPr>
            <p:cNvSpPr txBox="1"/>
            <p:nvPr/>
          </p:nvSpPr>
          <p:spPr>
            <a:xfrm>
              <a:off x="1353660" y="1384630"/>
              <a:ext cx="94235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63x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y</a:t>
              </a:r>
              <a:endParaRPr lang="en-HK" altLang="zh-HK" sz="2000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  <a:p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  <p:sp>
          <p:nvSpPr>
            <p:cNvPr id="108" name="文字方塊 107">
              <a:extLst>
                <a:ext uri="{FF2B5EF4-FFF2-40B4-BE49-F238E27FC236}">
                  <a16:creationId xmlns:a16="http://schemas.microsoft.com/office/drawing/2014/main" id="{2D60754A-7D0F-FE0F-6ADA-9D792702B931}"/>
                </a:ext>
              </a:extLst>
            </p:cNvPr>
            <p:cNvSpPr txBox="1"/>
            <p:nvPr/>
          </p:nvSpPr>
          <p:spPr>
            <a:xfrm>
              <a:off x="2003392" y="1302386"/>
              <a:ext cx="35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109" name="文字方塊 108">
              <a:extLst>
                <a:ext uri="{FF2B5EF4-FFF2-40B4-BE49-F238E27FC236}">
                  <a16:creationId xmlns:a16="http://schemas.microsoft.com/office/drawing/2014/main" id="{0B9E5D59-29CC-2D1A-5FC4-69FE78D115DC}"/>
                </a:ext>
              </a:extLst>
            </p:cNvPr>
            <p:cNvSpPr txBox="1"/>
            <p:nvPr/>
          </p:nvSpPr>
          <p:spPr>
            <a:xfrm>
              <a:off x="2277451" y="1391856"/>
              <a:ext cx="105090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84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xyz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  <p:sp>
          <p:nvSpPr>
            <p:cNvPr id="110" name="文字方塊 109">
              <a:extLst>
                <a:ext uri="{FF2B5EF4-FFF2-40B4-BE49-F238E27FC236}">
                  <a16:creationId xmlns:a16="http://schemas.microsoft.com/office/drawing/2014/main" id="{6D9B0441-079F-86E6-D52F-A3A6B3977CAF}"/>
                </a:ext>
              </a:extLst>
            </p:cNvPr>
            <p:cNvSpPr txBox="1"/>
            <p:nvPr/>
          </p:nvSpPr>
          <p:spPr>
            <a:xfrm>
              <a:off x="3296044" y="1409808"/>
              <a:ext cx="8886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28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xz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  <p:sp>
          <p:nvSpPr>
            <p:cNvPr id="111" name="文字方塊 110">
              <a:extLst>
                <a:ext uri="{FF2B5EF4-FFF2-40B4-BE49-F238E27FC236}">
                  <a16:creationId xmlns:a16="http://schemas.microsoft.com/office/drawing/2014/main" id="{E6838855-0D3B-4C00-5210-7C7ADA678563}"/>
                </a:ext>
              </a:extLst>
            </p:cNvPr>
            <p:cNvSpPr txBox="1"/>
            <p:nvPr/>
          </p:nvSpPr>
          <p:spPr>
            <a:xfrm>
              <a:off x="964952" y="1400879"/>
              <a:ext cx="52325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(b)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  <p:sp>
          <p:nvSpPr>
            <p:cNvPr id="113" name="文字方塊 112">
              <a:extLst>
                <a:ext uri="{FF2B5EF4-FFF2-40B4-BE49-F238E27FC236}">
                  <a16:creationId xmlns:a16="http://schemas.microsoft.com/office/drawing/2014/main" id="{3A55CBB1-E254-4DD1-DC90-1038C9ABA9BB}"/>
                </a:ext>
              </a:extLst>
            </p:cNvPr>
            <p:cNvSpPr txBox="1"/>
            <p:nvPr/>
          </p:nvSpPr>
          <p:spPr>
            <a:xfrm>
              <a:off x="3948835" y="1354747"/>
              <a:ext cx="35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114" name="群組 113">
            <a:extLst>
              <a:ext uri="{FF2B5EF4-FFF2-40B4-BE49-F238E27FC236}">
                <a16:creationId xmlns:a16="http://schemas.microsoft.com/office/drawing/2014/main" id="{2DE55171-93DE-B707-110C-7BEB00FA833B}"/>
              </a:ext>
            </a:extLst>
          </p:cNvPr>
          <p:cNvGrpSpPr/>
          <p:nvPr/>
        </p:nvGrpSpPr>
        <p:grpSpPr>
          <a:xfrm>
            <a:off x="3777880" y="3115370"/>
            <a:ext cx="3209469" cy="1079779"/>
            <a:chOff x="4083743" y="1312133"/>
            <a:chExt cx="3209469" cy="10797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文字方塊 114">
                  <a:extLst>
                    <a:ext uri="{FF2B5EF4-FFF2-40B4-BE49-F238E27FC236}">
                      <a16:creationId xmlns:a16="http://schemas.microsoft.com/office/drawing/2014/main" id="{8290513F-44F1-8B56-4845-7C019F9D9047}"/>
                    </a:ext>
                  </a:extLst>
                </p:cNvPr>
                <p:cNvSpPr txBox="1"/>
                <p:nvPr/>
              </p:nvSpPr>
              <p:spPr>
                <a:xfrm>
                  <a:off x="5353198" y="1378531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15" name="文字方塊 114">
                  <a:extLst>
                    <a:ext uri="{FF2B5EF4-FFF2-40B4-BE49-F238E27FC236}">
                      <a16:creationId xmlns:a16="http://schemas.microsoft.com/office/drawing/2014/main" id="{8290513F-44F1-8B56-4845-7C019F9D90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53198" y="1378531"/>
                  <a:ext cx="295688" cy="40011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文字方塊 115">
                  <a:extLst>
                    <a:ext uri="{FF2B5EF4-FFF2-40B4-BE49-F238E27FC236}">
                      <a16:creationId xmlns:a16="http://schemas.microsoft.com/office/drawing/2014/main" id="{84E9DF81-01E2-EA0A-C11A-8F4081C8559C}"/>
                    </a:ext>
                  </a:extLst>
                </p:cNvPr>
                <p:cNvSpPr txBox="1"/>
                <p:nvPr/>
              </p:nvSpPr>
              <p:spPr>
                <a:xfrm>
                  <a:off x="4083743" y="1400879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16" name="文字方塊 115">
                  <a:extLst>
                    <a:ext uri="{FF2B5EF4-FFF2-40B4-BE49-F238E27FC236}">
                      <a16:creationId xmlns:a16="http://schemas.microsoft.com/office/drawing/2014/main" id="{84E9DF81-01E2-EA0A-C11A-8F4081C855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83743" y="1400879"/>
                  <a:ext cx="295688" cy="400110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7" name="文字方塊 116">
              <a:extLst>
                <a:ext uri="{FF2B5EF4-FFF2-40B4-BE49-F238E27FC236}">
                  <a16:creationId xmlns:a16="http://schemas.microsoft.com/office/drawing/2014/main" id="{11D52F6B-82FA-3342-BEAF-2BD6E1F777BD}"/>
                </a:ext>
              </a:extLst>
            </p:cNvPr>
            <p:cNvSpPr txBox="1"/>
            <p:nvPr/>
          </p:nvSpPr>
          <p:spPr>
            <a:xfrm>
              <a:off x="4763132" y="1419054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118" name="文字方塊 117">
              <a:extLst>
                <a:ext uri="{FF2B5EF4-FFF2-40B4-BE49-F238E27FC236}">
                  <a16:creationId xmlns:a16="http://schemas.microsoft.com/office/drawing/2014/main" id="{DCEA87E8-688D-DA20-F21A-78CC34A17D0D}"/>
                </a:ext>
              </a:extLst>
            </p:cNvPr>
            <p:cNvSpPr txBox="1"/>
            <p:nvPr/>
          </p:nvSpPr>
          <p:spPr>
            <a:xfrm>
              <a:off x="4401396" y="1402114"/>
              <a:ext cx="5988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7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文字方塊 118">
                  <a:extLst>
                    <a:ext uri="{FF2B5EF4-FFF2-40B4-BE49-F238E27FC236}">
                      <a16:creationId xmlns:a16="http://schemas.microsoft.com/office/drawing/2014/main" id="{880996E7-471A-2BA6-A123-B9B5113C2E50}"/>
                    </a:ext>
                  </a:extLst>
                </p:cNvPr>
                <p:cNvSpPr txBox="1"/>
                <p:nvPr/>
              </p:nvSpPr>
              <p:spPr>
                <a:xfrm>
                  <a:off x="6344341" y="1388964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19" name="文字方塊 118">
                  <a:extLst>
                    <a:ext uri="{FF2B5EF4-FFF2-40B4-BE49-F238E27FC236}">
                      <a16:creationId xmlns:a16="http://schemas.microsoft.com/office/drawing/2014/main" id="{880996E7-471A-2BA6-A123-B9B5113C2E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44341" y="1388964"/>
                  <a:ext cx="295688" cy="400110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0" name="文字方塊 119">
              <a:extLst>
                <a:ext uri="{FF2B5EF4-FFF2-40B4-BE49-F238E27FC236}">
                  <a16:creationId xmlns:a16="http://schemas.microsoft.com/office/drawing/2014/main" id="{6F031221-CF93-080B-C242-5312595B9A68}"/>
                </a:ext>
              </a:extLst>
            </p:cNvPr>
            <p:cNvSpPr txBox="1"/>
            <p:nvPr/>
          </p:nvSpPr>
          <p:spPr>
            <a:xfrm>
              <a:off x="6969894" y="1428328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p:sp>
          <p:nvSpPr>
            <p:cNvPr id="121" name="文字方塊 120">
              <a:extLst>
                <a:ext uri="{FF2B5EF4-FFF2-40B4-BE49-F238E27FC236}">
                  <a16:creationId xmlns:a16="http://schemas.microsoft.com/office/drawing/2014/main" id="{738C3FE2-AEE8-F6CE-F4DB-AD7541C740C9}"/>
                </a:ext>
              </a:extLst>
            </p:cNvPr>
            <p:cNvSpPr txBox="1"/>
            <p:nvPr/>
          </p:nvSpPr>
          <p:spPr>
            <a:xfrm>
              <a:off x="5594891" y="1384385"/>
              <a:ext cx="85873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12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yz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  <p:sp>
          <p:nvSpPr>
            <p:cNvPr id="123" name="文字方塊 122">
              <a:extLst>
                <a:ext uri="{FF2B5EF4-FFF2-40B4-BE49-F238E27FC236}">
                  <a16:creationId xmlns:a16="http://schemas.microsoft.com/office/drawing/2014/main" id="{588B8CE7-AA11-2590-5F3A-51293C2B3B23}"/>
                </a:ext>
              </a:extLst>
            </p:cNvPr>
            <p:cNvSpPr txBox="1"/>
            <p:nvPr/>
          </p:nvSpPr>
          <p:spPr>
            <a:xfrm>
              <a:off x="4858981" y="1376249"/>
              <a:ext cx="61565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9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y</a:t>
              </a:r>
              <a:endParaRPr lang="en-HK" altLang="zh-HK" sz="2000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  <a:p>
              <a:endParaRPr lang="en-HK" altLang="zh-HK" sz="2000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  <a:p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  <p:sp>
          <p:nvSpPr>
            <p:cNvPr id="124" name="文字方塊 123">
              <a:extLst>
                <a:ext uri="{FF2B5EF4-FFF2-40B4-BE49-F238E27FC236}">
                  <a16:creationId xmlns:a16="http://schemas.microsoft.com/office/drawing/2014/main" id="{1D41DF64-53B0-BB70-A7F1-000525B10C9D}"/>
                </a:ext>
              </a:extLst>
            </p:cNvPr>
            <p:cNvSpPr txBox="1"/>
            <p:nvPr/>
          </p:nvSpPr>
          <p:spPr>
            <a:xfrm>
              <a:off x="5235529" y="1323689"/>
              <a:ext cx="35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125" name="文字方塊 124">
              <a:extLst>
                <a:ext uri="{FF2B5EF4-FFF2-40B4-BE49-F238E27FC236}">
                  <a16:creationId xmlns:a16="http://schemas.microsoft.com/office/drawing/2014/main" id="{8FF8692B-FC42-3974-9539-EF838166415B}"/>
                </a:ext>
              </a:extLst>
            </p:cNvPr>
            <p:cNvSpPr txBox="1"/>
            <p:nvPr/>
          </p:nvSpPr>
          <p:spPr>
            <a:xfrm>
              <a:off x="6935422" y="1312133"/>
              <a:ext cx="35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126" name="文字方塊 125">
              <a:extLst>
                <a:ext uri="{FF2B5EF4-FFF2-40B4-BE49-F238E27FC236}">
                  <a16:creationId xmlns:a16="http://schemas.microsoft.com/office/drawing/2014/main" id="{21CAE0D2-928C-7A64-EB5E-460831DD2098}"/>
                </a:ext>
              </a:extLst>
            </p:cNvPr>
            <p:cNvSpPr txBox="1"/>
            <p:nvPr/>
          </p:nvSpPr>
          <p:spPr>
            <a:xfrm>
              <a:off x="6587977" y="1382111"/>
              <a:ext cx="4912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4</a:t>
              </a:r>
              <a:r>
                <a:rPr lang="en-US" altLang="zh-TW" sz="16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Z</a:t>
              </a:r>
              <a:endParaRPr lang="en-HK" altLang="zh-HK" sz="16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</p:grpSp>
      <p:grpSp>
        <p:nvGrpSpPr>
          <p:cNvPr id="127" name="群組 126">
            <a:extLst>
              <a:ext uri="{FF2B5EF4-FFF2-40B4-BE49-F238E27FC236}">
                <a16:creationId xmlns:a16="http://schemas.microsoft.com/office/drawing/2014/main" id="{C14CB99D-64E6-DE13-58E1-915E68F022CF}"/>
              </a:ext>
            </a:extLst>
          </p:cNvPr>
          <p:cNvGrpSpPr/>
          <p:nvPr/>
        </p:nvGrpSpPr>
        <p:grpSpPr>
          <a:xfrm>
            <a:off x="3772062" y="3666780"/>
            <a:ext cx="4124104" cy="844081"/>
            <a:chOff x="3584391" y="1781699"/>
            <a:chExt cx="4124104" cy="844081"/>
          </a:xfrm>
        </p:grpSpPr>
        <p:sp>
          <p:nvSpPr>
            <p:cNvPr id="128" name="文字方塊 127">
              <a:extLst>
                <a:ext uri="{FF2B5EF4-FFF2-40B4-BE49-F238E27FC236}">
                  <a16:creationId xmlns:a16="http://schemas.microsoft.com/office/drawing/2014/main" id="{CD729555-02D5-902F-92E0-0430A30E41B8}"/>
                </a:ext>
              </a:extLst>
            </p:cNvPr>
            <p:cNvSpPr txBox="1"/>
            <p:nvPr/>
          </p:nvSpPr>
          <p:spPr>
            <a:xfrm>
              <a:off x="4976591" y="1810837"/>
              <a:ext cx="35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129" name="文字方塊 128">
              <a:extLst>
                <a:ext uri="{FF2B5EF4-FFF2-40B4-BE49-F238E27FC236}">
                  <a16:creationId xmlns:a16="http://schemas.microsoft.com/office/drawing/2014/main" id="{B470E2A0-2006-880D-618E-0C3867415CA3}"/>
                </a:ext>
              </a:extLst>
            </p:cNvPr>
            <p:cNvSpPr txBox="1"/>
            <p:nvPr/>
          </p:nvSpPr>
          <p:spPr>
            <a:xfrm>
              <a:off x="6452615" y="1924655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p:sp>
          <p:nvSpPr>
            <p:cNvPr id="130" name="文字方塊 129">
              <a:extLst>
                <a:ext uri="{FF2B5EF4-FFF2-40B4-BE49-F238E27FC236}">
                  <a16:creationId xmlns:a16="http://schemas.microsoft.com/office/drawing/2014/main" id="{C689382A-D674-FD3D-88EC-7AC7F0F90D1B}"/>
                </a:ext>
              </a:extLst>
            </p:cNvPr>
            <p:cNvSpPr txBox="1"/>
            <p:nvPr/>
          </p:nvSpPr>
          <p:spPr>
            <a:xfrm>
              <a:off x="6157237" y="1919855"/>
              <a:ext cx="5371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z</a:t>
              </a:r>
            </a:p>
          </p:txBody>
        </p:sp>
        <p:sp>
          <p:nvSpPr>
            <p:cNvPr id="131" name="文字方塊 130">
              <a:extLst>
                <a:ext uri="{FF2B5EF4-FFF2-40B4-BE49-F238E27FC236}">
                  <a16:creationId xmlns:a16="http://schemas.microsoft.com/office/drawing/2014/main" id="{AEDB9CE5-C79D-8B88-D5BF-0DC627F8412D}"/>
                </a:ext>
              </a:extLst>
            </p:cNvPr>
            <p:cNvSpPr txBox="1"/>
            <p:nvPr/>
          </p:nvSpPr>
          <p:spPr>
            <a:xfrm>
              <a:off x="6043883" y="1919135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132" name="文字方塊 131">
              <a:extLst>
                <a:ext uri="{FF2B5EF4-FFF2-40B4-BE49-F238E27FC236}">
                  <a16:creationId xmlns:a16="http://schemas.microsoft.com/office/drawing/2014/main" id="{3151A162-91E0-1E4A-D21B-F928BDC18EDA}"/>
                </a:ext>
              </a:extLst>
            </p:cNvPr>
            <p:cNvSpPr txBox="1"/>
            <p:nvPr/>
          </p:nvSpPr>
          <p:spPr>
            <a:xfrm>
              <a:off x="7245661" y="1941989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p:sp>
          <p:nvSpPr>
            <p:cNvPr id="133" name="文字方塊 132">
              <a:extLst>
                <a:ext uri="{FF2B5EF4-FFF2-40B4-BE49-F238E27FC236}">
                  <a16:creationId xmlns:a16="http://schemas.microsoft.com/office/drawing/2014/main" id="{E8D57DE1-CB62-B515-5E99-82EBD09B3965}"/>
                </a:ext>
              </a:extLst>
            </p:cNvPr>
            <p:cNvSpPr txBox="1"/>
            <p:nvPr/>
          </p:nvSpPr>
          <p:spPr>
            <a:xfrm>
              <a:off x="6840101" y="1914803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134" name="文字方塊 133">
              <a:extLst>
                <a:ext uri="{FF2B5EF4-FFF2-40B4-BE49-F238E27FC236}">
                  <a16:creationId xmlns:a16="http://schemas.microsoft.com/office/drawing/2014/main" id="{73BC0F8A-2109-1D24-5A7E-FF50E3749FDC}"/>
                </a:ext>
              </a:extLst>
            </p:cNvPr>
            <p:cNvSpPr txBox="1"/>
            <p:nvPr/>
          </p:nvSpPr>
          <p:spPr>
            <a:xfrm>
              <a:off x="4833345" y="1916875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文字方塊 134">
                  <a:extLst>
                    <a:ext uri="{FF2B5EF4-FFF2-40B4-BE49-F238E27FC236}">
                      <a16:creationId xmlns:a16="http://schemas.microsoft.com/office/drawing/2014/main" id="{6A5E56BD-F595-DD1C-3758-B94773F4D55F}"/>
                    </a:ext>
                  </a:extLst>
                </p:cNvPr>
                <p:cNvSpPr txBox="1"/>
                <p:nvPr/>
              </p:nvSpPr>
              <p:spPr>
                <a:xfrm>
                  <a:off x="3584391" y="1884845"/>
                  <a:ext cx="332447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35" name="文字方塊 134">
                  <a:extLst>
                    <a:ext uri="{FF2B5EF4-FFF2-40B4-BE49-F238E27FC236}">
                      <a16:creationId xmlns:a16="http://schemas.microsoft.com/office/drawing/2014/main" id="{6A5E56BD-F595-DD1C-3758-B94773F4D5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4391" y="1884845"/>
                  <a:ext cx="332447" cy="400110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6" name="文字方塊 135">
              <a:extLst>
                <a:ext uri="{FF2B5EF4-FFF2-40B4-BE49-F238E27FC236}">
                  <a16:creationId xmlns:a16="http://schemas.microsoft.com/office/drawing/2014/main" id="{12F7787F-B945-37F0-DBE8-3D5445C1B40C}"/>
                </a:ext>
              </a:extLst>
            </p:cNvPr>
            <p:cNvSpPr txBox="1"/>
            <p:nvPr/>
          </p:nvSpPr>
          <p:spPr>
            <a:xfrm>
              <a:off x="4504585" y="1884855"/>
              <a:ext cx="66638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3y</a:t>
              </a:r>
              <a:endParaRPr lang="en-HK" altLang="zh-HK" sz="2000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  <a:p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  <p:sp>
          <p:nvSpPr>
            <p:cNvPr id="137" name="文字方塊 136">
              <a:extLst>
                <a:ext uri="{FF2B5EF4-FFF2-40B4-BE49-F238E27FC236}">
                  <a16:creationId xmlns:a16="http://schemas.microsoft.com/office/drawing/2014/main" id="{EB17C84E-394C-952A-838E-4D8D1FC92C2F}"/>
                </a:ext>
              </a:extLst>
            </p:cNvPr>
            <p:cNvSpPr txBox="1"/>
            <p:nvPr/>
          </p:nvSpPr>
          <p:spPr>
            <a:xfrm>
              <a:off x="4388645" y="1902423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grpSp>
          <p:nvGrpSpPr>
            <p:cNvPr id="138" name="群組 137">
              <a:extLst>
                <a:ext uri="{FF2B5EF4-FFF2-40B4-BE49-F238E27FC236}">
                  <a16:creationId xmlns:a16="http://schemas.microsoft.com/office/drawing/2014/main" id="{4E9D7FDD-F17B-2831-7FD1-6102D0A8B510}"/>
                </a:ext>
              </a:extLst>
            </p:cNvPr>
            <p:cNvGrpSpPr/>
            <p:nvPr/>
          </p:nvGrpSpPr>
          <p:grpSpPr>
            <a:xfrm>
              <a:off x="4999461" y="1895556"/>
              <a:ext cx="1851568" cy="730224"/>
              <a:chOff x="7574330" y="962957"/>
              <a:chExt cx="1851568" cy="730224"/>
            </a:xfrm>
          </p:grpSpPr>
          <p:grpSp>
            <p:nvGrpSpPr>
              <p:cNvPr id="146" name="群組 145">
                <a:extLst>
                  <a:ext uri="{FF2B5EF4-FFF2-40B4-BE49-F238E27FC236}">
                    <a16:creationId xmlns:a16="http://schemas.microsoft.com/office/drawing/2014/main" id="{E4BA2549-D432-A89F-38F0-450B681C5E11}"/>
                  </a:ext>
                </a:extLst>
              </p:cNvPr>
              <p:cNvGrpSpPr/>
              <p:nvPr/>
            </p:nvGrpSpPr>
            <p:grpSpPr>
              <a:xfrm>
                <a:off x="7987812" y="962957"/>
                <a:ext cx="1438086" cy="730224"/>
                <a:chOff x="7280917" y="1561486"/>
                <a:chExt cx="1438086" cy="730224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8" name="文字方塊 147">
                      <a:extLst>
                        <a:ext uri="{FF2B5EF4-FFF2-40B4-BE49-F238E27FC236}">
                          <a16:creationId xmlns:a16="http://schemas.microsoft.com/office/drawing/2014/main" id="{F517FE68-98B3-466C-52E0-FB64EC7DC15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423315" y="1561486"/>
                      <a:ext cx="295688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000" b="1" i="1" smtClean="0">
                                <a:ln>
                                  <a:solidFill>
                                    <a:schemeClr val="tx1"/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oMath>
                        </m:oMathPara>
                      </a14:m>
                      <a:endParaRPr lang="en-HK" sz="20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148" name="文字方塊 147">
                      <a:extLst>
                        <a:ext uri="{FF2B5EF4-FFF2-40B4-BE49-F238E27FC236}">
                          <a16:creationId xmlns:a16="http://schemas.microsoft.com/office/drawing/2014/main" id="{F517FE68-98B3-466C-52E0-FB64EC7DC15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423315" y="1561486"/>
                      <a:ext cx="295688" cy="400110"/>
                    </a:xfrm>
                    <a:prstGeom prst="rect">
                      <a:avLst/>
                    </a:prstGeom>
                    <a:blipFill>
                      <a:blip r:embed="rId2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HK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49" name="文字方塊 148">
                  <a:extLst>
                    <a:ext uri="{FF2B5EF4-FFF2-40B4-BE49-F238E27FC236}">
                      <a16:creationId xmlns:a16="http://schemas.microsoft.com/office/drawing/2014/main" id="{0F55745E-A5AA-CFC9-72AC-8EB23B821A4C}"/>
                    </a:ext>
                  </a:extLst>
                </p:cNvPr>
                <p:cNvSpPr txBox="1"/>
                <p:nvPr/>
              </p:nvSpPr>
              <p:spPr>
                <a:xfrm>
                  <a:off x="7724320" y="1596011"/>
                  <a:ext cx="27443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)</a:t>
                  </a:r>
                </a:p>
              </p:txBody>
            </p:sp>
            <p:sp>
              <p:nvSpPr>
                <p:cNvPr id="150" name="文字方塊 149">
                  <a:extLst>
                    <a:ext uri="{FF2B5EF4-FFF2-40B4-BE49-F238E27FC236}">
                      <a16:creationId xmlns:a16="http://schemas.microsoft.com/office/drawing/2014/main" id="{8497B939-F541-B4CD-8B95-A91800CE4ECD}"/>
                    </a:ext>
                  </a:extLst>
                </p:cNvPr>
                <p:cNvSpPr txBox="1"/>
                <p:nvPr/>
              </p:nvSpPr>
              <p:spPr>
                <a:xfrm>
                  <a:off x="7410643" y="1583824"/>
                  <a:ext cx="537155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altLang="zh-HK" sz="2000" b="1" dirty="0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rPr>
                    <a:t>3</a:t>
                  </a:r>
                  <a:r>
                    <a:rPr lang="en-HK" altLang="zh-HK" sz="20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y</a:t>
                  </a:r>
                  <a:endParaRPr lang="en-HK" altLang="zh-HK" sz="2000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  <a:p>
                  <a:endPara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endParaRPr>
                </a:p>
              </p:txBody>
            </p:sp>
            <p:sp>
              <p:nvSpPr>
                <p:cNvPr id="151" name="文字方塊 150">
                  <a:extLst>
                    <a:ext uri="{FF2B5EF4-FFF2-40B4-BE49-F238E27FC236}">
                      <a16:creationId xmlns:a16="http://schemas.microsoft.com/office/drawing/2014/main" id="{958CDA9D-5E27-CD99-49AC-6F41A812EAF5}"/>
                    </a:ext>
                  </a:extLst>
                </p:cNvPr>
                <p:cNvSpPr txBox="1"/>
                <p:nvPr/>
              </p:nvSpPr>
              <p:spPr>
                <a:xfrm>
                  <a:off x="7280917" y="1603494"/>
                  <a:ext cx="27443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(</a:t>
                  </a: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7" name="文字方塊 146">
                    <a:extLst>
                      <a:ext uri="{FF2B5EF4-FFF2-40B4-BE49-F238E27FC236}">
                        <a16:creationId xmlns:a16="http://schemas.microsoft.com/office/drawing/2014/main" id="{4C5163A4-63F4-B257-EF08-43F0E1E9AAF1}"/>
                      </a:ext>
                    </a:extLst>
                  </p:cNvPr>
                  <p:cNvSpPr txBox="1"/>
                  <p:nvPr/>
                </p:nvSpPr>
                <p:spPr>
                  <a:xfrm>
                    <a:off x="7574330" y="1004965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147" name="文字方塊 146">
                    <a:extLst>
                      <a:ext uri="{FF2B5EF4-FFF2-40B4-BE49-F238E27FC236}">
                        <a16:creationId xmlns:a16="http://schemas.microsoft.com/office/drawing/2014/main" id="{4C5163A4-63F4-B257-EF08-43F0E1E9AAF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74330" y="1004965"/>
                    <a:ext cx="295688" cy="400110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39" name="文字方塊 138">
              <a:extLst>
                <a:ext uri="{FF2B5EF4-FFF2-40B4-BE49-F238E27FC236}">
                  <a16:creationId xmlns:a16="http://schemas.microsoft.com/office/drawing/2014/main" id="{0C0D7E6E-7BA0-C953-C3F3-1969B3B94D58}"/>
                </a:ext>
              </a:extLst>
            </p:cNvPr>
            <p:cNvSpPr txBox="1"/>
            <p:nvPr/>
          </p:nvSpPr>
          <p:spPr>
            <a:xfrm>
              <a:off x="5217853" y="1937564"/>
              <a:ext cx="35206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</a:p>
          </p:txBody>
        </p:sp>
        <p:sp>
          <p:nvSpPr>
            <p:cNvPr id="140" name="文字方塊 139">
              <a:extLst>
                <a:ext uri="{FF2B5EF4-FFF2-40B4-BE49-F238E27FC236}">
                  <a16:creationId xmlns:a16="http://schemas.microsoft.com/office/drawing/2014/main" id="{9E351AAC-AF07-D7E8-A521-DA78428D86FC}"/>
                </a:ext>
              </a:extLst>
            </p:cNvPr>
            <p:cNvSpPr txBox="1"/>
            <p:nvPr/>
          </p:nvSpPr>
          <p:spPr>
            <a:xfrm>
              <a:off x="6931600" y="1899283"/>
              <a:ext cx="5371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z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  <p:sp>
          <p:nvSpPr>
            <p:cNvPr id="141" name="文字方塊 140">
              <a:extLst>
                <a:ext uri="{FF2B5EF4-FFF2-40B4-BE49-F238E27FC236}">
                  <a16:creationId xmlns:a16="http://schemas.microsoft.com/office/drawing/2014/main" id="{D8D92057-7221-AF64-8890-C667DCC54EF7}"/>
                </a:ext>
              </a:extLst>
            </p:cNvPr>
            <p:cNvSpPr txBox="1"/>
            <p:nvPr/>
          </p:nvSpPr>
          <p:spPr>
            <a:xfrm>
              <a:off x="7350705" y="1844430"/>
              <a:ext cx="35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142" name="弧形 141">
              <a:extLst>
                <a:ext uri="{FF2B5EF4-FFF2-40B4-BE49-F238E27FC236}">
                  <a16:creationId xmlns:a16="http://schemas.microsoft.com/office/drawing/2014/main" id="{A9A0EBE1-F91C-882B-91F8-DF605C547E28}"/>
                </a:ext>
              </a:extLst>
            </p:cNvPr>
            <p:cNvSpPr/>
            <p:nvPr/>
          </p:nvSpPr>
          <p:spPr>
            <a:xfrm rot="10957079">
              <a:off x="4397717" y="1794078"/>
              <a:ext cx="251507" cy="641558"/>
            </a:xfrm>
            <a:prstGeom prst="arc">
              <a:avLst>
                <a:gd name="adj1" fmla="val 16200000"/>
                <a:gd name="adj2" fmla="val 5240716"/>
              </a:avLst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HK" altLang="en-US">
                <a:solidFill>
                  <a:srgbClr val="FFFF00"/>
                </a:solidFill>
              </a:endParaRPr>
            </a:p>
          </p:txBody>
        </p:sp>
        <p:sp>
          <p:nvSpPr>
            <p:cNvPr id="143" name="弧形 142">
              <a:extLst>
                <a:ext uri="{FF2B5EF4-FFF2-40B4-BE49-F238E27FC236}">
                  <a16:creationId xmlns:a16="http://schemas.microsoft.com/office/drawing/2014/main" id="{7C98C433-96A4-6C19-BD73-2E048C6C74E6}"/>
                </a:ext>
              </a:extLst>
            </p:cNvPr>
            <p:cNvSpPr/>
            <p:nvPr/>
          </p:nvSpPr>
          <p:spPr>
            <a:xfrm>
              <a:off x="7353252" y="1781699"/>
              <a:ext cx="251507" cy="641558"/>
            </a:xfrm>
            <a:prstGeom prst="arc">
              <a:avLst>
                <a:gd name="adj1" fmla="val 16200000"/>
                <a:gd name="adj2" fmla="val 5240716"/>
              </a:avLst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HK" altLang="en-US">
                <a:solidFill>
                  <a:srgbClr val="FFFF00"/>
                </a:solidFill>
              </a:endParaRPr>
            </a:p>
          </p:txBody>
        </p:sp>
        <p:sp>
          <p:nvSpPr>
            <p:cNvPr id="144" name="文字方塊 143">
              <a:extLst>
                <a:ext uri="{FF2B5EF4-FFF2-40B4-BE49-F238E27FC236}">
                  <a16:creationId xmlns:a16="http://schemas.microsoft.com/office/drawing/2014/main" id="{CFD9AAAB-F984-189B-5C0A-48FE9FA83536}"/>
                </a:ext>
              </a:extLst>
            </p:cNvPr>
            <p:cNvSpPr txBox="1"/>
            <p:nvPr/>
          </p:nvSpPr>
          <p:spPr>
            <a:xfrm>
              <a:off x="3876561" y="1891734"/>
              <a:ext cx="61462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7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</p:grpSp>
      <p:grpSp>
        <p:nvGrpSpPr>
          <p:cNvPr id="153" name="群組 152">
            <a:extLst>
              <a:ext uri="{FF2B5EF4-FFF2-40B4-BE49-F238E27FC236}">
                <a16:creationId xmlns:a16="http://schemas.microsoft.com/office/drawing/2014/main" id="{B44347D5-9E69-A39C-9133-F8D3E4233266}"/>
              </a:ext>
            </a:extLst>
          </p:cNvPr>
          <p:cNvGrpSpPr/>
          <p:nvPr/>
        </p:nvGrpSpPr>
        <p:grpSpPr>
          <a:xfrm>
            <a:off x="3775306" y="4172568"/>
            <a:ext cx="2139091" cy="1088734"/>
            <a:chOff x="3687756" y="2684236"/>
            <a:chExt cx="2139091" cy="108873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5" name="文字方塊 154">
                  <a:extLst>
                    <a:ext uri="{FF2B5EF4-FFF2-40B4-BE49-F238E27FC236}">
                      <a16:creationId xmlns:a16="http://schemas.microsoft.com/office/drawing/2014/main" id="{F84421DE-31FD-375E-D987-6E3571639DF9}"/>
                    </a:ext>
                  </a:extLst>
                </p:cNvPr>
                <p:cNvSpPr txBox="1"/>
                <p:nvPr/>
              </p:nvSpPr>
              <p:spPr>
                <a:xfrm>
                  <a:off x="4844222" y="275799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55" name="文字方塊 154">
                  <a:extLst>
                    <a:ext uri="{FF2B5EF4-FFF2-40B4-BE49-F238E27FC236}">
                      <a16:creationId xmlns:a16="http://schemas.microsoft.com/office/drawing/2014/main" id="{F84421DE-31FD-375E-D987-6E3571639D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4222" y="2757998"/>
                  <a:ext cx="295688" cy="400110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6" name="文字方塊 155">
              <a:extLst>
                <a:ext uri="{FF2B5EF4-FFF2-40B4-BE49-F238E27FC236}">
                  <a16:creationId xmlns:a16="http://schemas.microsoft.com/office/drawing/2014/main" id="{278FAA06-DCF6-98DE-03FC-17C28A78DF7C}"/>
                </a:ext>
              </a:extLst>
            </p:cNvPr>
            <p:cNvSpPr txBox="1"/>
            <p:nvPr/>
          </p:nvSpPr>
          <p:spPr>
            <a:xfrm>
              <a:off x="4473885" y="2769826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157" name="文字方塊 156">
              <a:extLst>
                <a:ext uri="{FF2B5EF4-FFF2-40B4-BE49-F238E27FC236}">
                  <a16:creationId xmlns:a16="http://schemas.microsoft.com/office/drawing/2014/main" id="{B88791D3-2734-6F16-3679-5D19964F36A9}"/>
                </a:ext>
              </a:extLst>
            </p:cNvPr>
            <p:cNvSpPr txBox="1"/>
            <p:nvPr/>
          </p:nvSpPr>
          <p:spPr>
            <a:xfrm>
              <a:off x="4547300" y="2757307"/>
              <a:ext cx="50861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3y</a:t>
              </a:r>
              <a:endParaRPr lang="en-HK" altLang="zh-HK" sz="2000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  <a:p>
              <a:endParaRPr lang="en-HK" altLang="zh-HK" sz="2000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  <a:p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  <p:sp>
          <p:nvSpPr>
            <p:cNvPr id="158" name="文字方塊 157">
              <a:extLst>
                <a:ext uri="{FF2B5EF4-FFF2-40B4-BE49-F238E27FC236}">
                  <a16:creationId xmlns:a16="http://schemas.microsoft.com/office/drawing/2014/main" id="{431C3E12-7605-484F-BA2C-9D56A5823F85}"/>
                </a:ext>
              </a:extLst>
            </p:cNvPr>
            <p:cNvSpPr txBox="1"/>
            <p:nvPr/>
          </p:nvSpPr>
          <p:spPr>
            <a:xfrm>
              <a:off x="5049353" y="2757998"/>
              <a:ext cx="53772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z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  <p:sp>
          <p:nvSpPr>
            <p:cNvPr id="159" name="文字方塊 158">
              <a:extLst>
                <a:ext uri="{FF2B5EF4-FFF2-40B4-BE49-F238E27FC236}">
                  <a16:creationId xmlns:a16="http://schemas.microsoft.com/office/drawing/2014/main" id="{22603382-4447-326A-27DC-37A84124751D}"/>
                </a:ext>
              </a:extLst>
            </p:cNvPr>
            <p:cNvSpPr txBox="1"/>
            <p:nvPr/>
          </p:nvSpPr>
          <p:spPr>
            <a:xfrm>
              <a:off x="5359663" y="2800091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p:sp>
          <p:nvSpPr>
            <p:cNvPr id="160" name="文字方塊 159">
              <a:extLst>
                <a:ext uri="{FF2B5EF4-FFF2-40B4-BE49-F238E27FC236}">
                  <a16:creationId xmlns:a16="http://schemas.microsoft.com/office/drawing/2014/main" id="{0C042443-6723-7E4E-9683-B183C5743EE0}"/>
                </a:ext>
              </a:extLst>
            </p:cNvPr>
            <p:cNvSpPr txBox="1"/>
            <p:nvPr/>
          </p:nvSpPr>
          <p:spPr>
            <a:xfrm>
              <a:off x="3991582" y="2771623"/>
              <a:ext cx="68727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7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1" name="文字方塊 160">
                  <a:extLst>
                    <a:ext uri="{FF2B5EF4-FFF2-40B4-BE49-F238E27FC236}">
                      <a16:creationId xmlns:a16="http://schemas.microsoft.com/office/drawing/2014/main" id="{01F4AAC5-4235-7C42-E5D0-E8F0B48DC612}"/>
                    </a:ext>
                  </a:extLst>
                </p:cNvPr>
                <p:cNvSpPr txBox="1"/>
                <p:nvPr/>
              </p:nvSpPr>
              <p:spPr>
                <a:xfrm>
                  <a:off x="3687756" y="2732305"/>
                  <a:ext cx="332447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61" name="文字方塊 160">
                  <a:extLst>
                    <a:ext uri="{FF2B5EF4-FFF2-40B4-BE49-F238E27FC236}">
                      <a16:creationId xmlns:a16="http://schemas.microsoft.com/office/drawing/2014/main" id="{01F4AAC5-4235-7C42-E5D0-E8F0B48DC6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87756" y="2732305"/>
                  <a:ext cx="332447" cy="400110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2" name="文字方塊 161">
              <a:extLst>
                <a:ext uri="{FF2B5EF4-FFF2-40B4-BE49-F238E27FC236}">
                  <a16:creationId xmlns:a16="http://schemas.microsoft.com/office/drawing/2014/main" id="{3EE9753B-31C0-1FDA-8086-FD20B8225858}"/>
                </a:ext>
              </a:extLst>
            </p:cNvPr>
            <p:cNvSpPr txBox="1"/>
            <p:nvPr/>
          </p:nvSpPr>
          <p:spPr>
            <a:xfrm>
              <a:off x="5469057" y="2684236"/>
              <a:ext cx="35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355994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D7E662CA-3A46-8D56-079E-9B8B9282144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34"/>
            <a:ext cx="12192000" cy="531693"/>
          </a:xfrm>
          <a:prstGeom prst="rect">
            <a:avLst/>
          </a:prstGeom>
        </p:spPr>
      </p:pic>
      <p:sp>
        <p:nvSpPr>
          <p:cNvPr id="4" name="箭號: 弧形下彎 3">
            <a:extLst>
              <a:ext uri="{FF2B5EF4-FFF2-40B4-BE49-F238E27FC236}">
                <a16:creationId xmlns:a16="http://schemas.microsoft.com/office/drawing/2014/main" id="{FBF77631-82CC-9854-CD0C-87DC1FE6FCFF}"/>
              </a:ext>
            </a:extLst>
          </p:cNvPr>
          <p:cNvSpPr/>
          <p:nvPr/>
        </p:nvSpPr>
        <p:spPr>
          <a:xfrm rot="10800000">
            <a:off x="2529190" y="481394"/>
            <a:ext cx="2594043" cy="531693"/>
          </a:xfrm>
          <a:prstGeom prst="curvedDownArrow">
            <a:avLst>
              <a:gd name="adj1" fmla="val 50000"/>
              <a:gd name="adj2" fmla="val 83830"/>
              <a:gd name="adj3" fmla="val 33961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>
              <a:solidFill>
                <a:schemeClr val="tx1"/>
              </a:solidFill>
            </a:endParaRPr>
          </a:p>
        </p:txBody>
      </p:sp>
      <p:grpSp>
        <p:nvGrpSpPr>
          <p:cNvPr id="60" name="群組 59">
            <a:extLst>
              <a:ext uri="{FF2B5EF4-FFF2-40B4-BE49-F238E27FC236}">
                <a16:creationId xmlns:a16="http://schemas.microsoft.com/office/drawing/2014/main" id="{7BFFF387-B333-BF05-B3B1-F702D6C4B89D}"/>
              </a:ext>
            </a:extLst>
          </p:cNvPr>
          <p:cNvGrpSpPr/>
          <p:nvPr/>
        </p:nvGrpSpPr>
        <p:grpSpPr>
          <a:xfrm>
            <a:off x="1883711" y="1398603"/>
            <a:ext cx="3946892" cy="794977"/>
            <a:chOff x="1423773" y="1311614"/>
            <a:chExt cx="3946892" cy="794977"/>
          </a:xfrm>
        </p:grpSpPr>
        <p:grpSp>
          <p:nvGrpSpPr>
            <p:cNvPr id="5" name="群組 4">
              <a:extLst>
                <a:ext uri="{FF2B5EF4-FFF2-40B4-BE49-F238E27FC236}">
                  <a16:creationId xmlns:a16="http://schemas.microsoft.com/office/drawing/2014/main" id="{7774F365-ED14-EF30-66D8-C4206C3C9E69}"/>
                </a:ext>
              </a:extLst>
            </p:cNvPr>
            <p:cNvGrpSpPr/>
            <p:nvPr/>
          </p:nvGrpSpPr>
          <p:grpSpPr>
            <a:xfrm>
              <a:off x="1423773" y="1314986"/>
              <a:ext cx="2030547" cy="791605"/>
              <a:chOff x="1682347" y="1308137"/>
              <a:chExt cx="2030547" cy="79160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文字方塊 5">
                    <a:extLst>
                      <a:ext uri="{FF2B5EF4-FFF2-40B4-BE49-F238E27FC236}">
                        <a16:creationId xmlns:a16="http://schemas.microsoft.com/office/drawing/2014/main" id="{4F72B5E6-2E71-349E-F0A9-478CD64CC3BC}"/>
                      </a:ext>
                    </a:extLst>
                  </p:cNvPr>
                  <p:cNvSpPr txBox="1"/>
                  <p:nvPr/>
                </p:nvSpPr>
                <p:spPr>
                  <a:xfrm>
                    <a:off x="2941509" y="1414276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6" name="文字方塊 5">
                    <a:extLst>
                      <a:ext uri="{FF2B5EF4-FFF2-40B4-BE49-F238E27FC236}">
                        <a16:creationId xmlns:a16="http://schemas.microsoft.com/office/drawing/2014/main" id="{4F72B5E6-2E71-349E-F0A9-478CD64CC3B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41509" y="1414276"/>
                    <a:ext cx="295688" cy="40011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文字方塊 6">
                    <a:extLst>
                      <a:ext uri="{FF2B5EF4-FFF2-40B4-BE49-F238E27FC236}">
                        <a16:creationId xmlns:a16="http://schemas.microsoft.com/office/drawing/2014/main" id="{C6E73D2C-E794-8A78-1624-EE07ABDB7365}"/>
                      </a:ext>
                    </a:extLst>
                  </p:cNvPr>
                  <p:cNvSpPr txBox="1"/>
                  <p:nvPr/>
                </p:nvSpPr>
                <p:spPr>
                  <a:xfrm>
                    <a:off x="2041237" y="1388243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7" name="文字方塊 6">
                    <a:extLst>
                      <a:ext uri="{FF2B5EF4-FFF2-40B4-BE49-F238E27FC236}">
                        <a16:creationId xmlns:a16="http://schemas.microsoft.com/office/drawing/2014/main" id="{C6E73D2C-E794-8A78-1624-EE07ABDB736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41237" y="1388243"/>
                    <a:ext cx="295688" cy="40011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3C4DA91C-E799-2AF2-9448-412AFEF0ADBB}"/>
                  </a:ext>
                </a:extLst>
              </p:cNvPr>
              <p:cNvSpPr txBox="1"/>
              <p:nvPr/>
            </p:nvSpPr>
            <p:spPr>
              <a:xfrm>
                <a:off x="1682347" y="1396368"/>
                <a:ext cx="42830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a</a:t>
                </a:r>
              </a:p>
            </p:txBody>
          </p:sp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8021F0B7-2D66-269C-8EA0-9C6F4C89FB98}"/>
                  </a:ext>
                </a:extLst>
              </p:cNvPr>
              <p:cNvSpPr txBox="1"/>
              <p:nvPr/>
            </p:nvSpPr>
            <p:spPr>
              <a:xfrm>
                <a:off x="1888372" y="1308137"/>
                <a:ext cx="3577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12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4</a:t>
                </a:r>
                <a:endParaRPr lang="en-HK" sz="12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E5CD99B8-E974-E0F0-6270-7D938A680511}"/>
                  </a:ext>
                </a:extLst>
              </p:cNvPr>
              <p:cNvSpPr txBox="1"/>
              <p:nvPr/>
            </p:nvSpPr>
            <p:spPr>
              <a:xfrm>
                <a:off x="2277452" y="1391856"/>
                <a:ext cx="97309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ab</a:t>
                </a:r>
              </a:p>
              <a:p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D9933CB8-B076-B105-D337-AF9253BCA5C6}"/>
                  </a:ext>
                </a:extLst>
              </p:cNvPr>
              <p:cNvSpPr txBox="1"/>
              <p:nvPr/>
            </p:nvSpPr>
            <p:spPr>
              <a:xfrm>
                <a:off x="3144373" y="1413468"/>
                <a:ext cx="35779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b</a:t>
                </a:r>
              </a:p>
            </p:txBody>
          </p:sp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EE184FB7-7BDD-E63D-AFDC-C90D71F21C0C}"/>
                  </a:ext>
                </a:extLst>
              </p:cNvPr>
              <p:cNvSpPr txBox="1"/>
              <p:nvPr/>
            </p:nvSpPr>
            <p:spPr>
              <a:xfrm>
                <a:off x="3355104" y="1345100"/>
                <a:ext cx="3577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12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4</a:t>
                </a:r>
                <a:endParaRPr lang="en-HK" sz="12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568ED507-3DF1-79DD-E9EB-57FBACB6DDDF}"/>
                </a:ext>
              </a:extLst>
            </p:cNvPr>
            <p:cNvSpPr txBox="1"/>
            <p:nvPr/>
          </p:nvSpPr>
          <p:spPr>
            <a:xfrm>
              <a:off x="2325145" y="1311614"/>
              <a:ext cx="35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60F952DF-CA72-24CF-E218-92B2ED561BA0}"/>
                </a:ext>
              </a:extLst>
            </p:cNvPr>
            <p:cNvSpPr txBox="1"/>
            <p:nvPr/>
          </p:nvSpPr>
          <p:spPr>
            <a:xfrm>
              <a:off x="2551590" y="1317128"/>
              <a:ext cx="35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16" name="群組 15">
              <a:extLst>
                <a:ext uri="{FF2B5EF4-FFF2-40B4-BE49-F238E27FC236}">
                  <a16:creationId xmlns:a16="http://schemas.microsoft.com/office/drawing/2014/main" id="{AB74B2DA-5C34-5384-4863-68F8B3AFC906}"/>
                </a:ext>
              </a:extLst>
            </p:cNvPr>
            <p:cNvGrpSpPr/>
            <p:nvPr/>
          </p:nvGrpSpPr>
          <p:grpSpPr>
            <a:xfrm>
              <a:off x="3340118" y="1329254"/>
              <a:ext cx="2030547" cy="776254"/>
              <a:chOff x="1682347" y="1345100"/>
              <a:chExt cx="2030547" cy="77625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文字方塊 16">
                    <a:extLst>
                      <a:ext uri="{FF2B5EF4-FFF2-40B4-BE49-F238E27FC236}">
                        <a16:creationId xmlns:a16="http://schemas.microsoft.com/office/drawing/2014/main" id="{FBB02B10-695C-5B66-8E29-1AFBB1CFA003}"/>
                      </a:ext>
                    </a:extLst>
                  </p:cNvPr>
                  <p:cNvSpPr txBox="1"/>
                  <p:nvPr/>
                </p:nvSpPr>
                <p:spPr>
                  <a:xfrm>
                    <a:off x="2941509" y="1414276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17" name="文字方塊 16">
                    <a:extLst>
                      <a:ext uri="{FF2B5EF4-FFF2-40B4-BE49-F238E27FC236}">
                        <a16:creationId xmlns:a16="http://schemas.microsoft.com/office/drawing/2014/main" id="{FBB02B10-695C-5B66-8E29-1AFBB1CFA00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41509" y="1414276"/>
                    <a:ext cx="295688" cy="40011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文字方塊 17">
                    <a:extLst>
                      <a:ext uri="{FF2B5EF4-FFF2-40B4-BE49-F238E27FC236}">
                        <a16:creationId xmlns:a16="http://schemas.microsoft.com/office/drawing/2014/main" id="{F7C6629F-EAB1-9F3C-330F-1FD51A6D2B5C}"/>
                      </a:ext>
                    </a:extLst>
                  </p:cNvPr>
                  <p:cNvSpPr txBox="1"/>
                  <p:nvPr/>
                </p:nvSpPr>
                <p:spPr>
                  <a:xfrm>
                    <a:off x="2041237" y="1388243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18" name="文字方塊 17">
                    <a:extLst>
                      <a:ext uri="{FF2B5EF4-FFF2-40B4-BE49-F238E27FC236}">
                        <a16:creationId xmlns:a16="http://schemas.microsoft.com/office/drawing/2014/main" id="{F7C6629F-EAB1-9F3C-330F-1FD51A6D2B5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41237" y="1388243"/>
                    <a:ext cx="295688" cy="40011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B6A26632-7A21-838E-C571-DC56DE910D77}"/>
                  </a:ext>
                </a:extLst>
              </p:cNvPr>
              <p:cNvSpPr txBox="1"/>
              <p:nvPr/>
            </p:nvSpPr>
            <p:spPr>
              <a:xfrm>
                <a:off x="1682347" y="1396368"/>
                <a:ext cx="42830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a</a:t>
                </a:r>
              </a:p>
            </p:txBody>
          </p:sp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E353350C-81F2-6EE3-19A2-F905BE34FA43}"/>
                  </a:ext>
                </a:extLst>
              </p:cNvPr>
              <p:cNvSpPr txBox="1"/>
              <p:nvPr/>
            </p:nvSpPr>
            <p:spPr>
              <a:xfrm>
                <a:off x="1894537" y="1353185"/>
                <a:ext cx="3577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12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endParaRPr lang="en-HK" sz="12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3F9D1759-7582-EFE8-67B7-D0360F9C95F3}"/>
                  </a:ext>
                </a:extLst>
              </p:cNvPr>
              <p:cNvSpPr txBox="1"/>
              <p:nvPr/>
            </p:nvSpPr>
            <p:spPr>
              <a:xfrm>
                <a:off x="2235300" y="1411486"/>
                <a:ext cx="83085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ab</a:t>
                </a:r>
              </a:p>
              <a:p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A87D5686-42B7-2CF7-72B4-40FD815774F6}"/>
                  </a:ext>
                </a:extLst>
              </p:cNvPr>
              <p:cNvSpPr txBox="1"/>
              <p:nvPr/>
            </p:nvSpPr>
            <p:spPr>
              <a:xfrm>
                <a:off x="3144373" y="1413468"/>
                <a:ext cx="35779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b</a:t>
                </a:r>
              </a:p>
              <a:p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1FDD3E16-8AED-1657-6A01-43DA655D123B}"/>
                  </a:ext>
                </a:extLst>
              </p:cNvPr>
              <p:cNvSpPr txBox="1"/>
              <p:nvPr/>
            </p:nvSpPr>
            <p:spPr>
              <a:xfrm>
                <a:off x="3355104" y="1345100"/>
                <a:ext cx="3577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12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endParaRPr lang="en-HK" sz="12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98203037-D16B-E4EA-C5C0-85275C4AB9D5}"/>
                    </a:ext>
                  </a:extLst>
                </p:cNvPr>
                <p:cNvSpPr txBox="1"/>
                <p:nvPr/>
              </p:nvSpPr>
              <p:spPr>
                <a:xfrm>
                  <a:off x="3125078" y="1395097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98203037-D16B-E4EA-C5C0-85275C4AB9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5078" y="1395097"/>
                  <a:ext cx="295688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0" name="群組 109">
            <a:extLst>
              <a:ext uri="{FF2B5EF4-FFF2-40B4-BE49-F238E27FC236}">
                <a16:creationId xmlns:a16="http://schemas.microsoft.com/office/drawing/2014/main" id="{79A8BC6B-852D-9B49-0FA7-4F6FFD3DC882}"/>
              </a:ext>
            </a:extLst>
          </p:cNvPr>
          <p:cNvGrpSpPr/>
          <p:nvPr/>
        </p:nvGrpSpPr>
        <p:grpSpPr>
          <a:xfrm>
            <a:off x="1827078" y="2325983"/>
            <a:ext cx="4948618" cy="564637"/>
            <a:chOff x="1848949" y="2036099"/>
            <a:chExt cx="4948618" cy="564637"/>
          </a:xfrm>
        </p:grpSpPr>
        <p:grpSp>
          <p:nvGrpSpPr>
            <p:cNvPr id="59" name="群組 58">
              <a:extLst>
                <a:ext uri="{FF2B5EF4-FFF2-40B4-BE49-F238E27FC236}">
                  <a16:creationId xmlns:a16="http://schemas.microsoft.com/office/drawing/2014/main" id="{FF915A50-17C4-FEED-EBDF-1A15DDB0D275}"/>
                </a:ext>
              </a:extLst>
            </p:cNvPr>
            <p:cNvGrpSpPr/>
            <p:nvPr/>
          </p:nvGrpSpPr>
          <p:grpSpPr>
            <a:xfrm>
              <a:off x="1848949" y="2036099"/>
              <a:ext cx="3624427" cy="547462"/>
              <a:chOff x="1956208" y="1936800"/>
              <a:chExt cx="3624427" cy="547462"/>
            </a:xfrm>
          </p:grpSpPr>
          <p:grpSp>
            <p:nvGrpSpPr>
              <p:cNvPr id="25" name="群組 24">
                <a:extLst>
                  <a:ext uri="{FF2B5EF4-FFF2-40B4-BE49-F238E27FC236}">
                    <a16:creationId xmlns:a16="http://schemas.microsoft.com/office/drawing/2014/main" id="{AAC4F7BB-8B1B-667C-D01C-464381F71366}"/>
                  </a:ext>
                </a:extLst>
              </p:cNvPr>
              <p:cNvGrpSpPr/>
              <p:nvPr/>
            </p:nvGrpSpPr>
            <p:grpSpPr>
              <a:xfrm>
                <a:off x="1956208" y="1936800"/>
                <a:ext cx="3624427" cy="531262"/>
                <a:chOff x="4084068" y="1810837"/>
                <a:chExt cx="3624427" cy="531262"/>
              </a:xfrm>
            </p:grpSpPr>
            <p:sp>
              <p:nvSpPr>
                <p:cNvPr id="26" name="文字方塊 25">
                  <a:extLst>
                    <a:ext uri="{FF2B5EF4-FFF2-40B4-BE49-F238E27FC236}">
                      <a16:creationId xmlns:a16="http://schemas.microsoft.com/office/drawing/2014/main" id="{F660A3EB-6B97-3F8F-8EBE-C1B2290BEE48}"/>
                    </a:ext>
                  </a:extLst>
                </p:cNvPr>
                <p:cNvSpPr txBox="1"/>
                <p:nvPr/>
              </p:nvSpPr>
              <p:spPr>
                <a:xfrm>
                  <a:off x="4976591" y="1810837"/>
                  <a:ext cx="35779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sz="1200" b="1" dirty="0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rPr>
                    <a:t>2</a:t>
                  </a:r>
                  <a:endParaRPr lang="en-HK" sz="12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</p:txBody>
            </p:sp>
            <p:sp>
              <p:nvSpPr>
                <p:cNvPr id="27" name="文字方塊 26">
                  <a:extLst>
                    <a:ext uri="{FF2B5EF4-FFF2-40B4-BE49-F238E27FC236}">
                      <a16:creationId xmlns:a16="http://schemas.microsoft.com/office/drawing/2014/main" id="{C51903F2-E571-DBF0-699C-335F0964B5A1}"/>
                    </a:ext>
                  </a:extLst>
                </p:cNvPr>
                <p:cNvSpPr txBox="1"/>
                <p:nvPr/>
              </p:nvSpPr>
              <p:spPr>
                <a:xfrm>
                  <a:off x="6452615" y="1924655"/>
                  <a:ext cx="27443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)</a:t>
                  </a:r>
                </a:p>
              </p:txBody>
            </p:sp>
            <p:sp>
              <p:nvSpPr>
                <p:cNvPr id="29" name="文字方塊 28">
                  <a:extLst>
                    <a:ext uri="{FF2B5EF4-FFF2-40B4-BE49-F238E27FC236}">
                      <a16:creationId xmlns:a16="http://schemas.microsoft.com/office/drawing/2014/main" id="{9570BECE-2BCC-3773-4C3D-EF7420E2E1AD}"/>
                    </a:ext>
                  </a:extLst>
                </p:cNvPr>
                <p:cNvSpPr txBox="1"/>
                <p:nvPr/>
              </p:nvSpPr>
              <p:spPr>
                <a:xfrm>
                  <a:off x="6043883" y="1919135"/>
                  <a:ext cx="27443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(</a:t>
                  </a:r>
                </a:p>
              </p:txBody>
            </p:sp>
            <p:sp>
              <p:nvSpPr>
                <p:cNvPr id="30" name="文字方塊 29">
                  <a:extLst>
                    <a:ext uri="{FF2B5EF4-FFF2-40B4-BE49-F238E27FC236}">
                      <a16:creationId xmlns:a16="http://schemas.microsoft.com/office/drawing/2014/main" id="{59B2C83B-5F64-543D-C3FF-679DBEB4510C}"/>
                    </a:ext>
                  </a:extLst>
                </p:cNvPr>
                <p:cNvSpPr txBox="1"/>
                <p:nvPr/>
              </p:nvSpPr>
              <p:spPr>
                <a:xfrm>
                  <a:off x="7245661" y="1941989"/>
                  <a:ext cx="27443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)</a:t>
                  </a:r>
                </a:p>
              </p:txBody>
            </p:sp>
            <p:sp>
              <p:nvSpPr>
                <p:cNvPr id="31" name="文字方塊 30">
                  <a:extLst>
                    <a:ext uri="{FF2B5EF4-FFF2-40B4-BE49-F238E27FC236}">
                      <a16:creationId xmlns:a16="http://schemas.microsoft.com/office/drawing/2014/main" id="{0A7F59AF-B6C7-E194-55D2-80096155700B}"/>
                    </a:ext>
                  </a:extLst>
                </p:cNvPr>
                <p:cNvSpPr txBox="1"/>
                <p:nvPr/>
              </p:nvSpPr>
              <p:spPr>
                <a:xfrm>
                  <a:off x="6840101" y="1914803"/>
                  <a:ext cx="27443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(</a:t>
                  </a:r>
                </a:p>
              </p:txBody>
            </p:sp>
            <p:sp>
              <p:nvSpPr>
                <p:cNvPr id="32" name="文字方塊 31">
                  <a:extLst>
                    <a:ext uri="{FF2B5EF4-FFF2-40B4-BE49-F238E27FC236}">
                      <a16:creationId xmlns:a16="http://schemas.microsoft.com/office/drawing/2014/main" id="{DCFB123C-FD00-DF1F-1DA7-C0028D78626C}"/>
                    </a:ext>
                  </a:extLst>
                </p:cNvPr>
                <p:cNvSpPr txBox="1"/>
                <p:nvPr/>
              </p:nvSpPr>
              <p:spPr>
                <a:xfrm>
                  <a:off x="4833345" y="1916875"/>
                  <a:ext cx="27443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)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3" name="文字方塊 32">
                      <a:extLst>
                        <a:ext uri="{FF2B5EF4-FFF2-40B4-BE49-F238E27FC236}">
                          <a16:creationId xmlns:a16="http://schemas.microsoft.com/office/drawing/2014/main" id="{90F0C73C-E704-4200-4764-387ED9DB111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084068" y="1895604"/>
                      <a:ext cx="332447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000" b="1" i="1" dirty="0" smtClean="0">
                                <a:ln>
                                  <a:solidFill>
                                    <a:schemeClr val="tx1"/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</m:oMath>
                        </m:oMathPara>
                      </a14:m>
                      <a:endParaRPr lang="en-HK" sz="20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33" name="文字方塊 32">
                      <a:extLst>
                        <a:ext uri="{FF2B5EF4-FFF2-40B4-BE49-F238E27FC236}">
                          <a16:creationId xmlns:a16="http://schemas.microsoft.com/office/drawing/2014/main" id="{90F0C73C-E704-4200-4764-387ED9DB111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084068" y="1895604"/>
                      <a:ext cx="332447" cy="400110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HK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35" name="文字方塊 34">
                  <a:extLst>
                    <a:ext uri="{FF2B5EF4-FFF2-40B4-BE49-F238E27FC236}">
                      <a16:creationId xmlns:a16="http://schemas.microsoft.com/office/drawing/2014/main" id="{56019FB9-AB0D-3094-41E2-BAF85A41A88D}"/>
                    </a:ext>
                  </a:extLst>
                </p:cNvPr>
                <p:cNvSpPr txBox="1"/>
                <p:nvPr/>
              </p:nvSpPr>
              <p:spPr>
                <a:xfrm>
                  <a:off x="4388645" y="1902423"/>
                  <a:ext cx="27443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(</a:t>
                  </a:r>
                </a:p>
              </p:txBody>
            </p:sp>
            <p:grpSp>
              <p:nvGrpSpPr>
                <p:cNvPr id="36" name="群組 35">
                  <a:extLst>
                    <a:ext uri="{FF2B5EF4-FFF2-40B4-BE49-F238E27FC236}">
                      <a16:creationId xmlns:a16="http://schemas.microsoft.com/office/drawing/2014/main" id="{EA197196-8C78-56E7-4B96-B2D41726DC38}"/>
                    </a:ext>
                  </a:extLst>
                </p:cNvPr>
                <p:cNvGrpSpPr/>
                <p:nvPr/>
              </p:nvGrpSpPr>
              <p:grpSpPr>
                <a:xfrm>
                  <a:off x="4999461" y="1895556"/>
                  <a:ext cx="1851568" cy="442118"/>
                  <a:chOff x="7574330" y="962957"/>
                  <a:chExt cx="1851568" cy="442118"/>
                </a:xfrm>
              </p:grpSpPr>
              <p:grpSp>
                <p:nvGrpSpPr>
                  <p:cNvPr id="43" name="群組 42">
                    <a:extLst>
                      <a:ext uri="{FF2B5EF4-FFF2-40B4-BE49-F238E27FC236}">
                        <a16:creationId xmlns:a16="http://schemas.microsoft.com/office/drawing/2014/main" id="{D276DF60-CA75-BF2E-FA85-18C54E2E498F}"/>
                      </a:ext>
                    </a:extLst>
                  </p:cNvPr>
                  <p:cNvGrpSpPr/>
                  <p:nvPr/>
                </p:nvGrpSpPr>
                <p:grpSpPr>
                  <a:xfrm>
                    <a:off x="8065632" y="962957"/>
                    <a:ext cx="1360266" cy="442118"/>
                    <a:chOff x="7358737" y="1561486"/>
                    <a:chExt cx="1360266" cy="442118"/>
                  </a:xfrm>
                </p:grpSpPr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45" name="文字方塊 44">
                          <a:extLst>
                            <a:ext uri="{FF2B5EF4-FFF2-40B4-BE49-F238E27FC236}">
                              <a16:creationId xmlns:a16="http://schemas.microsoft.com/office/drawing/2014/main" id="{FFB09BBB-A226-56BC-238C-160C3803C736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8423315" y="1561486"/>
                          <a:ext cx="295688" cy="400110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ln>
                                      <a:solidFill>
                                        <a:schemeClr val="tx1"/>
                                      </a:solidFill>
                                    </a:ln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oMath>
                            </m:oMathPara>
                          </a14:m>
                          <a:endParaRPr lang="en-HK" sz="2000" b="1" dirty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Lucida Handwriting" panose="03010101010101010101" pitchFamily="66" charset="0"/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45" name="文字方塊 44">
                          <a:extLst>
                            <a:ext uri="{FF2B5EF4-FFF2-40B4-BE49-F238E27FC236}">
                              <a16:creationId xmlns:a16="http://schemas.microsoft.com/office/drawing/2014/main" id="{FFB09BBB-A226-56BC-238C-160C3803C736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8423315" y="1561486"/>
                          <a:ext cx="295688" cy="400110"/>
                        </a:xfrm>
                        <a:prstGeom prst="rect">
                          <a:avLst/>
                        </a:prstGeom>
                        <a:blipFill>
                          <a:blip r:embed="rId9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zh-HK" alt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sp>
                  <p:nvSpPr>
                    <p:cNvPr id="46" name="文字方塊 45">
                      <a:extLst>
                        <a:ext uri="{FF2B5EF4-FFF2-40B4-BE49-F238E27FC236}">
                          <a16:creationId xmlns:a16="http://schemas.microsoft.com/office/drawing/2014/main" id="{1F53046D-FF06-A4B7-97F0-3EDA18C8581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724320" y="1596011"/>
                      <a:ext cx="274434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a:t>)</a:t>
                      </a:r>
                    </a:p>
                  </p:txBody>
                </p:sp>
                <p:sp>
                  <p:nvSpPr>
                    <p:cNvPr id="48" name="文字方塊 47">
                      <a:extLst>
                        <a:ext uri="{FF2B5EF4-FFF2-40B4-BE49-F238E27FC236}">
                          <a16:creationId xmlns:a16="http://schemas.microsoft.com/office/drawing/2014/main" id="{9C8555D5-7C0F-AECB-5155-D646C89594E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358737" y="1603494"/>
                      <a:ext cx="274434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a:t>(</a:t>
                      </a:r>
                    </a:p>
                  </p:txBody>
                </p:sp>
              </p:grp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4" name="文字方塊 43">
                        <a:extLst>
                          <a:ext uri="{FF2B5EF4-FFF2-40B4-BE49-F238E27FC236}">
                            <a16:creationId xmlns:a16="http://schemas.microsoft.com/office/drawing/2014/main" id="{6E0CFE9F-7F39-44F1-C1ED-D38F8C982CE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574330" y="1004965"/>
                        <a:ext cx="295688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000" b="1" i="1" smtClean="0">
                                  <a:ln>
                                    <a:solidFill>
                                      <a:schemeClr val="tx1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oMath>
                          </m:oMathPara>
                        </a14:m>
                        <a:endParaRPr lang="en-HK" sz="2000" b="1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44" name="文字方塊 43">
                        <a:extLst>
                          <a:ext uri="{FF2B5EF4-FFF2-40B4-BE49-F238E27FC236}">
                            <a16:creationId xmlns:a16="http://schemas.microsoft.com/office/drawing/2014/main" id="{6E0CFE9F-7F39-44F1-C1ED-D38F8C982CEE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574330" y="1004965"/>
                        <a:ext cx="295688" cy="400110"/>
                      </a:xfrm>
                      <a:prstGeom prst="rect">
                        <a:avLst/>
                      </a:prstGeom>
                      <a:blipFill>
                        <a:blip r:embed="rId10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HK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sp>
              <p:nvSpPr>
                <p:cNvPr id="37" name="文字方塊 36">
                  <a:extLst>
                    <a:ext uri="{FF2B5EF4-FFF2-40B4-BE49-F238E27FC236}">
                      <a16:creationId xmlns:a16="http://schemas.microsoft.com/office/drawing/2014/main" id="{4784EEF1-866D-5BFE-8ADB-7684F5FB5A00}"/>
                    </a:ext>
                  </a:extLst>
                </p:cNvPr>
                <p:cNvSpPr txBox="1"/>
                <p:nvPr/>
              </p:nvSpPr>
              <p:spPr>
                <a:xfrm>
                  <a:off x="5217853" y="1937564"/>
                  <a:ext cx="313466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altLang="zh-HK" sz="2000" b="1" dirty="0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rPr>
                    <a:t>2</a:t>
                  </a:r>
                </a:p>
              </p:txBody>
            </p:sp>
            <p:sp>
              <p:nvSpPr>
                <p:cNvPr id="39" name="文字方塊 38">
                  <a:extLst>
                    <a:ext uri="{FF2B5EF4-FFF2-40B4-BE49-F238E27FC236}">
                      <a16:creationId xmlns:a16="http://schemas.microsoft.com/office/drawing/2014/main" id="{21CF023B-C072-8915-0338-B89D546C04E7}"/>
                    </a:ext>
                  </a:extLst>
                </p:cNvPr>
                <p:cNvSpPr txBox="1"/>
                <p:nvPr/>
              </p:nvSpPr>
              <p:spPr>
                <a:xfrm>
                  <a:off x="7350705" y="1844430"/>
                  <a:ext cx="35779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sz="1200" b="1" dirty="0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rPr>
                    <a:t>2</a:t>
                  </a:r>
                  <a:endParaRPr lang="en-HK" sz="12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</p:txBody>
            </p:sp>
          </p:grpSp>
          <p:sp>
            <p:nvSpPr>
              <p:cNvPr id="51" name="文字方塊 50">
                <a:extLst>
                  <a:ext uri="{FF2B5EF4-FFF2-40B4-BE49-F238E27FC236}">
                    <a16:creationId xmlns:a16="http://schemas.microsoft.com/office/drawing/2014/main" id="{96577F77-DC44-87F0-F388-317079A872E8}"/>
                  </a:ext>
                </a:extLst>
              </p:cNvPr>
              <p:cNvSpPr txBox="1"/>
              <p:nvPr/>
            </p:nvSpPr>
            <p:spPr>
              <a:xfrm>
                <a:off x="2360873" y="2061458"/>
                <a:ext cx="42830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a</a:t>
                </a:r>
              </a:p>
            </p:txBody>
          </p:sp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AC471D49-B8E8-DB47-DFD0-AF4AAD809D51}"/>
                  </a:ext>
                </a:extLst>
              </p:cNvPr>
              <p:cNvSpPr txBox="1"/>
              <p:nvPr/>
            </p:nvSpPr>
            <p:spPr>
              <a:xfrm>
                <a:off x="2610583" y="1993416"/>
                <a:ext cx="3577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12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endParaRPr lang="en-HK" sz="12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  <p:sp>
            <p:nvSpPr>
              <p:cNvPr id="55" name="文字方塊 54">
                <a:extLst>
                  <a:ext uri="{FF2B5EF4-FFF2-40B4-BE49-F238E27FC236}">
                    <a16:creationId xmlns:a16="http://schemas.microsoft.com/office/drawing/2014/main" id="{CD17C3AC-AF42-F31A-4E52-82611D0FFFC7}"/>
                  </a:ext>
                </a:extLst>
              </p:cNvPr>
              <p:cNvSpPr txBox="1"/>
              <p:nvPr/>
            </p:nvSpPr>
            <p:spPr>
              <a:xfrm>
                <a:off x="3505488" y="2077672"/>
                <a:ext cx="42830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a</a:t>
                </a:r>
              </a:p>
            </p:txBody>
          </p:sp>
          <p:sp>
            <p:nvSpPr>
              <p:cNvPr id="56" name="文字方塊 55">
                <a:extLst>
                  <a:ext uri="{FF2B5EF4-FFF2-40B4-BE49-F238E27FC236}">
                    <a16:creationId xmlns:a16="http://schemas.microsoft.com/office/drawing/2014/main" id="{A5FB58DD-D8BF-AB1F-D31B-D03DE138CCA1}"/>
                  </a:ext>
                </a:extLst>
              </p:cNvPr>
              <p:cNvSpPr txBox="1"/>
              <p:nvPr/>
            </p:nvSpPr>
            <p:spPr>
              <a:xfrm>
                <a:off x="3826533" y="1983690"/>
                <a:ext cx="3577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12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endParaRPr lang="en-HK" sz="12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F86F54E3-02D9-2B03-E374-338D8A7C2DA3}"/>
                  </a:ext>
                </a:extLst>
              </p:cNvPr>
              <p:cNvSpPr txBox="1"/>
              <p:nvPr/>
            </p:nvSpPr>
            <p:spPr>
              <a:xfrm>
                <a:off x="4095634" y="2084152"/>
                <a:ext cx="42830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b</a:t>
                </a:r>
              </a:p>
            </p:txBody>
          </p:sp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464A5271-EBE2-02F4-F0ED-BE7DF09318D8}"/>
                  </a:ext>
                </a:extLst>
              </p:cNvPr>
              <p:cNvSpPr txBox="1"/>
              <p:nvPr/>
            </p:nvSpPr>
            <p:spPr>
              <a:xfrm>
                <a:off x="4416679" y="1990170"/>
                <a:ext cx="3577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12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endParaRPr lang="en-HK" sz="12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  <p:grpSp>
          <p:nvGrpSpPr>
            <p:cNvPr id="94" name="群組 93">
              <a:extLst>
                <a:ext uri="{FF2B5EF4-FFF2-40B4-BE49-F238E27FC236}">
                  <a16:creationId xmlns:a16="http://schemas.microsoft.com/office/drawing/2014/main" id="{FF9F4DA4-C34A-4BD3-DC37-9AB34152D6CC}"/>
                </a:ext>
              </a:extLst>
            </p:cNvPr>
            <p:cNvGrpSpPr/>
            <p:nvPr/>
          </p:nvGrpSpPr>
          <p:grpSpPr>
            <a:xfrm>
              <a:off x="5209773" y="2154988"/>
              <a:ext cx="1393282" cy="445748"/>
              <a:chOff x="3059656" y="2416628"/>
              <a:chExt cx="1393282" cy="44574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5" name="文字方塊 94">
                    <a:extLst>
                      <a:ext uri="{FF2B5EF4-FFF2-40B4-BE49-F238E27FC236}">
                        <a16:creationId xmlns:a16="http://schemas.microsoft.com/office/drawing/2014/main" id="{A10CA763-5B20-34D9-BD0E-96140316D980}"/>
                      </a:ext>
                    </a:extLst>
                  </p:cNvPr>
                  <p:cNvSpPr txBox="1"/>
                  <p:nvPr/>
                </p:nvSpPr>
                <p:spPr>
                  <a:xfrm>
                    <a:off x="3059656" y="2434079"/>
                    <a:ext cx="35626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95" name="文字方塊 94">
                    <a:extLst>
                      <a:ext uri="{FF2B5EF4-FFF2-40B4-BE49-F238E27FC236}">
                        <a16:creationId xmlns:a16="http://schemas.microsoft.com/office/drawing/2014/main" id="{A10CA763-5B20-34D9-BD0E-96140316D98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59656" y="2434079"/>
                    <a:ext cx="356268" cy="40011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96" name="群組 95">
                <a:extLst>
                  <a:ext uri="{FF2B5EF4-FFF2-40B4-BE49-F238E27FC236}">
                    <a16:creationId xmlns:a16="http://schemas.microsoft.com/office/drawing/2014/main" id="{CB8B9819-9674-EFFD-1F98-BE0BFC546C0F}"/>
                  </a:ext>
                </a:extLst>
              </p:cNvPr>
              <p:cNvGrpSpPr/>
              <p:nvPr/>
            </p:nvGrpSpPr>
            <p:grpSpPr>
              <a:xfrm>
                <a:off x="3285404" y="2416628"/>
                <a:ext cx="1167534" cy="445748"/>
                <a:chOff x="3276716" y="2040214"/>
                <a:chExt cx="1167534" cy="445748"/>
              </a:xfrm>
            </p:grpSpPr>
            <p:sp>
              <p:nvSpPr>
                <p:cNvPr id="97" name="文字方塊 96">
                  <a:extLst>
                    <a:ext uri="{FF2B5EF4-FFF2-40B4-BE49-F238E27FC236}">
                      <a16:creationId xmlns:a16="http://schemas.microsoft.com/office/drawing/2014/main" id="{937D2ABF-9DEF-18F0-6060-2E6BF01C4106}"/>
                    </a:ext>
                  </a:extLst>
                </p:cNvPr>
                <p:cNvSpPr txBox="1"/>
                <p:nvPr/>
              </p:nvSpPr>
              <p:spPr>
                <a:xfrm>
                  <a:off x="3987573" y="2046643"/>
                  <a:ext cx="45487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altLang="zh-HK" sz="20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b</a:t>
                  </a:r>
                  <a:endPara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endParaRPr>
                </a:p>
              </p:txBody>
            </p:sp>
            <p:sp>
              <p:nvSpPr>
                <p:cNvPr id="98" name="文字方塊 97">
                  <a:extLst>
                    <a:ext uri="{FF2B5EF4-FFF2-40B4-BE49-F238E27FC236}">
                      <a16:creationId xmlns:a16="http://schemas.microsoft.com/office/drawing/2014/main" id="{391521DB-DAB5-29AB-6F1B-BED758F3DB4A}"/>
                    </a:ext>
                  </a:extLst>
                </p:cNvPr>
                <p:cNvSpPr txBox="1"/>
                <p:nvPr/>
              </p:nvSpPr>
              <p:spPr>
                <a:xfrm>
                  <a:off x="3276716" y="2077765"/>
                  <a:ext cx="27443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(</a:t>
                  </a:r>
                </a:p>
              </p:txBody>
            </p:sp>
            <p:sp>
              <p:nvSpPr>
                <p:cNvPr id="99" name="文字方塊 98">
                  <a:extLst>
                    <a:ext uri="{FF2B5EF4-FFF2-40B4-BE49-F238E27FC236}">
                      <a16:creationId xmlns:a16="http://schemas.microsoft.com/office/drawing/2014/main" id="{972E9DE8-F100-D34B-17CC-D5498CD23C9F}"/>
                    </a:ext>
                  </a:extLst>
                </p:cNvPr>
                <p:cNvSpPr txBox="1"/>
                <p:nvPr/>
              </p:nvSpPr>
              <p:spPr>
                <a:xfrm>
                  <a:off x="3522670" y="2046878"/>
                  <a:ext cx="431043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altLang="zh-HK" sz="20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a</a:t>
                  </a:r>
                  <a:endPara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0" name="文字方塊 99">
                      <a:extLst>
                        <a:ext uri="{FF2B5EF4-FFF2-40B4-BE49-F238E27FC236}">
                          <a16:creationId xmlns:a16="http://schemas.microsoft.com/office/drawing/2014/main" id="{C00018C4-AF31-53C1-06D0-FCB0AA8BCEE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778484" y="2040214"/>
                      <a:ext cx="295688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000" b="1" i="1" smtClean="0">
                                <a:ln>
                                  <a:solidFill>
                                    <a:schemeClr val="tx1"/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oMath>
                        </m:oMathPara>
                      </a14:m>
                      <a:endParaRPr lang="en-HK" sz="20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100" name="文字方塊 99">
                      <a:extLst>
                        <a:ext uri="{FF2B5EF4-FFF2-40B4-BE49-F238E27FC236}">
                          <a16:creationId xmlns:a16="http://schemas.microsoft.com/office/drawing/2014/main" id="{C00018C4-AF31-53C1-06D0-FCB0AA8BCEE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778484" y="2040214"/>
                      <a:ext cx="295688" cy="400110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HK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05" name="文字方塊 104">
                  <a:extLst>
                    <a:ext uri="{FF2B5EF4-FFF2-40B4-BE49-F238E27FC236}">
                      <a16:creationId xmlns:a16="http://schemas.microsoft.com/office/drawing/2014/main" id="{6B0E7481-181D-D820-0615-404C6DDCD625}"/>
                    </a:ext>
                  </a:extLst>
                </p:cNvPr>
                <p:cNvSpPr txBox="1"/>
                <p:nvPr/>
              </p:nvSpPr>
              <p:spPr>
                <a:xfrm>
                  <a:off x="4169816" y="2085852"/>
                  <a:ext cx="27443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)</a:t>
                  </a:r>
                </a:p>
              </p:txBody>
            </p:sp>
          </p:grpSp>
        </p:grpSp>
        <p:sp>
          <p:nvSpPr>
            <p:cNvPr id="107" name="文字方塊 106">
              <a:extLst>
                <a:ext uri="{FF2B5EF4-FFF2-40B4-BE49-F238E27FC236}">
                  <a16:creationId xmlns:a16="http://schemas.microsoft.com/office/drawing/2014/main" id="{40D2AD3F-608F-E730-4F59-62BFAB523867}"/>
                </a:ext>
              </a:extLst>
            </p:cNvPr>
            <p:cNvSpPr txBox="1"/>
            <p:nvPr/>
          </p:nvSpPr>
          <p:spPr>
            <a:xfrm>
              <a:off x="4718879" y="2172336"/>
              <a:ext cx="3577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b</a:t>
              </a:r>
            </a:p>
          </p:txBody>
        </p:sp>
        <p:sp>
          <p:nvSpPr>
            <p:cNvPr id="108" name="文字方塊 107">
              <a:extLst>
                <a:ext uri="{FF2B5EF4-FFF2-40B4-BE49-F238E27FC236}">
                  <a16:creationId xmlns:a16="http://schemas.microsoft.com/office/drawing/2014/main" id="{6DE137BF-6958-EB09-7724-045C8D743111}"/>
                </a:ext>
              </a:extLst>
            </p:cNvPr>
            <p:cNvSpPr txBox="1"/>
            <p:nvPr/>
          </p:nvSpPr>
          <p:spPr>
            <a:xfrm>
              <a:off x="4929610" y="2103968"/>
              <a:ext cx="35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109" name="文字方塊 108">
              <a:extLst>
                <a:ext uri="{FF2B5EF4-FFF2-40B4-BE49-F238E27FC236}">
                  <a16:creationId xmlns:a16="http://schemas.microsoft.com/office/drawing/2014/main" id="{A82399A9-0525-CE5A-202A-3D35E667C3A7}"/>
                </a:ext>
              </a:extLst>
            </p:cNvPr>
            <p:cNvSpPr txBox="1"/>
            <p:nvPr/>
          </p:nvSpPr>
          <p:spPr>
            <a:xfrm>
              <a:off x="6439777" y="2073263"/>
              <a:ext cx="35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113" name="群組 112">
            <a:extLst>
              <a:ext uri="{FF2B5EF4-FFF2-40B4-BE49-F238E27FC236}">
                <a16:creationId xmlns:a16="http://schemas.microsoft.com/office/drawing/2014/main" id="{9565B7B9-A3D4-C9D2-4CA6-CFC93191934F}"/>
              </a:ext>
            </a:extLst>
          </p:cNvPr>
          <p:cNvGrpSpPr/>
          <p:nvPr/>
        </p:nvGrpSpPr>
        <p:grpSpPr>
          <a:xfrm>
            <a:off x="5943898" y="2488724"/>
            <a:ext cx="4684152" cy="854571"/>
            <a:chOff x="5961898" y="2167173"/>
            <a:chExt cx="4684152" cy="854571"/>
          </a:xfrm>
        </p:grpSpPr>
        <p:sp>
          <p:nvSpPr>
            <p:cNvPr id="111" name="箭號: 弧形下彎 110">
              <a:extLst>
                <a:ext uri="{FF2B5EF4-FFF2-40B4-BE49-F238E27FC236}">
                  <a16:creationId xmlns:a16="http://schemas.microsoft.com/office/drawing/2014/main" id="{52E63610-0934-C55D-4438-4175442C8D2F}"/>
                </a:ext>
              </a:extLst>
            </p:cNvPr>
            <p:cNvSpPr/>
            <p:nvPr/>
          </p:nvSpPr>
          <p:spPr>
            <a:xfrm rot="10800000">
              <a:off x="5961898" y="2540175"/>
              <a:ext cx="1671338" cy="481569"/>
            </a:xfrm>
            <a:prstGeom prst="curvedDownArrow">
              <a:avLst>
                <a:gd name="adj1" fmla="val 50000"/>
                <a:gd name="adj2" fmla="val 83830"/>
                <a:gd name="adj3" fmla="val 33961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>
                <a:solidFill>
                  <a:schemeClr val="tx1"/>
                </a:solidFill>
              </a:endParaRPr>
            </a:p>
          </p:txBody>
        </p:sp>
        <p:sp>
          <p:nvSpPr>
            <p:cNvPr id="112" name="文字方塊 111">
              <a:extLst>
                <a:ext uri="{FF2B5EF4-FFF2-40B4-BE49-F238E27FC236}">
                  <a16:creationId xmlns:a16="http://schemas.microsoft.com/office/drawing/2014/main" id="{C295562F-9836-BFBE-6AC8-2A278C5FC903}"/>
                </a:ext>
              </a:extLst>
            </p:cNvPr>
            <p:cNvSpPr txBox="1"/>
            <p:nvPr/>
          </p:nvSpPr>
          <p:spPr>
            <a:xfrm>
              <a:off x="6486475" y="2167173"/>
              <a:ext cx="415957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HK" altLang="en-US" b="1" i="1" dirty="0">
                  <a:ln>
                    <a:solidFill>
                      <a:sysClr val="windowText" lastClr="000000"/>
                    </a:solidFill>
                  </a:ln>
                  <a:solidFill>
                    <a:srgbClr val="00B050"/>
                  </a:solidFill>
                  <a:latin typeface="Lucida Calligraphy" panose="03010101010101010101" pitchFamily="66" charset="0"/>
                </a:rPr>
                <a:t> </a:t>
              </a:r>
              <a:r>
                <a:rPr lang="en-US" altLang="zh-HK" dirty="0">
                  <a:ln>
                    <a:solidFill>
                      <a:sysClr val="windowText" lastClr="000000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Calligraphy" panose="03010101010101010101" pitchFamily="66" charset="0"/>
                  <a:ea typeface="Cambria Math" panose="02040503050406030204" pitchFamily="18" charset="0"/>
                </a:rPr>
                <a:t>by taking out negative sign</a:t>
              </a:r>
              <a:endParaRPr lang="zh-HK" altLang="en-US" dirty="0"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114" name="群組 113">
            <a:extLst>
              <a:ext uri="{FF2B5EF4-FFF2-40B4-BE49-F238E27FC236}">
                <a16:creationId xmlns:a16="http://schemas.microsoft.com/office/drawing/2014/main" id="{003E5543-1AA0-2C95-77D0-F459DF435FB7}"/>
              </a:ext>
            </a:extLst>
          </p:cNvPr>
          <p:cNvGrpSpPr/>
          <p:nvPr/>
        </p:nvGrpSpPr>
        <p:grpSpPr>
          <a:xfrm>
            <a:off x="1859472" y="2831398"/>
            <a:ext cx="3009572" cy="531044"/>
            <a:chOff x="1848949" y="2069692"/>
            <a:chExt cx="3009572" cy="531044"/>
          </a:xfrm>
        </p:grpSpPr>
        <p:grpSp>
          <p:nvGrpSpPr>
            <p:cNvPr id="115" name="群組 114">
              <a:extLst>
                <a:ext uri="{FF2B5EF4-FFF2-40B4-BE49-F238E27FC236}">
                  <a16:creationId xmlns:a16="http://schemas.microsoft.com/office/drawing/2014/main" id="{F05D701D-A8DF-E2B1-F0DD-BEFD297602F2}"/>
                </a:ext>
              </a:extLst>
            </p:cNvPr>
            <p:cNvGrpSpPr/>
            <p:nvPr/>
          </p:nvGrpSpPr>
          <p:grpSpPr>
            <a:xfrm>
              <a:off x="1848949" y="2069692"/>
              <a:ext cx="1698353" cy="497669"/>
              <a:chOff x="1956208" y="1970393"/>
              <a:chExt cx="1698353" cy="497669"/>
            </a:xfrm>
          </p:grpSpPr>
          <p:grpSp>
            <p:nvGrpSpPr>
              <p:cNvPr id="127" name="群組 126">
                <a:extLst>
                  <a:ext uri="{FF2B5EF4-FFF2-40B4-BE49-F238E27FC236}">
                    <a16:creationId xmlns:a16="http://schemas.microsoft.com/office/drawing/2014/main" id="{42FCF2E2-7052-B8C6-3878-B578385DD5AD}"/>
                  </a:ext>
                </a:extLst>
              </p:cNvPr>
              <p:cNvGrpSpPr/>
              <p:nvPr/>
            </p:nvGrpSpPr>
            <p:grpSpPr>
              <a:xfrm>
                <a:off x="1956208" y="1970393"/>
                <a:ext cx="1698353" cy="497669"/>
                <a:chOff x="4084068" y="1844430"/>
                <a:chExt cx="1698353" cy="497669"/>
              </a:xfrm>
            </p:grpSpPr>
            <p:sp>
              <p:nvSpPr>
                <p:cNvPr id="137" name="文字方塊 136">
                  <a:extLst>
                    <a:ext uri="{FF2B5EF4-FFF2-40B4-BE49-F238E27FC236}">
                      <a16:creationId xmlns:a16="http://schemas.microsoft.com/office/drawing/2014/main" id="{D5B657D9-2B9D-91F0-A3AD-A084E9120F5C}"/>
                    </a:ext>
                  </a:extLst>
                </p:cNvPr>
                <p:cNvSpPr txBox="1"/>
                <p:nvPr/>
              </p:nvSpPr>
              <p:spPr>
                <a:xfrm>
                  <a:off x="5319587" y="1941989"/>
                  <a:ext cx="27443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)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0" name="文字方塊 139">
                      <a:extLst>
                        <a:ext uri="{FF2B5EF4-FFF2-40B4-BE49-F238E27FC236}">
                          <a16:creationId xmlns:a16="http://schemas.microsoft.com/office/drawing/2014/main" id="{6E8D99FE-8C97-BC3A-C176-6CBDF5E747B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084068" y="1895604"/>
                      <a:ext cx="332447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000" b="1" i="1" dirty="0" smtClean="0">
                                <a:ln>
                                  <a:solidFill>
                                    <a:schemeClr val="tx1"/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</m:oMath>
                        </m:oMathPara>
                      </a14:m>
                      <a:endParaRPr lang="en-HK" sz="20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140" name="文字方塊 139">
                      <a:extLst>
                        <a:ext uri="{FF2B5EF4-FFF2-40B4-BE49-F238E27FC236}">
                          <a16:creationId xmlns:a16="http://schemas.microsoft.com/office/drawing/2014/main" id="{6E8D99FE-8C97-BC3A-C176-6CBDF5E747B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084068" y="1895604"/>
                      <a:ext cx="332447" cy="400110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HK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41" name="文字方塊 140">
                  <a:extLst>
                    <a:ext uri="{FF2B5EF4-FFF2-40B4-BE49-F238E27FC236}">
                      <a16:creationId xmlns:a16="http://schemas.microsoft.com/office/drawing/2014/main" id="{7EECF27B-97D0-6CE1-7883-883266CB959F}"/>
                    </a:ext>
                  </a:extLst>
                </p:cNvPr>
                <p:cNvSpPr txBox="1"/>
                <p:nvPr/>
              </p:nvSpPr>
              <p:spPr>
                <a:xfrm>
                  <a:off x="4388645" y="1902423"/>
                  <a:ext cx="27443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(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6" name="文字方塊 145">
                      <a:extLst>
                        <a:ext uri="{FF2B5EF4-FFF2-40B4-BE49-F238E27FC236}">
                          <a16:creationId xmlns:a16="http://schemas.microsoft.com/office/drawing/2014/main" id="{146EDD99-CB38-FB99-5126-D54481D8CAD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894797" y="1931580"/>
                      <a:ext cx="295688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000" b="1" i="1" smtClean="0">
                                <a:ln>
                                  <a:solidFill>
                                    <a:schemeClr val="tx1"/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oMath>
                        </m:oMathPara>
                      </a14:m>
                      <a:endParaRPr lang="en-HK" sz="20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146" name="文字方塊 145">
                      <a:extLst>
                        <a:ext uri="{FF2B5EF4-FFF2-40B4-BE49-F238E27FC236}">
                          <a16:creationId xmlns:a16="http://schemas.microsoft.com/office/drawing/2014/main" id="{146EDD99-CB38-FB99-5126-D54481D8CAD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894797" y="1931580"/>
                      <a:ext cx="295688" cy="400110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HK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44" name="文字方塊 143">
                  <a:extLst>
                    <a:ext uri="{FF2B5EF4-FFF2-40B4-BE49-F238E27FC236}">
                      <a16:creationId xmlns:a16="http://schemas.microsoft.com/office/drawing/2014/main" id="{7051992E-A860-D4E5-EDC6-3226664F3F48}"/>
                    </a:ext>
                  </a:extLst>
                </p:cNvPr>
                <p:cNvSpPr txBox="1"/>
                <p:nvPr/>
              </p:nvSpPr>
              <p:spPr>
                <a:xfrm>
                  <a:off x="5424631" y="1844430"/>
                  <a:ext cx="35779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sz="1200" b="1" dirty="0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rPr>
                    <a:t>2</a:t>
                  </a:r>
                  <a:endParaRPr lang="en-HK" sz="12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</p:txBody>
            </p:sp>
          </p:grpSp>
          <p:sp>
            <p:nvSpPr>
              <p:cNvPr id="128" name="文字方塊 127">
                <a:extLst>
                  <a:ext uri="{FF2B5EF4-FFF2-40B4-BE49-F238E27FC236}">
                    <a16:creationId xmlns:a16="http://schemas.microsoft.com/office/drawing/2014/main" id="{37E1DE35-E630-B49B-4858-190D7A504787}"/>
                  </a:ext>
                </a:extLst>
              </p:cNvPr>
              <p:cNvSpPr txBox="1"/>
              <p:nvPr/>
            </p:nvSpPr>
            <p:spPr>
              <a:xfrm>
                <a:off x="2360873" y="2061458"/>
                <a:ext cx="42830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a</a:t>
                </a:r>
              </a:p>
            </p:txBody>
          </p:sp>
          <p:sp>
            <p:nvSpPr>
              <p:cNvPr id="129" name="文字方塊 128">
                <a:extLst>
                  <a:ext uri="{FF2B5EF4-FFF2-40B4-BE49-F238E27FC236}">
                    <a16:creationId xmlns:a16="http://schemas.microsoft.com/office/drawing/2014/main" id="{8BFEEFF6-80EA-D85C-1063-B0E1970DBD54}"/>
                  </a:ext>
                </a:extLst>
              </p:cNvPr>
              <p:cNvSpPr txBox="1"/>
              <p:nvPr/>
            </p:nvSpPr>
            <p:spPr>
              <a:xfrm>
                <a:off x="2610583" y="1993416"/>
                <a:ext cx="3577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12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endParaRPr lang="en-HK" sz="12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  <p:grpSp>
          <p:nvGrpSpPr>
            <p:cNvPr id="116" name="群組 115">
              <a:extLst>
                <a:ext uri="{FF2B5EF4-FFF2-40B4-BE49-F238E27FC236}">
                  <a16:creationId xmlns:a16="http://schemas.microsoft.com/office/drawing/2014/main" id="{739F2E3C-DA87-55C6-75D1-986773873156}"/>
                </a:ext>
              </a:extLst>
            </p:cNvPr>
            <p:cNvGrpSpPr/>
            <p:nvPr/>
          </p:nvGrpSpPr>
          <p:grpSpPr>
            <a:xfrm>
              <a:off x="3270727" y="2154988"/>
              <a:ext cx="1393282" cy="445748"/>
              <a:chOff x="1120610" y="2416628"/>
              <a:chExt cx="1393282" cy="44574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0" name="文字方塊 119">
                    <a:extLst>
                      <a:ext uri="{FF2B5EF4-FFF2-40B4-BE49-F238E27FC236}">
                        <a16:creationId xmlns:a16="http://schemas.microsoft.com/office/drawing/2014/main" id="{B94743CD-F757-FB58-D62F-575832538735}"/>
                      </a:ext>
                    </a:extLst>
                  </p:cNvPr>
                  <p:cNvSpPr txBox="1"/>
                  <p:nvPr/>
                </p:nvSpPr>
                <p:spPr>
                  <a:xfrm>
                    <a:off x="1120610" y="2434079"/>
                    <a:ext cx="35626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120" name="文字方塊 119">
                    <a:extLst>
                      <a:ext uri="{FF2B5EF4-FFF2-40B4-BE49-F238E27FC236}">
                        <a16:creationId xmlns:a16="http://schemas.microsoft.com/office/drawing/2014/main" id="{B94743CD-F757-FB58-D62F-57583253873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20610" y="2434079"/>
                    <a:ext cx="356268" cy="400110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21" name="群組 120">
                <a:extLst>
                  <a:ext uri="{FF2B5EF4-FFF2-40B4-BE49-F238E27FC236}">
                    <a16:creationId xmlns:a16="http://schemas.microsoft.com/office/drawing/2014/main" id="{785B313A-39A0-F234-CBAD-C58BA303F6B2}"/>
                  </a:ext>
                </a:extLst>
              </p:cNvPr>
              <p:cNvGrpSpPr/>
              <p:nvPr/>
            </p:nvGrpSpPr>
            <p:grpSpPr>
              <a:xfrm>
                <a:off x="1346358" y="2416628"/>
                <a:ext cx="1167534" cy="445748"/>
                <a:chOff x="1337670" y="2040214"/>
                <a:chExt cx="1167534" cy="445748"/>
              </a:xfrm>
            </p:grpSpPr>
            <p:sp>
              <p:nvSpPr>
                <p:cNvPr id="122" name="文字方塊 121">
                  <a:extLst>
                    <a:ext uri="{FF2B5EF4-FFF2-40B4-BE49-F238E27FC236}">
                      <a16:creationId xmlns:a16="http://schemas.microsoft.com/office/drawing/2014/main" id="{8584B2D8-DEBB-CA90-6A70-B99B8A07C784}"/>
                    </a:ext>
                  </a:extLst>
                </p:cNvPr>
                <p:cNvSpPr txBox="1"/>
                <p:nvPr/>
              </p:nvSpPr>
              <p:spPr>
                <a:xfrm>
                  <a:off x="1996647" y="2046643"/>
                  <a:ext cx="45487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altLang="zh-HK" sz="20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b</a:t>
                  </a:r>
                  <a:endPara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endParaRPr>
                </a:p>
              </p:txBody>
            </p:sp>
            <p:sp>
              <p:nvSpPr>
                <p:cNvPr id="123" name="文字方塊 122">
                  <a:extLst>
                    <a:ext uri="{FF2B5EF4-FFF2-40B4-BE49-F238E27FC236}">
                      <a16:creationId xmlns:a16="http://schemas.microsoft.com/office/drawing/2014/main" id="{A7FEEB1C-234C-AA8D-2A12-95C634A413A7}"/>
                    </a:ext>
                  </a:extLst>
                </p:cNvPr>
                <p:cNvSpPr txBox="1"/>
                <p:nvPr/>
              </p:nvSpPr>
              <p:spPr>
                <a:xfrm>
                  <a:off x="1337670" y="2077765"/>
                  <a:ext cx="27443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(</a:t>
                  </a:r>
                </a:p>
              </p:txBody>
            </p:sp>
            <p:sp>
              <p:nvSpPr>
                <p:cNvPr id="124" name="文字方塊 123">
                  <a:extLst>
                    <a:ext uri="{FF2B5EF4-FFF2-40B4-BE49-F238E27FC236}">
                      <a16:creationId xmlns:a16="http://schemas.microsoft.com/office/drawing/2014/main" id="{53994D7D-2939-9CBB-2142-3130A00E21C9}"/>
                    </a:ext>
                  </a:extLst>
                </p:cNvPr>
                <p:cNvSpPr txBox="1"/>
                <p:nvPr/>
              </p:nvSpPr>
              <p:spPr>
                <a:xfrm>
                  <a:off x="1531744" y="2046878"/>
                  <a:ext cx="431043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altLang="zh-HK" sz="20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a</a:t>
                  </a:r>
                  <a:endPara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5" name="文字方塊 124">
                      <a:extLst>
                        <a:ext uri="{FF2B5EF4-FFF2-40B4-BE49-F238E27FC236}">
                          <a16:creationId xmlns:a16="http://schemas.microsoft.com/office/drawing/2014/main" id="{5CD0B048-755C-CB23-5C36-CA548ECC4E0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39438" y="2040214"/>
                      <a:ext cx="295688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000" b="1" i="1" smtClean="0">
                                <a:ln>
                                  <a:solidFill>
                                    <a:schemeClr val="tx1"/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oMath>
                        </m:oMathPara>
                      </a14:m>
                      <a:endParaRPr lang="en-HK" sz="20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125" name="文字方塊 124">
                      <a:extLst>
                        <a:ext uri="{FF2B5EF4-FFF2-40B4-BE49-F238E27FC236}">
                          <a16:creationId xmlns:a16="http://schemas.microsoft.com/office/drawing/2014/main" id="{5CD0B048-755C-CB23-5C36-CA548ECC4E0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39438" y="2040214"/>
                      <a:ext cx="295688" cy="400110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HK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26" name="文字方塊 125">
                  <a:extLst>
                    <a:ext uri="{FF2B5EF4-FFF2-40B4-BE49-F238E27FC236}">
                      <a16:creationId xmlns:a16="http://schemas.microsoft.com/office/drawing/2014/main" id="{267A6847-3C81-0DF2-4704-35D84214AF48}"/>
                    </a:ext>
                  </a:extLst>
                </p:cNvPr>
                <p:cNvSpPr txBox="1"/>
                <p:nvPr/>
              </p:nvSpPr>
              <p:spPr>
                <a:xfrm>
                  <a:off x="2230770" y="2085852"/>
                  <a:ext cx="27443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)</a:t>
                  </a:r>
                </a:p>
              </p:txBody>
            </p:sp>
          </p:grpSp>
        </p:grpSp>
        <p:sp>
          <p:nvSpPr>
            <p:cNvPr id="117" name="文字方塊 116">
              <a:extLst>
                <a:ext uri="{FF2B5EF4-FFF2-40B4-BE49-F238E27FC236}">
                  <a16:creationId xmlns:a16="http://schemas.microsoft.com/office/drawing/2014/main" id="{111319DE-FEDD-5978-62B2-3A5C2F4171CB}"/>
                </a:ext>
              </a:extLst>
            </p:cNvPr>
            <p:cNvSpPr txBox="1"/>
            <p:nvPr/>
          </p:nvSpPr>
          <p:spPr>
            <a:xfrm>
              <a:off x="2831716" y="2172336"/>
              <a:ext cx="3577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b</a:t>
              </a:r>
            </a:p>
          </p:txBody>
        </p:sp>
        <p:sp>
          <p:nvSpPr>
            <p:cNvPr id="118" name="文字方塊 117">
              <a:extLst>
                <a:ext uri="{FF2B5EF4-FFF2-40B4-BE49-F238E27FC236}">
                  <a16:creationId xmlns:a16="http://schemas.microsoft.com/office/drawing/2014/main" id="{789B89B1-18FA-61DF-AC18-2E3B7DB7CC2E}"/>
                </a:ext>
              </a:extLst>
            </p:cNvPr>
            <p:cNvSpPr txBox="1"/>
            <p:nvPr/>
          </p:nvSpPr>
          <p:spPr>
            <a:xfrm>
              <a:off x="2984078" y="2103968"/>
              <a:ext cx="35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119" name="文字方塊 118">
              <a:extLst>
                <a:ext uri="{FF2B5EF4-FFF2-40B4-BE49-F238E27FC236}">
                  <a16:creationId xmlns:a16="http://schemas.microsoft.com/office/drawing/2014/main" id="{C722D824-65EE-DFB8-370D-19B2051B20BC}"/>
                </a:ext>
              </a:extLst>
            </p:cNvPr>
            <p:cNvSpPr txBox="1"/>
            <p:nvPr/>
          </p:nvSpPr>
          <p:spPr>
            <a:xfrm>
              <a:off x="4500731" y="2073263"/>
              <a:ext cx="35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200" name="群組 199">
            <a:extLst>
              <a:ext uri="{FF2B5EF4-FFF2-40B4-BE49-F238E27FC236}">
                <a16:creationId xmlns:a16="http://schemas.microsoft.com/office/drawing/2014/main" id="{1BED75EC-472F-E1E8-E076-FE9E84FC825B}"/>
              </a:ext>
            </a:extLst>
          </p:cNvPr>
          <p:cNvGrpSpPr/>
          <p:nvPr/>
        </p:nvGrpSpPr>
        <p:grpSpPr>
          <a:xfrm>
            <a:off x="1835543" y="3342660"/>
            <a:ext cx="4157433" cy="643147"/>
            <a:chOff x="1845708" y="3577052"/>
            <a:chExt cx="4157433" cy="643147"/>
          </a:xfrm>
        </p:grpSpPr>
        <p:grpSp>
          <p:nvGrpSpPr>
            <p:cNvPr id="150" name="群組 149">
              <a:extLst>
                <a:ext uri="{FF2B5EF4-FFF2-40B4-BE49-F238E27FC236}">
                  <a16:creationId xmlns:a16="http://schemas.microsoft.com/office/drawing/2014/main" id="{936F8631-F4FD-C63A-8309-2E81BEC78240}"/>
                </a:ext>
              </a:extLst>
            </p:cNvPr>
            <p:cNvGrpSpPr/>
            <p:nvPr/>
          </p:nvGrpSpPr>
          <p:grpSpPr>
            <a:xfrm>
              <a:off x="1845708" y="3620352"/>
              <a:ext cx="4157433" cy="531044"/>
              <a:chOff x="1848949" y="2069692"/>
              <a:chExt cx="4157433" cy="531044"/>
            </a:xfrm>
          </p:grpSpPr>
          <p:grpSp>
            <p:nvGrpSpPr>
              <p:cNvPr id="151" name="群組 150">
                <a:extLst>
                  <a:ext uri="{FF2B5EF4-FFF2-40B4-BE49-F238E27FC236}">
                    <a16:creationId xmlns:a16="http://schemas.microsoft.com/office/drawing/2014/main" id="{5BED02A1-EBAB-ECB8-10B8-239DCB513D91}"/>
                  </a:ext>
                </a:extLst>
              </p:cNvPr>
              <p:cNvGrpSpPr/>
              <p:nvPr/>
            </p:nvGrpSpPr>
            <p:grpSpPr>
              <a:xfrm>
                <a:off x="1848949" y="2069692"/>
                <a:ext cx="2975919" cy="497669"/>
                <a:chOff x="1956208" y="1970393"/>
                <a:chExt cx="2975919" cy="497669"/>
              </a:xfrm>
            </p:grpSpPr>
            <p:grpSp>
              <p:nvGrpSpPr>
                <p:cNvPr id="163" name="群組 162">
                  <a:extLst>
                    <a:ext uri="{FF2B5EF4-FFF2-40B4-BE49-F238E27FC236}">
                      <a16:creationId xmlns:a16="http://schemas.microsoft.com/office/drawing/2014/main" id="{3CD6B2E8-E344-A519-043C-71E7056F0966}"/>
                    </a:ext>
                  </a:extLst>
                </p:cNvPr>
                <p:cNvGrpSpPr/>
                <p:nvPr/>
              </p:nvGrpSpPr>
              <p:grpSpPr>
                <a:xfrm>
                  <a:off x="1956208" y="1970393"/>
                  <a:ext cx="2975919" cy="497669"/>
                  <a:chOff x="4084068" y="1844430"/>
                  <a:chExt cx="2975919" cy="497669"/>
                </a:xfrm>
              </p:grpSpPr>
              <p:sp>
                <p:nvSpPr>
                  <p:cNvPr id="166" name="文字方塊 165">
                    <a:extLst>
                      <a:ext uri="{FF2B5EF4-FFF2-40B4-BE49-F238E27FC236}">
                        <a16:creationId xmlns:a16="http://schemas.microsoft.com/office/drawing/2014/main" id="{8F43B0B3-58BA-4A1F-9C36-53979E701C0A}"/>
                      </a:ext>
                    </a:extLst>
                  </p:cNvPr>
                  <p:cNvSpPr txBox="1"/>
                  <p:nvPr/>
                </p:nvSpPr>
                <p:spPr>
                  <a:xfrm>
                    <a:off x="5319587" y="1941989"/>
                    <a:ext cx="274434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HK" sz="2000" b="1" dirty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a:t>)</a:t>
                    </a:r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67" name="文字方塊 166">
                        <a:extLst>
                          <a:ext uri="{FF2B5EF4-FFF2-40B4-BE49-F238E27FC236}">
                            <a16:creationId xmlns:a16="http://schemas.microsoft.com/office/drawing/2014/main" id="{F27FA821-6FEC-E921-3EDF-BC7D6F6D9A3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084068" y="1895604"/>
                        <a:ext cx="332447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000" b="1" i="1" dirty="0" smtClean="0">
                                  <a:ln>
                                    <a:solidFill>
                                      <a:schemeClr val="tx1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m:oMathPara>
                        </a14:m>
                        <a:endParaRPr lang="en-HK" sz="2000" b="1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67" name="文字方塊 166">
                        <a:extLst>
                          <a:ext uri="{FF2B5EF4-FFF2-40B4-BE49-F238E27FC236}">
                            <a16:creationId xmlns:a16="http://schemas.microsoft.com/office/drawing/2014/main" id="{F27FA821-6FEC-E921-3EDF-BC7D6F6D9A32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084068" y="1895604"/>
                        <a:ext cx="332447" cy="400110"/>
                      </a:xfrm>
                      <a:prstGeom prst="rect">
                        <a:avLst/>
                      </a:prstGeom>
                      <a:blipFill>
                        <a:blip r:embed="rId17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HK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168" name="文字方塊 167">
                    <a:extLst>
                      <a:ext uri="{FF2B5EF4-FFF2-40B4-BE49-F238E27FC236}">
                        <a16:creationId xmlns:a16="http://schemas.microsoft.com/office/drawing/2014/main" id="{FD0FE157-98C0-9D1D-50FA-1ACF635FF493}"/>
                      </a:ext>
                    </a:extLst>
                  </p:cNvPr>
                  <p:cNvSpPr txBox="1"/>
                  <p:nvPr/>
                </p:nvSpPr>
                <p:spPr>
                  <a:xfrm>
                    <a:off x="4388645" y="1902423"/>
                    <a:ext cx="274434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HK" sz="2000" b="1" dirty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a:t>(</a:t>
                    </a:r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69" name="文字方塊 168">
                        <a:extLst>
                          <a:ext uri="{FF2B5EF4-FFF2-40B4-BE49-F238E27FC236}">
                            <a16:creationId xmlns:a16="http://schemas.microsoft.com/office/drawing/2014/main" id="{210B32AE-E8EB-EF16-0E96-4EDA04E7424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785528" y="1931580"/>
                        <a:ext cx="295688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000" b="1" i="1" smtClean="0">
                                  <a:ln>
                                    <a:solidFill>
                                      <a:schemeClr val="tx1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oMath>
                          </m:oMathPara>
                        </a14:m>
                        <a:endParaRPr lang="en-HK" sz="2000" b="1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69" name="文字方塊 168">
                        <a:extLst>
                          <a:ext uri="{FF2B5EF4-FFF2-40B4-BE49-F238E27FC236}">
                            <a16:creationId xmlns:a16="http://schemas.microsoft.com/office/drawing/2014/main" id="{210B32AE-E8EB-EF16-0E96-4EDA04E74244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785528" y="1931580"/>
                        <a:ext cx="295688" cy="400110"/>
                      </a:xfrm>
                      <a:prstGeom prst="rect">
                        <a:avLst/>
                      </a:prstGeom>
                      <a:blipFill>
                        <a:blip r:embed="rId18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HK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170" name="文字方塊 169">
                    <a:extLst>
                      <a:ext uri="{FF2B5EF4-FFF2-40B4-BE49-F238E27FC236}">
                        <a16:creationId xmlns:a16="http://schemas.microsoft.com/office/drawing/2014/main" id="{F591CCDB-0EA5-5E52-BC97-BF38452546C3}"/>
                      </a:ext>
                    </a:extLst>
                  </p:cNvPr>
                  <p:cNvSpPr txBox="1"/>
                  <p:nvPr/>
                </p:nvSpPr>
                <p:spPr>
                  <a:xfrm>
                    <a:off x="6702197" y="1844430"/>
                    <a:ext cx="35779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HK" sz="1200" b="1" dirty="0">
                        <a:ln>
                          <a:solidFill>
                            <a:schemeClr val="tx1"/>
                          </a:solidFill>
                        </a:ln>
                        <a:latin typeface="Lucida Handwriting" panose="03010101010101010101" pitchFamily="66" charset="0"/>
                      </a:rPr>
                      <a:t>2</a:t>
                    </a:r>
                    <a:endParaRPr lang="en-HK" sz="12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endParaRPr>
                  </a:p>
                </p:txBody>
              </p:sp>
            </p:grpSp>
            <p:sp>
              <p:nvSpPr>
                <p:cNvPr id="164" name="文字方塊 163">
                  <a:extLst>
                    <a:ext uri="{FF2B5EF4-FFF2-40B4-BE49-F238E27FC236}">
                      <a16:creationId xmlns:a16="http://schemas.microsoft.com/office/drawing/2014/main" id="{F0FFACAD-D41C-402E-CDFB-FEAD765B7282}"/>
                    </a:ext>
                  </a:extLst>
                </p:cNvPr>
                <p:cNvSpPr txBox="1"/>
                <p:nvPr/>
              </p:nvSpPr>
              <p:spPr>
                <a:xfrm>
                  <a:off x="2360873" y="2061458"/>
                  <a:ext cx="42830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altLang="zh-HK" sz="20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a</a:t>
                  </a:r>
                </a:p>
              </p:txBody>
            </p:sp>
          </p:grpSp>
          <p:grpSp>
            <p:nvGrpSpPr>
              <p:cNvPr id="152" name="群組 151">
                <a:extLst>
                  <a:ext uri="{FF2B5EF4-FFF2-40B4-BE49-F238E27FC236}">
                    <a16:creationId xmlns:a16="http://schemas.microsoft.com/office/drawing/2014/main" id="{CE9A0D1A-4575-A707-45BB-88397A9A596C}"/>
                  </a:ext>
                </a:extLst>
              </p:cNvPr>
              <p:cNvGrpSpPr/>
              <p:nvPr/>
            </p:nvGrpSpPr>
            <p:grpSpPr>
              <a:xfrm>
                <a:off x="4509382" y="2154988"/>
                <a:ext cx="1315457" cy="445748"/>
                <a:chOff x="2359265" y="2416628"/>
                <a:chExt cx="1315457" cy="445748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6" name="文字方塊 155">
                      <a:extLst>
                        <a:ext uri="{FF2B5EF4-FFF2-40B4-BE49-F238E27FC236}">
                          <a16:creationId xmlns:a16="http://schemas.microsoft.com/office/drawing/2014/main" id="{31BFDB0E-DB24-A82B-D671-E687EDA7466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359265" y="2434079"/>
                      <a:ext cx="356268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000" b="1" i="1" smtClean="0">
                                <a:ln>
                                  <a:solidFill>
                                    <a:schemeClr val="tx1"/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oMath>
                        </m:oMathPara>
                      </a14:m>
                      <a:endParaRPr lang="en-HK" sz="20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156" name="文字方塊 155">
                      <a:extLst>
                        <a:ext uri="{FF2B5EF4-FFF2-40B4-BE49-F238E27FC236}">
                          <a16:creationId xmlns:a16="http://schemas.microsoft.com/office/drawing/2014/main" id="{31BFDB0E-DB24-A82B-D671-E687EDA7466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359265" y="2434079"/>
                      <a:ext cx="356268" cy="400110"/>
                    </a:xfrm>
                    <a:prstGeom prst="rect">
                      <a:avLst/>
                    </a:prstGeom>
                    <a:blipFill>
                      <a:blip r:embed="rId1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HK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157" name="群組 156">
                  <a:extLst>
                    <a:ext uri="{FF2B5EF4-FFF2-40B4-BE49-F238E27FC236}">
                      <a16:creationId xmlns:a16="http://schemas.microsoft.com/office/drawing/2014/main" id="{C439EDD5-CFC4-0D9A-4A85-8A8BF8F6BB7D}"/>
                    </a:ext>
                  </a:extLst>
                </p:cNvPr>
                <p:cNvGrpSpPr/>
                <p:nvPr/>
              </p:nvGrpSpPr>
              <p:grpSpPr>
                <a:xfrm>
                  <a:off x="2565562" y="2416628"/>
                  <a:ext cx="1109160" cy="445748"/>
                  <a:chOff x="2556874" y="2040214"/>
                  <a:chExt cx="1109160" cy="445748"/>
                </a:xfrm>
              </p:grpSpPr>
              <p:sp>
                <p:nvSpPr>
                  <p:cNvPr id="158" name="文字方塊 157">
                    <a:extLst>
                      <a:ext uri="{FF2B5EF4-FFF2-40B4-BE49-F238E27FC236}">
                        <a16:creationId xmlns:a16="http://schemas.microsoft.com/office/drawing/2014/main" id="{C4CA105D-5801-8090-6064-BFA493B3BA8E}"/>
                      </a:ext>
                    </a:extLst>
                  </p:cNvPr>
                  <p:cNvSpPr txBox="1"/>
                  <p:nvPr/>
                </p:nvSpPr>
                <p:spPr>
                  <a:xfrm>
                    <a:off x="3202870" y="2059613"/>
                    <a:ext cx="4548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HK" altLang="zh-HK" sz="2000" b="1" dirty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a:t>b</a:t>
                    </a:r>
                    <a:endParaRPr lang="en-HK" altLang="zh-HK" sz="2000" b="1" dirty="0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endParaRPr>
                  </a:p>
                </p:txBody>
              </p:sp>
              <p:sp>
                <p:nvSpPr>
                  <p:cNvPr id="159" name="文字方塊 158">
                    <a:extLst>
                      <a:ext uri="{FF2B5EF4-FFF2-40B4-BE49-F238E27FC236}">
                        <a16:creationId xmlns:a16="http://schemas.microsoft.com/office/drawing/2014/main" id="{6982F0A0-682D-B0F8-1B55-9F98773EA24F}"/>
                      </a:ext>
                    </a:extLst>
                  </p:cNvPr>
                  <p:cNvSpPr txBox="1"/>
                  <p:nvPr/>
                </p:nvSpPr>
                <p:spPr>
                  <a:xfrm>
                    <a:off x="2556874" y="2077765"/>
                    <a:ext cx="274434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HK" sz="2000" b="1" dirty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a:t>(</a:t>
                    </a:r>
                  </a:p>
                </p:txBody>
              </p:sp>
              <p:sp>
                <p:nvSpPr>
                  <p:cNvPr id="160" name="文字方塊 159">
                    <a:extLst>
                      <a:ext uri="{FF2B5EF4-FFF2-40B4-BE49-F238E27FC236}">
                        <a16:creationId xmlns:a16="http://schemas.microsoft.com/office/drawing/2014/main" id="{BEF2BDFD-42B6-700E-6C83-570CC29B0246}"/>
                      </a:ext>
                    </a:extLst>
                  </p:cNvPr>
                  <p:cNvSpPr txBox="1"/>
                  <p:nvPr/>
                </p:nvSpPr>
                <p:spPr>
                  <a:xfrm>
                    <a:off x="2699063" y="2046878"/>
                    <a:ext cx="431043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HK" altLang="zh-HK" sz="2000" b="1" dirty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a:t>a</a:t>
                    </a:r>
                    <a:endParaRPr lang="en-HK" altLang="zh-HK" sz="2000" b="1" dirty="0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endParaRPr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61" name="文字方塊 160">
                        <a:extLst>
                          <a:ext uri="{FF2B5EF4-FFF2-40B4-BE49-F238E27FC236}">
                            <a16:creationId xmlns:a16="http://schemas.microsoft.com/office/drawing/2014/main" id="{63A52B53-BF22-635C-88CF-D392C8FD7670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000268" y="2040214"/>
                        <a:ext cx="295688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000" b="1" i="1" smtClean="0">
                                  <a:ln>
                                    <a:solidFill>
                                      <a:schemeClr val="tx1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oMath>
                          </m:oMathPara>
                        </a14:m>
                        <a:endParaRPr lang="en-HK" sz="2000" b="1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61" name="文字方塊 160">
                        <a:extLst>
                          <a:ext uri="{FF2B5EF4-FFF2-40B4-BE49-F238E27FC236}">
                            <a16:creationId xmlns:a16="http://schemas.microsoft.com/office/drawing/2014/main" id="{63A52B53-BF22-635C-88CF-D392C8FD7670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000268" y="2040214"/>
                        <a:ext cx="295688" cy="400110"/>
                      </a:xfrm>
                      <a:prstGeom prst="rect">
                        <a:avLst/>
                      </a:prstGeom>
                      <a:blipFill>
                        <a:blip r:embed="rId20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HK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162" name="文字方塊 161">
                    <a:extLst>
                      <a:ext uri="{FF2B5EF4-FFF2-40B4-BE49-F238E27FC236}">
                        <a16:creationId xmlns:a16="http://schemas.microsoft.com/office/drawing/2014/main" id="{4A11955D-67DB-C275-2B76-EB715FC9D5C8}"/>
                      </a:ext>
                    </a:extLst>
                  </p:cNvPr>
                  <p:cNvSpPr txBox="1"/>
                  <p:nvPr/>
                </p:nvSpPr>
                <p:spPr>
                  <a:xfrm>
                    <a:off x="3391600" y="2085852"/>
                    <a:ext cx="274434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HK" sz="2000" b="1" dirty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a:t>)</a:t>
                    </a:r>
                  </a:p>
                </p:txBody>
              </p:sp>
            </p:grpSp>
          </p:grpSp>
          <p:sp>
            <p:nvSpPr>
              <p:cNvPr id="153" name="文字方塊 152">
                <a:extLst>
                  <a:ext uri="{FF2B5EF4-FFF2-40B4-BE49-F238E27FC236}">
                    <a16:creationId xmlns:a16="http://schemas.microsoft.com/office/drawing/2014/main" id="{2EBAAEB1-1D7D-4435-F4C4-E5AA03F51084}"/>
                  </a:ext>
                </a:extLst>
              </p:cNvPr>
              <p:cNvSpPr txBox="1"/>
              <p:nvPr/>
            </p:nvSpPr>
            <p:spPr>
              <a:xfrm>
                <a:off x="2831716" y="2172336"/>
                <a:ext cx="35779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b</a:t>
                </a:r>
              </a:p>
            </p:txBody>
          </p:sp>
          <p:sp>
            <p:nvSpPr>
              <p:cNvPr id="155" name="文字方塊 154">
                <a:extLst>
                  <a:ext uri="{FF2B5EF4-FFF2-40B4-BE49-F238E27FC236}">
                    <a16:creationId xmlns:a16="http://schemas.microsoft.com/office/drawing/2014/main" id="{AE2A53EE-5BE8-C57D-9728-28D100EE0EF9}"/>
                  </a:ext>
                </a:extLst>
              </p:cNvPr>
              <p:cNvSpPr txBox="1"/>
              <p:nvPr/>
            </p:nvSpPr>
            <p:spPr>
              <a:xfrm>
                <a:off x="5648592" y="2086233"/>
                <a:ext cx="3577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12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endParaRPr lang="en-HK" sz="12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  <p:sp>
          <p:nvSpPr>
            <p:cNvPr id="171" name="文字方塊 170">
              <a:extLst>
                <a:ext uri="{FF2B5EF4-FFF2-40B4-BE49-F238E27FC236}">
                  <a16:creationId xmlns:a16="http://schemas.microsoft.com/office/drawing/2014/main" id="{73E1F95D-2D4F-3099-48EA-B613C19342AC}"/>
                </a:ext>
              </a:extLst>
            </p:cNvPr>
            <p:cNvSpPr txBox="1"/>
            <p:nvPr/>
          </p:nvSpPr>
          <p:spPr>
            <a:xfrm>
              <a:off x="4173965" y="3708186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p:sp>
          <p:nvSpPr>
            <p:cNvPr id="172" name="文字方塊 171">
              <a:extLst>
                <a:ext uri="{FF2B5EF4-FFF2-40B4-BE49-F238E27FC236}">
                  <a16:creationId xmlns:a16="http://schemas.microsoft.com/office/drawing/2014/main" id="{A0C8CC23-6B4F-936D-DB6F-E67D00A7F336}"/>
                </a:ext>
              </a:extLst>
            </p:cNvPr>
            <p:cNvSpPr txBox="1"/>
            <p:nvPr/>
          </p:nvSpPr>
          <p:spPr>
            <a:xfrm>
              <a:off x="3243023" y="3668620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3" name="文字方塊 172">
                  <a:extLst>
                    <a:ext uri="{FF2B5EF4-FFF2-40B4-BE49-F238E27FC236}">
                      <a16:creationId xmlns:a16="http://schemas.microsoft.com/office/drawing/2014/main" id="{EC905A9E-058A-1E1F-6C67-678193D1D2C0}"/>
                    </a:ext>
                  </a:extLst>
                </p:cNvPr>
                <p:cNvSpPr txBox="1"/>
                <p:nvPr/>
              </p:nvSpPr>
              <p:spPr>
                <a:xfrm>
                  <a:off x="3645657" y="3697777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73" name="文字方塊 172">
                  <a:extLst>
                    <a:ext uri="{FF2B5EF4-FFF2-40B4-BE49-F238E27FC236}">
                      <a16:creationId xmlns:a16="http://schemas.microsoft.com/office/drawing/2014/main" id="{EC905A9E-058A-1E1F-6C67-678193D1D2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5657" y="3697777"/>
                  <a:ext cx="295688" cy="400110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5" name="文字方塊 174">
              <a:extLst>
                <a:ext uri="{FF2B5EF4-FFF2-40B4-BE49-F238E27FC236}">
                  <a16:creationId xmlns:a16="http://schemas.microsoft.com/office/drawing/2014/main" id="{EF424DB3-D249-A3A7-02E1-E47D80EC7234}"/>
                </a:ext>
              </a:extLst>
            </p:cNvPr>
            <p:cNvSpPr txBox="1"/>
            <p:nvPr/>
          </p:nvSpPr>
          <p:spPr>
            <a:xfrm>
              <a:off x="3343111" y="3701692"/>
              <a:ext cx="42830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a</a:t>
              </a:r>
            </a:p>
          </p:txBody>
        </p:sp>
        <p:sp>
          <p:nvSpPr>
            <p:cNvPr id="176" name="文字方塊 175">
              <a:extLst>
                <a:ext uri="{FF2B5EF4-FFF2-40B4-BE49-F238E27FC236}">
                  <a16:creationId xmlns:a16="http://schemas.microsoft.com/office/drawing/2014/main" id="{152D3F62-C618-62A4-1BA1-3A70606BB2E5}"/>
                </a:ext>
              </a:extLst>
            </p:cNvPr>
            <p:cNvSpPr txBox="1"/>
            <p:nvPr/>
          </p:nvSpPr>
          <p:spPr>
            <a:xfrm>
              <a:off x="3921213" y="3713271"/>
              <a:ext cx="3577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b</a:t>
              </a:r>
            </a:p>
          </p:txBody>
        </p:sp>
        <p:sp>
          <p:nvSpPr>
            <p:cNvPr id="177" name="弧形 176">
              <a:extLst>
                <a:ext uri="{FF2B5EF4-FFF2-40B4-BE49-F238E27FC236}">
                  <a16:creationId xmlns:a16="http://schemas.microsoft.com/office/drawing/2014/main" id="{15A6873C-F35F-374E-527C-A7DAFE8B020A}"/>
                </a:ext>
              </a:extLst>
            </p:cNvPr>
            <p:cNvSpPr/>
            <p:nvPr/>
          </p:nvSpPr>
          <p:spPr>
            <a:xfrm rot="10957079">
              <a:off x="2177072" y="3577052"/>
              <a:ext cx="251507" cy="641558"/>
            </a:xfrm>
            <a:prstGeom prst="arc">
              <a:avLst>
                <a:gd name="adj1" fmla="val 16200000"/>
                <a:gd name="adj2" fmla="val 5240716"/>
              </a:avLst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HK" altLang="en-US">
                <a:solidFill>
                  <a:srgbClr val="FFFF00"/>
                </a:solidFill>
              </a:endParaRPr>
            </a:p>
          </p:txBody>
        </p:sp>
        <p:sp>
          <p:nvSpPr>
            <p:cNvPr id="178" name="弧形 177">
              <a:extLst>
                <a:ext uri="{FF2B5EF4-FFF2-40B4-BE49-F238E27FC236}">
                  <a16:creationId xmlns:a16="http://schemas.microsoft.com/office/drawing/2014/main" id="{C22753A3-D785-2894-BEC8-73EECED550FC}"/>
                </a:ext>
              </a:extLst>
            </p:cNvPr>
            <p:cNvSpPr/>
            <p:nvPr/>
          </p:nvSpPr>
          <p:spPr>
            <a:xfrm rot="174761">
              <a:off x="4218981" y="3578641"/>
              <a:ext cx="251507" cy="641558"/>
            </a:xfrm>
            <a:prstGeom prst="arc">
              <a:avLst>
                <a:gd name="adj1" fmla="val 16200000"/>
                <a:gd name="adj2" fmla="val 5240716"/>
              </a:avLst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HK" altLang="en-US">
                <a:solidFill>
                  <a:srgbClr val="FFFF00"/>
                </a:solidFill>
              </a:endParaRPr>
            </a:p>
          </p:txBody>
        </p:sp>
      </p:grpSp>
      <p:grpSp>
        <p:nvGrpSpPr>
          <p:cNvPr id="213" name="群組 212">
            <a:extLst>
              <a:ext uri="{FF2B5EF4-FFF2-40B4-BE49-F238E27FC236}">
                <a16:creationId xmlns:a16="http://schemas.microsoft.com/office/drawing/2014/main" id="{612D6905-9E26-C43C-4D9C-7CCE6178F679}"/>
              </a:ext>
            </a:extLst>
          </p:cNvPr>
          <p:cNvGrpSpPr/>
          <p:nvPr/>
        </p:nvGrpSpPr>
        <p:grpSpPr>
          <a:xfrm>
            <a:off x="1827078" y="4008949"/>
            <a:ext cx="3243030" cy="653773"/>
            <a:chOff x="1832855" y="4349056"/>
            <a:chExt cx="3243030" cy="653773"/>
          </a:xfrm>
        </p:grpSpPr>
        <p:grpSp>
          <p:nvGrpSpPr>
            <p:cNvPr id="186" name="群組 185">
              <a:extLst>
                <a:ext uri="{FF2B5EF4-FFF2-40B4-BE49-F238E27FC236}">
                  <a16:creationId xmlns:a16="http://schemas.microsoft.com/office/drawing/2014/main" id="{151ECAB1-CEE1-ECA0-2E38-73B9EA67F163}"/>
                </a:ext>
              </a:extLst>
            </p:cNvPr>
            <p:cNvGrpSpPr/>
            <p:nvPr/>
          </p:nvGrpSpPr>
          <p:grpSpPr>
            <a:xfrm>
              <a:off x="2036465" y="4430781"/>
              <a:ext cx="1133028" cy="437661"/>
              <a:chOff x="1337670" y="2040214"/>
              <a:chExt cx="1133028" cy="437661"/>
            </a:xfrm>
          </p:grpSpPr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BF2E66A2-A55A-454C-D8DA-6727F314B814}"/>
                  </a:ext>
                </a:extLst>
              </p:cNvPr>
              <p:cNvSpPr txBox="1"/>
              <p:nvPr/>
            </p:nvSpPr>
            <p:spPr>
              <a:xfrm>
                <a:off x="1996647" y="2046643"/>
                <a:ext cx="45487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b</a:t>
                </a:r>
              </a:p>
            </p:txBody>
          </p:sp>
          <p:sp>
            <p:nvSpPr>
              <p:cNvPr id="188" name="文字方塊 187">
                <a:extLst>
                  <a:ext uri="{FF2B5EF4-FFF2-40B4-BE49-F238E27FC236}">
                    <a16:creationId xmlns:a16="http://schemas.microsoft.com/office/drawing/2014/main" id="{BCEB5471-9704-6B7D-9C62-EEC06249573B}"/>
                  </a:ext>
                </a:extLst>
              </p:cNvPr>
              <p:cNvSpPr txBox="1"/>
              <p:nvPr/>
            </p:nvSpPr>
            <p:spPr>
              <a:xfrm>
                <a:off x="1337670" y="2077765"/>
                <a:ext cx="2744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</a:t>
                </a:r>
              </a:p>
            </p:txBody>
          </p:sp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CFE90291-F963-81B2-387D-7E5B0B0009EE}"/>
                  </a:ext>
                </a:extLst>
              </p:cNvPr>
              <p:cNvSpPr txBox="1"/>
              <p:nvPr/>
            </p:nvSpPr>
            <p:spPr>
              <a:xfrm>
                <a:off x="1531744" y="2046878"/>
                <a:ext cx="43104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a</a:t>
                </a:r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0" name="文字方塊 189">
                    <a:extLst>
                      <a:ext uri="{FF2B5EF4-FFF2-40B4-BE49-F238E27FC236}">
                        <a16:creationId xmlns:a16="http://schemas.microsoft.com/office/drawing/2014/main" id="{14C378B7-16B1-D909-8A81-61BBFFCC7C76}"/>
                      </a:ext>
                    </a:extLst>
                  </p:cNvPr>
                  <p:cNvSpPr txBox="1"/>
                  <p:nvPr/>
                </p:nvSpPr>
                <p:spPr>
                  <a:xfrm>
                    <a:off x="1839438" y="2040214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190" name="文字方塊 189">
                    <a:extLst>
                      <a:ext uri="{FF2B5EF4-FFF2-40B4-BE49-F238E27FC236}">
                        <a16:creationId xmlns:a16="http://schemas.microsoft.com/office/drawing/2014/main" id="{14C378B7-16B1-D909-8A81-61BBFFCC7C7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39438" y="2040214"/>
                    <a:ext cx="295688" cy="400110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91" name="文字方塊 190">
                <a:extLst>
                  <a:ext uri="{FF2B5EF4-FFF2-40B4-BE49-F238E27FC236}">
                    <a16:creationId xmlns:a16="http://schemas.microsoft.com/office/drawing/2014/main" id="{FC636D68-4008-9B6C-7431-9F79B9912C71}"/>
                  </a:ext>
                </a:extLst>
              </p:cNvPr>
              <p:cNvSpPr txBox="1"/>
              <p:nvPr/>
            </p:nvSpPr>
            <p:spPr>
              <a:xfrm>
                <a:off x="2196264" y="2062848"/>
                <a:ext cx="2744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)</a:t>
                </a:r>
              </a:p>
            </p:txBody>
          </p:sp>
        </p:grpSp>
        <p:sp>
          <p:nvSpPr>
            <p:cNvPr id="184" name="文字方塊 183">
              <a:extLst>
                <a:ext uri="{FF2B5EF4-FFF2-40B4-BE49-F238E27FC236}">
                  <a16:creationId xmlns:a16="http://schemas.microsoft.com/office/drawing/2014/main" id="{94C01112-7580-9770-824C-8EDC7E084CE4}"/>
                </a:ext>
              </a:extLst>
            </p:cNvPr>
            <p:cNvSpPr txBox="1"/>
            <p:nvPr/>
          </p:nvSpPr>
          <p:spPr>
            <a:xfrm>
              <a:off x="3040721" y="4349056"/>
              <a:ext cx="35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201" name="弧形 200">
              <a:extLst>
                <a:ext uri="{FF2B5EF4-FFF2-40B4-BE49-F238E27FC236}">
                  <a16:creationId xmlns:a16="http://schemas.microsoft.com/office/drawing/2014/main" id="{5B040E51-BF60-59B0-DF92-007CB5AAA742}"/>
                </a:ext>
              </a:extLst>
            </p:cNvPr>
            <p:cNvSpPr/>
            <p:nvPr/>
          </p:nvSpPr>
          <p:spPr>
            <a:xfrm rot="10957079">
              <a:off x="3273170" y="4359682"/>
              <a:ext cx="251507" cy="641558"/>
            </a:xfrm>
            <a:prstGeom prst="arc">
              <a:avLst>
                <a:gd name="adj1" fmla="val 16200000"/>
                <a:gd name="adj2" fmla="val 5240716"/>
              </a:avLst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HK" altLang="en-US">
                <a:solidFill>
                  <a:srgbClr val="FFFF00"/>
                </a:solidFill>
              </a:endParaRPr>
            </a:p>
          </p:txBody>
        </p:sp>
        <p:sp>
          <p:nvSpPr>
            <p:cNvPr id="202" name="弧形 201">
              <a:extLst>
                <a:ext uri="{FF2B5EF4-FFF2-40B4-BE49-F238E27FC236}">
                  <a16:creationId xmlns:a16="http://schemas.microsoft.com/office/drawing/2014/main" id="{809556F4-8647-59B5-BF2A-5D75FC9F1CCA}"/>
                </a:ext>
              </a:extLst>
            </p:cNvPr>
            <p:cNvSpPr/>
            <p:nvPr/>
          </p:nvSpPr>
          <p:spPr>
            <a:xfrm rot="174761">
              <a:off x="4711965" y="4361271"/>
              <a:ext cx="251507" cy="641558"/>
            </a:xfrm>
            <a:prstGeom prst="arc">
              <a:avLst>
                <a:gd name="adj1" fmla="val 16200000"/>
                <a:gd name="adj2" fmla="val 5240716"/>
              </a:avLst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HK" altLang="en-US">
                <a:solidFill>
                  <a:srgbClr val="FFFF00"/>
                </a:solidFill>
              </a:endParaRPr>
            </a:p>
          </p:txBody>
        </p:sp>
        <p:sp>
          <p:nvSpPr>
            <p:cNvPr id="203" name="文字方塊 202">
              <a:extLst>
                <a:ext uri="{FF2B5EF4-FFF2-40B4-BE49-F238E27FC236}">
                  <a16:creationId xmlns:a16="http://schemas.microsoft.com/office/drawing/2014/main" id="{437AC9EE-6485-3156-4A69-4D0119B6C90D}"/>
                </a:ext>
              </a:extLst>
            </p:cNvPr>
            <p:cNvSpPr txBox="1"/>
            <p:nvPr/>
          </p:nvSpPr>
          <p:spPr>
            <a:xfrm>
              <a:off x="3925230" y="4466874"/>
              <a:ext cx="45487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b</a:t>
              </a:r>
            </a:p>
          </p:txBody>
        </p:sp>
        <p:sp>
          <p:nvSpPr>
            <p:cNvPr id="204" name="文字方塊 203">
              <a:extLst>
                <a:ext uri="{FF2B5EF4-FFF2-40B4-BE49-F238E27FC236}">
                  <a16:creationId xmlns:a16="http://schemas.microsoft.com/office/drawing/2014/main" id="{0FE1EDDE-CA7B-7B4C-EE7F-FF66029E346C}"/>
                </a:ext>
              </a:extLst>
            </p:cNvPr>
            <p:cNvSpPr txBox="1"/>
            <p:nvPr/>
          </p:nvSpPr>
          <p:spPr>
            <a:xfrm>
              <a:off x="3214373" y="4497996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205" name="文字方塊 204">
              <a:extLst>
                <a:ext uri="{FF2B5EF4-FFF2-40B4-BE49-F238E27FC236}">
                  <a16:creationId xmlns:a16="http://schemas.microsoft.com/office/drawing/2014/main" id="{D0B13D43-5044-0F46-8184-AC3EBE0F62EA}"/>
                </a:ext>
              </a:extLst>
            </p:cNvPr>
            <p:cNvSpPr txBox="1"/>
            <p:nvPr/>
          </p:nvSpPr>
          <p:spPr>
            <a:xfrm>
              <a:off x="3460327" y="4467109"/>
              <a:ext cx="43104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a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6" name="文字方塊 205">
                  <a:extLst>
                    <a:ext uri="{FF2B5EF4-FFF2-40B4-BE49-F238E27FC236}">
                      <a16:creationId xmlns:a16="http://schemas.microsoft.com/office/drawing/2014/main" id="{54CED277-999A-E9AD-3ABF-163FC3D5671A}"/>
                    </a:ext>
                  </a:extLst>
                </p:cNvPr>
                <p:cNvSpPr txBox="1"/>
                <p:nvPr/>
              </p:nvSpPr>
              <p:spPr>
                <a:xfrm>
                  <a:off x="3716141" y="4460445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206" name="文字方塊 205">
                  <a:extLst>
                    <a:ext uri="{FF2B5EF4-FFF2-40B4-BE49-F238E27FC236}">
                      <a16:creationId xmlns:a16="http://schemas.microsoft.com/office/drawing/2014/main" id="{54CED277-999A-E9AD-3ABF-163FC3D567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16141" y="4460445"/>
                  <a:ext cx="295688" cy="400110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7" name="文字方塊 206">
              <a:extLst>
                <a:ext uri="{FF2B5EF4-FFF2-40B4-BE49-F238E27FC236}">
                  <a16:creationId xmlns:a16="http://schemas.microsoft.com/office/drawing/2014/main" id="{4521221A-D10A-3A43-DE9C-9CC6DE80008B}"/>
                </a:ext>
              </a:extLst>
            </p:cNvPr>
            <p:cNvSpPr txBox="1"/>
            <p:nvPr/>
          </p:nvSpPr>
          <p:spPr>
            <a:xfrm>
              <a:off x="4107473" y="4506083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p:sp>
          <p:nvSpPr>
            <p:cNvPr id="208" name="文字方塊 207">
              <a:extLst>
                <a:ext uri="{FF2B5EF4-FFF2-40B4-BE49-F238E27FC236}">
                  <a16:creationId xmlns:a16="http://schemas.microsoft.com/office/drawing/2014/main" id="{9A9E3F33-8236-DD48-FDB2-5DCD0FF97955}"/>
                </a:ext>
              </a:extLst>
            </p:cNvPr>
            <p:cNvSpPr txBox="1"/>
            <p:nvPr/>
          </p:nvSpPr>
          <p:spPr>
            <a:xfrm>
              <a:off x="4218629" y="4378720"/>
              <a:ext cx="35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9" name="文字方塊 208">
                  <a:extLst>
                    <a:ext uri="{FF2B5EF4-FFF2-40B4-BE49-F238E27FC236}">
                      <a16:creationId xmlns:a16="http://schemas.microsoft.com/office/drawing/2014/main" id="{B12EFEE5-369F-0A6C-34D8-B5F62330A618}"/>
                    </a:ext>
                  </a:extLst>
                </p:cNvPr>
                <p:cNvSpPr txBox="1"/>
                <p:nvPr/>
              </p:nvSpPr>
              <p:spPr>
                <a:xfrm>
                  <a:off x="4344132" y="4473305"/>
                  <a:ext cx="35626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209" name="文字方塊 208">
                  <a:extLst>
                    <a:ext uri="{FF2B5EF4-FFF2-40B4-BE49-F238E27FC236}">
                      <a16:creationId xmlns:a16="http://schemas.microsoft.com/office/drawing/2014/main" id="{B12EFEE5-369F-0A6C-34D8-B5F62330A6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44132" y="4473305"/>
                  <a:ext cx="356268" cy="400110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0" name="文字方塊 209">
              <a:extLst>
                <a:ext uri="{FF2B5EF4-FFF2-40B4-BE49-F238E27FC236}">
                  <a16:creationId xmlns:a16="http://schemas.microsoft.com/office/drawing/2014/main" id="{5504BBBC-9FF2-8B7F-5B6D-FC555F0A5BCC}"/>
                </a:ext>
              </a:extLst>
            </p:cNvPr>
            <p:cNvSpPr txBox="1"/>
            <p:nvPr/>
          </p:nvSpPr>
          <p:spPr>
            <a:xfrm>
              <a:off x="4556430" y="4481973"/>
              <a:ext cx="43104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</a:p>
          </p:txBody>
        </p:sp>
        <p:sp>
          <p:nvSpPr>
            <p:cNvPr id="211" name="文字方塊 210">
              <a:extLst>
                <a:ext uri="{FF2B5EF4-FFF2-40B4-BE49-F238E27FC236}">
                  <a16:creationId xmlns:a16="http://schemas.microsoft.com/office/drawing/2014/main" id="{ADF30BF6-F71B-B00E-F3AE-23ADE0665D23}"/>
                </a:ext>
              </a:extLst>
            </p:cNvPr>
            <p:cNvSpPr txBox="1"/>
            <p:nvPr/>
          </p:nvSpPr>
          <p:spPr>
            <a:xfrm>
              <a:off x="4718095" y="4426009"/>
              <a:ext cx="35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2" name="文字方塊 211">
                  <a:extLst>
                    <a:ext uri="{FF2B5EF4-FFF2-40B4-BE49-F238E27FC236}">
                      <a16:creationId xmlns:a16="http://schemas.microsoft.com/office/drawing/2014/main" id="{A8CFDD2C-8F22-F7B2-A17D-F56B9BA24B94}"/>
                    </a:ext>
                  </a:extLst>
                </p:cNvPr>
                <p:cNvSpPr txBox="1"/>
                <p:nvPr/>
              </p:nvSpPr>
              <p:spPr>
                <a:xfrm>
                  <a:off x="1832855" y="4454156"/>
                  <a:ext cx="332447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212" name="文字方塊 211">
                  <a:extLst>
                    <a:ext uri="{FF2B5EF4-FFF2-40B4-BE49-F238E27FC236}">
                      <a16:creationId xmlns:a16="http://schemas.microsoft.com/office/drawing/2014/main" id="{A8CFDD2C-8F22-F7B2-A17D-F56B9BA24B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32855" y="4454156"/>
                  <a:ext cx="332447" cy="400110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6" name="群組 245">
            <a:extLst>
              <a:ext uri="{FF2B5EF4-FFF2-40B4-BE49-F238E27FC236}">
                <a16:creationId xmlns:a16="http://schemas.microsoft.com/office/drawing/2014/main" id="{F04A2299-7280-D3BA-D987-FA8132C23AB5}"/>
              </a:ext>
            </a:extLst>
          </p:cNvPr>
          <p:cNvGrpSpPr/>
          <p:nvPr/>
        </p:nvGrpSpPr>
        <p:grpSpPr>
          <a:xfrm>
            <a:off x="1827078" y="4532556"/>
            <a:ext cx="4211396" cy="898530"/>
            <a:chOff x="1754373" y="5025143"/>
            <a:chExt cx="4211396" cy="898530"/>
          </a:xfrm>
        </p:grpSpPr>
        <p:grpSp>
          <p:nvGrpSpPr>
            <p:cNvPr id="245" name="群組 244">
              <a:extLst>
                <a:ext uri="{FF2B5EF4-FFF2-40B4-BE49-F238E27FC236}">
                  <a16:creationId xmlns:a16="http://schemas.microsoft.com/office/drawing/2014/main" id="{3BED6400-683A-6B27-F73C-F60EE5495521}"/>
                </a:ext>
              </a:extLst>
            </p:cNvPr>
            <p:cNvGrpSpPr/>
            <p:nvPr/>
          </p:nvGrpSpPr>
          <p:grpSpPr>
            <a:xfrm>
              <a:off x="1754373" y="5129319"/>
              <a:ext cx="4211396" cy="794354"/>
              <a:chOff x="1750946" y="5084297"/>
              <a:chExt cx="4211396" cy="794354"/>
            </a:xfrm>
          </p:grpSpPr>
          <p:grpSp>
            <p:nvGrpSpPr>
              <p:cNvPr id="216" name="群組 215">
                <a:extLst>
                  <a:ext uri="{FF2B5EF4-FFF2-40B4-BE49-F238E27FC236}">
                    <a16:creationId xmlns:a16="http://schemas.microsoft.com/office/drawing/2014/main" id="{A994C755-02BA-4B37-B3B4-330EF77A23C7}"/>
                  </a:ext>
                </a:extLst>
              </p:cNvPr>
              <p:cNvGrpSpPr/>
              <p:nvPr/>
            </p:nvGrpSpPr>
            <p:grpSpPr>
              <a:xfrm>
                <a:off x="1945601" y="5111899"/>
                <a:ext cx="1452571" cy="440425"/>
                <a:chOff x="7323859" y="2803554"/>
                <a:chExt cx="1452571" cy="440425"/>
              </a:xfrm>
            </p:grpSpPr>
            <p:sp>
              <p:nvSpPr>
                <p:cNvPr id="225" name="文字方塊 224">
                  <a:extLst>
                    <a:ext uri="{FF2B5EF4-FFF2-40B4-BE49-F238E27FC236}">
                      <a16:creationId xmlns:a16="http://schemas.microsoft.com/office/drawing/2014/main" id="{D4D1F7DA-1C7B-07F0-A110-8807FF676D6A}"/>
                    </a:ext>
                  </a:extLst>
                </p:cNvPr>
                <p:cNvSpPr txBox="1"/>
                <p:nvPr/>
              </p:nvSpPr>
              <p:spPr>
                <a:xfrm>
                  <a:off x="8267761" y="2843869"/>
                  <a:ext cx="27443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)</a:t>
                  </a:r>
                </a:p>
              </p:txBody>
            </p:sp>
            <p:grpSp>
              <p:nvGrpSpPr>
                <p:cNvPr id="226" name="群組 225">
                  <a:extLst>
                    <a:ext uri="{FF2B5EF4-FFF2-40B4-BE49-F238E27FC236}">
                      <a16:creationId xmlns:a16="http://schemas.microsoft.com/office/drawing/2014/main" id="{CC3A02CE-D567-4100-77FC-4FBCC5A0F632}"/>
                    </a:ext>
                  </a:extLst>
                </p:cNvPr>
                <p:cNvGrpSpPr/>
                <p:nvPr/>
              </p:nvGrpSpPr>
              <p:grpSpPr>
                <a:xfrm>
                  <a:off x="7323859" y="2803554"/>
                  <a:ext cx="1452571" cy="437986"/>
                  <a:chOff x="7278703" y="2326500"/>
                  <a:chExt cx="1452571" cy="437986"/>
                </a:xfrm>
              </p:grpSpPr>
              <p:sp>
                <p:nvSpPr>
                  <p:cNvPr id="227" name="文字方塊 226">
                    <a:extLst>
                      <a:ext uri="{FF2B5EF4-FFF2-40B4-BE49-F238E27FC236}">
                        <a16:creationId xmlns:a16="http://schemas.microsoft.com/office/drawing/2014/main" id="{207A4CD0-2FF7-5BD6-DDAA-0219A456CF35}"/>
                      </a:ext>
                    </a:extLst>
                  </p:cNvPr>
                  <p:cNvSpPr txBox="1"/>
                  <p:nvPr/>
                </p:nvSpPr>
                <p:spPr>
                  <a:xfrm>
                    <a:off x="7278703" y="2364376"/>
                    <a:ext cx="274434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HK" sz="2000" b="1" dirty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a:t>(</a:t>
                    </a:r>
                  </a:p>
                </p:txBody>
              </p:sp>
              <p:sp>
                <p:nvSpPr>
                  <p:cNvPr id="228" name="文字方塊 227">
                    <a:extLst>
                      <a:ext uri="{FF2B5EF4-FFF2-40B4-BE49-F238E27FC236}">
                        <a16:creationId xmlns:a16="http://schemas.microsoft.com/office/drawing/2014/main" id="{6A70CD06-3B4A-4858-ED63-BFD0C1CE8F72}"/>
                      </a:ext>
                    </a:extLst>
                  </p:cNvPr>
                  <p:cNvSpPr txBox="1"/>
                  <p:nvPr/>
                </p:nvSpPr>
                <p:spPr>
                  <a:xfrm>
                    <a:off x="8017114" y="2326500"/>
                    <a:ext cx="714160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HK" altLang="zh-HK" sz="2000" b="1" dirty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a:t>b</a:t>
                    </a:r>
                  </a:p>
                </p:txBody>
              </p:sp>
              <p:sp>
                <p:nvSpPr>
                  <p:cNvPr id="229" name="文字方塊 228">
                    <a:extLst>
                      <a:ext uri="{FF2B5EF4-FFF2-40B4-BE49-F238E27FC236}">
                        <a16:creationId xmlns:a16="http://schemas.microsoft.com/office/drawing/2014/main" id="{81B2A520-1CEF-F51E-6FE7-AA86650DF125}"/>
                      </a:ext>
                    </a:extLst>
                  </p:cNvPr>
                  <p:cNvSpPr txBox="1"/>
                  <p:nvPr/>
                </p:nvSpPr>
                <p:spPr>
                  <a:xfrm>
                    <a:off x="7524657" y="2333489"/>
                    <a:ext cx="431043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HK" altLang="zh-HK" sz="2000" b="1" dirty="0">
                        <a:ln>
                          <a:solidFill>
                            <a:schemeClr val="tx1"/>
                          </a:solidFill>
                        </a:ln>
                        <a:latin typeface="Lucida Handwriting" panose="03010101010101010101" pitchFamily="66" charset="0"/>
                      </a:rPr>
                      <a:t>a</a:t>
                    </a:r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30" name="文字方塊 229">
                        <a:extLst>
                          <a:ext uri="{FF2B5EF4-FFF2-40B4-BE49-F238E27FC236}">
                            <a16:creationId xmlns:a16="http://schemas.microsoft.com/office/drawing/2014/main" id="{B0CCB13A-00FF-8785-70E9-7B1FD57C216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780471" y="2326825"/>
                        <a:ext cx="295688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000" b="1" i="1" smtClean="0">
                                  <a:ln>
                                    <a:solidFill>
                                      <a:schemeClr val="tx1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oMath>
                          </m:oMathPara>
                        </a14:m>
                        <a:endParaRPr lang="en-HK" sz="2000" b="1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55" name="文字方塊 54">
                        <a:extLst>
                          <a:ext uri="{FF2B5EF4-FFF2-40B4-BE49-F238E27FC236}">
                            <a16:creationId xmlns:a16="http://schemas.microsoft.com/office/drawing/2014/main" id="{66343C46-2A37-4444-ABAE-674349D1F62D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780471" y="2326825"/>
                        <a:ext cx="295688" cy="400110"/>
                      </a:xfrm>
                      <a:prstGeom prst="rect">
                        <a:avLst/>
                      </a:prstGeom>
                      <a:blipFill>
                        <a:blip r:embed="rId26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HK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7" name="文字方塊 216">
                    <a:extLst>
                      <a:ext uri="{FF2B5EF4-FFF2-40B4-BE49-F238E27FC236}">
                        <a16:creationId xmlns:a16="http://schemas.microsoft.com/office/drawing/2014/main" id="{2680130A-DCA8-BAC1-303A-827DB614DD0C}"/>
                      </a:ext>
                    </a:extLst>
                  </p:cNvPr>
                  <p:cNvSpPr txBox="1"/>
                  <p:nvPr/>
                </p:nvSpPr>
                <p:spPr>
                  <a:xfrm>
                    <a:off x="1750946" y="5084297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217" name="文字方塊 216">
                    <a:extLst>
                      <a:ext uri="{FF2B5EF4-FFF2-40B4-BE49-F238E27FC236}">
                        <a16:creationId xmlns:a16="http://schemas.microsoft.com/office/drawing/2014/main" id="{2680130A-DCA8-BAC1-303A-827DB614DD0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50946" y="5084297"/>
                    <a:ext cx="295688" cy="400110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18" name="群組 217">
                <a:extLst>
                  <a:ext uri="{FF2B5EF4-FFF2-40B4-BE49-F238E27FC236}">
                    <a16:creationId xmlns:a16="http://schemas.microsoft.com/office/drawing/2014/main" id="{4A6FB7D5-230C-7C2D-5C37-37E593881458}"/>
                  </a:ext>
                </a:extLst>
              </p:cNvPr>
              <p:cNvGrpSpPr/>
              <p:nvPr/>
            </p:nvGrpSpPr>
            <p:grpSpPr>
              <a:xfrm>
                <a:off x="3029331" y="5123518"/>
                <a:ext cx="1523131" cy="755133"/>
                <a:chOff x="7323859" y="2803879"/>
                <a:chExt cx="1523131" cy="755133"/>
              </a:xfrm>
            </p:grpSpPr>
            <p:sp>
              <p:nvSpPr>
                <p:cNvPr id="219" name="文字方塊 218">
                  <a:extLst>
                    <a:ext uri="{FF2B5EF4-FFF2-40B4-BE49-F238E27FC236}">
                      <a16:creationId xmlns:a16="http://schemas.microsoft.com/office/drawing/2014/main" id="{724E67F5-0EAE-2137-D15A-8AF2157A80DF}"/>
                    </a:ext>
                  </a:extLst>
                </p:cNvPr>
                <p:cNvSpPr txBox="1"/>
                <p:nvPr/>
              </p:nvSpPr>
              <p:spPr>
                <a:xfrm>
                  <a:off x="8572556" y="2843869"/>
                  <a:ext cx="27443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)</a:t>
                  </a:r>
                </a:p>
              </p:txBody>
            </p:sp>
            <p:grpSp>
              <p:nvGrpSpPr>
                <p:cNvPr id="220" name="群組 219">
                  <a:extLst>
                    <a:ext uri="{FF2B5EF4-FFF2-40B4-BE49-F238E27FC236}">
                      <a16:creationId xmlns:a16="http://schemas.microsoft.com/office/drawing/2014/main" id="{85B55483-22E4-2008-FB71-C0EB680F8831}"/>
                    </a:ext>
                  </a:extLst>
                </p:cNvPr>
                <p:cNvGrpSpPr/>
                <p:nvPr/>
              </p:nvGrpSpPr>
              <p:grpSpPr>
                <a:xfrm>
                  <a:off x="7323859" y="2803879"/>
                  <a:ext cx="1089626" cy="755133"/>
                  <a:chOff x="7278703" y="2326825"/>
                  <a:chExt cx="1089626" cy="755133"/>
                </a:xfrm>
              </p:grpSpPr>
              <p:sp>
                <p:nvSpPr>
                  <p:cNvPr id="221" name="文字方塊 220">
                    <a:extLst>
                      <a:ext uri="{FF2B5EF4-FFF2-40B4-BE49-F238E27FC236}">
                        <a16:creationId xmlns:a16="http://schemas.microsoft.com/office/drawing/2014/main" id="{CF1B3FBA-BE7E-56F2-BC2B-061140D9F5B2}"/>
                      </a:ext>
                    </a:extLst>
                  </p:cNvPr>
                  <p:cNvSpPr txBox="1"/>
                  <p:nvPr/>
                </p:nvSpPr>
                <p:spPr>
                  <a:xfrm>
                    <a:off x="7278703" y="2364376"/>
                    <a:ext cx="274434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HK" sz="2000" b="1" dirty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a:t>(</a:t>
                    </a:r>
                  </a:p>
                </p:txBody>
              </p:sp>
              <p:sp>
                <p:nvSpPr>
                  <p:cNvPr id="222" name="文字方塊 221">
                    <a:extLst>
                      <a:ext uri="{FF2B5EF4-FFF2-40B4-BE49-F238E27FC236}">
                        <a16:creationId xmlns:a16="http://schemas.microsoft.com/office/drawing/2014/main" id="{4D2B0923-FDEF-4578-205B-A7F71B50D439}"/>
                      </a:ext>
                    </a:extLst>
                  </p:cNvPr>
                  <p:cNvSpPr txBox="1"/>
                  <p:nvPr/>
                </p:nvSpPr>
                <p:spPr>
                  <a:xfrm>
                    <a:off x="7983403" y="2374072"/>
                    <a:ext cx="384926" cy="70788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HK" altLang="zh-HK" sz="2000" b="1" dirty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a:t>b</a:t>
                    </a:r>
                  </a:p>
                  <a:p>
                    <a:endParaRPr lang="en-HK" altLang="zh-HK" sz="2000" b="1" dirty="0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endParaRPr>
                  </a:p>
                </p:txBody>
              </p:sp>
              <p:sp>
                <p:nvSpPr>
                  <p:cNvPr id="223" name="文字方塊 222">
                    <a:extLst>
                      <a:ext uri="{FF2B5EF4-FFF2-40B4-BE49-F238E27FC236}">
                        <a16:creationId xmlns:a16="http://schemas.microsoft.com/office/drawing/2014/main" id="{2709C07D-86E7-EC36-FCA7-93525D36930A}"/>
                      </a:ext>
                    </a:extLst>
                  </p:cNvPr>
                  <p:cNvSpPr txBox="1"/>
                  <p:nvPr/>
                </p:nvSpPr>
                <p:spPr>
                  <a:xfrm>
                    <a:off x="7524657" y="2333489"/>
                    <a:ext cx="431043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HK" altLang="zh-HK" sz="2000" b="1" dirty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a:t>a</a:t>
                    </a:r>
                    <a:endParaRPr lang="en-HK" altLang="zh-HK" sz="2000" b="1" dirty="0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endParaRPr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24" name="文字方塊 223">
                        <a:extLst>
                          <a:ext uri="{FF2B5EF4-FFF2-40B4-BE49-F238E27FC236}">
                            <a16:creationId xmlns:a16="http://schemas.microsoft.com/office/drawing/2014/main" id="{30C82A1E-D27F-9E51-41CB-209F59A86AA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780471" y="2326825"/>
                        <a:ext cx="295688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000" b="1" i="1" smtClean="0">
                                  <a:ln>
                                    <a:solidFill>
                                      <a:schemeClr val="tx1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oMath>
                          </m:oMathPara>
                        </a14:m>
                        <a:endParaRPr lang="en-HK" sz="2000" b="1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79" name="文字方塊 78">
                        <a:extLst>
                          <a:ext uri="{FF2B5EF4-FFF2-40B4-BE49-F238E27FC236}">
                            <a16:creationId xmlns:a16="http://schemas.microsoft.com/office/drawing/2014/main" id="{F02AF495-318E-FCBE-66F7-129B2DE131F4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780471" y="2326825"/>
                        <a:ext cx="295688" cy="400110"/>
                      </a:xfrm>
                      <a:prstGeom prst="rect">
                        <a:avLst/>
                      </a:prstGeom>
                      <a:blipFill>
                        <a:blip r:embed="rId28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HK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p:sp>
            <p:nvSpPr>
              <p:cNvPr id="237" name="文字方塊 236">
                <a:extLst>
                  <a:ext uri="{FF2B5EF4-FFF2-40B4-BE49-F238E27FC236}">
                    <a16:creationId xmlns:a16="http://schemas.microsoft.com/office/drawing/2014/main" id="{60BA447A-65E1-41F7-FEB4-59D99E9C0E24}"/>
                  </a:ext>
                </a:extLst>
              </p:cNvPr>
              <p:cNvSpPr txBox="1"/>
              <p:nvPr/>
            </p:nvSpPr>
            <p:spPr>
              <a:xfrm>
                <a:off x="4139347" y="5135100"/>
                <a:ext cx="38492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1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6" name="文字方塊 235">
                    <a:extLst>
                      <a:ext uri="{FF2B5EF4-FFF2-40B4-BE49-F238E27FC236}">
                        <a16:creationId xmlns:a16="http://schemas.microsoft.com/office/drawing/2014/main" id="{0B830D5B-8933-51E0-D5CC-BA73827DAC61}"/>
                      </a:ext>
                    </a:extLst>
                  </p:cNvPr>
                  <p:cNvSpPr txBox="1"/>
                  <p:nvPr/>
                </p:nvSpPr>
                <p:spPr>
                  <a:xfrm>
                    <a:off x="3989855" y="5120131"/>
                    <a:ext cx="295975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236" name="文字方塊 235">
                    <a:extLst>
                      <a:ext uri="{FF2B5EF4-FFF2-40B4-BE49-F238E27FC236}">
                        <a16:creationId xmlns:a16="http://schemas.microsoft.com/office/drawing/2014/main" id="{0B830D5B-8933-51E0-D5CC-BA73827DAC6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89855" y="5120131"/>
                    <a:ext cx="295975" cy="400110"/>
                  </a:xfrm>
                  <a:prstGeom prst="rect">
                    <a:avLst/>
                  </a:prstGeom>
                  <a:blipFill>
                    <a:blip r:embed="rId2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43" name="群組 242">
                <a:extLst>
                  <a:ext uri="{FF2B5EF4-FFF2-40B4-BE49-F238E27FC236}">
                    <a16:creationId xmlns:a16="http://schemas.microsoft.com/office/drawing/2014/main" id="{4C54E41E-E8D1-F8A6-0366-54D53CDFABE5}"/>
                  </a:ext>
                </a:extLst>
              </p:cNvPr>
              <p:cNvGrpSpPr/>
              <p:nvPr/>
            </p:nvGrpSpPr>
            <p:grpSpPr>
              <a:xfrm>
                <a:off x="4457204" y="5127325"/>
                <a:ext cx="1505138" cy="446696"/>
                <a:chOff x="5007352" y="5167554"/>
                <a:chExt cx="1505138" cy="446696"/>
              </a:xfrm>
            </p:grpSpPr>
            <p:sp>
              <p:nvSpPr>
                <p:cNvPr id="231" name="文字方塊 230">
                  <a:extLst>
                    <a:ext uri="{FF2B5EF4-FFF2-40B4-BE49-F238E27FC236}">
                      <a16:creationId xmlns:a16="http://schemas.microsoft.com/office/drawing/2014/main" id="{B874AA34-720B-40FB-1C78-76828CBDBAED}"/>
                    </a:ext>
                  </a:extLst>
                </p:cNvPr>
                <p:cNvSpPr txBox="1"/>
                <p:nvPr/>
              </p:nvSpPr>
              <p:spPr>
                <a:xfrm>
                  <a:off x="6237789" y="5201384"/>
                  <a:ext cx="274701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)</a:t>
                  </a:r>
                </a:p>
              </p:txBody>
            </p:sp>
            <p:sp>
              <p:nvSpPr>
                <p:cNvPr id="233" name="文字方塊 232">
                  <a:extLst>
                    <a:ext uri="{FF2B5EF4-FFF2-40B4-BE49-F238E27FC236}">
                      <a16:creationId xmlns:a16="http://schemas.microsoft.com/office/drawing/2014/main" id="{79483005-CCDF-FD71-9052-DC3742C06A63}"/>
                    </a:ext>
                  </a:extLst>
                </p:cNvPr>
                <p:cNvSpPr txBox="1"/>
                <p:nvPr/>
              </p:nvSpPr>
              <p:spPr>
                <a:xfrm>
                  <a:off x="5007352" y="5198945"/>
                  <a:ext cx="274701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(</a:t>
                  </a:r>
                </a:p>
              </p:txBody>
            </p:sp>
            <p:sp>
              <p:nvSpPr>
                <p:cNvPr id="234" name="文字方塊 233">
                  <a:extLst>
                    <a:ext uri="{FF2B5EF4-FFF2-40B4-BE49-F238E27FC236}">
                      <a16:creationId xmlns:a16="http://schemas.microsoft.com/office/drawing/2014/main" id="{9AE4AF08-5575-A51F-1DE4-4CFDAC1FC813}"/>
                    </a:ext>
                  </a:extLst>
                </p:cNvPr>
                <p:cNvSpPr txBox="1"/>
                <p:nvPr/>
              </p:nvSpPr>
              <p:spPr>
                <a:xfrm>
                  <a:off x="5678208" y="5167554"/>
                  <a:ext cx="274701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altLang="zh-HK" sz="20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y</a:t>
                  </a:r>
                </a:p>
              </p:txBody>
            </p:sp>
            <p:sp>
              <p:nvSpPr>
                <p:cNvPr id="235" name="文字方塊 234">
                  <a:extLst>
                    <a:ext uri="{FF2B5EF4-FFF2-40B4-BE49-F238E27FC236}">
                      <a16:creationId xmlns:a16="http://schemas.microsoft.com/office/drawing/2014/main" id="{E9276E69-E0CC-4D79-71E8-ECD60781C82F}"/>
                    </a:ext>
                  </a:extLst>
                </p:cNvPr>
                <p:cNvSpPr txBox="1"/>
                <p:nvPr/>
              </p:nvSpPr>
              <p:spPr>
                <a:xfrm>
                  <a:off x="5253545" y="5168058"/>
                  <a:ext cx="43146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altLang="zh-HK" sz="20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x</a:t>
                  </a:r>
                </a:p>
              </p:txBody>
            </p:sp>
            <p:sp>
              <p:nvSpPr>
                <p:cNvPr id="238" name="文字方塊 237">
                  <a:extLst>
                    <a:ext uri="{FF2B5EF4-FFF2-40B4-BE49-F238E27FC236}">
                      <a16:creationId xmlns:a16="http://schemas.microsoft.com/office/drawing/2014/main" id="{4FB88622-4692-609E-D74D-DB62B938DF38}"/>
                    </a:ext>
                  </a:extLst>
                </p:cNvPr>
                <p:cNvSpPr txBox="1"/>
                <p:nvPr/>
              </p:nvSpPr>
              <p:spPr>
                <a:xfrm>
                  <a:off x="5470853" y="5183643"/>
                  <a:ext cx="38530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altLang="zh-HK" sz="2000" b="1" dirty="0">
                      <a:ln>
                        <a:solidFill>
                          <a:schemeClr val="tx1"/>
                        </a:solidFill>
                      </a:ln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+</a:t>
                  </a:r>
                </a:p>
              </p:txBody>
            </p:sp>
            <p:sp>
              <p:nvSpPr>
                <p:cNvPr id="240" name="文字方塊 239">
                  <a:extLst>
                    <a:ext uri="{FF2B5EF4-FFF2-40B4-BE49-F238E27FC236}">
                      <a16:creationId xmlns:a16="http://schemas.microsoft.com/office/drawing/2014/main" id="{5AA51FBB-4C7E-0E32-579E-C4E648D89BFA}"/>
                    </a:ext>
                  </a:extLst>
                </p:cNvPr>
                <p:cNvSpPr txBox="1"/>
                <p:nvPr/>
              </p:nvSpPr>
              <p:spPr>
                <a:xfrm>
                  <a:off x="6054406" y="5214140"/>
                  <a:ext cx="38530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altLang="zh-HK" sz="2000" b="1" dirty="0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rPr>
                    <a:t>1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41" name="文字方塊 240">
                      <a:extLst>
                        <a:ext uri="{FF2B5EF4-FFF2-40B4-BE49-F238E27FC236}">
                          <a16:creationId xmlns:a16="http://schemas.microsoft.com/office/drawing/2014/main" id="{A9AC970E-4FDA-3E55-F148-DC538C862B2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956004" y="5190509"/>
                      <a:ext cx="286569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000" b="1" i="1" smtClean="0">
                                <a:ln>
                                  <a:solidFill>
                                    <a:schemeClr val="tx1"/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oMath>
                        </m:oMathPara>
                      </a14:m>
                      <a:endParaRPr lang="en-HK" sz="20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241" name="文字方塊 240">
                      <a:extLst>
                        <a:ext uri="{FF2B5EF4-FFF2-40B4-BE49-F238E27FC236}">
                          <a16:creationId xmlns:a16="http://schemas.microsoft.com/office/drawing/2014/main" id="{A9AC970E-4FDA-3E55-F148-DC538C862B2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956004" y="5190509"/>
                      <a:ext cx="286569" cy="400110"/>
                    </a:xfrm>
                    <a:prstGeom prst="rect">
                      <a:avLst/>
                    </a:prstGeom>
                    <a:blipFill>
                      <a:blip r:embed="rId3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HK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sp>
          <p:nvSpPr>
            <p:cNvPr id="244" name="文字方塊 243">
              <a:extLst>
                <a:ext uri="{FF2B5EF4-FFF2-40B4-BE49-F238E27FC236}">
                  <a16:creationId xmlns:a16="http://schemas.microsoft.com/office/drawing/2014/main" id="{8F5B3F2F-273F-A761-94ED-1CB0A4D25FA4}"/>
                </a:ext>
              </a:extLst>
            </p:cNvPr>
            <p:cNvSpPr txBox="1"/>
            <p:nvPr/>
          </p:nvSpPr>
          <p:spPr>
            <a:xfrm>
              <a:off x="2968370" y="5025143"/>
              <a:ext cx="35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sp>
        <p:nvSpPr>
          <p:cNvPr id="247" name="文字方塊 246">
            <a:extLst>
              <a:ext uri="{FF2B5EF4-FFF2-40B4-BE49-F238E27FC236}">
                <a16:creationId xmlns:a16="http://schemas.microsoft.com/office/drawing/2014/main" id="{BAA9713C-9CC2-51BC-CB99-4F2A3EC863D7}"/>
              </a:ext>
            </a:extLst>
          </p:cNvPr>
          <p:cNvSpPr txBox="1"/>
          <p:nvPr/>
        </p:nvSpPr>
        <p:spPr>
          <a:xfrm>
            <a:off x="5127728" y="4132225"/>
            <a:ext cx="17594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HK" altLang="en-US" b="1" i="1" dirty="0">
                <a:ln>
                  <a:solidFill>
                    <a:sysClr val="windowText" lastClr="000000"/>
                  </a:solidFill>
                </a:ln>
                <a:solidFill>
                  <a:srgbClr val="00B050"/>
                </a:solidFill>
              </a:rPr>
              <a:t> </a:t>
            </a:r>
            <a:r>
              <a:rPr lang="en-US" altLang="zh-HK" dirty="0">
                <a:ln>
                  <a:solidFill>
                    <a:sysClr val="windowText" lastClr="000000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  <a:ea typeface="Cambria Math" panose="02040503050406030204" pitchFamily="18" charset="0"/>
              </a:rPr>
              <a:t>( 1 = 1</a:t>
            </a:r>
            <a:r>
              <a:rPr lang="en-US" altLang="zh-HK" baseline="30000" dirty="0">
                <a:ln>
                  <a:solidFill>
                    <a:sysClr val="windowText" lastClr="000000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  <a:ea typeface="Cambria Math" panose="02040503050406030204" pitchFamily="18" charset="0"/>
              </a:rPr>
              <a:t>2</a:t>
            </a:r>
            <a:r>
              <a:rPr lang="en-US" altLang="zh-HK" dirty="0">
                <a:ln>
                  <a:solidFill>
                    <a:sysClr val="windowText" lastClr="000000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  <a:ea typeface="Cambria Math" panose="02040503050406030204" pitchFamily="18" charset="0"/>
              </a:rPr>
              <a:t>)</a:t>
            </a:r>
            <a:r>
              <a:rPr lang="en-US" altLang="zh-HK" baseline="30000" dirty="0">
                <a:ln>
                  <a:solidFill>
                    <a:sysClr val="windowText" lastClr="000000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  <a:ea typeface="Cambria Math" panose="02040503050406030204" pitchFamily="18" charset="0"/>
              </a:rPr>
              <a:t>      </a:t>
            </a:r>
            <a:endParaRPr lang="zh-HK" altLang="en-US" dirty="0">
              <a:latin typeface="Lucida Handwriting" panose="03010101010101010101" pitchFamily="66" charset="0"/>
            </a:endParaRPr>
          </a:p>
        </p:txBody>
      </p:sp>
      <p:grpSp>
        <p:nvGrpSpPr>
          <p:cNvPr id="89" name="群組 88">
            <a:extLst>
              <a:ext uri="{FF2B5EF4-FFF2-40B4-BE49-F238E27FC236}">
                <a16:creationId xmlns:a16="http://schemas.microsoft.com/office/drawing/2014/main" id="{13C9640E-A6D3-E9B7-31A0-9A1837B1631B}"/>
              </a:ext>
            </a:extLst>
          </p:cNvPr>
          <p:cNvGrpSpPr/>
          <p:nvPr/>
        </p:nvGrpSpPr>
        <p:grpSpPr>
          <a:xfrm>
            <a:off x="1814887" y="1825538"/>
            <a:ext cx="5392734" cy="564637"/>
            <a:chOff x="2000641" y="1658482"/>
            <a:chExt cx="5392734" cy="5646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文字方塊 85">
                  <a:extLst>
                    <a:ext uri="{FF2B5EF4-FFF2-40B4-BE49-F238E27FC236}">
                      <a16:creationId xmlns:a16="http://schemas.microsoft.com/office/drawing/2014/main" id="{BC1DC2BC-58C4-09DE-8A94-C58639DCF2BE}"/>
                    </a:ext>
                  </a:extLst>
                </p:cNvPr>
                <p:cNvSpPr txBox="1"/>
                <p:nvPr/>
              </p:nvSpPr>
              <p:spPr>
                <a:xfrm>
                  <a:off x="6720954" y="1784476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86" name="文字方塊 85">
                  <a:extLst>
                    <a:ext uri="{FF2B5EF4-FFF2-40B4-BE49-F238E27FC236}">
                      <a16:creationId xmlns:a16="http://schemas.microsoft.com/office/drawing/2014/main" id="{BC1DC2BC-58C4-09DE-8A94-C58639DCF2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0954" y="1784476"/>
                  <a:ext cx="295688" cy="400110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88" name="群組 87">
              <a:extLst>
                <a:ext uri="{FF2B5EF4-FFF2-40B4-BE49-F238E27FC236}">
                  <a16:creationId xmlns:a16="http://schemas.microsoft.com/office/drawing/2014/main" id="{A126CFA6-C241-43F1-D5EA-199FD846C559}"/>
                </a:ext>
              </a:extLst>
            </p:cNvPr>
            <p:cNvGrpSpPr/>
            <p:nvPr/>
          </p:nvGrpSpPr>
          <p:grpSpPr>
            <a:xfrm>
              <a:off x="2000641" y="1658482"/>
              <a:ext cx="5392734" cy="564637"/>
              <a:chOff x="1848852" y="1839754"/>
              <a:chExt cx="5392734" cy="564637"/>
            </a:xfrm>
          </p:grpSpPr>
          <p:grpSp>
            <p:nvGrpSpPr>
              <p:cNvPr id="12" name="群組 11">
                <a:extLst>
                  <a:ext uri="{FF2B5EF4-FFF2-40B4-BE49-F238E27FC236}">
                    <a16:creationId xmlns:a16="http://schemas.microsoft.com/office/drawing/2014/main" id="{95FA7ED3-E861-446E-A2D8-33BB36DAA135}"/>
                  </a:ext>
                </a:extLst>
              </p:cNvPr>
              <p:cNvGrpSpPr/>
              <p:nvPr/>
            </p:nvGrpSpPr>
            <p:grpSpPr>
              <a:xfrm>
                <a:off x="1848852" y="1839754"/>
                <a:ext cx="5392734" cy="564637"/>
                <a:chOff x="1848949" y="2036099"/>
                <a:chExt cx="5392734" cy="564637"/>
              </a:xfrm>
            </p:grpSpPr>
            <p:grpSp>
              <p:nvGrpSpPr>
                <p:cNvPr id="28" name="群組 27">
                  <a:extLst>
                    <a:ext uri="{FF2B5EF4-FFF2-40B4-BE49-F238E27FC236}">
                      <a16:creationId xmlns:a16="http://schemas.microsoft.com/office/drawing/2014/main" id="{8FB1C79B-0714-6E13-017F-6394753E1712}"/>
                    </a:ext>
                  </a:extLst>
                </p:cNvPr>
                <p:cNvGrpSpPr/>
                <p:nvPr/>
              </p:nvGrpSpPr>
              <p:grpSpPr>
                <a:xfrm>
                  <a:off x="1848949" y="2036099"/>
                  <a:ext cx="3624427" cy="547462"/>
                  <a:chOff x="1956208" y="1936800"/>
                  <a:chExt cx="3624427" cy="547462"/>
                </a:xfrm>
              </p:grpSpPr>
              <p:grpSp>
                <p:nvGrpSpPr>
                  <p:cNvPr id="62" name="群組 61">
                    <a:extLst>
                      <a:ext uri="{FF2B5EF4-FFF2-40B4-BE49-F238E27FC236}">
                        <a16:creationId xmlns:a16="http://schemas.microsoft.com/office/drawing/2014/main" id="{BAED1DF4-EABB-7FBC-0D0B-20972FE394E5}"/>
                      </a:ext>
                    </a:extLst>
                  </p:cNvPr>
                  <p:cNvGrpSpPr/>
                  <p:nvPr/>
                </p:nvGrpSpPr>
                <p:grpSpPr>
                  <a:xfrm>
                    <a:off x="1956208" y="1936800"/>
                    <a:ext cx="3624427" cy="531262"/>
                    <a:chOff x="4084068" y="1810837"/>
                    <a:chExt cx="3624427" cy="531262"/>
                  </a:xfrm>
                </p:grpSpPr>
                <p:sp>
                  <p:nvSpPr>
                    <p:cNvPr id="69" name="文字方塊 68">
                      <a:extLst>
                        <a:ext uri="{FF2B5EF4-FFF2-40B4-BE49-F238E27FC236}">
                          <a16:creationId xmlns:a16="http://schemas.microsoft.com/office/drawing/2014/main" id="{07E9BC11-8352-F10D-58FD-F2A0680B0DC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976591" y="1810837"/>
                      <a:ext cx="357790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HK" sz="12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a:t>2</a:t>
                      </a:r>
                      <a:endParaRPr lang="en-HK" sz="1200" b="1" dirty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endParaRPr>
                    </a:p>
                  </p:txBody>
                </p:sp>
                <p:sp>
                  <p:nvSpPr>
                    <p:cNvPr id="70" name="文字方塊 69">
                      <a:extLst>
                        <a:ext uri="{FF2B5EF4-FFF2-40B4-BE49-F238E27FC236}">
                          <a16:creationId xmlns:a16="http://schemas.microsoft.com/office/drawing/2014/main" id="{321E4A8A-FA17-3452-7A97-DFBE5156C50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52615" y="1924655"/>
                      <a:ext cx="274434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a:t>)</a:t>
                      </a:r>
                    </a:p>
                  </p:txBody>
                </p:sp>
                <p:sp>
                  <p:nvSpPr>
                    <p:cNvPr id="71" name="文字方塊 70">
                      <a:extLst>
                        <a:ext uri="{FF2B5EF4-FFF2-40B4-BE49-F238E27FC236}">
                          <a16:creationId xmlns:a16="http://schemas.microsoft.com/office/drawing/2014/main" id="{B9028835-48BE-767C-8A07-2AC4BD81BE2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043883" y="1919135"/>
                      <a:ext cx="274434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a:t>(</a:t>
                      </a:r>
                    </a:p>
                  </p:txBody>
                </p:sp>
                <p:sp>
                  <p:nvSpPr>
                    <p:cNvPr id="72" name="文字方塊 71">
                      <a:extLst>
                        <a:ext uri="{FF2B5EF4-FFF2-40B4-BE49-F238E27FC236}">
                          <a16:creationId xmlns:a16="http://schemas.microsoft.com/office/drawing/2014/main" id="{9420E3CA-D700-98CE-EC0D-0D262CC6B11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245661" y="1941989"/>
                      <a:ext cx="274434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a:t>)</a:t>
                      </a:r>
                    </a:p>
                  </p:txBody>
                </p:sp>
                <p:sp>
                  <p:nvSpPr>
                    <p:cNvPr id="73" name="文字方塊 72">
                      <a:extLst>
                        <a:ext uri="{FF2B5EF4-FFF2-40B4-BE49-F238E27FC236}">
                          <a16:creationId xmlns:a16="http://schemas.microsoft.com/office/drawing/2014/main" id="{3FBCF94A-9630-CA60-25A2-74EE1E3A9A8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840101" y="1914803"/>
                      <a:ext cx="274434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a:t>(</a:t>
                      </a:r>
                    </a:p>
                  </p:txBody>
                </p:sp>
                <p:sp>
                  <p:nvSpPr>
                    <p:cNvPr id="74" name="文字方塊 73">
                      <a:extLst>
                        <a:ext uri="{FF2B5EF4-FFF2-40B4-BE49-F238E27FC236}">
                          <a16:creationId xmlns:a16="http://schemas.microsoft.com/office/drawing/2014/main" id="{59B8ED18-276E-AD34-8A8D-4C04507349F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833345" y="1916875"/>
                      <a:ext cx="274434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a:t>)</a:t>
                      </a:r>
                    </a:p>
                  </p:txBody>
                </p: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75" name="文字方塊 74">
                          <a:extLst>
                            <a:ext uri="{FF2B5EF4-FFF2-40B4-BE49-F238E27FC236}">
                              <a16:creationId xmlns:a16="http://schemas.microsoft.com/office/drawing/2014/main" id="{6F5F5C88-6746-9F0B-2FB4-016472065823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4084068" y="1895604"/>
                          <a:ext cx="332447" cy="400110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n>
                                      <a:solidFill>
                                        <a:schemeClr val="tx1"/>
                                      </a:solidFill>
                                    </a:ln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HK" sz="2000" b="1" dirty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Lucida Handwriting" panose="03010101010101010101" pitchFamily="66" charset="0"/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33" name="文字方塊 32">
                          <a:extLst>
                            <a:ext uri="{FF2B5EF4-FFF2-40B4-BE49-F238E27FC236}">
                              <a16:creationId xmlns:a16="http://schemas.microsoft.com/office/drawing/2014/main" id="{90F0C73C-E704-4200-4764-387ED9DB111C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4084068" y="1895604"/>
                          <a:ext cx="332447" cy="400110"/>
                        </a:xfrm>
                        <a:prstGeom prst="rect">
                          <a:avLst/>
                        </a:prstGeom>
                        <a:blipFill>
                          <a:blip r:embed="rId8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zh-HK" alt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sp>
                  <p:nvSpPr>
                    <p:cNvPr id="76" name="文字方塊 75">
                      <a:extLst>
                        <a:ext uri="{FF2B5EF4-FFF2-40B4-BE49-F238E27FC236}">
                          <a16:creationId xmlns:a16="http://schemas.microsoft.com/office/drawing/2014/main" id="{ABAA59EB-27EA-1B99-C6D1-81D8EFB52FE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88645" y="1902423"/>
                      <a:ext cx="274434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a:t>(</a:t>
                      </a:r>
                    </a:p>
                  </p:txBody>
                </p:sp>
                <p:grpSp>
                  <p:nvGrpSpPr>
                    <p:cNvPr id="77" name="群組 76">
                      <a:extLst>
                        <a:ext uri="{FF2B5EF4-FFF2-40B4-BE49-F238E27FC236}">
                          <a16:creationId xmlns:a16="http://schemas.microsoft.com/office/drawing/2014/main" id="{0C0FAD0D-D549-8350-10C3-C88093572FD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999461" y="1895556"/>
                      <a:ext cx="1851568" cy="442118"/>
                      <a:chOff x="7574330" y="962957"/>
                      <a:chExt cx="1851568" cy="442118"/>
                    </a:xfrm>
                  </p:grpSpPr>
                  <p:grpSp>
                    <p:nvGrpSpPr>
                      <p:cNvPr id="80" name="群組 79">
                        <a:extLst>
                          <a:ext uri="{FF2B5EF4-FFF2-40B4-BE49-F238E27FC236}">
                            <a16:creationId xmlns:a16="http://schemas.microsoft.com/office/drawing/2014/main" id="{F8E7D6F1-1D93-6279-5F26-F33BA2FB3A4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065632" y="962957"/>
                        <a:ext cx="1360266" cy="442118"/>
                        <a:chOff x="7358737" y="1561486"/>
                        <a:chExt cx="1360266" cy="442118"/>
                      </a:xfrm>
                    </p:grpSpPr>
                    <mc:AlternateContent xmlns:mc="http://schemas.openxmlformats.org/markup-compatibility/2006" xmlns:a14="http://schemas.microsoft.com/office/drawing/2010/main">
                      <mc:Choice Requires="a14">
                        <p:sp>
                          <p:nvSpPr>
                            <p:cNvPr id="82" name="文字方塊 81">
                              <a:extLst>
                                <a:ext uri="{FF2B5EF4-FFF2-40B4-BE49-F238E27FC236}">
                                  <a16:creationId xmlns:a16="http://schemas.microsoft.com/office/drawing/2014/main" id="{A1A65CD2-491D-96E9-F11B-F08E47C7C535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8423315" y="1561486"/>
                              <a:ext cx="295688" cy="400110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/>
                              <a14:m>
                                <m:oMathPara xmlns:m="http://schemas.openxmlformats.org/officeDocument/2006/math">
                                  <m:oMathParaPr>
                                    <m:jc m:val="centerGroup"/>
                                  </m:oMathParaPr>
                                  <m:oMath xmlns:m="http://schemas.openxmlformats.org/officeDocument/2006/math">
                                    <m:r>
                                      <a:rPr lang="en-US" sz="2000" b="1" i="1" smtClean="0">
                                        <a:ln>
                                          <a:solidFill>
                                            <a:schemeClr val="tx1"/>
                                          </a:solidFill>
                                        </a:ln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oMath>
                                </m:oMathPara>
                              </a14:m>
                              <a:endParaRPr lang="en-HK" sz="2000" b="1" dirty="0">
                                <a:ln>
                                  <a:solidFill>
                                    <a:schemeClr val="tx1"/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Lucida Handwriting" panose="03010101010101010101" pitchFamily="66" charset="0"/>
                              </a:endParaRPr>
                            </a:p>
                          </p:txBody>
                        </p:sp>
                      </mc:Choice>
                      <mc:Fallback xmlns="">
                        <p:sp>
                          <p:nvSpPr>
                            <p:cNvPr id="45" name="文字方塊 44">
                              <a:extLst>
                                <a:ext uri="{FF2B5EF4-FFF2-40B4-BE49-F238E27FC236}">
                                  <a16:creationId xmlns:a16="http://schemas.microsoft.com/office/drawing/2014/main" id="{FFB09BBB-A226-56BC-238C-160C3803C736}"/>
                                </a:ext>
                              </a:extLst>
                            </p:cNvPr>
                            <p:cNvSpPr txBox="1">
                              <a:spLocks noRot="1" noChangeAspect="1" noMove="1" noResize="1" noEditPoints="1" noAdjustHandles="1" noChangeArrowheads="1" noChangeShapeType="1" noTextEdit="1"/>
                            </p:cNvSpPr>
                            <p:nvPr/>
                          </p:nvSpPr>
                          <p:spPr>
                            <a:xfrm>
                              <a:off x="8423315" y="1561486"/>
                              <a:ext cx="295688" cy="400110"/>
                            </a:xfrm>
                            <a:prstGeom prst="rect">
                              <a:avLst/>
                            </a:prstGeom>
                            <a:blipFill>
                              <a:blip r:embed="rId9"/>
                              <a:stretch>
                                <a:fillRect/>
                              </a:stretch>
                            </a:blipFill>
                          </p:spPr>
                          <p:txBody>
                            <a:bodyPr/>
                            <a:lstStyle/>
                            <a:p>
                              <a:r>
                                <a:rPr lang="zh-HK" altLang="en-US">
                                  <a:noFill/>
                                </a:rPr>
                                <a:t> </a:t>
                              </a:r>
                            </a:p>
                          </p:txBody>
                        </p:sp>
                      </mc:Fallback>
                    </mc:AlternateContent>
                    <p:sp>
                      <p:nvSpPr>
                        <p:cNvPr id="83" name="文字方塊 82">
                          <a:extLst>
                            <a:ext uri="{FF2B5EF4-FFF2-40B4-BE49-F238E27FC236}">
                              <a16:creationId xmlns:a16="http://schemas.microsoft.com/office/drawing/2014/main" id="{A52000F9-3719-91C3-0A10-79F1BD4EF536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7724320" y="1596011"/>
                          <a:ext cx="274434" cy="400110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r>
                            <a:rPr lang="en-HK" sz="2000" b="1" dirty="0">
                              <a:ln>
                                <a:solidFill>
                                  <a:schemeClr val="tx1"/>
                                </a:solidFill>
                              </a:ln>
                              <a:latin typeface="Lucida Calligraphy" panose="03010101010101010101" pitchFamily="66" charset="0"/>
                            </a:rPr>
                            <a:t>)</a:t>
                          </a:r>
                        </a:p>
                      </p:txBody>
                    </p:sp>
                    <p:sp>
                      <p:nvSpPr>
                        <p:cNvPr id="84" name="文字方塊 83">
                          <a:extLst>
                            <a:ext uri="{FF2B5EF4-FFF2-40B4-BE49-F238E27FC236}">
                              <a16:creationId xmlns:a16="http://schemas.microsoft.com/office/drawing/2014/main" id="{605A8751-A6E9-54CD-E245-BA29800D7444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7358737" y="1603494"/>
                          <a:ext cx="274434" cy="400110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r>
                            <a:rPr lang="en-HK" sz="2000" b="1" dirty="0">
                              <a:ln>
                                <a:solidFill>
                                  <a:schemeClr val="tx1"/>
                                </a:solidFill>
                              </a:ln>
                              <a:latin typeface="Lucida Calligraphy" panose="03010101010101010101" pitchFamily="66" charset="0"/>
                            </a:rPr>
                            <a:t>(</a:t>
                          </a:r>
                        </a:p>
                      </p:txBody>
                    </p:sp>
                  </p:grpSp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81" name="文字方塊 80">
                            <a:extLst>
                              <a:ext uri="{FF2B5EF4-FFF2-40B4-BE49-F238E27FC236}">
                                <a16:creationId xmlns:a16="http://schemas.microsoft.com/office/drawing/2014/main" id="{FE7D163C-6864-86DF-CFAF-C0644D314696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7574330" y="1004965"/>
                            <a:ext cx="295688" cy="400110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/>
                            <a14:m>
                              <m:oMathPara xmlns:m="http://schemas.openxmlformats.org/officeDocument/2006/math">
                                <m:oMathParaPr>
                                  <m:jc m:val="centerGroup"/>
                                </m:oMathParaPr>
                                <m:oMath xmlns:m="http://schemas.openxmlformats.org/officeDocument/2006/math">
                                  <m:r>
                                    <a:rPr lang="en-US" sz="2000" b="1" i="1" smtClean="0">
                                      <a:ln>
                                        <a:solidFill>
                                          <a:schemeClr val="tx1"/>
                                        </a:solidFill>
                                      </a:ln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</m:oMath>
                              </m:oMathPara>
                            </a14:m>
                            <a:endParaRPr lang="en-HK" sz="2000" b="1" dirty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Lucida Handwriting" panose="03010101010101010101" pitchFamily="66" charset="0"/>
                            </a:endParaRPr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44" name="文字方塊 43">
                            <a:extLst>
                              <a:ext uri="{FF2B5EF4-FFF2-40B4-BE49-F238E27FC236}">
                                <a16:creationId xmlns:a16="http://schemas.microsoft.com/office/drawing/2014/main" id="{6E0CFE9F-7F39-44F1-C1ED-D38F8C982CEE}"/>
                              </a:ext>
                            </a:extLst>
                          </p:cNvPr>
                          <p:cNvSpPr txBox="1"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7574330" y="1004965"/>
                            <a:ext cx="295688" cy="400110"/>
                          </a:xfrm>
                          <a:prstGeom prst="rect">
                            <a:avLst/>
                          </a:prstGeom>
                          <a:blipFill>
                            <a:blip r:embed="rId10"/>
                            <a:stretch>
                              <a:fillRect/>
                            </a:stretch>
                          </a:blipFill>
                        </p:spPr>
                        <p:txBody>
                          <a:bodyPr/>
                          <a:lstStyle/>
                          <a:p>
                            <a:r>
                              <a:rPr lang="zh-HK" alt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</p:grpSp>
                <p:sp>
                  <p:nvSpPr>
                    <p:cNvPr id="78" name="文字方塊 77">
                      <a:extLst>
                        <a:ext uri="{FF2B5EF4-FFF2-40B4-BE49-F238E27FC236}">
                          <a16:creationId xmlns:a16="http://schemas.microsoft.com/office/drawing/2014/main" id="{9C4E44BC-BEED-C84A-7970-BD32B0E9C84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217853" y="1937564"/>
                      <a:ext cx="313466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HK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a:t>2</a:t>
                      </a:r>
                    </a:p>
                  </p:txBody>
                </p:sp>
                <p:sp>
                  <p:nvSpPr>
                    <p:cNvPr id="79" name="文字方塊 78">
                      <a:extLst>
                        <a:ext uri="{FF2B5EF4-FFF2-40B4-BE49-F238E27FC236}">
                          <a16:creationId xmlns:a16="http://schemas.microsoft.com/office/drawing/2014/main" id="{CAD92325-06A2-C221-C44F-6DC33EE53EC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350705" y="1844430"/>
                      <a:ext cx="357790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HK" sz="12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a:t>2</a:t>
                      </a:r>
                      <a:endParaRPr lang="en-HK" sz="1200" b="1" dirty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endParaRPr>
                    </a:p>
                  </p:txBody>
                </p:sp>
              </p:grpSp>
              <p:sp>
                <p:nvSpPr>
                  <p:cNvPr id="63" name="文字方塊 62">
                    <a:extLst>
                      <a:ext uri="{FF2B5EF4-FFF2-40B4-BE49-F238E27FC236}">
                        <a16:creationId xmlns:a16="http://schemas.microsoft.com/office/drawing/2014/main" id="{D5925AA6-6CA1-FEC9-6BEF-2D59744DB0DA}"/>
                      </a:ext>
                    </a:extLst>
                  </p:cNvPr>
                  <p:cNvSpPr txBox="1"/>
                  <p:nvPr/>
                </p:nvSpPr>
                <p:spPr>
                  <a:xfrm>
                    <a:off x="2360873" y="2061458"/>
                    <a:ext cx="428304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HK" altLang="zh-HK" sz="2000" b="1" dirty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a:t>a</a:t>
                    </a:r>
                  </a:p>
                </p:txBody>
              </p:sp>
              <p:sp>
                <p:nvSpPr>
                  <p:cNvPr id="64" name="文字方塊 63">
                    <a:extLst>
                      <a:ext uri="{FF2B5EF4-FFF2-40B4-BE49-F238E27FC236}">
                        <a16:creationId xmlns:a16="http://schemas.microsoft.com/office/drawing/2014/main" id="{5B1D88E5-C929-3A9F-00D1-D7A6DEFB054F}"/>
                      </a:ext>
                    </a:extLst>
                  </p:cNvPr>
                  <p:cNvSpPr txBox="1"/>
                  <p:nvPr/>
                </p:nvSpPr>
                <p:spPr>
                  <a:xfrm>
                    <a:off x="2610583" y="1993416"/>
                    <a:ext cx="35779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HK" sz="1200" b="1" dirty="0">
                        <a:ln>
                          <a:solidFill>
                            <a:schemeClr val="tx1"/>
                          </a:solidFill>
                        </a:ln>
                        <a:latin typeface="Lucida Handwriting" panose="03010101010101010101" pitchFamily="66" charset="0"/>
                      </a:rPr>
                      <a:t>2</a:t>
                    </a:r>
                    <a:endParaRPr lang="en-HK" sz="12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endParaRPr>
                  </a:p>
                </p:txBody>
              </p:sp>
              <p:sp>
                <p:nvSpPr>
                  <p:cNvPr id="65" name="文字方塊 64">
                    <a:extLst>
                      <a:ext uri="{FF2B5EF4-FFF2-40B4-BE49-F238E27FC236}">
                        <a16:creationId xmlns:a16="http://schemas.microsoft.com/office/drawing/2014/main" id="{14174C7C-868C-F282-95D9-8D376E8D91F3}"/>
                      </a:ext>
                    </a:extLst>
                  </p:cNvPr>
                  <p:cNvSpPr txBox="1"/>
                  <p:nvPr/>
                </p:nvSpPr>
                <p:spPr>
                  <a:xfrm>
                    <a:off x="3505488" y="2077672"/>
                    <a:ext cx="428304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HK" altLang="zh-HK" sz="2000" b="1" dirty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a:t>a</a:t>
                    </a:r>
                  </a:p>
                </p:txBody>
              </p:sp>
              <p:sp>
                <p:nvSpPr>
                  <p:cNvPr id="66" name="文字方塊 65">
                    <a:extLst>
                      <a:ext uri="{FF2B5EF4-FFF2-40B4-BE49-F238E27FC236}">
                        <a16:creationId xmlns:a16="http://schemas.microsoft.com/office/drawing/2014/main" id="{CAF1881E-EFCE-1540-8F97-7318BF5C2C7E}"/>
                      </a:ext>
                    </a:extLst>
                  </p:cNvPr>
                  <p:cNvSpPr txBox="1"/>
                  <p:nvPr/>
                </p:nvSpPr>
                <p:spPr>
                  <a:xfrm>
                    <a:off x="3826533" y="1983690"/>
                    <a:ext cx="35779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HK" sz="1200" b="1" dirty="0">
                        <a:ln>
                          <a:solidFill>
                            <a:schemeClr val="tx1"/>
                          </a:solidFill>
                        </a:ln>
                        <a:latin typeface="Lucida Handwriting" panose="03010101010101010101" pitchFamily="66" charset="0"/>
                      </a:rPr>
                      <a:t>2</a:t>
                    </a:r>
                    <a:endParaRPr lang="en-HK" sz="12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endParaRPr>
                  </a:p>
                </p:txBody>
              </p:sp>
              <p:sp>
                <p:nvSpPr>
                  <p:cNvPr id="67" name="文字方塊 66">
                    <a:extLst>
                      <a:ext uri="{FF2B5EF4-FFF2-40B4-BE49-F238E27FC236}">
                        <a16:creationId xmlns:a16="http://schemas.microsoft.com/office/drawing/2014/main" id="{526977A7-448F-9302-555A-FE31FE53D06C}"/>
                      </a:ext>
                    </a:extLst>
                  </p:cNvPr>
                  <p:cNvSpPr txBox="1"/>
                  <p:nvPr/>
                </p:nvSpPr>
                <p:spPr>
                  <a:xfrm>
                    <a:off x="4095634" y="2084152"/>
                    <a:ext cx="428304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HK" altLang="zh-HK" sz="2000" b="1" dirty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a:t>b</a:t>
                    </a:r>
                  </a:p>
                </p:txBody>
              </p:sp>
              <p:sp>
                <p:nvSpPr>
                  <p:cNvPr id="68" name="文字方塊 67">
                    <a:extLst>
                      <a:ext uri="{FF2B5EF4-FFF2-40B4-BE49-F238E27FC236}">
                        <a16:creationId xmlns:a16="http://schemas.microsoft.com/office/drawing/2014/main" id="{CBD659A5-B713-B6A9-9992-17523A912DF9}"/>
                      </a:ext>
                    </a:extLst>
                  </p:cNvPr>
                  <p:cNvSpPr txBox="1"/>
                  <p:nvPr/>
                </p:nvSpPr>
                <p:spPr>
                  <a:xfrm>
                    <a:off x="4416679" y="1990170"/>
                    <a:ext cx="35779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HK" sz="1200" b="1" dirty="0">
                        <a:ln>
                          <a:solidFill>
                            <a:schemeClr val="tx1"/>
                          </a:solidFill>
                        </a:ln>
                        <a:latin typeface="Lucida Handwriting" panose="03010101010101010101" pitchFamily="66" charset="0"/>
                      </a:rPr>
                      <a:t>2</a:t>
                    </a:r>
                    <a:endParaRPr lang="en-HK" sz="12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endParaRPr>
                  </a:p>
                </p:txBody>
              </p:sp>
            </p:grpSp>
            <p:grpSp>
              <p:nvGrpSpPr>
                <p:cNvPr id="34" name="群組 33">
                  <a:extLst>
                    <a:ext uri="{FF2B5EF4-FFF2-40B4-BE49-F238E27FC236}">
                      <a16:creationId xmlns:a16="http://schemas.microsoft.com/office/drawing/2014/main" id="{0C144FC7-3E91-BDE1-C5B4-2B81C0B1920D}"/>
                    </a:ext>
                  </a:extLst>
                </p:cNvPr>
                <p:cNvGrpSpPr/>
                <p:nvPr/>
              </p:nvGrpSpPr>
              <p:grpSpPr>
                <a:xfrm>
                  <a:off x="5209773" y="2154988"/>
                  <a:ext cx="2031910" cy="445748"/>
                  <a:chOff x="3059656" y="2416628"/>
                  <a:chExt cx="2031910" cy="445748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2" name="文字方塊 41">
                        <a:extLst>
                          <a:ext uri="{FF2B5EF4-FFF2-40B4-BE49-F238E27FC236}">
                            <a16:creationId xmlns:a16="http://schemas.microsoft.com/office/drawing/2014/main" id="{9EF05EF0-C329-57F7-6934-5E153CA9B690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059656" y="2434079"/>
                        <a:ext cx="368128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000" b="1" i="1" smtClean="0">
                                  <a:ln>
                                    <a:solidFill>
                                      <a:schemeClr val="tx1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oMath>
                          </m:oMathPara>
                        </a14:m>
                        <a:endParaRPr lang="en-HK" sz="2000" b="1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42" name="文字方塊 41">
                        <a:extLst>
                          <a:ext uri="{FF2B5EF4-FFF2-40B4-BE49-F238E27FC236}">
                            <a16:creationId xmlns:a16="http://schemas.microsoft.com/office/drawing/2014/main" id="{9EF05EF0-C329-57F7-6934-5E153CA9B690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059656" y="2434079"/>
                        <a:ext cx="368128" cy="400110"/>
                      </a:xfrm>
                      <a:prstGeom prst="rect">
                        <a:avLst/>
                      </a:prstGeom>
                      <a:blipFill>
                        <a:blip r:embed="rId32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HK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grpSp>
                <p:nvGrpSpPr>
                  <p:cNvPr id="47" name="群組 46">
                    <a:extLst>
                      <a:ext uri="{FF2B5EF4-FFF2-40B4-BE49-F238E27FC236}">
                        <a16:creationId xmlns:a16="http://schemas.microsoft.com/office/drawing/2014/main" id="{E55173A2-0DF6-06C4-4C16-2F1CF8A96BFB}"/>
                      </a:ext>
                    </a:extLst>
                  </p:cNvPr>
                  <p:cNvGrpSpPr/>
                  <p:nvPr/>
                </p:nvGrpSpPr>
                <p:grpSpPr>
                  <a:xfrm>
                    <a:off x="3328946" y="2416628"/>
                    <a:ext cx="1762620" cy="445748"/>
                    <a:chOff x="3320258" y="2040214"/>
                    <a:chExt cx="1762620" cy="445748"/>
                  </a:xfrm>
                </p:grpSpPr>
                <p:sp>
                  <p:nvSpPr>
                    <p:cNvPr id="49" name="文字方塊 48">
                      <a:extLst>
                        <a:ext uri="{FF2B5EF4-FFF2-40B4-BE49-F238E27FC236}">
                          <a16:creationId xmlns:a16="http://schemas.microsoft.com/office/drawing/2014/main" id="{BA41461E-86CC-91BE-BEEC-639C6DB6AA4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75395" y="2068414"/>
                      <a:ext cx="454872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HK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a:t>b</a:t>
                      </a:r>
                      <a:endParaRPr lang="en-HK" altLang="zh-HK" sz="2000" b="1" dirty="0">
                        <a:ln>
                          <a:solidFill>
                            <a:schemeClr val="tx1"/>
                          </a:solidFill>
                        </a:ln>
                        <a:latin typeface="Lucida Handwriting" panose="03010101010101010101" pitchFamily="66" charset="0"/>
                      </a:endParaRPr>
                    </a:p>
                  </p:txBody>
                </p:sp>
                <p:sp>
                  <p:nvSpPr>
                    <p:cNvPr id="50" name="文字方塊 49">
                      <a:extLst>
                        <a:ext uri="{FF2B5EF4-FFF2-40B4-BE49-F238E27FC236}">
                          <a16:creationId xmlns:a16="http://schemas.microsoft.com/office/drawing/2014/main" id="{CF1DC824-811C-2876-822E-618FF07516D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320258" y="2077765"/>
                      <a:ext cx="274434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a:t>(</a:t>
                      </a:r>
                    </a:p>
                  </p:txBody>
                </p:sp>
                <p:sp>
                  <p:nvSpPr>
                    <p:cNvPr id="53" name="文字方塊 52">
                      <a:extLst>
                        <a:ext uri="{FF2B5EF4-FFF2-40B4-BE49-F238E27FC236}">
                          <a16:creationId xmlns:a16="http://schemas.microsoft.com/office/drawing/2014/main" id="{323ECDFC-26C8-7D43-B13D-D4B1225CDC7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08156" y="2046878"/>
                      <a:ext cx="431043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HK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a:t>a</a:t>
                      </a:r>
                      <a:endParaRPr lang="en-HK" altLang="zh-HK" sz="2000" b="1" dirty="0">
                        <a:ln>
                          <a:solidFill>
                            <a:schemeClr val="tx1"/>
                          </a:solidFill>
                        </a:ln>
                        <a:latin typeface="Lucida Handwriting" panose="03010101010101010101" pitchFamily="66" charset="0"/>
                      </a:endParaRPr>
                    </a:p>
                  </p:txBody>
                </p: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54" name="文字方塊 53">
                          <a:extLst>
                            <a:ext uri="{FF2B5EF4-FFF2-40B4-BE49-F238E27FC236}">
                              <a16:creationId xmlns:a16="http://schemas.microsoft.com/office/drawing/2014/main" id="{184A3816-91B1-11AA-C031-2AD275E234D9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3756713" y="2040214"/>
                          <a:ext cx="295688" cy="400110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ln>
                                      <a:solidFill>
                                        <a:schemeClr val="tx1"/>
                                      </a:solidFill>
                                    </a:ln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oMath>
                            </m:oMathPara>
                          </a14:m>
                          <a:endParaRPr lang="en-HK" sz="2000" b="1" dirty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Lucida Handwriting" panose="03010101010101010101" pitchFamily="66" charset="0"/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54" name="文字方塊 53">
                          <a:extLst>
                            <a:ext uri="{FF2B5EF4-FFF2-40B4-BE49-F238E27FC236}">
                              <a16:creationId xmlns:a16="http://schemas.microsoft.com/office/drawing/2014/main" id="{184A3816-91B1-11AA-C031-2AD275E234D9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3756713" y="2040214"/>
                          <a:ext cx="295688" cy="400110"/>
                        </a:xfrm>
                        <a:prstGeom prst="rect">
                          <a:avLst/>
                        </a:prstGeom>
                        <a:blipFill>
                          <a:blip r:embed="rId33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zh-HK" alt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sp>
                  <p:nvSpPr>
                    <p:cNvPr id="61" name="文字方塊 60">
                      <a:extLst>
                        <a:ext uri="{FF2B5EF4-FFF2-40B4-BE49-F238E27FC236}">
                          <a16:creationId xmlns:a16="http://schemas.microsoft.com/office/drawing/2014/main" id="{AF8FE827-4208-5E44-7F9E-6EDB5D96D56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808444" y="2085852"/>
                      <a:ext cx="274434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a:t>)</a:t>
                      </a:r>
                    </a:p>
                  </p:txBody>
                </p:sp>
              </p:grpSp>
            </p:grpSp>
            <p:sp>
              <p:nvSpPr>
                <p:cNvPr id="38" name="文字方塊 37">
                  <a:extLst>
                    <a:ext uri="{FF2B5EF4-FFF2-40B4-BE49-F238E27FC236}">
                      <a16:creationId xmlns:a16="http://schemas.microsoft.com/office/drawing/2014/main" id="{A95EB78F-FBA0-3AA9-F98B-95B51FAC9FB3}"/>
                    </a:ext>
                  </a:extLst>
                </p:cNvPr>
                <p:cNvSpPr txBox="1"/>
                <p:nvPr/>
              </p:nvSpPr>
              <p:spPr>
                <a:xfrm>
                  <a:off x="4718879" y="2172336"/>
                  <a:ext cx="35779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altLang="zh-HK" sz="20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b</a:t>
                  </a:r>
                </a:p>
              </p:txBody>
            </p:sp>
            <p:sp>
              <p:nvSpPr>
                <p:cNvPr id="40" name="文字方塊 39">
                  <a:extLst>
                    <a:ext uri="{FF2B5EF4-FFF2-40B4-BE49-F238E27FC236}">
                      <a16:creationId xmlns:a16="http://schemas.microsoft.com/office/drawing/2014/main" id="{F71D95C4-12A4-E45C-DD76-2364FDEBB233}"/>
                    </a:ext>
                  </a:extLst>
                </p:cNvPr>
                <p:cNvSpPr txBox="1"/>
                <p:nvPr/>
              </p:nvSpPr>
              <p:spPr>
                <a:xfrm>
                  <a:off x="4929610" y="2103968"/>
                  <a:ext cx="35779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sz="1200" b="1" dirty="0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rPr>
                    <a:t>2</a:t>
                  </a:r>
                  <a:endParaRPr lang="en-HK" sz="12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</p:txBody>
            </p:sp>
            <p:sp>
              <p:nvSpPr>
                <p:cNvPr id="41" name="文字方塊 40">
                  <a:extLst>
                    <a:ext uri="{FF2B5EF4-FFF2-40B4-BE49-F238E27FC236}">
                      <a16:creationId xmlns:a16="http://schemas.microsoft.com/office/drawing/2014/main" id="{4079A3B4-B93F-F3FF-E4EB-25B2DFBD2240}"/>
                    </a:ext>
                  </a:extLst>
                </p:cNvPr>
                <p:cNvSpPr txBox="1"/>
                <p:nvPr/>
              </p:nvSpPr>
              <p:spPr>
                <a:xfrm>
                  <a:off x="6867943" y="2102291"/>
                  <a:ext cx="35779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sz="1200" b="1" dirty="0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rPr>
                    <a:t>2</a:t>
                  </a:r>
                  <a:endParaRPr lang="en-HK" sz="12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</p:txBody>
            </p:sp>
          </p:grpSp>
          <p:sp>
            <p:nvSpPr>
              <p:cNvPr id="85" name="文字方塊 84">
                <a:extLst>
                  <a:ext uri="{FF2B5EF4-FFF2-40B4-BE49-F238E27FC236}">
                    <a16:creationId xmlns:a16="http://schemas.microsoft.com/office/drawing/2014/main" id="{4418DE9E-2537-BBC3-5938-058416EA452F}"/>
                  </a:ext>
                </a:extLst>
              </p:cNvPr>
              <p:cNvSpPr txBox="1"/>
              <p:nvPr/>
            </p:nvSpPr>
            <p:spPr>
              <a:xfrm>
                <a:off x="5844597" y="1898691"/>
                <a:ext cx="3577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12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endParaRPr lang="en-HK" sz="12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  <p:sp>
            <p:nvSpPr>
              <p:cNvPr id="87" name="文字方塊 86">
                <a:extLst>
                  <a:ext uri="{FF2B5EF4-FFF2-40B4-BE49-F238E27FC236}">
                    <a16:creationId xmlns:a16="http://schemas.microsoft.com/office/drawing/2014/main" id="{D12FD64C-10DE-18D6-E699-4467DCE15934}"/>
                  </a:ext>
                </a:extLst>
              </p:cNvPr>
              <p:cNvSpPr txBox="1"/>
              <p:nvPr/>
            </p:nvSpPr>
            <p:spPr>
              <a:xfrm>
                <a:off x="6067325" y="1979823"/>
                <a:ext cx="73658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ab</a:t>
                </a:r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49242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1F39B4195558549BAA2D9ED0F600B76" ma:contentTypeVersion="18" ma:contentTypeDescription="Create a new document." ma:contentTypeScope="" ma:versionID="ec6c30f03388732c909f8cb84600a8b2">
  <xsd:schema xmlns:xsd="http://www.w3.org/2001/XMLSchema" xmlns:xs="http://www.w3.org/2001/XMLSchema" xmlns:p="http://schemas.microsoft.com/office/2006/metadata/properties" xmlns:ns2="1d17fa38-d5b6-4a8b-82e7-5ce3b2398ac5" xmlns:ns3="53703969-f457-4a88-8c40-86a712be61e1" targetNamespace="http://schemas.microsoft.com/office/2006/metadata/properties" ma:root="true" ma:fieldsID="2fdee7867666b091263649bbf66f5c57" ns2:_="" ns3:_="">
    <xsd:import namespace="1d17fa38-d5b6-4a8b-82e7-5ce3b2398ac5"/>
    <xsd:import namespace="53703969-f457-4a88-8c40-86a712be61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17fa38-d5b6-4a8b-82e7-5ce3b2398ac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275a5334-e04d-42b4-bc80-e2853803ec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703969-f457-4a88-8c40-86a712be61e1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3fe542f8-823f-433b-b226-4f6bee85bbe1}" ma:internalName="TaxCatchAll" ma:showField="CatchAllData" ma:web="53703969-f457-4a88-8c40-86a712be61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3703969-f457-4a88-8c40-86a712be61e1" xsi:nil="true"/>
    <lcf76f155ced4ddcb4097134ff3c332f xmlns="1d17fa38-d5b6-4a8b-82e7-5ce3b2398ac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3B728A2-D1EA-4A59-A651-C2D1B88B721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644496B-44B2-40E6-B146-FE0D6EF19F51}"/>
</file>

<file path=customXml/itemProps3.xml><?xml version="1.0" encoding="utf-8"?>
<ds:datastoreItem xmlns:ds="http://schemas.openxmlformats.org/officeDocument/2006/customXml" ds:itemID="{37DDDFA4-F9D0-4E8B-9BE4-2B59EDB2C74E}">
  <ds:schemaRefs>
    <ds:schemaRef ds:uri="1d17fa38-d5b6-4a8b-82e7-5ce3b2398ac5"/>
    <ds:schemaRef ds:uri="http://purl.org/dc/elements/1.1/"/>
    <ds:schemaRef ds:uri="http://schemas.microsoft.com/office/2006/metadata/properties"/>
    <ds:schemaRef ds:uri="http://www.w3.org/XML/1998/namespace"/>
    <ds:schemaRef ds:uri="53703969-f457-4a88-8c40-86a712be61e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dcmitype/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484143f7-cfb3-4418-8737-2355b236cf4f}" enabled="0" method="" siteId="{484143f7-cfb3-4418-8737-2355b236cf4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630</TotalTime>
  <Words>781</Words>
  <Application>Microsoft Office PowerPoint</Application>
  <PresentationFormat>Widescreen</PresentationFormat>
  <Paragraphs>730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Cambria Math</vt:lpstr>
      <vt:lpstr>Lucida Calligraphy</vt:lpstr>
      <vt:lpstr>Lucida Handwriting</vt:lpstr>
      <vt:lpstr>Office 佈景主題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mathspt</dc:creator>
  <cp:lastModifiedBy>CSPT02</cp:lastModifiedBy>
  <cp:revision>1</cp:revision>
  <dcterms:created xsi:type="dcterms:W3CDTF">2025-07-30T06:10:47Z</dcterms:created>
  <dcterms:modified xsi:type="dcterms:W3CDTF">2025-08-22T09:24:20Z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0x010100C1F39B4195558549BAA2D9ED0F600B76</vt:lpwstr>
  </property>
  <property fmtid="{D5CDD505-2E9C-101B-9397-08002B2CF9AE}" pid="3" name="MediaServiceImageTags">
    <vt:lpwstr/>
  </property>
</Properties>
</file>