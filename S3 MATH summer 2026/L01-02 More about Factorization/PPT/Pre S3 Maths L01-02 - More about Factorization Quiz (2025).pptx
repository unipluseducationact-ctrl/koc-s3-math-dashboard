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ink/ink1.xml" ContentType="application/inkml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36" d="100"/>
          <a:sy n="136" d="100"/>
        </p:scale>
        <p:origin x="-1354" y="-12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2T10:18:00.808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0,'3752'0,"-3705"0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244CD-8BF5-4305-98D5-093E006732C6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759D3-4FEB-4C76-9C4E-2D74F3F2D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233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759D3-4FEB-4C76-9C4E-2D74F3F2DE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86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1E3F5-E8F8-EF02-7CC7-6E2157FBC2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15BFA-B99B-860C-EFC3-449B70855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47DCA-8C8A-2F5D-94CE-65E661A1D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177E6-AF45-49AC-8234-DB28C2BA6F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A2E7E-6136-11F9-531F-92BBCEC4D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D04CA-C049-984C-A6CE-1241C97B4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BF5C-ABE6-4420-AD41-0A3FE5B8C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746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40E92-F6DD-166F-D0C4-8768203A5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3221E-CF15-B4A0-3DBE-EFB6471E7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83662-D55F-6543-1423-01F4A66AF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177E6-AF45-49AC-8234-DB28C2BA6F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ED88C-A56B-FFC3-45B7-21D5A83D0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A7F47-146D-316E-49BF-D9342BB33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BF5C-ABE6-4420-AD41-0A3FE5B8C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734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59DBC-A154-9341-280B-F1D3D767E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477A1-895E-C87D-F8F5-31458782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42C20-F953-81F5-204A-F864D29FF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177E6-AF45-49AC-8234-DB28C2BA6F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98A78-6584-4259-0DC9-F03268E2D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E678B-C0F1-C32A-D2E3-0F17F2DAB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BF5C-ABE6-4420-AD41-0A3FE5B8C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12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406D8-9946-A13A-AD0F-5BB3BEE68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5992B-30F6-824F-A124-0BD062130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5CE4E6-6499-EB4F-BC91-B6B5E081F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9C59F-5BC3-AE80-0875-F8A35EA5D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177E6-AF45-49AC-8234-DB28C2BA6F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7CB6D-7F7D-37D9-8279-966EDF634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9DD5D-0E62-2114-9402-C3DA57427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BF5C-ABE6-4420-AD41-0A3FE5B8C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518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82F1-4B9C-9E11-C8F1-1BE16C38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77A5D-F917-146B-FD16-E46B8C9AA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BC488-6D05-7344-44DE-14A8DF102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BE7C26-BAE0-8F49-7387-2199800E62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0FD726-E34D-E9F6-373E-11693208E2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9A8266-2C12-BA9B-BEAB-CC41CB818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177E6-AF45-49AC-8234-DB28C2BA6F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5A8B5A-AE01-0602-F9C5-F303EF48C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CC1D36-6441-0A82-7938-A51862C5B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BF5C-ABE6-4420-AD41-0A3FE5B8C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75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70ED9-7CD5-6293-A388-F40167F4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AE420-FFC4-158F-3D6B-AA25284D6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177E6-AF45-49AC-8234-DB28C2BA6F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967B8D-9C31-385E-D85E-894F161D4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4F370-ECB7-ED8A-2848-99FB999C6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BF5C-ABE6-4420-AD41-0A3FE5B8C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85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FABCFF-2DCF-A4DB-22BB-98952C9AE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177E6-AF45-49AC-8234-DB28C2BA6F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A9FE31-D398-2026-E6F2-079285BE1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E686F-ED45-E18F-4AEC-09AF8BA5A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BF5C-ABE6-4420-AD41-0A3FE5B8C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58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8F95D-6599-A4C6-21DC-DC53F84FC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DCACC-57BE-B4D5-DED7-063835E31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63B7DE-4CCB-AAC8-9523-05A9CEBEA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80665-2C98-25D0-79AA-B755754D4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177E6-AF45-49AC-8234-DB28C2BA6F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6BDF8-5F3A-EC0D-44B4-15520C6A1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8B19F-EECF-2010-BEE1-8E17D48E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BF5C-ABE6-4420-AD41-0A3FE5B8C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162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2D38-B51F-7988-943B-4B997549C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6B5969-17A7-5A70-FDD9-D59CF9BD19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89128F-EEDD-7458-8C3E-D6F102956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E047C-B3F1-6EAC-555E-7B75EF3D6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177E6-AF45-49AC-8234-DB28C2BA6F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D51EDB-586D-45AA-D498-798289583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916D5-2971-79D2-306D-C5AB1989D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BF5C-ABE6-4420-AD41-0A3FE5B8C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53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9E76B-A8D8-7BEE-7142-E1E3E1DB9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E58F2D-E5D3-56D9-55E3-DE040C179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1495E-5C99-6EDA-12B1-12FC83CE3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177E6-AF45-49AC-8234-DB28C2BA6F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EB4BA-C412-371C-7605-A6FEE74F5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F4EB2-7209-C2EB-12A5-C3AEBD6F0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BF5C-ABE6-4420-AD41-0A3FE5B8C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341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2B5357-ADC1-DA12-88A8-3E7A62D405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A0A577-72E0-F77C-F11E-4F8AB2CA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C9E90-942A-CF96-8139-06D708901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177E6-AF45-49AC-8234-DB28C2BA6F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586F6-8D1E-2813-84F8-8474C5281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FED95-7567-BEB7-B513-7DA7DF057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DBF5C-ABE6-4420-AD41-0A3FE5B8C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52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182607-EF1C-A4F0-95B1-0D73D4744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D40E9-ACFD-D247-F874-3D595DF67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377EB-3183-A2F1-6990-34014FAD69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2177E6-AF45-49AC-8234-DB28C2BA6FCB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A5E4-5218-B1C7-5870-791FB5DC8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916E8-09F2-725F-52C6-D7DA12E681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0DBF5C-ABE6-4420-AD41-0A3FE5B8C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99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26" Type="http://schemas.openxmlformats.org/officeDocument/2006/relationships/image" Target="../media/image52.png"/><Relationship Id="rId39" Type="http://schemas.openxmlformats.org/officeDocument/2006/relationships/image" Target="../media/image65.png"/><Relationship Id="rId21" Type="http://schemas.openxmlformats.org/officeDocument/2006/relationships/image" Target="../media/image47.png"/><Relationship Id="rId34" Type="http://schemas.openxmlformats.org/officeDocument/2006/relationships/image" Target="../media/image60.png"/><Relationship Id="rId42" Type="http://schemas.openxmlformats.org/officeDocument/2006/relationships/image" Target="../media/image67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29" Type="http://schemas.openxmlformats.org/officeDocument/2006/relationships/image" Target="../media/image55.png"/><Relationship Id="rId41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24" Type="http://schemas.openxmlformats.org/officeDocument/2006/relationships/image" Target="../media/image50.png"/><Relationship Id="rId32" Type="http://schemas.openxmlformats.org/officeDocument/2006/relationships/image" Target="../media/image58.png"/><Relationship Id="rId37" Type="http://schemas.openxmlformats.org/officeDocument/2006/relationships/image" Target="../media/image63.png"/><Relationship Id="rId40" Type="http://schemas.openxmlformats.org/officeDocument/2006/relationships/image" Target="../media/image66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23" Type="http://schemas.openxmlformats.org/officeDocument/2006/relationships/image" Target="../media/image49.png"/><Relationship Id="rId28" Type="http://schemas.openxmlformats.org/officeDocument/2006/relationships/image" Target="../media/image54.png"/><Relationship Id="rId36" Type="http://schemas.openxmlformats.org/officeDocument/2006/relationships/image" Target="../media/image62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31" Type="http://schemas.openxmlformats.org/officeDocument/2006/relationships/image" Target="../media/image57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Relationship Id="rId27" Type="http://schemas.openxmlformats.org/officeDocument/2006/relationships/image" Target="../media/image53.png"/><Relationship Id="rId30" Type="http://schemas.openxmlformats.org/officeDocument/2006/relationships/image" Target="../media/image56.png"/><Relationship Id="rId35" Type="http://schemas.openxmlformats.org/officeDocument/2006/relationships/image" Target="../media/image61.png"/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image" Target="../media/image51.png"/><Relationship Id="rId33" Type="http://schemas.openxmlformats.org/officeDocument/2006/relationships/image" Target="../media/image59.png"/><Relationship Id="rId38" Type="http://schemas.openxmlformats.org/officeDocument/2006/relationships/image" Target="../media/image6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26" Type="http://schemas.openxmlformats.org/officeDocument/2006/relationships/image" Target="../media/image90.png"/><Relationship Id="rId3" Type="http://schemas.openxmlformats.org/officeDocument/2006/relationships/image" Target="../media/image16.png"/><Relationship Id="rId21" Type="http://schemas.openxmlformats.org/officeDocument/2006/relationships/image" Target="../media/image29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5" Type="http://schemas.openxmlformats.org/officeDocument/2006/relationships/image" Target="../media/image89.png"/><Relationship Id="rId2" Type="http://schemas.openxmlformats.org/officeDocument/2006/relationships/image" Target="../media/image68.png"/><Relationship Id="rId16" Type="http://schemas.openxmlformats.org/officeDocument/2006/relationships/image" Target="../media/image81.png"/><Relationship Id="rId20" Type="http://schemas.openxmlformats.org/officeDocument/2006/relationships/image" Target="../media/image85.png"/><Relationship Id="rId29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24" Type="http://schemas.openxmlformats.org/officeDocument/2006/relationships/image" Target="../media/image88.png"/><Relationship Id="rId32" Type="http://schemas.openxmlformats.org/officeDocument/2006/relationships/image" Target="../media/image9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23" Type="http://schemas.openxmlformats.org/officeDocument/2006/relationships/image" Target="../media/image87.png"/><Relationship Id="rId28" Type="http://schemas.openxmlformats.org/officeDocument/2006/relationships/image" Target="../media/image92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31" Type="http://schemas.openxmlformats.org/officeDocument/2006/relationships/image" Target="../media/image9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Relationship Id="rId22" Type="http://schemas.openxmlformats.org/officeDocument/2006/relationships/image" Target="../media/image86.png"/><Relationship Id="rId27" Type="http://schemas.openxmlformats.org/officeDocument/2006/relationships/image" Target="../media/image91.png"/><Relationship Id="rId30" Type="http://schemas.openxmlformats.org/officeDocument/2006/relationships/image" Target="../media/image94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.png"/><Relationship Id="rId18" Type="http://schemas.openxmlformats.org/officeDocument/2006/relationships/image" Target="../media/image112.png"/><Relationship Id="rId26" Type="http://schemas.openxmlformats.org/officeDocument/2006/relationships/image" Target="../media/image120.png"/><Relationship Id="rId39" Type="http://schemas.openxmlformats.org/officeDocument/2006/relationships/image" Target="../media/image133.png"/><Relationship Id="rId21" Type="http://schemas.openxmlformats.org/officeDocument/2006/relationships/image" Target="../media/image115.png"/><Relationship Id="rId34" Type="http://schemas.openxmlformats.org/officeDocument/2006/relationships/image" Target="../media/image128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17" Type="http://schemas.openxmlformats.org/officeDocument/2006/relationships/image" Target="../media/image111.png"/><Relationship Id="rId25" Type="http://schemas.openxmlformats.org/officeDocument/2006/relationships/image" Target="../media/image119.png"/><Relationship Id="rId33" Type="http://schemas.openxmlformats.org/officeDocument/2006/relationships/image" Target="../media/image127.png"/><Relationship Id="rId38" Type="http://schemas.openxmlformats.org/officeDocument/2006/relationships/image" Target="../media/image13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0.png"/><Relationship Id="rId20" Type="http://schemas.openxmlformats.org/officeDocument/2006/relationships/image" Target="../media/image114.png"/><Relationship Id="rId29" Type="http://schemas.openxmlformats.org/officeDocument/2006/relationships/image" Target="../media/image1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24" Type="http://schemas.openxmlformats.org/officeDocument/2006/relationships/image" Target="../media/image118.png"/><Relationship Id="rId32" Type="http://schemas.openxmlformats.org/officeDocument/2006/relationships/image" Target="../media/image126.png"/><Relationship Id="rId37" Type="http://schemas.openxmlformats.org/officeDocument/2006/relationships/image" Target="../media/image131.png"/><Relationship Id="rId40" Type="http://schemas.openxmlformats.org/officeDocument/2006/relationships/image" Target="../media/image134.png"/><Relationship Id="rId5" Type="http://schemas.openxmlformats.org/officeDocument/2006/relationships/image" Target="../media/image99.png"/><Relationship Id="rId15" Type="http://schemas.openxmlformats.org/officeDocument/2006/relationships/image" Target="../media/image109.png"/><Relationship Id="rId23" Type="http://schemas.openxmlformats.org/officeDocument/2006/relationships/image" Target="../media/image117.png"/><Relationship Id="rId28" Type="http://schemas.openxmlformats.org/officeDocument/2006/relationships/image" Target="../media/image122.png"/><Relationship Id="rId36" Type="http://schemas.openxmlformats.org/officeDocument/2006/relationships/image" Target="../media/image130.png"/><Relationship Id="rId10" Type="http://schemas.openxmlformats.org/officeDocument/2006/relationships/image" Target="../media/image104.png"/><Relationship Id="rId19" Type="http://schemas.openxmlformats.org/officeDocument/2006/relationships/image" Target="../media/image113.png"/><Relationship Id="rId31" Type="http://schemas.openxmlformats.org/officeDocument/2006/relationships/image" Target="../media/image125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Relationship Id="rId22" Type="http://schemas.openxmlformats.org/officeDocument/2006/relationships/image" Target="../media/image116.png"/><Relationship Id="rId27" Type="http://schemas.openxmlformats.org/officeDocument/2006/relationships/image" Target="../media/image121.png"/><Relationship Id="rId30" Type="http://schemas.openxmlformats.org/officeDocument/2006/relationships/image" Target="../media/image124.png"/><Relationship Id="rId35" Type="http://schemas.openxmlformats.org/officeDocument/2006/relationships/image" Target="../media/image129.png"/><Relationship Id="rId8" Type="http://schemas.openxmlformats.org/officeDocument/2006/relationships/image" Target="../media/image102.png"/><Relationship Id="rId3" Type="http://schemas.openxmlformats.org/officeDocument/2006/relationships/image" Target="../media/image9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146.png"/><Relationship Id="rId18" Type="http://schemas.openxmlformats.org/officeDocument/2006/relationships/image" Target="../media/image151.png"/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12" Type="http://schemas.openxmlformats.org/officeDocument/2006/relationships/image" Target="../media/image145.png"/><Relationship Id="rId17" Type="http://schemas.openxmlformats.org/officeDocument/2006/relationships/image" Target="../media/image150.png"/><Relationship Id="rId2" Type="http://schemas.openxmlformats.org/officeDocument/2006/relationships/image" Target="../media/image135.png"/><Relationship Id="rId16" Type="http://schemas.openxmlformats.org/officeDocument/2006/relationships/image" Target="../media/image149.png"/><Relationship Id="rId20" Type="http://schemas.openxmlformats.org/officeDocument/2006/relationships/image" Target="../media/image1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9.png"/><Relationship Id="rId11" Type="http://schemas.openxmlformats.org/officeDocument/2006/relationships/image" Target="../media/image144.png"/><Relationship Id="rId5" Type="http://schemas.openxmlformats.org/officeDocument/2006/relationships/image" Target="../media/image138.png"/><Relationship Id="rId15" Type="http://schemas.openxmlformats.org/officeDocument/2006/relationships/image" Target="../media/image148.png"/><Relationship Id="rId10" Type="http://schemas.openxmlformats.org/officeDocument/2006/relationships/image" Target="../media/image143.png"/><Relationship Id="rId19" Type="http://schemas.openxmlformats.org/officeDocument/2006/relationships/image" Target="../media/image152.png"/><Relationship Id="rId4" Type="http://schemas.openxmlformats.org/officeDocument/2006/relationships/image" Target="../media/image137.png"/><Relationship Id="rId9" Type="http://schemas.openxmlformats.org/officeDocument/2006/relationships/image" Target="../media/image142.png"/><Relationship Id="rId14" Type="http://schemas.openxmlformats.org/officeDocument/2006/relationships/image" Target="../media/image14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164.png"/><Relationship Id="rId18" Type="http://schemas.openxmlformats.org/officeDocument/2006/relationships/image" Target="../media/image169.png"/><Relationship Id="rId3" Type="http://schemas.openxmlformats.org/officeDocument/2006/relationships/image" Target="../media/image155.png"/><Relationship Id="rId7" Type="http://schemas.openxmlformats.org/officeDocument/2006/relationships/image" Target="../media/image32.png"/><Relationship Id="rId12" Type="http://schemas.openxmlformats.org/officeDocument/2006/relationships/image" Target="../media/image163.png"/><Relationship Id="rId17" Type="http://schemas.openxmlformats.org/officeDocument/2006/relationships/image" Target="../media/image168.png"/><Relationship Id="rId2" Type="http://schemas.openxmlformats.org/officeDocument/2006/relationships/image" Target="../media/image154.png"/><Relationship Id="rId16" Type="http://schemas.openxmlformats.org/officeDocument/2006/relationships/image" Target="../media/image1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8.png"/><Relationship Id="rId11" Type="http://schemas.openxmlformats.org/officeDocument/2006/relationships/image" Target="../media/image162.png"/><Relationship Id="rId5" Type="http://schemas.openxmlformats.org/officeDocument/2006/relationships/image" Target="../media/image157.png"/><Relationship Id="rId15" Type="http://schemas.openxmlformats.org/officeDocument/2006/relationships/image" Target="../media/image166.png"/><Relationship Id="rId10" Type="http://schemas.openxmlformats.org/officeDocument/2006/relationships/image" Target="../media/image161.png"/><Relationship Id="rId19" Type="http://schemas.openxmlformats.org/officeDocument/2006/relationships/image" Target="../media/image170.png"/><Relationship Id="rId4" Type="http://schemas.openxmlformats.org/officeDocument/2006/relationships/image" Target="../media/image156.png"/><Relationship Id="rId9" Type="http://schemas.openxmlformats.org/officeDocument/2006/relationships/image" Target="../media/image160.png"/><Relationship Id="rId14" Type="http://schemas.openxmlformats.org/officeDocument/2006/relationships/image" Target="../media/image165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2.png"/><Relationship Id="rId18" Type="http://schemas.openxmlformats.org/officeDocument/2006/relationships/image" Target="../media/image187.png"/><Relationship Id="rId26" Type="http://schemas.openxmlformats.org/officeDocument/2006/relationships/image" Target="../media/image195.png"/><Relationship Id="rId3" Type="http://schemas.openxmlformats.org/officeDocument/2006/relationships/image" Target="../media/image172.png"/><Relationship Id="rId21" Type="http://schemas.openxmlformats.org/officeDocument/2006/relationships/image" Target="../media/image190.png"/><Relationship Id="rId34" Type="http://schemas.openxmlformats.org/officeDocument/2006/relationships/image" Target="../media/image203.png"/><Relationship Id="rId7" Type="http://schemas.openxmlformats.org/officeDocument/2006/relationships/image" Target="../media/image176.png"/><Relationship Id="rId12" Type="http://schemas.openxmlformats.org/officeDocument/2006/relationships/image" Target="../media/image181.png"/><Relationship Id="rId17" Type="http://schemas.openxmlformats.org/officeDocument/2006/relationships/image" Target="../media/image186.png"/><Relationship Id="rId25" Type="http://schemas.openxmlformats.org/officeDocument/2006/relationships/image" Target="../media/image194.png"/><Relationship Id="rId33" Type="http://schemas.openxmlformats.org/officeDocument/2006/relationships/image" Target="../media/image202.png"/><Relationship Id="rId2" Type="http://schemas.openxmlformats.org/officeDocument/2006/relationships/image" Target="../media/image171.png"/><Relationship Id="rId16" Type="http://schemas.openxmlformats.org/officeDocument/2006/relationships/image" Target="../media/image185.png"/><Relationship Id="rId20" Type="http://schemas.openxmlformats.org/officeDocument/2006/relationships/image" Target="../media/image189.png"/><Relationship Id="rId29" Type="http://schemas.openxmlformats.org/officeDocument/2006/relationships/image" Target="../media/image1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5.png"/><Relationship Id="rId11" Type="http://schemas.openxmlformats.org/officeDocument/2006/relationships/image" Target="../media/image180.png"/><Relationship Id="rId24" Type="http://schemas.openxmlformats.org/officeDocument/2006/relationships/image" Target="../media/image193.png"/><Relationship Id="rId32" Type="http://schemas.openxmlformats.org/officeDocument/2006/relationships/image" Target="../media/image201.png"/><Relationship Id="rId5" Type="http://schemas.openxmlformats.org/officeDocument/2006/relationships/image" Target="../media/image174.png"/><Relationship Id="rId15" Type="http://schemas.openxmlformats.org/officeDocument/2006/relationships/image" Target="../media/image184.png"/><Relationship Id="rId23" Type="http://schemas.openxmlformats.org/officeDocument/2006/relationships/image" Target="../media/image192.png"/><Relationship Id="rId28" Type="http://schemas.openxmlformats.org/officeDocument/2006/relationships/image" Target="../media/image197.png"/><Relationship Id="rId10" Type="http://schemas.openxmlformats.org/officeDocument/2006/relationships/image" Target="../media/image179.png"/><Relationship Id="rId19" Type="http://schemas.openxmlformats.org/officeDocument/2006/relationships/image" Target="../media/image188.png"/><Relationship Id="rId31" Type="http://schemas.openxmlformats.org/officeDocument/2006/relationships/image" Target="../media/image200.png"/><Relationship Id="rId4" Type="http://schemas.openxmlformats.org/officeDocument/2006/relationships/image" Target="../media/image173.png"/><Relationship Id="rId9" Type="http://schemas.openxmlformats.org/officeDocument/2006/relationships/image" Target="../media/image178.png"/><Relationship Id="rId14" Type="http://schemas.openxmlformats.org/officeDocument/2006/relationships/image" Target="../media/image183.png"/><Relationship Id="rId22" Type="http://schemas.openxmlformats.org/officeDocument/2006/relationships/image" Target="../media/image191.png"/><Relationship Id="rId27" Type="http://schemas.openxmlformats.org/officeDocument/2006/relationships/image" Target="../media/image196.png"/><Relationship Id="rId30" Type="http://schemas.openxmlformats.org/officeDocument/2006/relationships/image" Target="../media/image199.png"/><Relationship Id="rId8" Type="http://schemas.openxmlformats.org/officeDocument/2006/relationships/image" Target="../media/image177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5.png"/><Relationship Id="rId18" Type="http://schemas.openxmlformats.org/officeDocument/2006/relationships/image" Target="../media/image220.png"/><Relationship Id="rId26" Type="http://schemas.openxmlformats.org/officeDocument/2006/relationships/image" Target="../media/image228.png"/><Relationship Id="rId39" Type="http://schemas.openxmlformats.org/officeDocument/2006/relationships/image" Target="../media/image241.png"/><Relationship Id="rId21" Type="http://schemas.openxmlformats.org/officeDocument/2006/relationships/image" Target="../media/image223.png"/><Relationship Id="rId34" Type="http://schemas.openxmlformats.org/officeDocument/2006/relationships/image" Target="../media/image236.png"/><Relationship Id="rId42" Type="http://schemas.openxmlformats.org/officeDocument/2006/relationships/image" Target="../media/image244.png"/><Relationship Id="rId47" Type="http://schemas.openxmlformats.org/officeDocument/2006/relationships/image" Target="../media/image249.png"/><Relationship Id="rId7" Type="http://schemas.openxmlformats.org/officeDocument/2006/relationships/image" Target="../media/image209.png"/><Relationship Id="rId2" Type="http://schemas.openxmlformats.org/officeDocument/2006/relationships/image" Target="../media/image204.png"/><Relationship Id="rId16" Type="http://schemas.openxmlformats.org/officeDocument/2006/relationships/image" Target="../media/image218.png"/><Relationship Id="rId29" Type="http://schemas.openxmlformats.org/officeDocument/2006/relationships/image" Target="../media/image2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8.png"/><Relationship Id="rId11" Type="http://schemas.openxmlformats.org/officeDocument/2006/relationships/image" Target="../media/image213.png"/><Relationship Id="rId24" Type="http://schemas.openxmlformats.org/officeDocument/2006/relationships/image" Target="../media/image226.png"/><Relationship Id="rId32" Type="http://schemas.openxmlformats.org/officeDocument/2006/relationships/image" Target="../media/image234.png"/><Relationship Id="rId37" Type="http://schemas.openxmlformats.org/officeDocument/2006/relationships/image" Target="../media/image239.png"/><Relationship Id="rId40" Type="http://schemas.openxmlformats.org/officeDocument/2006/relationships/image" Target="../media/image242.png"/><Relationship Id="rId45" Type="http://schemas.openxmlformats.org/officeDocument/2006/relationships/image" Target="../media/image247.png"/><Relationship Id="rId5" Type="http://schemas.openxmlformats.org/officeDocument/2006/relationships/image" Target="../media/image207.png"/><Relationship Id="rId15" Type="http://schemas.openxmlformats.org/officeDocument/2006/relationships/image" Target="../media/image217.png"/><Relationship Id="rId23" Type="http://schemas.openxmlformats.org/officeDocument/2006/relationships/image" Target="../media/image225.png"/><Relationship Id="rId28" Type="http://schemas.openxmlformats.org/officeDocument/2006/relationships/image" Target="../media/image230.png"/><Relationship Id="rId36" Type="http://schemas.openxmlformats.org/officeDocument/2006/relationships/image" Target="../media/image238.png"/><Relationship Id="rId10" Type="http://schemas.openxmlformats.org/officeDocument/2006/relationships/image" Target="../media/image212.png"/><Relationship Id="rId19" Type="http://schemas.openxmlformats.org/officeDocument/2006/relationships/image" Target="../media/image221.png"/><Relationship Id="rId31" Type="http://schemas.openxmlformats.org/officeDocument/2006/relationships/image" Target="../media/image233.png"/><Relationship Id="rId44" Type="http://schemas.openxmlformats.org/officeDocument/2006/relationships/image" Target="../media/image246.png"/><Relationship Id="rId4" Type="http://schemas.openxmlformats.org/officeDocument/2006/relationships/image" Target="../media/image206.png"/><Relationship Id="rId9" Type="http://schemas.openxmlformats.org/officeDocument/2006/relationships/image" Target="../media/image211.png"/><Relationship Id="rId14" Type="http://schemas.openxmlformats.org/officeDocument/2006/relationships/image" Target="../media/image216.png"/><Relationship Id="rId22" Type="http://schemas.openxmlformats.org/officeDocument/2006/relationships/image" Target="../media/image224.png"/><Relationship Id="rId27" Type="http://schemas.openxmlformats.org/officeDocument/2006/relationships/image" Target="../media/image229.png"/><Relationship Id="rId30" Type="http://schemas.openxmlformats.org/officeDocument/2006/relationships/image" Target="../media/image232.png"/><Relationship Id="rId35" Type="http://schemas.openxmlformats.org/officeDocument/2006/relationships/image" Target="../media/image237.png"/><Relationship Id="rId43" Type="http://schemas.openxmlformats.org/officeDocument/2006/relationships/image" Target="../media/image245.png"/><Relationship Id="rId8" Type="http://schemas.openxmlformats.org/officeDocument/2006/relationships/image" Target="../media/image210.png"/><Relationship Id="rId3" Type="http://schemas.openxmlformats.org/officeDocument/2006/relationships/image" Target="../media/image205.png"/><Relationship Id="rId12" Type="http://schemas.openxmlformats.org/officeDocument/2006/relationships/image" Target="../media/image214.png"/><Relationship Id="rId17" Type="http://schemas.openxmlformats.org/officeDocument/2006/relationships/image" Target="../media/image219.png"/><Relationship Id="rId25" Type="http://schemas.openxmlformats.org/officeDocument/2006/relationships/image" Target="../media/image227.png"/><Relationship Id="rId33" Type="http://schemas.openxmlformats.org/officeDocument/2006/relationships/image" Target="../media/image235.png"/><Relationship Id="rId38" Type="http://schemas.openxmlformats.org/officeDocument/2006/relationships/image" Target="../media/image240.png"/><Relationship Id="rId46" Type="http://schemas.openxmlformats.org/officeDocument/2006/relationships/image" Target="../media/image248.png"/><Relationship Id="rId20" Type="http://schemas.openxmlformats.org/officeDocument/2006/relationships/image" Target="../media/image222.png"/><Relationship Id="rId41" Type="http://schemas.openxmlformats.org/officeDocument/2006/relationships/image" Target="../media/image243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9.png"/><Relationship Id="rId21" Type="http://schemas.openxmlformats.org/officeDocument/2006/relationships/image" Target="../media/image267.png"/><Relationship Id="rId42" Type="http://schemas.openxmlformats.org/officeDocument/2006/relationships/image" Target="../media/image287.png"/><Relationship Id="rId47" Type="http://schemas.openxmlformats.org/officeDocument/2006/relationships/image" Target="../media/image291.png"/><Relationship Id="rId63" Type="http://schemas.openxmlformats.org/officeDocument/2006/relationships/image" Target="../media/image306.png"/><Relationship Id="rId68" Type="http://schemas.openxmlformats.org/officeDocument/2006/relationships/image" Target="../media/image311.png"/><Relationship Id="rId84" Type="http://schemas.openxmlformats.org/officeDocument/2006/relationships/image" Target="../media/image327.png"/><Relationship Id="rId89" Type="http://schemas.openxmlformats.org/officeDocument/2006/relationships/image" Target="../media/image331.png"/><Relationship Id="rId16" Type="http://schemas.openxmlformats.org/officeDocument/2006/relationships/image" Target="../media/image84.png"/><Relationship Id="rId11" Type="http://schemas.openxmlformats.org/officeDocument/2006/relationships/image" Target="../media/image259.png"/><Relationship Id="rId32" Type="http://schemas.openxmlformats.org/officeDocument/2006/relationships/image" Target="../media/image277.png"/><Relationship Id="rId37" Type="http://schemas.openxmlformats.org/officeDocument/2006/relationships/image" Target="../media/image282.png"/><Relationship Id="rId53" Type="http://schemas.openxmlformats.org/officeDocument/2006/relationships/image" Target="../media/image297.png"/><Relationship Id="rId58" Type="http://schemas.openxmlformats.org/officeDocument/2006/relationships/image" Target="../media/image302.png"/><Relationship Id="rId74" Type="http://schemas.openxmlformats.org/officeDocument/2006/relationships/image" Target="../media/image317.png"/><Relationship Id="rId79" Type="http://schemas.openxmlformats.org/officeDocument/2006/relationships/image" Target="../media/image322.png"/><Relationship Id="rId5" Type="http://schemas.openxmlformats.org/officeDocument/2006/relationships/image" Target="../media/image253.png"/><Relationship Id="rId90" Type="http://schemas.openxmlformats.org/officeDocument/2006/relationships/image" Target="../media/image35.png"/><Relationship Id="rId14" Type="http://schemas.openxmlformats.org/officeDocument/2006/relationships/image" Target="../media/image4.png"/><Relationship Id="rId22" Type="http://schemas.openxmlformats.org/officeDocument/2006/relationships/image" Target="../media/image268.png"/><Relationship Id="rId27" Type="http://schemas.openxmlformats.org/officeDocument/2006/relationships/image" Target="../media/image272.png"/><Relationship Id="rId30" Type="http://schemas.openxmlformats.org/officeDocument/2006/relationships/image" Target="../media/image275.png"/><Relationship Id="rId35" Type="http://schemas.openxmlformats.org/officeDocument/2006/relationships/image" Target="../media/image280.png"/><Relationship Id="rId43" Type="http://schemas.openxmlformats.org/officeDocument/2006/relationships/image" Target="../media/image288.png"/><Relationship Id="rId48" Type="http://schemas.openxmlformats.org/officeDocument/2006/relationships/image" Target="../media/image292.png"/><Relationship Id="rId56" Type="http://schemas.openxmlformats.org/officeDocument/2006/relationships/image" Target="../media/image300.png"/><Relationship Id="rId64" Type="http://schemas.openxmlformats.org/officeDocument/2006/relationships/image" Target="../media/image307.png"/><Relationship Id="rId69" Type="http://schemas.openxmlformats.org/officeDocument/2006/relationships/image" Target="../media/image312.png"/><Relationship Id="rId77" Type="http://schemas.openxmlformats.org/officeDocument/2006/relationships/image" Target="../media/image320.png"/><Relationship Id="rId8" Type="http://schemas.openxmlformats.org/officeDocument/2006/relationships/image" Target="../media/image256.png"/><Relationship Id="rId51" Type="http://schemas.openxmlformats.org/officeDocument/2006/relationships/image" Target="../media/image295.png"/><Relationship Id="rId72" Type="http://schemas.openxmlformats.org/officeDocument/2006/relationships/image" Target="../media/image315.png"/><Relationship Id="rId80" Type="http://schemas.openxmlformats.org/officeDocument/2006/relationships/image" Target="../media/image323.png"/><Relationship Id="rId85" Type="http://schemas.openxmlformats.org/officeDocument/2006/relationships/image" Target="../media/image328.png"/><Relationship Id="rId3" Type="http://schemas.openxmlformats.org/officeDocument/2006/relationships/image" Target="../media/image251.png"/><Relationship Id="rId12" Type="http://schemas.openxmlformats.org/officeDocument/2006/relationships/image" Target="../media/image260.png"/><Relationship Id="rId17" Type="http://schemas.openxmlformats.org/officeDocument/2006/relationships/image" Target="../media/image263.png"/><Relationship Id="rId25" Type="http://schemas.openxmlformats.org/officeDocument/2006/relationships/image" Target="../media/image271.png"/><Relationship Id="rId33" Type="http://schemas.openxmlformats.org/officeDocument/2006/relationships/image" Target="../media/image278.png"/><Relationship Id="rId38" Type="http://schemas.openxmlformats.org/officeDocument/2006/relationships/image" Target="../media/image283.png"/><Relationship Id="rId46" Type="http://schemas.openxmlformats.org/officeDocument/2006/relationships/image" Target="../media/image290.png"/><Relationship Id="rId59" Type="http://schemas.openxmlformats.org/officeDocument/2006/relationships/image" Target="../media/image72.png"/><Relationship Id="rId67" Type="http://schemas.openxmlformats.org/officeDocument/2006/relationships/image" Target="../media/image310.png"/><Relationship Id="rId20" Type="http://schemas.openxmlformats.org/officeDocument/2006/relationships/image" Target="../media/image266.png"/><Relationship Id="rId41" Type="http://schemas.openxmlformats.org/officeDocument/2006/relationships/image" Target="../media/image286.png"/><Relationship Id="rId54" Type="http://schemas.openxmlformats.org/officeDocument/2006/relationships/image" Target="../media/image298.png"/><Relationship Id="rId62" Type="http://schemas.openxmlformats.org/officeDocument/2006/relationships/image" Target="../media/image305.png"/><Relationship Id="rId70" Type="http://schemas.openxmlformats.org/officeDocument/2006/relationships/image" Target="../media/image313.png"/><Relationship Id="rId75" Type="http://schemas.openxmlformats.org/officeDocument/2006/relationships/image" Target="../media/image318.png"/><Relationship Id="rId83" Type="http://schemas.openxmlformats.org/officeDocument/2006/relationships/image" Target="../media/image326.png"/><Relationship Id="rId88" Type="http://schemas.openxmlformats.org/officeDocument/2006/relationships/image" Target="../media/image330.png"/><Relationship Id="rId91" Type="http://schemas.openxmlformats.org/officeDocument/2006/relationships/image" Target="../media/image3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4.png"/><Relationship Id="rId15" Type="http://schemas.openxmlformats.org/officeDocument/2006/relationships/image" Target="../media/image262.png"/><Relationship Id="rId23" Type="http://schemas.openxmlformats.org/officeDocument/2006/relationships/image" Target="../media/image269.png"/><Relationship Id="rId28" Type="http://schemas.openxmlformats.org/officeDocument/2006/relationships/image" Target="../media/image273.png"/><Relationship Id="rId36" Type="http://schemas.openxmlformats.org/officeDocument/2006/relationships/image" Target="../media/image281.png"/><Relationship Id="rId49" Type="http://schemas.openxmlformats.org/officeDocument/2006/relationships/image" Target="../media/image293.png"/><Relationship Id="rId57" Type="http://schemas.openxmlformats.org/officeDocument/2006/relationships/image" Target="../media/image301.png"/><Relationship Id="rId10" Type="http://schemas.openxmlformats.org/officeDocument/2006/relationships/image" Target="../media/image258.png"/><Relationship Id="rId31" Type="http://schemas.openxmlformats.org/officeDocument/2006/relationships/image" Target="../media/image276.png"/><Relationship Id="rId44" Type="http://schemas.openxmlformats.org/officeDocument/2006/relationships/image" Target="../media/image169.png"/><Relationship Id="rId52" Type="http://schemas.openxmlformats.org/officeDocument/2006/relationships/image" Target="../media/image296.png"/><Relationship Id="rId60" Type="http://schemas.openxmlformats.org/officeDocument/2006/relationships/image" Target="../media/image303.png"/><Relationship Id="rId65" Type="http://schemas.openxmlformats.org/officeDocument/2006/relationships/image" Target="../media/image308.png"/><Relationship Id="rId73" Type="http://schemas.openxmlformats.org/officeDocument/2006/relationships/image" Target="../media/image316.png"/><Relationship Id="rId78" Type="http://schemas.openxmlformats.org/officeDocument/2006/relationships/image" Target="../media/image321.png"/><Relationship Id="rId81" Type="http://schemas.openxmlformats.org/officeDocument/2006/relationships/image" Target="../media/image324.png"/><Relationship Id="rId86" Type="http://schemas.openxmlformats.org/officeDocument/2006/relationships/image" Target="../media/image40.png"/><Relationship Id="rId4" Type="http://schemas.openxmlformats.org/officeDocument/2006/relationships/image" Target="../media/image252.png"/><Relationship Id="rId9" Type="http://schemas.openxmlformats.org/officeDocument/2006/relationships/image" Target="../media/image257.png"/><Relationship Id="rId13" Type="http://schemas.openxmlformats.org/officeDocument/2006/relationships/image" Target="../media/image261.png"/><Relationship Id="rId18" Type="http://schemas.openxmlformats.org/officeDocument/2006/relationships/image" Target="../media/image264.png"/><Relationship Id="rId39" Type="http://schemas.openxmlformats.org/officeDocument/2006/relationships/image" Target="../media/image284.png"/><Relationship Id="rId34" Type="http://schemas.openxmlformats.org/officeDocument/2006/relationships/image" Target="../media/image279.png"/><Relationship Id="rId50" Type="http://schemas.openxmlformats.org/officeDocument/2006/relationships/image" Target="../media/image294.png"/><Relationship Id="rId55" Type="http://schemas.openxmlformats.org/officeDocument/2006/relationships/image" Target="../media/image299.png"/><Relationship Id="rId76" Type="http://schemas.openxmlformats.org/officeDocument/2006/relationships/image" Target="../media/image319.png"/><Relationship Id="rId7" Type="http://schemas.openxmlformats.org/officeDocument/2006/relationships/image" Target="../media/image255.png"/><Relationship Id="rId71" Type="http://schemas.openxmlformats.org/officeDocument/2006/relationships/image" Target="../media/image314.png"/><Relationship Id="rId92" Type="http://schemas.openxmlformats.org/officeDocument/2006/relationships/image" Target="../media/image333.png"/><Relationship Id="rId2" Type="http://schemas.openxmlformats.org/officeDocument/2006/relationships/image" Target="../media/image250.png"/><Relationship Id="rId29" Type="http://schemas.openxmlformats.org/officeDocument/2006/relationships/image" Target="../media/image274.png"/><Relationship Id="rId24" Type="http://schemas.openxmlformats.org/officeDocument/2006/relationships/image" Target="../media/image270.png"/><Relationship Id="rId40" Type="http://schemas.openxmlformats.org/officeDocument/2006/relationships/image" Target="../media/image285.png"/><Relationship Id="rId45" Type="http://schemas.openxmlformats.org/officeDocument/2006/relationships/image" Target="../media/image289.png"/><Relationship Id="rId66" Type="http://schemas.openxmlformats.org/officeDocument/2006/relationships/image" Target="../media/image309.png"/><Relationship Id="rId87" Type="http://schemas.openxmlformats.org/officeDocument/2006/relationships/image" Target="../media/image329.png"/><Relationship Id="rId61" Type="http://schemas.openxmlformats.org/officeDocument/2006/relationships/image" Target="../media/image304.png"/><Relationship Id="rId82" Type="http://schemas.openxmlformats.org/officeDocument/2006/relationships/image" Target="../media/image325.png"/><Relationship Id="rId19" Type="http://schemas.openxmlformats.org/officeDocument/2006/relationships/image" Target="../media/image2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C0AAEDF-9F3B-B772-5175-46256261AF5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3196"/>
          <a:stretch>
            <a:fillRect/>
          </a:stretch>
        </p:blipFill>
        <p:spPr>
          <a:xfrm>
            <a:off x="362420" y="245793"/>
            <a:ext cx="2606266" cy="1659856"/>
          </a:xfrm>
          <a:prstGeom prst="rect">
            <a:avLst/>
          </a:prstGeom>
        </p:spPr>
      </p:pic>
      <p:grpSp>
        <p:nvGrpSpPr>
          <p:cNvPr id="8" name="群組 139">
            <a:extLst>
              <a:ext uri="{FF2B5EF4-FFF2-40B4-BE49-F238E27FC236}">
                <a16:creationId xmlns:a16="http://schemas.microsoft.com/office/drawing/2014/main" id="{05EBE8BB-84B2-2843-31CD-58F095984E0E}"/>
              </a:ext>
            </a:extLst>
          </p:cNvPr>
          <p:cNvGrpSpPr/>
          <p:nvPr/>
        </p:nvGrpSpPr>
        <p:grpSpPr>
          <a:xfrm>
            <a:off x="3484282" y="816522"/>
            <a:ext cx="523241" cy="481749"/>
            <a:chOff x="2119388" y="5460495"/>
            <a:chExt cx="523241" cy="481749"/>
          </a:xfrm>
        </p:grpSpPr>
        <p:sp>
          <p:nvSpPr>
            <p:cNvPr id="9" name="文字方塊 140">
              <a:extLst>
                <a:ext uri="{FF2B5EF4-FFF2-40B4-BE49-F238E27FC236}">
                  <a16:creationId xmlns:a16="http://schemas.microsoft.com/office/drawing/2014/main" id="{2A37FEE8-AA52-F49F-A85C-7DD95ED9239E}"/>
                </a:ext>
              </a:extLst>
            </p:cNvPr>
            <p:cNvSpPr txBox="1"/>
            <p:nvPr/>
          </p:nvSpPr>
          <p:spPr>
            <a:xfrm>
              <a:off x="2119388" y="5542134"/>
              <a:ext cx="4726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10" name="文字方塊 141">
              <a:extLst>
                <a:ext uri="{FF2B5EF4-FFF2-40B4-BE49-F238E27FC236}">
                  <a16:creationId xmlns:a16="http://schemas.microsoft.com/office/drawing/2014/main" id="{8F1241B9-1E60-F31B-D27E-88DE219C8C57}"/>
                </a:ext>
              </a:extLst>
            </p:cNvPr>
            <p:cNvSpPr txBox="1"/>
            <p:nvPr/>
          </p:nvSpPr>
          <p:spPr>
            <a:xfrm>
              <a:off x="235376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48">
                <a:extLst>
                  <a:ext uri="{FF2B5EF4-FFF2-40B4-BE49-F238E27FC236}">
                    <a16:creationId xmlns:a16="http://schemas.microsoft.com/office/drawing/2014/main" id="{C0CF9E20-0BA8-0B0A-29E3-DCAE51DAA6C2}"/>
                  </a:ext>
                </a:extLst>
              </p:cNvPr>
              <p:cNvSpPr txBox="1"/>
              <p:nvPr/>
            </p:nvSpPr>
            <p:spPr>
              <a:xfrm>
                <a:off x="3874465" y="8689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" name="文字方塊 148">
                <a:extLst>
                  <a:ext uri="{FF2B5EF4-FFF2-40B4-BE49-F238E27FC236}">
                    <a16:creationId xmlns:a16="http://schemas.microsoft.com/office/drawing/2014/main" id="{C0CF9E20-0BA8-0B0A-29E3-DCAE51DAA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4465" y="868977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49">
            <a:extLst>
              <a:ext uri="{FF2B5EF4-FFF2-40B4-BE49-F238E27FC236}">
                <a16:creationId xmlns:a16="http://schemas.microsoft.com/office/drawing/2014/main" id="{94CB7D1C-0439-CAFA-B611-51DDFBA19A59}"/>
              </a:ext>
            </a:extLst>
          </p:cNvPr>
          <p:cNvSpPr txBox="1"/>
          <p:nvPr/>
        </p:nvSpPr>
        <p:spPr>
          <a:xfrm>
            <a:off x="4129316" y="894453"/>
            <a:ext cx="561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6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50">
                <a:extLst>
                  <a:ext uri="{FF2B5EF4-FFF2-40B4-BE49-F238E27FC236}">
                    <a16:creationId xmlns:a16="http://schemas.microsoft.com/office/drawing/2014/main" id="{2EF9FA87-C526-80C1-734B-9D7214ED9F8B}"/>
                  </a:ext>
                </a:extLst>
              </p:cNvPr>
              <p:cNvSpPr txBox="1"/>
              <p:nvPr/>
            </p:nvSpPr>
            <p:spPr>
              <a:xfrm>
                <a:off x="4617792" y="8689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150">
                <a:extLst>
                  <a:ext uri="{FF2B5EF4-FFF2-40B4-BE49-F238E27FC236}">
                    <a16:creationId xmlns:a16="http://schemas.microsoft.com/office/drawing/2014/main" id="{2EF9FA87-C526-80C1-734B-9D7214ED9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792" y="868977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0">
            <a:extLst>
              <a:ext uri="{FF2B5EF4-FFF2-40B4-BE49-F238E27FC236}">
                <a16:creationId xmlns:a16="http://schemas.microsoft.com/office/drawing/2014/main" id="{B20E653E-9B6A-9C19-6F2F-4F82AEB91EF8}"/>
              </a:ext>
            </a:extLst>
          </p:cNvPr>
          <p:cNvSpPr txBox="1"/>
          <p:nvPr/>
        </p:nvSpPr>
        <p:spPr>
          <a:xfrm>
            <a:off x="4868118" y="897721"/>
            <a:ext cx="382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7</a:t>
            </a:r>
            <a:endParaRPr lang="en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A7BF3A-8EF0-DACF-DC42-649A8FEF496F}"/>
                  </a:ext>
                </a:extLst>
              </p:cNvPr>
              <p:cNvSpPr txBox="1"/>
              <p:nvPr/>
            </p:nvSpPr>
            <p:spPr>
              <a:xfrm>
                <a:off x="5241895" y="868977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A7BF3A-8EF0-DACF-DC42-649A8FEF4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895" y="868977"/>
                <a:ext cx="38276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94">
            <a:extLst>
              <a:ext uri="{FF2B5EF4-FFF2-40B4-BE49-F238E27FC236}">
                <a16:creationId xmlns:a16="http://schemas.microsoft.com/office/drawing/2014/main" id="{C9D0A2A8-B33A-C934-8F55-6B9EE32AA96F}"/>
              </a:ext>
            </a:extLst>
          </p:cNvPr>
          <p:cNvSpPr txBox="1"/>
          <p:nvPr/>
        </p:nvSpPr>
        <p:spPr>
          <a:xfrm>
            <a:off x="5579300" y="884525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95">
                <a:extLst>
                  <a:ext uri="{FF2B5EF4-FFF2-40B4-BE49-F238E27FC236}">
                    <a16:creationId xmlns:a16="http://schemas.microsoft.com/office/drawing/2014/main" id="{B164077F-C8DA-907B-4579-B9E9D9CF8CCE}"/>
                  </a:ext>
                </a:extLst>
              </p:cNvPr>
              <p:cNvSpPr txBox="1"/>
              <p:nvPr/>
            </p:nvSpPr>
            <p:spPr>
              <a:xfrm>
                <a:off x="6240582" y="893466"/>
                <a:ext cx="4627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1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9" name="文字方塊 95">
                <a:extLst>
                  <a:ext uri="{FF2B5EF4-FFF2-40B4-BE49-F238E27FC236}">
                    <a16:creationId xmlns:a16="http://schemas.microsoft.com/office/drawing/2014/main" id="{B164077F-C8DA-907B-4579-B9E9D9CF8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582" y="893466"/>
                <a:ext cx="462767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92">
                <a:extLst>
                  <a:ext uri="{FF2B5EF4-FFF2-40B4-BE49-F238E27FC236}">
                    <a16:creationId xmlns:a16="http://schemas.microsoft.com/office/drawing/2014/main" id="{4D93ED59-11BF-5108-13D9-7668B26BABFC}"/>
                  </a:ext>
                </a:extLst>
              </p:cNvPr>
              <p:cNvSpPr txBox="1"/>
              <p:nvPr/>
            </p:nvSpPr>
            <p:spPr>
              <a:xfrm>
                <a:off x="5984572" y="86882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" name="文字方塊 92">
                <a:extLst>
                  <a:ext uri="{FF2B5EF4-FFF2-40B4-BE49-F238E27FC236}">
                    <a16:creationId xmlns:a16="http://schemas.microsoft.com/office/drawing/2014/main" id="{4D93ED59-11BF-5108-13D9-7668B26BA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572" y="868820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90">
                <a:extLst>
                  <a:ext uri="{FF2B5EF4-FFF2-40B4-BE49-F238E27FC236}">
                    <a16:creationId xmlns:a16="http://schemas.microsoft.com/office/drawing/2014/main" id="{75B85C6C-8396-5038-CD5E-6957BF917AE4}"/>
                  </a:ext>
                </a:extLst>
              </p:cNvPr>
              <p:cNvSpPr txBox="1"/>
              <p:nvPr/>
            </p:nvSpPr>
            <p:spPr>
              <a:xfrm>
                <a:off x="5696398" y="888429"/>
                <a:ext cx="3683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1" name="文字方塊 90">
                <a:extLst>
                  <a:ext uri="{FF2B5EF4-FFF2-40B4-BE49-F238E27FC236}">
                    <a16:creationId xmlns:a16="http://schemas.microsoft.com/office/drawing/2014/main" id="{75B85C6C-8396-5038-CD5E-6957BF917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6398" y="888429"/>
                <a:ext cx="36837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94">
            <a:extLst>
              <a:ext uri="{FF2B5EF4-FFF2-40B4-BE49-F238E27FC236}">
                <a16:creationId xmlns:a16="http://schemas.microsoft.com/office/drawing/2014/main" id="{96F79C3A-45D4-09A7-2FFD-906FA6FF2163}"/>
              </a:ext>
            </a:extLst>
          </p:cNvPr>
          <p:cNvSpPr txBox="1"/>
          <p:nvPr/>
        </p:nvSpPr>
        <p:spPr>
          <a:xfrm>
            <a:off x="6548338" y="909171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95">
                <a:extLst>
                  <a:ext uri="{FF2B5EF4-FFF2-40B4-BE49-F238E27FC236}">
                    <a16:creationId xmlns:a16="http://schemas.microsoft.com/office/drawing/2014/main" id="{DCF0CC6A-503E-0BBE-6EC9-6BB826875C04}"/>
                  </a:ext>
                </a:extLst>
              </p:cNvPr>
              <p:cNvSpPr txBox="1"/>
              <p:nvPr/>
            </p:nvSpPr>
            <p:spPr>
              <a:xfrm>
                <a:off x="7209620" y="887968"/>
                <a:ext cx="4627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7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23" name="文字方塊 95">
                <a:extLst>
                  <a:ext uri="{FF2B5EF4-FFF2-40B4-BE49-F238E27FC236}">
                    <a16:creationId xmlns:a16="http://schemas.microsoft.com/office/drawing/2014/main" id="{DCF0CC6A-503E-0BBE-6EC9-6BB826875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620" y="887968"/>
                <a:ext cx="462767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92">
                <a:extLst>
                  <a:ext uri="{FF2B5EF4-FFF2-40B4-BE49-F238E27FC236}">
                    <a16:creationId xmlns:a16="http://schemas.microsoft.com/office/drawing/2014/main" id="{146EFB14-44AD-1A7E-BE26-AD882F7292F3}"/>
                  </a:ext>
                </a:extLst>
              </p:cNvPr>
              <p:cNvSpPr txBox="1"/>
              <p:nvPr/>
            </p:nvSpPr>
            <p:spPr>
              <a:xfrm>
                <a:off x="6953610" y="86332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92">
                <a:extLst>
                  <a:ext uri="{FF2B5EF4-FFF2-40B4-BE49-F238E27FC236}">
                    <a16:creationId xmlns:a16="http://schemas.microsoft.com/office/drawing/2014/main" id="{146EFB14-44AD-1A7E-BE26-AD882F729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610" y="863322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90">
                <a:extLst>
                  <a:ext uri="{FF2B5EF4-FFF2-40B4-BE49-F238E27FC236}">
                    <a16:creationId xmlns:a16="http://schemas.microsoft.com/office/drawing/2014/main" id="{92C7CDAB-4FE0-A7BC-01B5-A75EECCAA8C8}"/>
                  </a:ext>
                </a:extLst>
              </p:cNvPr>
              <p:cNvSpPr txBox="1"/>
              <p:nvPr/>
            </p:nvSpPr>
            <p:spPr>
              <a:xfrm>
                <a:off x="6665436" y="882931"/>
                <a:ext cx="3683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5" name="文字方塊 90">
                <a:extLst>
                  <a:ext uri="{FF2B5EF4-FFF2-40B4-BE49-F238E27FC236}">
                    <a16:creationId xmlns:a16="http://schemas.microsoft.com/office/drawing/2014/main" id="{92C7CDAB-4FE0-A7BC-01B5-A75EECCAA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5436" y="882931"/>
                <a:ext cx="36837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28DFC1F1-9FFC-174C-47F8-293B91736385}"/>
              </a:ext>
            </a:extLst>
          </p:cNvPr>
          <p:cNvGrpSpPr/>
          <p:nvPr/>
        </p:nvGrpSpPr>
        <p:grpSpPr>
          <a:xfrm>
            <a:off x="8437796" y="872883"/>
            <a:ext cx="436843" cy="422255"/>
            <a:chOff x="10223770" y="1733059"/>
            <a:chExt cx="436843" cy="42225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F72EAFD-D8EE-A015-F5F3-761C7A31BB9D}"/>
                </a:ext>
              </a:extLst>
            </p:cNvPr>
            <p:cNvSpPr/>
            <p:nvPr/>
          </p:nvSpPr>
          <p:spPr>
            <a:xfrm>
              <a:off x="10223770" y="1733059"/>
              <a:ext cx="436843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B6CB6B3-C45C-4D57-5D16-5FF9A75C5736}"/>
                </a:ext>
              </a:extLst>
            </p:cNvPr>
            <p:cNvSpPr txBox="1"/>
            <p:nvPr/>
          </p:nvSpPr>
          <p:spPr>
            <a:xfrm>
              <a:off x="10226080" y="1755204"/>
              <a:ext cx="3414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</a:t>
              </a:r>
              <a:endParaRPr lang="en-US" sz="2000" dirty="0"/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72AA36AC-0FF9-CD3A-97C4-F69EBAEB96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2420" y="2691211"/>
            <a:ext cx="3368332" cy="1676545"/>
          </a:xfrm>
          <a:prstGeom prst="rect">
            <a:avLst/>
          </a:prstGeom>
        </p:spPr>
      </p:pic>
      <p:grpSp>
        <p:nvGrpSpPr>
          <p:cNvPr id="61" name="群組 139">
            <a:extLst>
              <a:ext uri="{FF2B5EF4-FFF2-40B4-BE49-F238E27FC236}">
                <a16:creationId xmlns:a16="http://schemas.microsoft.com/office/drawing/2014/main" id="{72216202-AEB6-D136-8D5D-2208D6DAEC99}"/>
              </a:ext>
            </a:extLst>
          </p:cNvPr>
          <p:cNvGrpSpPr/>
          <p:nvPr/>
        </p:nvGrpSpPr>
        <p:grpSpPr>
          <a:xfrm>
            <a:off x="6295493" y="3133568"/>
            <a:ext cx="815971" cy="477054"/>
            <a:chOff x="1826658" y="5460495"/>
            <a:chExt cx="815971" cy="477054"/>
          </a:xfrm>
        </p:grpSpPr>
        <p:sp>
          <p:nvSpPr>
            <p:cNvPr id="62" name="文字方塊 140">
              <a:extLst>
                <a:ext uri="{FF2B5EF4-FFF2-40B4-BE49-F238E27FC236}">
                  <a16:creationId xmlns:a16="http://schemas.microsoft.com/office/drawing/2014/main" id="{4841AB6F-BDFC-92BC-0BD5-A6BEB19DED57}"/>
                </a:ext>
              </a:extLst>
            </p:cNvPr>
            <p:cNvSpPr txBox="1"/>
            <p:nvPr/>
          </p:nvSpPr>
          <p:spPr>
            <a:xfrm>
              <a:off x="1826658" y="5537439"/>
              <a:ext cx="7059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49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p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63" name="文字方塊 141">
              <a:extLst>
                <a:ext uri="{FF2B5EF4-FFF2-40B4-BE49-F238E27FC236}">
                  <a16:creationId xmlns:a16="http://schemas.microsoft.com/office/drawing/2014/main" id="{83855F54-5C14-D692-EDC2-68ADF3119976}"/>
                </a:ext>
              </a:extLst>
            </p:cNvPr>
            <p:cNvSpPr txBox="1"/>
            <p:nvPr/>
          </p:nvSpPr>
          <p:spPr>
            <a:xfrm>
              <a:off x="235376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148">
                <a:extLst>
                  <a:ext uri="{FF2B5EF4-FFF2-40B4-BE49-F238E27FC236}">
                    <a16:creationId xmlns:a16="http://schemas.microsoft.com/office/drawing/2014/main" id="{266FD5E4-D786-4A93-CD8E-5475FABE3130}"/>
                  </a:ext>
                </a:extLst>
              </p:cNvPr>
              <p:cNvSpPr txBox="1"/>
              <p:nvPr/>
            </p:nvSpPr>
            <p:spPr>
              <a:xfrm>
                <a:off x="6978406" y="318602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4" name="文字方塊 148">
                <a:extLst>
                  <a:ext uri="{FF2B5EF4-FFF2-40B4-BE49-F238E27FC236}">
                    <a16:creationId xmlns:a16="http://schemas.microsoft.com/office/drawing/2014/main" id="{266FD5E4-D786-4A93-CD8E-5475FABE3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8406" y="3186023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文字方塊 149">
            <a:extLst>
              <a:ext uri="{FF2B5EF4-FFF2-40B4-BE49-F238E27FC236}">
                <a16:creationId xmlns:a16="http://schemas.microsoft.com/office/drawing/2014/main" id="{B3142188-2A26-2F33-484F-0B1BACAE62DE}"/>
              </a:ext>
            </a:extLst>
          </p:cNvPr>
          <p:cNvSpPr txBox="1"/>
          <p:nvPr/>
        </p:nvSpPr>
        <p:spPr>
          <a:xfrm>
            <a:off x="7233257" y="3211499"/>
            <a:ext cx="978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42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pq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字方塊 150">
                <a:extLst>
                  <a:ext uri="{FF2B5EF4-FFF2-40B4-BE49-F238E27FC236}">
                    <a16:creationId xmlns:a16="http://schemas.microsoft.com/office/drawing/2014/main" id="{7A5EDEE9-8368-5178-906D-FFA9087EF6E0}"/>
                  </a:ext>
                </a:extLst>
              </p:cNvPr>
              <p:cNvSpPr txBox="1"/>
              <p:nvPr/>
            </p:nvSpPr>
            <p:spPr>
              <a:xfrm>
                <a:off x="8073429" y="318572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6" name="文字方塊 150">
                <a:extLst>
                  <a:ext uri="{FF2B5EF4-FFF2-40B4-BE49-F238E27FC236}">
                    <a16:creationId xmlns:a16="http://schemas.microsoft.com/office/drawing/2014/main" id="{7A5EDEE9-8368-5178-906D-FFA9087EF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429" y="3185722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" name="群組 139">
            <a:extLst>
              <a:ext uri="{FF2B5EF4-FFF2-40B4-BE49-F238E27FC236}">
                <a16:creationId xmlns:a16="http://schemas.microsoft.com/office/drawing/2014/main" id="{8FBF42F1-5A8E-4400-1A93-923F57CBDBC5}"/>
              </a:ext>
            </a:extLst>
          </p:cNvPr>
          <p:cNvGrpSpPr/>
          <p:nvPr/>
        </p:nvGrpSpPr>
        <p:grpSpPr>
          <a:xfrm>
            <a:off x="8323755" y="3143099"/>
            <a:ext cx="653577" cy="481205"/>
            <a:chOff x="1739126" y="5456344"/>
            <a:chExt cx="653577" cy="481205"/>
          </a:xfrm>
        </p:grpSpPr>
        <p:sp>
          <p:nvSpPr>
            <p:cNvPr id="68" name="文字方塊 140">
              <a:extLst>
                <a:ext uri="{FF2B5EF4-FFF2-40B4-BE49-F238E27FC236}">
                  <a16:creationId xmlns:a16="http://schemas.microsoft.com/office/drawing/2014/main" id="{7BE74C89-52AB-8C0D-627F-9064C0E7003C}"/>
                </a:ext>
              </a:extLst>
            </p:cNvPr>
            <p:cNvSpPr txBox="1"/>
            <p:nvPr/>
          </p:nvSpPr>
          <p:spPr>
            <a:xfrm>
              <a:off x="1739126" y="5537439"/>
              <a:ext cx="5167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9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q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69" name="文字方塊 141">
              <a:extLst>
                <a:ext uri="{FF2B5EF4-FFF2-40B4-BE49-F238E27FC236}">
                  <a16:creationId xmlns:a16="http://schemas.microsoft.com/office/drawing/2014/main" id="{C1FAAB49-98DA-7ACF-5440-C69D3C02AAB7}"/>
                </a:ext>
              </a:extLst>
            </p:cNvPr>
            <p:cNvSpPr txBox="1"/>
            <p:nvPr/>
          </p:nvSpPr>
          <p:spPr>
            <a:xfrm>
              <a:off x="2103841" y="5456344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DB87C2B-3CBB-A908-A0C5-ECF90332F072}"/>
                  </a:ext>
                </a:extLst>
              </p:cNvPr>
              <p:cNvSpPr txBox="1"/>
              <p:nvPr/>
            </p:nvSpPr>
            <p:spPr>
              <a:xfrm>
                <a:off x="5992454" y="3693750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DB87C2B-3CBB-A908-A0C5-ECF90332F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2454" y="3693750"/>
                <a:ext cx="382766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" name="群組 230">
            <a:extLst>
              <a:ext uri="{FF2B5EF4-FFF2-40B4-BE49-F238E27FC236}">
                <a16:creationId xmlns:a16="http://schemas.microsoft.com/office/drawing/2014/main" id="{498BD22E-BFC6-2C0C-E07F-A9B3820E17E7}"/>
              </a:ext>
            </a:extLst>
          </p:cNvPr>
          <p:cNvGrpSpPr/>
          <p:nvPr/>
        </p:nvGrpSpPr>
        <p:grpSpPr>
          <a:xfrm>
            <a:off x="6268608" y="3646105"/>
            <a:ext cx="937555" cy="496395"/>
            <a:chOff x="2149561" y="1746430"/>
            <a:chExt cx="937555" cy="4963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文字方塊 231">
                  <a:extLst>
                    <a:ext uri="{FF2B5EF4-FFF2-40B4-BE49-F238E27FC236}">
                      <a16:creationId xmlns:a16="http://schemas.microsoft.com/office/drawing/2014/main" id="{505D1A73-5CA5-FF84-CA46-C97288F5A0CE}"/>
                    </a:ext>
                  </a:extLst>
                </p:cNvPr>
                <p:cNvSpPr txBox="1"/>
                <p:nvPr/>
              </p:nvSpPr>
              <p:spPr>
                <a:xfrm>
                  <a:off x="2149561" y="1814053"/>
                  <a:ext cx="827087" cy="4287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7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72" name="文字方塊 231">
                  <a:extLst>
                    <a:ext uri="{FF2B5EF4-FFF2-40B4-BE49-F238E27FC236}">
                      <a16:creationId xmlns:a16="http://schemas.microsoft.com/office/drawing/2014/main" id="{505D1A73-5CA5-FF84-CA46-C97288F5A0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9561" y="1814053"/>
                  <a:ext cx="827087" cy="42877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文字方塊 232">
              <a:extLst>
                <a:ext uri="{FF2B5EF4-FFF2-40B4-BE49-F238E27FC236}">
                  <a16:creationId xmlns:a16="http://schemas.microsoft.com/office/drawing/2014/main" id="{825DE74A-BB67-2CA7-4F49-E92F7E020EB3}"/>
                </a:ext>
              </a:extLst>
            </p:cNvPr>
            <p:cNvSpPr txBox="1"/>
            <p:nvPr/>
          </p:nvSpPr>
          <p:spPr>
            <a:xfrm>
              <a:off x="2729326" y="1746430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文字方塊 148">
                <a:extLst>
                  <a:ext uri="{FF2B5EF4-FFF2-40B4-BE49-F238E27FC236}">
                    <a16:creationId xmlns:a16="http://schemas.microsoft.com/office/drawing/2014/main" id="{50AB9DDF-9F80-E351-59F4-9D564E07B43B}"/>
                  </a:ext>
                </a:extLst>
              </p:cNvPr>
              <p:cNvSpPr txBox="1"/>
              <p:nvPr/>
            </p:nvSpPr>
            <p:spPr>
              <a:xfrm>
                <a:off x="7045455" y="371261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4" name="文字方塊 148">
                <a:extLst>
                  <a:ext uri="{FF2B5EF4-FFF2-40B4-BE49-F238E27FC236}">
                    <a16:creationId xmlns:a16="http://schemas.microsoft.com/office/drawing/2014/main" id="{50AB9DDF-9F80-E351-59F4-9D564E07B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455" y="3712616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文字方塊 151">
            <a:extLst>
              <a:ext uri="{FF2B5EF4-FFF2-40B4-BE49-F238E27FC236}">
                <a16:creationId xmlns:a16="http://schemas.microsoft.com/office/drawing/2014/main" id="{FC1F5974-2B9F-8BDA-E2A0-7F2BE3C9A483}"/>
              </a:ext>
            </a:extLst>
          </p:cNvPr>
          <p:cNvSpPr txBox="1"/>
          <p:nvPr/>
        </p:nvSpPr>
        <p:spPr>
          <a:xfrm>
            <a:off x="7299432" y="3738092"/>
            <a:ext cx="377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24B2AA9-7C32-5ECF-6DD3-A3CEE8A4B130}"/>
                  </a:ext>
                </a:extLst>
              </p:cNvPr>
              <p:cNvSpPr txBox="1"/>
              <p:nvPr/>
            </p:nvSpPr>
            <p:spPr>
              <a:xfrm>
                <a:off x="7519371" y="3717314"/>
                <a:ext cx="754342" cy="428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7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24B2AA9-7C32-5ECF-6DD3-A3CEE8A4B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9371" y="3717314"/>
                <a:ext cx="754342" cy="42877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22CC906-D722-68C4-5EBC-057986C22F96}"/>
                  </a:ext>
                </a:extLst>
              </p:cNvPr>
              <p:cNvSpPr txBox="1"/>
              <p:nvPr/>
            </p:nvSpPr>
            <p:spPr>
              <a:xfrm>
                <a:off x="8120883" y="3718343"/>
                <a:ext cx="690776" cy="4287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Lucida Calligraphy" panose="03010101010101010101" pitchFamily="66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22CC906-D722-68C4-5EBC-057986C22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883" y="3718343"/>
                <a:ext cx="690776" cy="42870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字方塊 150">
                <a:extLst>
                  <a:ext uri="{FF2B5EF4-FFF2-40B4-BE49-F238E27FC236}">
                    <a16:creationId xmlns:a16="http://schemas.microsoft.com/office/drawing/2014/main" id="{6BD52FB4-1077-85CF-1040-5B9084926545}"/>
                  </a:ext>
                </a:extLst>
              </p:cNvPr>
              <p:cNvSpPr txBox="1"/>
              <p:nvPr/>
            </p:nvSpPr>
            <p:spPr>
              <a:xfrm>
                <a:off x="8739267" y="371983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8" name="文字方塊 150">
                <a:extLst>
                  <a:ext uri="{FF2B5EF4-FFF2-40B4-BE49-F238E27FC236}">
                    <a16:creationId xmlns:a16="http://schemas.microsoft.com/office/drawing/2014/main" id="{6BD52FB4-1077-85CF-1040-5B9084926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9267" y="3719835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群組 230">
            <a:extLst>
              <a:ext uri="{FF2B5EF4-FFF2-40B4-BE49-F238E27FC236}">
                <a16:creationId xmlns:a16="http://schemas.microsoft.com/office/drawing/2014/main" id="{EB746777-9A84-11EF-DC96-5B620F88CC2E}"/>
              </a:ext>
            </a:extLst>
          </p:cNvPr>
          <p:cNvGrpSpPr/>
          <p:nvPr/>
        </p:nvGrpSpPr>
        <p:grpSpPr>
          <a:xfrm>
            <a:off x="9000799" y="3668876"/>
            <a:ext cx="929892" cy="498757"/>
            <a:chOff x="2149561" y="1744003"/>
            <a:chExt cx="929892" cy="49875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文字方塊 231">
                  <a:extLst>
                    <a:ext uri="{FF2B5EF4-FFF2-40B4-BE49-F238E27FC236}">
                      <a16:creationId xmlns:a16="http://schemas.microsoft.com/office/drawing/2014/main" id="{BA1CE58A-3E7B-177C-2B8C-D2C3EECCC540}"/>
                    </a:ext>
                  </a:extLst>
                </p:cNvPr>
                <p:cNvSpPr txBox="1"/>
                <p:nvPr/>
              </p:nvSpPr>
              <p:spPr>
                <a:xfrm>
                  <a:off x="2149561" y="1814053"/>
                  <a:ext cx="827087" cy="4287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Lucida Calligraphy" panose="03010101010101010101" pitchFamily="66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80" name="文字方塊 231">
                  <a:extLst>
                    <a:ext uri="{FF2B5EF4-FFF2-40B4-BE49-F238E27FC236}">
                      <a16:creationId xmlns:a16="http://schemas.microsoft.com/office/drawing/2014/main" id="{BA1CE58A-3E7B-177C-2B8C-D2C3EECCC5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9561" y="1814053"/>
                  <a:ext cx="827087" cy="42870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文字方塊 232">
              <a:extLst>
                <a:ext uri="{FF2B5EF4-FFF2-40B4-BE49-F238E27FC236}">
                  <a16:creationId xmlns:a16="http://schemas.microsoft.com/office/drawing/2014/main" id="{97B5C535-6009-5A36-7822-29862DF5C6B1}"/>
                </a:ext>
              </a:extLst>
            </p:cNvPr>
            <p:cNvSpPr txBox="1"/>
            <p:nvPr/>
          </p:nvSpPr>
          <p:spPr>
            <a:xfrm>
              <a:off x="2721663" y="1744003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CCF2256-A8F4-D79D-71B1-1A043EFC8996}"/>
                  </a:ext>
                </a:extLst>
              </p:cNvPr>
              <p:cNvSpPr txBox="1"/>
              <p:nvPr/>
            </p:nvSpPr>
            <p:spPr>
              <a:xfrm>
                <a:off x="5992454" y="4224729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CCF2256-A8F4-D79D-71B1-1A043EFC8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2454" y="4224729"/>
                <a:ext cx="382766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文字方塊 93">
            <a:extLst>
              <a:ext uri="{FF2B5EF4-FFF2-40B4-BE49-F238E27FC236}">
                <a16:creationId xmlns:a16="http://schemas.microsoft.com/office/drawing/2014/main" id="{67915210-5046-749B-9BBF-46C4AC2372D7}"/>
              </a:ext>
            </a:extLst>
          </p:cNvPr>
          <p:cNvSpPr txBox="1"/>
          <p:nvPr/>
        </p:nvSpPr>
        <p:spPr>
          <a:xfrm>
            <a:off x="7527315" y="4173690"/>
            <a:ext cx="288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84" name="文字方塊 94">
            <a:extLst>
              <a:ext uri="{FF2B5EF4-FFF2-40B4-BE49-F238E27FC236}">
                <a16:creationId xmlns:a16="http://schemas.microsoft.com/office/drawing/2014/main" id="{5CAD2ADB-7CFB-313A-BACB-96445A7CDDC5}"/>
              </a:ext>
            </a:extLst>
          </p:cNvPr>
          <p:cNvSpPr txBox="1"/>
          <p:nvPr/>
        </p:nvSpPr>
        <p:spPr>
          <a:xfrm>
            <a:off x="6263669" y="4244185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文字方塊 95">
                <a:extLst>
                  <a:ext uri="{FF2B5EF4-FFF2-40B4-BE49-F238E27FC236}">
                    <a16:creationId xmlns:a16="http://schemas.microsoft.com/office/drawing/2014/main" id="{073D936D-EE84-C308-7211-12200325A3E6}"/>
                  </a:ext>
                </a:extLst>
              </p:cNvPr>
              <p:cNvSpPr txBox="1"/>
              <p:nvPr/>
            </p:nvSpPr>
            <p:spPr>
              <a:xfrm>
                <a:off x="7049014" y="4253126"/>
                <a:ext cx="642931" cy="417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66FFFF"/>
                        </a:solidFill>
                        <a:latin typeface="Lucida Handwriting" panose="03010101010101010101" pitchFamily="66" charset="0"/>
                      </a:rPr>
                      <m:t>3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66FFFF"/>
                        </a:solidFill>
                        <a:latin typeface="Lucida Calligraphy" panose="03010101010101010101" pitchFamily="66" charset="0"/>
                      </a:rPr>
                      <m:t>q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85" name="文字方塊 95">
                <a:extLst>
                  <a:ext uri="{FF2B5EF4-FFF2-40B4-BE49-F238E27FC236}">
                    <a16:creationId xmlns:a16="http://schemas.microsoft.com/office/drawing/2014/main" id="{073D936D-EE84-C308-7211-12200325A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9014" y="4253126"/>
                <a:ext cx="642931" cy="41774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6" name="文字方塊 92">
                <a:extLst>
                  <a:ext uri="{FF2B5EF4-FFF2-40B4-BE49-F238E27FC236}">
                    <a16:creationId xmlns:a16="http://schemas.microsoft.com/office/drawing/2014/main" id="{342B91E8-CD36-B011-0AB6-62493792C6D1}"/>
                  </a:ext>
                </a:extLst>
              </p:cNvPr>
              <p:cNvSpPr txBox="1"/>
              <p:nvPr/>
            </p:nvSpPr>
            <p:spPr>
              <a:xfrm>
                <a:off x="6793004" y="42499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6" name="文字方塊 92">
                <a:extLst>
                  <a:ext uri="{FF2B5EF4-FFF2-40B4-BE49-F238E27FC236}">
                    <a16:creationId xmlns:a16="http://schemas.microsoft.com/office/drawing/2014/main" id="{342B91E8-CD36-B011-0AB6-62493792C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004" y="4249912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文字方塊 90">
                <a:extLst>
                  <a:ext uri="{FF2B5EF4-FFF2-40B4-BE49-F238E27FC236}">
                    <a16:creationId xmlns:a16="http://schemas.microsoft.com/office/drawing/2014/main" id="{53462F3F-6D10-90F4-EA18-CFA55D617B99}"/>
                  </a:ext>
                </a:extLst>
              </p:cNvPr>
              <p:cNvSpPr txBox="1"/>
              <p:nvPr/>
            </p:nvSpPr>
            <p:spPr>
              <a:xfrm>
                <a:off x="6354516" y="4241785"/>
                <a:ext cx="432905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7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p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87" name="文字方塊 90">
                <a:extLst>
                  <a:ext uri="{FF2B5EF4-FFF2-40B4-BE49-F238E27FC236}">
                    <a16:creationId xmlns:a16="http://schemas.microsoft.com/office/drawing/2014/main" id="{53462F3F-6D10-90F4-EA18-CFA55D617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516" y="4241785"/>
                <a:ext cx="432905" cy="417807"/>
              </a:xfrm>
              <a:prstGeom prst="rect">
                <a:avLst/>
              </a:prstGeom>
              <a:blipFill>
                <a:blip r:embed="rId25"/>
                <a:stretch>
                  <a:fillRect r="-5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30900527-39E5-5081-68D8-B7A6A52AD2A0}"/>
              </a:ext>
            </a:extLst>
          </p:cNvPr>
          <p:cNvGrpSpPr/>
          <p:nvPr/>
        </p:nvGrpSpPr>
        <p:grpSpPr>
          <a:xfrm>
            <a:off x="8437795" y="4877677"/>
            <a:ext cx="436843" cy="412527"/>
            <a:chOff x="10223770" y="1733059"/>
            <a:chExt cx="436843" cy="412527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D8B7FDC-7702-D74B-D097-32295EF0DE21}"/>
                </a:ext>
              </a:extLst>
            </p:cNvPr>
            <p:cNvSpPr/>
            <p:nvPr/>
          </p:nvSpPr>
          <p:spPr>
            <a:xfrm>
              <a:off x="10223770" y="1733059"/>
              <a:ext cx="436843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76D1B04-C4DE-10BD-7B32-5998B9641206}"/>
                </a:ext>
              </a:extLst>
            </p:cNvPr>
            <p:cNvSpPr txBox="1"/>
            <p:nvPr/>
          </p:nvSpPr>
          <p:spPr>
            <a:xfrm>
              <a:off x="10228926" y="1745476"/>
              <a:ext cx="3414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</a:t>
              </a:r>
              <a:endParaRPr lang="en-US" sz="2000" dirty="0"/>
            </a:p>
          </p:txBody>
        </p:sp>
      </p:grpSp>
      <p:grpSp>
        <p:nvGrpSpPr>
          <p:cNvPr id="91" name="群組 139">
            <a:extLst>
              <a:ext uri="{FF2B5EF4-FFF2-40B4-BE49-F238E27FC236}">
                <a16:creationId xmlns:a16="http://schemas.microsoft.com/office/drawing/2014/main" id="{94B9F4A9-2A2F-DD33-6A41-7097D2D53AE7}"/>
              </a:ext>
            </a:extLst>
          </p:cNvPr>
          <p:cNvGrpSpPr/>
          <p:nvPr/>
        </p:nvGrpSpPr>
        <p:grpSpPr>
          <a:xfrm>
            <a:off x="3484282" y="3117683"/>
            <a:ext cx="815971" cy="477054"/>
            <a:chOff x="1826658" y="5460495"/>
            <a:chExt cx="815971" cy="477054"/>
          </a:xfrm>
        </p:grpSpPr>
        <p:sp>
          <p:nvSpPr>
            <p:cNvPr id="92" name="文字方塊 140">
              <a:extLst>
                <a:ext uri="{FF2B5EF4-FFF2-40B4-BE49-F238E27FC236}">
                  <a16:creationId xmlns:a16="http://schemas.microsoft.com/office/drawing/2014/main" id="{286D3284-C852-01BC-DDED-43430131368B}"/>
                </a:ext>
              </a:extLst>
            </p:cNvPr>
            <p:cNvSpPr txBox="1"/>
            <p:nvPr/>
          </p:nvSpPr>
          <p:spPr>
            <a:xfrm>
              <a:off x="1826658" y="5537439"/>
              <a:ext cx="7059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49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p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93" name="文字方塊 141">
              <a:extLst>
                <a:ext uri="{FF2B5EF4-FFF2-40B4-BE49-F238E27FC236}">
                  <a16:creationId xmlns:a16="http://schemas.microsoft.com/office/drawing/2014/main" id="{78A66C6E-BAA3-2E5C-1205-38F5A7DAE630}"/>
                </a:ext>
              </a:extLst>
            </p:cNvPr>
            <p:cNvSpPr txBox="1"/>
            <p:nvPr/>
          </p:nvSpPr>
          <p:spPr>
            <a:xfrm>
              <a:off x="235376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字方塊 150">
                <a:extLst>
                  <a:ext uri="{FF2B5EF4-FFF2-40B4-BE49-F238E27FC236}">
                    <a16:creationId xmlns:a16="http://schemas.microsoft.com/office/drawing/2014/main" id="{DF8D2400-E23B-1857-300C-A72D55A4286B}"/>
                  </a:ext>
                </a:extLst>
              </p:cNvPr>
              <p:cNvSpPr txBox="1"/>
              <p:nvPr/>
            </p:nvSpPr>
            <p:spPr>
              <a:xfrm>
                <a:off x="4152409" y="316964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4" name="文字方塊 150">
                <a:extLst>
                  <a:ext uri="{FF2B5EF4-FFF2-40B4-BE49-F238E27FC236}">
                    <a16:creationId xmlns:a16="http://schemas.microsoft.com/office/drawing/2014/main" id="{DF8D2400-E23B-1857-300C-A72D55A42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409" y="3169643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5" name="群組 139">
            <a:extLst>
              <a:ext uri="{FF2B5EF4-FFF2-40B4-BE49-F238E27FC236}">
                <a16:creationId xmlns:a16="http://schemas.microsoft.com/office/drawing/2014/main" id="{51109229-097F-5A10-D86A-9034258818A5}"/>
              </a:ext>
            </a:extLst>
          </p:cNvPr>
          <p:cNvGrpSpPr/>
          <p:nvPr/>
        </p:nvGrpSpPr>
        <p:grpSpPr>
          <a:xfrm>
            <a:off x="4402735" y="3127020"/>
            <a:ext cx="653577" cy="481205"/>
            <a:chOff x="1739126" y="5456344"/>
            <a:chExt cx="653577" cy="481205"/>
          </a:xfrm>
        </p:grpSpPr>
        <p:sp>
          <p:nvSpPr>
            <p:cNvPr id="96" name="文字方塊 140">
              <a:extLst>
                <a:ext uri="{FF2B5EF4-FFF2-40B4-BE49-F238E27FC236}">
                  <a16:creationId xmlns:a16="http://schemas.microsoft.com/office/drawing/2014/main" id="{0AD1A1E6-F295-DB14-83C4-0D0638BDB3EA}"/>
                </a:ext>
              </a:extLst>
            </p:cNvPr>
            <p:cNvSpPr txBox="1"/>
            <p:nvPr/>
          </p:nvSpPr>
          <p:spPr>
            <a:xfrm>
              <a:off x="1739126" y="5537439"/>
              <a:ext cx="5167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9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q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97" name="文字方塊 141">
              <a:extLst>
                <a:ext uri="{FF2B5EF4-FFF2-40B4-BE49-F238E27FC236}">
                  <a16:creationId xmlns:a16="http://schemas.microsoft.com/office/drawing/2014/main" id="{6A2EE072-6131-6601-5FD1-4649B73B9231}"/>
                </a:ext>
              </a:extLst>
            </p:cNvPr>
            <p:cNvSpPr txBox="1"/>
            <p:nvPr/>
          </p:nvSpPr>
          <p:spPr>
            <a:xfrm>
              <a:off x="2103841" y="5456344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字方塊 148">
                <a:extLst>
                  <a:ext uri="{FF2B5EF4-FFF2-40B4-BE49-F238E27FC236}">
                    <a16:creationId xmlns:a16="http://schemas.microsoft.com/office/drawing/2014/main" id="{14E77C8D-B647-8D21-F554-F0C29F2721B8}"/>
                  </a:ext>
                </a:extLst>
              </p:cNvPr>
              <p:cNvSpPr txBox="1"/>
              <p:nvPr/>
            </p:nvSpPr>
            <p:spPr>
              <a:xfrm>
                <a:off x="4912897" y="31718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8" name="文字方塊 148">
                <a:extLst>
                  <a:ext uri="{FF2B5EF4-FFF2-40B4-BE49-F238E27FC236}">
                    <a16:creationId xmlns:a16="http://schemas.microsoft.com/office/drawing/2014/main" id="{14E77C8D-B647-8D21-F554-F0C29F272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897" y="3171856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文字方塊 149">
            <a:extLst>
              <a:ext uri="{FF2B5EF4-FFF2-40B4-BE49-F238E27FC236}">
                <a16:creationId xmlns:a16="http://schemas.microsoft.com/office/drawing/2014/main" id="{1AFD198D-F797-16F5-BF2F-9D8D0A125F30}"/>
              </a:ext>
            </a:extLst>
          </p:cNvPr>
          <p:cNvSpPr txBox="1"/>
          <p:nvPr/>
        </p:nvSpPr>
        <p:spPr>
          <a:xfrm>
            <a:off x="5186602" y="3197332"/>
            <a:ext cx="978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42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pq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5643D4D0-B53A-9ABC-4218-821C4F69C462}"/>
                  </a:ext>
                </a:extLst>
              </p:cNvPr>
              <p:cNvSpPr txBox="1"/>
              <p:nvPr/>
            </p:nvSpPr>
            <p:spPr>
              <a:xfrm>
                <a:off x="6001691" y="3168109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5643D4D0-B53A-9ABC-4218-821C4F69C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1691" y="3168109"/>
                <a:ext cx="382766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4398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64" grpId="0"/>
      <p:bldP spid="65" grpId="0"/>
      <p:bldP spid="66" grpId="0"/>
      <p:bldP spid="70" grpId="0"/>
      <p:bldP spid="74" grpId="0"/>
      <p:bldP spid="75" grpId="0"/>
      <p:bldP spid="76" grpId="0"/>
      <p:bldP spid="77" grpId="0"/>
      <p:bldP spid="78" grpId="0"/>
      <p:bldP spid="82" grpId="0"/>
      <p:bldP spid="83" grpId="0"/>
      <p:bldP spid="84" grpId="0"/>
      <p:bldP spid="85" grpId="0"/>
      <p:bldP spid="86" grpId="0"/>
      <p:bldP spid="87" grpId="0"/>
      <p:bldP spid="94" grpId="0"/>
      <p:bldP spid="98" grpId="0"/>
      <p:bldP spid="99" grpId="0"/>
      <p:bldP spid="10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>
            <a:extLst>
              <a:ext uri="{FF2B5EF4-FFF2-40B4-BE49-F238E27FC236}">
                <a16:creationId xmlns:a16="http://schemas.microsoft.com/office/drawing/2014/main" id="{C3CCA273-FEF0-481D-BFBE-D9406564C50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19" y="252771"/>
            <a:ext cx="6027942" cy="2674852"/>
          </a:xfrm>
          <a:prstGeom prst="rect">
            <a:avLst/>
          </a:prstGeom>
        </p:spPr>
      </p:pic>
      <p:grpSp>
        <p:nvGrpSpPr>
          <p:cNvPr id="4" name="群組 139">
            <a:extLst>
              <a:ext uri="{FF2B5EF4-FFF2-40B4-BE49-F238E27FC236}">
                <a16:creationId xmlns:a16="http://schemas.microsoft.com/office/drawing/2014/main" id="{3EF922F9-12DE-6FF7-A13C-1C9990B2F2C1}"/>
              </a:ext>
            </a:extLst>
          </p:cNvPr>
          <p:cNvGrpSpPr/>
          <p:nvPr/>
        </p:nvGrpSpPr>
        <p:grpSpPr>
          <a:xfrm>
            <a:off x="4130649" y="726182"/>
            <a:ext cx="523241" cy="481749"/>
            <a:chOff x="2119388" y="5460495"/>
            <a:chExt cx="523241" cy="481749"/>
          </a:xfrm>
        </p:grpSpPr>
        <p:sp>
          <p:nvSpPr>
            <p:cNvPr id="5" name="文字方塊 140">
              <a:extLst>
                <a:ext uri="{FF2B5EF4-FFF2-40B4-BE49-F238E27FC236}">
                  <a16:creationId xmlns:a16="http://schemas.microsoft.com/office/drawing/2014/main" id="{3EB1BC4E-8DA3-75C1-B161-72014F06B4D2}"/>
                </a:ext>
              </a:extLst>
            </p:cNvPr>
            <p:cNvSpPr txBox="1"/>
            <p:nvPr/>
          </p:nvSpPr>
          <p:spPr>
            <a:xfrm>
              <a:off x="2119388" y="5542134"/>
              <a:ext cx="4726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6" name="文字方塊 141">
              <a:extLst>
                <a:ext uri="{FF2B5EF4-FFF2-40B4-BE49-F238E27FC236}">
                  <a16:creationId xmlns:a16="http://schemas.microsoft.com/office/drawing/2014/main" id="{1DD86C8C-B52B-2AD5-40B2-94822D590959}"/>
                </a:ext>
              </a:extLst>
            </p:cNvPr>
            <p:cNvSpPr txBox="1"/>
            <p:nvPr/>
          </p:nvSpPr>
          <p:spPr>
            <a:xfrm>
              <a:off x="235376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148">
                <a:extLst>
                  <a:ext uri="{FF2B5EF4-FFF2-40B4-BE49-F238E27FC236}">
                    <a16:creationId xmlns:a16="http://schemas.microsoft.com/office/drawing/2014/main" id="{5848717B-B0F4-EBE6-8B2B-26C83C991EC3}"/>
                  </a:ext>
                </a:extLst>
              </p:cNvPr>
              <p:cNvSpPr txBox="1"/>
              <p:nvPr/>
            </p:nvSpPr>
            <p:spPr>
              <a:xfrm>
                <a:off x="4486941" y="7882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" name="文字方塊 148">
                <a:extLst>
                  <a:ext uri="{FF2B5EF4-FFF2-40B4-BE49-F238E27FC236}">
                    <a16:creationId xmlns:a16="http://schemas.microsoft.com/office/drawing/2014/main" id="{5848717B-B0F4-EBE6-8B2B-26C83C991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941" y="788212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149">
            <a:extLst>
              <a:ext uri="{FF2B5EF4-FFF2-40B4-BE49-F238E27FC236}">
                <a16:creationId xmlns:a16="http://schemas.microsoft.com/office/drawing/2014/main" id="{844806BB-8E14-AE76-03F7-147E2062140D}"/>
              </a:ext>
            </a:extLst>
          </p:cNvPr>
          <p:cNvSpPr txBox="1"/>
          <p:nvPr/>
        </p:nvSpPr>
        <p:spPr>
          <a:xfrm>
            <a:off x="4741793" y="813688"/>
            <a:ext cx="431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088A99E-6D59-3F18-6DEC-A9D1927C801A}"/>
                  </a:ext>
                </a:extLst>
              </p:cNvPr>
              <p:cNvSpPr txBox="1"/>
              <p:nvPr/>
            </p:nvSpPr>
            <p:spPr>
              <a:xfrm>
                <a:off x="5010182" y="793867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088A99E-6D59-3F18-6DEC-A9D1927C8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182" y="793867"/>
                <a:ext cx="382766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4">
            <a:extLst>
              <a:ext uri="{FF2B5EF4-FFF2-40B4-BE49-F238E27FC236}">
                <a16:creationId xmlns:a16="http://schemas.microsoft.com/office/drawing/2014/main" id="{EB64DF3E-33B4-DEB0-82CF-F01C3BE1A729}"/>
              </a:ext>
            </a:extLst>
          </p:cNvPr>
          <p:cNvSpPr txBox="1"/>
          <p:nvPr/>
        </p:nvSpPr>
        <p:spPr>
          <a:xfrm>
            <a:off x="5347587" y="809415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95">
                <a:extLst>
                  <a:ext uri="{FF2B5EF4-FFF2-40B4-BE49-F238E27FC236}">
                    <a16:creationId xmlns:a16="http://schemas.microsoft.com/office/drawing/2014/main" id="{5E7AE6F2-02F2-89E3-5EE5-C33BDC39D21B}"/>
                  </a:ext>
                </a:extLst>
              </p:cNvPr>
              <p:cNvSpPr txBox="1"/>
              <p:nvPr/>
            </p:nvSpPr>
            <p:spPr>
              <a:xfrm>
                <a:off x="6008869" y="818356"/>
                <a:ext cx="4627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2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1" name="文字方塊 95">
                <a:extLst>
                  <a:ext uri="{FF2B5EF4-FFF2-40B4-BE49-F238E27FC236}">
                    <a16:creationId xmlns:a16="http://schemas.microsoft.com/office/drawing/2014/main" id="{5E7AE6F2-02F2-89E3-5EE5-C33BDC39D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869" y="818356"/>
                <a:ext cx="462767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92">
                <a:extLst>
                  <a:ext uri="{FF2B5EF4-FFF2-40B4-BE49-F238E27FC236}">
                    <a16:creationId xmlns:a16="http://schemas.microsoft.com/office/drawing/2014/main" id="{3ECD7A33-A7D0-D630-2EDC-36B4F70E4E74}"/>
                  </a:ext>
                </a:extLst>
              </p:cNvPr>
              <p:cNvSpPr txBox="1"/>
              <p:nvPr/>
            </p:nvSpPr>
            <p:spPr>
              <a:xfrm>
                <a:off x="5752859" y="79371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" name="文字方塊 92">
                <a:extLst>
                  <a:ext uri="{FF2B5EF4-FFF2-40B4-BE49-F238E27FC236}">
                    <a16:creationId xmlns:a16="http://schemas.microsoft.com/office/drawing/2014/main" id="{3ECD7A33-A7D0-D630-2EDC-36B4F70E4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859" y="793710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90">
                <a:extLst>
                  <a:ext uri="{FF2B5EF4-FFF2-40B4-BE49-F238E27FC236}">
                    <a16:creationId xmlns:a16="http://schemas.microsoft.com/office/drawing/2014/main" id="{CE2122AF-F620-0204-01B1-B9A51BA646E9}"/>
                  </a:ext>
                </a:extLst>
              </p:cNvPr>
              <p:cNvSpPr txBox="1"/>
              <p:nvPr/>
            </p:nvSpPr>
            <p:spPr>
              <a:xfrm>
                <a:off x="5464685" y="813319"/>
                <a:ext cx="3683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90">
                <a:extLst>
                  <a:ext uri="{FF2B5EF4-FFF2-40B4-BE49-F238E27FC236}">
                    <a16:creationId xmlns:a16="http://schemas.microsoft.com/office/drawing/2014/main" id="{CE2122AF-F620-0204-01B1-B9A51BA64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4685" y="813319"/>
                <a:ext cx="36837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94">
            <a:extLst>
              <a:ext uri="{FF2B5EF4-FFF2-40B4-BE49-F238E27FC236}">
                <a16:creationId xmlns:a16="http://schemas.microsoft.com/office/drawing/2014/main" id="{418DF5BE-02A3-BC9E-0272-6480E1A3DA61}"/>
              </a:ext>
            </a:extLst>
          </p:cNvPr>
          <p:cNvSpPr txBox="1"/>
          <p:nvPr/>
        </p:nvSpPr>
        <p:spPr>
          <a:xfrm>
            <a:off x="6316625" y="834061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95">
                <a:extLst>
                  <a:ext uri="{FF2B5EF4-FFF2-40B4-BE49-F238E27FC236}">
                    <a16:creationId xmlns:a16="http://schemas.microsoft.com/office/drawing/2014/main" id="{51E6B3C1-3C7F-FCDB-8F0C-336CF8863079}"/>
                  </a:ext>
                </a:extLst>
              </p:cNvPr>
              <p:cNvSpPr txBox="1"/>
              <p:nvPr/>
            </p:nvSpPr>
            <p:spPr>
              <a:xfrm>
                <a:off x="6977907" y="812858"/>
                <a:ext cx="4627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2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5" name="文字方塊 95">
                <a:extLst>
                  <a:ext uri="{FF2B5EF4-FFF2-40B4-BE49-F238E27FC236}">
                    <a16:creationId xmlns:a16="http://schemas.microsoft.com/office/drawing/2014/main" id="{51E6B3C1-3C7F-FCDB-8F0C-336CF8863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7907" y="812858"/>
                <a:ext cx="462767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92">
                <a:extLst>
                  <a:ext uri="{FF2B5EF4-FFF2-40B4-BE49-F238E27FC236}">
                    <a16:creationId xmlns:a16="http://schemas.microsoft.com/office/drawing/2014/main" id="{2286A186-C74C-888C-3085-9A204F4A3F1F}"/>
                  </a:ext>
                </a:extLst>
              </p:cNvPr>
              <p:cNvSpPr txBox="1"/>
              <p:nvPr/>
            </p:nvSpPr>
            <p:spPr>
              <a:xfrm>
                <a:off x="6721897" y="7882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92">
                <a:extLst>
                  <a:ext uri="{FF2B5EF4-FFF2-40B4-BE49-F238E27FC236}">
                    <a16:creationId xmlns:a16="http://schemas.microsoft.com/office/drawing/2014/main" id="{2286A186-C74C-888C-3085-9A204F4A3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897" y="788212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90">
                <a:extLst>
                  <a:ext uri="{FF2B5EF4-FFF2-40B4-BE49-F238E27FC236}">
                    <a16:creationId xmlns:a16="http://schemas.microsoft.com/office/drawing/2014/main" id="{FFAE5D08-8EF2-E514-C6E1-AE8A75A6CEF4}"/>
                  </a:ext>
                </a:extLst>
              </p:cNvPr>
              <p:cNvSpPr txBox="1"/>
              <p:nvPr/>
            </p:nvSpPr>
            <p:spPr>
              <a:xfrm>
                <a:off x="6433723" y="807821"/>
                <a:ext cx="3683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7" name="文字方塊 90">
                <a:extLst>
                  <a:ext uri="{FF2B5EF4-FFF2-40B4-BE49-F238E27FC236}">
                    <a16:creationId xmlns:a16="http://schemas.microsoft.com/office/drawing/2014/main" id="{FFAE5D08-8EF2-E514-C6E1-AE8A75A6C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723" y="807821"/>
                <a:ext cx="36837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1C2AE19-BE7E-A906-7F0B-A384FE865A50}"/>
              </a:ext>
            </a:extLst>
          </p:cNvPr>
          <p:cNvSpPr txBox="1"/>
          <p:nvPr/>
        </p:nvSpPr>
        <p:spPr>
          <a:xfrm>
            <a:off x="3614967" y="788212"/>
            <a:ext cx="4464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II:</a:t>
            </a:r>
            <a:endParaRPr 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49C6C6-6B83-5104-BC39-FDAF67DD306D}"/>
              </a:ext>
            </a:extLst>
          </p:cNvPr>
          <p:cNvSpPr txBox="1"/>
          <p:nvPr/>
        </p:nvSpPr>
        <p:spPr>
          <a:xfrm>
            <a:off x="3493200" y="1470600"/>
            <a:ext cx="568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III:</a:t>
            </a:r>
            <a:endParaRPr lang="en-US" sz="2000" dirty="0"/>
          </a:p>
        </p:txBody>
      </p:sp>
      <p:sp>
        <p:nvSpPr>
          <p:cNvPr id="21" name="文字方塊 93">
            <a:extLst>
              <a:ext uri="{FF2B5EF4-FFF2-40B4-BE49-F238E27FC236}">
                <a16:creationId xmlns:a16="http://schemas.microsoft.com/office/drawing/2014/main" id="{8A531740-FA7A-930E-C68F-EDD751944C73}"/>
              </a:ext>
            </a:extLst>
          </p:cNvPr>
          <p:cNvSpPr txBox="1"/>
          <p:nvPr/>
        </p:nvSpPr>
        <p:spPr>
          <a:xfrm>
            <a:off x="5015764" y="1411243"/>
            <a:ext cx="288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22" name="文字方塊 94">
            <a:extLst>
              <a:ext uri="{FF2B5EF4-FFF2-40B4-BE49-F238E27FC236}">
                <a16:creationId xmlns:a16="http://schemas.microsoft.com/office/drawing/2014/main" id="{DBEAEFC9-B5E9-3DFF-D51C-5D79ADF7D89E}"/>
              </a:ext>
            </a:extLst>
          </p:cNvPr>
          <p:cNvSpPr txBox="1"/>
          <p:nvPr/>
        </p:nvSpPr>
        <p:spPr>
          <a:xfrm>
            <a:off x="4076402" y="1472860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95">
                <a:extLst>
                  <a:ext uri="{FF2B5EF4-FFF2-40B4-BE49-F238E27FC236}">
                    <a16:creationId xmlns:a16="http://schemas.microsoft.com/office/drawing/2014/main" id="{82B40A8F-4E63-FF72-2C0B-93BD572B1164}"/>
                  </a:ext>
                </a:extLst>
              </p:cNvPr>
              <p:cNvSpPr txBox="1"/>
              <p:nvPr/>
            </p:nvSpPr>
            <p:spPr>
              <a:xfrm>
                <a:off x="4702834" y="1490679"/>
                <a:ext cx="4783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3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23" name="文字方塊 95">
                <a:extLst>
                  <a:ext uri="{FF2B5EF4-FFF2-40B4-BE49-F238E27FC236}">
                    <a16:creationId xmlns:a16="http://schemas.microsoft.com/office/drawing/2014/main" id="{82B40A8F-4E63-FF72-2C0B-93BD572B1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834" y="1490679"/>
                <a:ext cx="478301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92">
                <a:extLst>
                  <a:ext uri="{FF2B5EF4-FFF2-40B4-BE49-F238E27FC236}">
                    <a16:creationId xmlns:a16="http://schemas.microsoft.com/office/drawing/2014/main" id="{F57763F5-80CD-6A38-407B-4774DB365EE8}"/>
                  </a:ext>
                </a:extLst>
              </p:cNvPr>
              <p:cNvSpPr txBox="1"/>
              <p:nvPr/>
            </p:nvSpPr>
            <p:spPr>
              <a:xfrm>
                <a:off x="4446824" y="146603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92">
                <a:extLst>
                  <a:ext uri="{FF2B5EF4-FFF2-40B4-BE49-F238E27FC236}">
                    <a16:creationId xmlns:a16="http://schemas.microsoft.com/office/drawing/2014/main" id="{F57763F5-80CD-6A38-407B-4774DB365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824" y="1466033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90">
                <a:extLst>
                  <a:ext uri="{FF2B5EF4-FFF2-40B4-BE49-F238E27FC236}">
                    <a16:creationId xmlns:a16="http://schemas.microsoft.com/office/drawing/2014/main" id="{AB69C28A-5FEE-BF19-566F-DD2F13F6DE40}"/>
                  </a:ext>
                </a:extLst>
              </p:cNvPr>
              <p:cNvSpPr txBox="1"/>
              <p:nvPr/>
            </p:nvSpPr>
            <p:spPr>
              <a:xfrm>
                <a:off x="4165379" y="1487234"/>
                <a:ext cx="3218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5" name="文字方塊 90">
                <a:extLst>
                  <a:ext uri="{FF2B5EF4-FFF2-40B4-BE49-F238E27FC236}">
                    <a16:creationId xmlns:a16="http://schemas.microsoft.com/office/drawing/2014/main" id="{AB69C28A-5FEE-BF19-566F-DD2F13F6D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379" y="1487234"/>
                <a:ext cx="321852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148">
                <a:extLst>
                  <a:ext uri="{FF2B5EF4-FFF2-40B4-BE49-F238E27FC236}">
                    <a16:creationId xmlns:a16="http://schemas.microsoft.com/office/drawing/2014/main" id="{E673E0C2-A473-A0AA-EE3F-D77965A2B2D5}"/>
                  </a:ext>
                </a:extLst>
              </p:cNvPr>
              <p:cNvSpPr txBox="1"/>
              <p:nvPr/>
            </p:nvSpPr>
            <p:spPr>
              <a:xfrm>
                <a:off x="5130701" y="14672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" name="文字方塊 148">
                <a:extLst>
                  <a:ext uri="{FF2B5EF4-FFF2-40B4-BE49-F238E27FC236}">
                    <a16:creationId xmlns:a16="http://schemas.microsoft.com/office/drawing/2014/main" id="{E673E0C2-A473-A0AA-EE3F-D77965A2B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701" y="1467205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149">
            <a:extLst>
              <a:ext uri="{FF2B5EF4-FFF2-40B4-BE49-F238E27FC236}">
                <a16:creationId xmlns:a16="http://schemas.microsoft.com/office/drawing/2014/main" id="{D9F968BC-6D70-AF71-F1A6-6C2889EAD407}"/>
              </a:ext>
            </a:extLst>
          </p:cNvPr>
          <p:cNvSpPr txBox="1"/>
          <p:nvPr/>
        </p:nvSpPr>
        <p:spPr>
          <a:xfrm>
            <a:off x="5385552" y="1492681"/>
            <a:ext cx="5717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893918-12E0-96DA-28EB-A33323978AB3}"/>
                  </a:ext>
                </a:extLst>
              </p:cNvPr>
              <p:cNvSpPr txBox="1"/>
              <p:nvPr/>
            </p:nvSpPr>
            <p:spPr>
              <a:xfrm>
                <a:off x="5817842" y="1464234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893918-12E0-96DA-28EB-A33323978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842" y="1464234"/>
                <a:ext cx="382766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93">
            <a:extLst>
              <a:ext uri="{FF2B5EF4-FFF2-40B4-BE49-F238E27FC236}">
                <a16:creationId xmlns:a16="http://schemas.microsoft.com/office/drawing/2014/main" id="{FDA76FAF-EEB6-A8F8-2404-C3143371D389}"/>
              </a:ext>
            </a:extLst>
          </p:cNvPr>
          <p:cNvSpPr txBox="1"/>
          <p:nvPr/>
        </p:nvSpPr>
        <p:spPr>
          <a:xfrm>
            <a:off x="7039247" y="1414020"/>
            <a:ext cx="288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30" name="文字方塊 94">
            <a:extLst>
              <a:ext uri="{FF2B5EF4-FFF2-40B4-BE49-F238E27FC236}">
                <a16:creationId xmlns:a16="http://schemas.microsoft.com/office/drawing/2014/main" id="{FBDB0625-3602-7D33-7625-025BFF1ED97F}"/>
              </a:ext>
            </a:extLst>
          </p:cNvPr>
          <p:cNvSpPr txBox="1"/>
          <p:nvPr/>
        </p:nvSpPr>
        <p:spPr>
          <a:xfrm>
            <a:off x="6099885" y="1475637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95">
                <a:extLst>
                  <a:ext uri="{FF2B5EF4-FFF2-40B4-BE49-F238E27FC236}">
                    <a16:creationId xmlns:a16="http://schemas.microsoft.com/office/drawing/2014/main" id="{560CBE6F-EDE2-7E4B-A958-E93229C7F347}"/>
                  </a:ext>
                </a:extLst>
              </p:cNvPr>
              <p:cNvSpPr txBox="1"/>
              <p:nvPr/>
            </p:nvSpPr>
            <p:spPr>
              <a:xfrm>
                <a:off x="6726317" y="1493456"/>
                <a:ext cx="4783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Handwriting" panose="03010101010101010101" pitchFamily="66" charset="0"/>
                      </a:rPr>
                      <m:t>3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31" name="文字方塊 95">
                <a:extLst>
                  <a:ext uri="{FF2B5EF4-FFF2-40B4-BE49-F238E27FC236}">
                    <a16:creationId xmlns:a16="http://schemas.microsoft.com/office/drawing/2014/main" id="{560CBE6F-EDE2-7E4B-A958-E93229C7F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317" y="1493456"/>
                <a:ext cx="478301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字方塊 92">
                <a:extLst>
                  <a:ext uri="{FF2B5EF4-FFF2-40B4-BE49-F238E27FC236}">
                    <a16:creationId xmlns:a16="http://schemas.microsoft.com/office/drawing/2014/main" id="{49AB7547-29AB-61A7-B93F-047B0EDD7600}"/>
                  </a:ext>
                </a:extLst>
              </p:cNvPr>
              <p:cNvSpPr txBox="1"/>
              <p:nvPr/>
            </p:nvSpPr>
            <p:spPr>
              <a:xfrm>
                <a:off x="6470307" y="146881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2" name="文字方塊 92">
                <a:extLst>
                  <a:ext uri="{FF2B5EF4-FFF2-40B4-BE49-F238E27FC236}">
                    <a16:creationId xmlns:a16="http://schemas.microsoft.com/office/drawing/2014/main" id="{49AB7547-29AB-61A7-B93F-047B0EDD7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307" y="1468810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90">
                <a:extLst>
                  <a:ext uri="{FF2B5EF4-FFF2-40B4-BE49-F238E27FC236}">
                    <a16:creationId xmlns:a16="http://schemas.microsoft.com/office/drawing/2014/main" id="{A248CABA-7C7C-11A3-96B5-9B2055A97E40}"/>
                  </a:ext>
                </a:extLst>
              </p:cNvPr>
              <p:cNvSpPr txBox="1"/>
              <p:nvPr/>
            </p:nvSpPr>
            <p:spPr>
              <a:xfrm>
                <a:off x="6188862" y="1490011"/>
                <a:ext cx="3218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3" name="文字方塊 90">
                <a:extLst>
                  <a:ext uri="{FF2B5EF4-FFF2-40B4-BE49-F238E27FC236}">
                    <a16:creationId xmlns:a16="http://schemas.microsoft.com/office/drawing/2014/main" id="{A248CABA-7C7C-11A3-96B5-9B2055A97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862" y="1490011"/>
                <a:ext cx="321852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148">
                <a:extLst>
                  <a:ext uri="{FF2B5EF4-FFF2-40B4-BE49-F238E27FC236}">
                    <a16:creationId xmlns:a16="http://schemas.microsoft.com/office/drawing/2014/main" id="{A85E8947-A360-32FF-E596-C859970DFA0B}"/>
                  </a:ext>
                </a:extLst>
              </p:cNvPr>
              <p:cNvSpPr txBox="1"/>
              <p:nvPr/>
            </p:nvSpPr>
            <p:spPr>
              <a:xfrm>
                <a:off x="7154184" y="14699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" name="文字方塊 148">
                <a:extLst>
                  <a:ext uri="{FF2B5EF4-FFF2-40B4-BE49-F238E27FC236}">
                    <a16:creationId xmlns:a16="http://schemas.microsoft.com/office/drawing/2014/main" id="{A85E8947-A360-32FF-E596-C859970DF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4184" y="1469982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群組 230">
            <a:extLst>
              <a:ext uri="{FF2B5EF4-FFF2-40B4-BE49-F238E27FC236}">
                <a16:creationId xmlns:a16="http://schemas.microsoft.com/office/drawing/2014/main" id="{F981DC16-E08E-0B64-7003-6F5A9971D770}"/>
              </a:ext>
            </a:extLst>
          </p:cNvPr>
          <p:cNvGrpSpPr/>
          <p:nvPr/>
        </p:nvGrpSpPr>
        <p:grpSpPr>
          <a:xfrm>
            <a:off x="7449872" y="1429209"/>
            <a:ext cx="583412" cy="470160"/>
            <a:chOff x="2317563" y="1744003"/>
            <a:chExt cx="583412" cy="470160"/>
          </a:xfrm>
        </p:grpSpPr>
        <p:sp>
          <p:nvSpPr>
            <p:cNvPr id="36" name="文字方塊 231">
              <a:extLst>
                <a:ext uri="{FF2B5EF4-FFF2-40B4-BE49-F238E27FC236}">
                  <a16:creationId xmlns:a16="http://schemas.microsoft.com/office/drawing/2014/main" id="{C3F4F6A6-3B32-4A75-54B4-1A1EC280C635}"/>
                </a:ext>
              </a:extLst>
            </p:cNvPr>
            <p:cNvSpPr txBox="1"/>
            <p:nvPr/>
          </p:nvSpPr>
          <p:spPr>
            <a:xfrm>
              <a:off x="2317563" y="1814053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Handwriting" panose="03010101010101010101" pitchFamily="66" charset="0"/>
                </a:rPr>
                <a:t>5</a:t>
              </a:r>
            </a:p>
          </p:txBody>
        </p:sp>
        <p:sp>
          <p:nvSpPr>
            <p:cNvPr id="37" name="文字方塊 232">
              <a:extLst>
                <a:ext uri="{FF2B5EF4-FFF2-40B4-BE49-F238E27FC236}">
                  <a16:creationId xmlns:a16="http://schemas.microsoft.com/office/drawing/2014/main" id="{79BBA94F-9B46-25ED-8D30-EF747A804712}"/>
                </a:ext>
              </a:extLst>
            </p:cNvPr>
            <p:cNvSpPr txBox="1"/>
            <p:nvPr/>
          </p:nvSpPr>
          <p:spPr>
            <a:xfrm>
              <a:off x="2543185" y="1744003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29D3938-4189-EE0C-ECFB-86E2C66489D0}"/>
                  </a:ext>
                </a:extLst>
              </p:cNvPr>
              <p:cNvSpPr txBox="1"/>
              <p:nvPr/>
            </p:nvSpPr>
            <p:spPr>
              <a:xfrm>
                <a:off x="5817347" y="1918267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29D3938-4189-EE0C-ECFB-86E2C6648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347" y="1918267"/>
                <a:ext cx="382766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字方塊 94">
            <a:extLst>
              <a:ext uri="{FF2B5EF4-FFF2-40B4-BE49-F238E27FC236}">
                <a16:creationId xmlns:a16="http://schemas.microsoft.com/office/drawing/2014/main" id="{749D872E-9F79-7D72-20F5-327C949DFBE0}"/>
              </a:ext>
            </a:extLst>
          </p:cNvPr>
          <p:cNvSpPr txBox="1"/>
          <p:nvPr/>
        </p:nvSpPr>
        <p:spPr>
          <a:xfrm>
            <a:off x="6082583" y="1926435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字方塊 95">
                <a:extLst>
                  <a:ext uri="{FF2B5EF4-FFF2-40B4-BE49-F238E27FC236}">
                    <a16:creationId xmlns:a16="http://schemas.microsoft.com/office/drawing/2014/main" id="{A2B3083E-5D9D-7BE4-B1D1-8DBC5A86BF74}"/>
                  </a:ext>
                </a:extLst>
              </p:cNvPr>
              <p:cNvSpPr txBox="1"/>
              <p:nvPr/>
            </p:nvSpPr>
            <p:spPr>
              <a:xfrm>
                <a:off x="6709015" y="1944254"/>
                <a:ext cx="35779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1" name="文字方塊 95">
                <a:extLst>
                  <a:ext uri="{FF2B5EF4-FFF2-40B4-BE49-F238E27FC236}">
                    <a16:creationId xmlns:a16="http://schemas.microsoft.com/office/drawing/2014/main" id="{A2B3083E-5D9D-7BE4-B1D1-8DBC5A86B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015" y="1944254"/>
                <a:ext cx="357791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字方塊 92">
                <a:extLst>
                  <a:ext uri="{FF2B5EF4-FFF2-40B4-BE49-F238E27FC236}">
                    <a16:creationId xmlns:a16="http://schemas.microsoft.com/office/drawing/2014/main" id="{140A9AE6-43B1-A231-CD7F-91FFE04F3419}"/>
                  </a:ext>
                </a:extLst>
              </p:cNvPr>
              <p:cNvSpPr txBox="1"/>
              <p:nvPr/>
            </p:nvSpPr>
            <p:spPr>
              <a:xfrm>
                <a:off x="6453005" y="191960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2" name="文字方塊 92">
                <a:extLst>
                  <a:ext uri="{FF2B5EF4-FFF2-40B4-BE49-F238E27FC236}">
                    <a16:creationId xmlns:a16="http://schemas.microsoft.com/office/drawing/2014/main" id="{140A9AE6-43B1-A231-CD7F-91FFE04F3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3005" y="1919608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90">
                <a:extLst>
                  <a:ext uri="{FF2B5EF4-FFF2-40B4-BE49-F238E27FC236}">
                    <a16:creationId xmlns:a16="http://schemas.microsoft.com/office/drawing/2014/main" id="{7F5A0852-B69E-2054-7D44-B7EECB65C01A}"/>
                  </a:ext>
                </a:extLst>
              </p:cNvPr>
              <p:cNvSpPr txBox="1"/>
              <p:nvPr/>
            </p:nvSpPr>
            <p:spPr>
              <a:xfrm>
                <a:off x="6171560" y="1940809"/>
                <a:ext cx="3218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3" name="文字方塊 90">
                <a:extLst>
                  <a:ext uri="{FF2B5EF4-FFF2-40B4-BE49-F238E27FC236}">
                    <a16:creationId xmlns:a16="http://schemas.microsoft.com/office/drawing/2014/main" id="{7F5A0852-B69E-2054-7D44-B7EECB65C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1560" y="1940809"/>
                <a:ext cx="321852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95">
                <a:extLst>
                  <a:ext uri="{FF2B5EF4-FFF2-40B4-BE49-F238E27FC236}">
                    <a16:creationId xmlns:a16="http://schemas.microsoft.com/office/drawing/2014/main" id="{D015D8E1-7F34-DB89-5C55-45FF6D879A51}"/>
                  </a:ext>
                </a:extLst>
              </p:cNvPr>
              <p:cNvSpPr txBox="1"/>
              <p:nvPr/>
            </p:nvSpPr>
            <p:spPr>
              <a:xfrm>
                <a:off x="7220306" y="1942455"/>
                <a:ext cx="4627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66FFFF"/>
                        </a:solidFill>
                        <a:latin typeface="Lucida Handwriting" panose="03010101010101010101" pitchFamily="66" charset="0"/>
                      </a:rPr>
                      <m:t>5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44" name="文字方塊 95">
                <a:extLst>
                  <a:ext uri="{FF2B5EF4-FFF2-40B4-BE49-F238E27FC236}">
                    <a16:creationId xmlns:a16="http://schemas.microsoft.com/office/drawing/2014/main" id="{D015D8E1-7F34-DB89-5C55-45FF6D879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0306" y="1942455"/>
                <a:ext cx="462767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字方塊 92">
                <a:extLst>
                  <a:ext uri="{FF2B5EF4-FFF2-40B4-BE49-F238E27FC236}">
                    <a16:creationId xmlns:a16="http://schemas.microsoft.com/office/drawing/2014/main" id="{4884D144-2A96-5E86-25C4-8F4E0BCA7D9B}"/>
                  </a:ext>
                </a:extLst>
              </p:cNvPr>
              <p:cNvSpPr txBox="1"/>
              <p:nvPr/>
            </p:nvSpPr>
            <p:spPr>
              <a:xfrm>
                <a:off x="6964296" y="191780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5" name="文字方塊 92">
                <a:extLst>
                  <a:ext uri="{FF2B5EF4-FFF2-40B4-BE49-F238E27FC236}">
                    <a16:creationId xmlns:a16="http://schemas.microsoft.com/office/drawing/2014/main" id="{4884D144-2A96-5E86-25C4-8F4E0BCA7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296" y="1917809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文字方塊 94">
            <a:extLst>
              <a:ext uri="{FF2B5EF4-FFF2-40B4-BE49-F238E27FC236}">
                <a16:creationId xmlns:a16="http://schemas.microsoft.com/office/drawing/2014/main" id="{4B2BFF00-60C5-A498-326C-3A30D86E621F}"/>
              </a:ext>
            </a:extLst>
          </p:cNvPr>
          <p:cNvSpPr txBox="1"/>
          <p:nvPr/>
        </p:nvSpPr>
        <p:spPr>
          <a:xfrm>
            <a:off x="7520878" y="1940809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字方塊 95">
                <a:extLst>
                  <a:ext uri="{FF2B5EF4-FFF2-40B4-BE49-F238E27FC236}">
                    <a16:creationId xmlns:a16="http://schemas.microsoft.com/office/drawing/2014/main" id="{67BC82A6-9E14-13B5-888E-432D508F02A3}"/>
                  </a:ext>
                </a:extLst>
              </p:cNvPr>
              <p:cNvSpPr txBox="1"/>
              <p:nvPr/>
            </p:nvSpPr>
            <p:spPr>
              <a:xfrm>
                <a:off x="8147310" y="1958628"/>
                <a:ext cx="35779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7" name="文字方塊 95">
                <a:extLst>
                  <a:ext uri="{FF2B5EF4-FFF2-40B4-BE49-F238E27FC236}">
                    <a16:creationId xmlns:a16="http://schemas.microsoft.com/office/drawing/2014/main" id="{67BC82A6-9E14-13B5-888E-432D508F0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7310" y="1958628"/>
                <a:ext cx="357791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字方塊 92">
                <a:extLst>
                  <a:ext uri="{FF2B5EF4-FFF2-40B4-BE49-F238E27FC236}">
                    <a16:creationId xmlns:a16="http://schemas.microsoft.com/office/drawing/2014/main" id="{95692B3B-A9A3-6228-FBB9-E01E94E9A5F6}"/>
                  </a:ext>
                </a:extLst>
              </p:cNvPr>
              <p:cNvSpPr txBox="1"/>
              <p:nvPr/>
            </p:nvSpPr>
            <p:spPr>
              <a:xfrm>
                <a:off x="7891300" y="19339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8" name="文字方塊 92">
                <a:extLst>
                  <a:ext uri="{FF2B5EF4-FFF2-40B4-BE49-F238E27FC236}">
                    <a16:creationId xmlns:a16="http://schemas.microsoft.com/office/drawing/2014/main" id="{95692B3B-A9A3-6228-FBB9-E01E94E9A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300" y="1933982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字方塊 90">
                <a:extLst>
                  <a:ext uri="{FF2B5EF4-FFF2-40B4-BE49-F238E27FC236}">
                    <a16:creationId xmlns:a16="http://schemas.microsoft.com/office/drawing/2014/main" id="{8CC19C65-0A12-FF94-0B5A-1FA08552AC1D}"/>
                  </a:ext>
                </a:extLst>
              </p:cNvPr>
              <p:cNvSpPr txBox="1"/>
              <p:nvPr/>
            </p:nvSpPr>
            <p:spPr>
              <a:xfrm>
                <a:off x="7609855" y="1955183"/>
                <a:ext cx="3218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9" name="文字方塊 90">
                <a:extLst>
                  <a:ext uri="{FF2B5EF4-FFF2-40B4-BE49-F238E27FC236}">
                    <a16:creationId xmlns:a16="http://schemas.microsoft.com/office/drawing/2014/main" id="{8CC19C65-0A12-FF94-0B5A-1FA08552A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9855" y="1955183"/>
                <a:ext cx="321852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字方塊 95">
                <a:extLst>
                  <a:ext uri="{FF2B5EF4-FFF2-40B4-BE49-F238E27FC236}">
                    <a16:creationId xmlns:a16="http://schemas.microsoft.com/office/drawing/2014/main" id="{9E70F875-758D-CBCC-D3D2-DDB2312D9715}"/>
                  </a:ext>
                </a:extLst>
              </p:cNvPr>
              <p:cNvSpPr txBox="1"/>
              <p:nvPr/>
            </p:nvSpPr>
            <p:spPr>
              <a:xfrm>
                <a:off x="8658601" y="1956829"/>
                <a:ext cx="4627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66FFFF"/>
                        </a:solidFill>
                        <a:latin typeface="Lucida Handwriting" panose="03010101010101010101" pitchFamily="66" charset="0"/>
                      </a:rPr>
                      <m:t>5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50" name="文字方塊 95">
                <a:extLst>
                  <a:ext uri="{FF2B5EF4-FFF2-40B4-BE49-F238E27FC236}">
                    <a16:creationId xmlns:a16="http://schemas.microsoft.com/office/drawing/2014/main" id="{9E70F875-758D-CBCC-D3D2-DDB2312D9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8601" y="1956829"/>
                <a:ext cx="462767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字方塊 92">
                <a:extLst>
                  <a:ext uri="{FF2B5EF4-FFF2-40B4-BE49-F238E27FC236}">
                    <a16:creationId xmlns:a16="http://schemas.microsoft.com/office/drawing/2014/main" id="{C52A0BBE-9FA1-F09B-4C73-0D9993C2E6C3}"/>
                  </a:ext>
                </a:extLst>
              </p:cNvPr>
              <p:cNvSpPr txBox="1"/>
              <p:nvPr/>
            </p:nvSpPr>
            <p:spPr>
              <a:xfrm>
                <a:off x="8402591" y="193218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1" name="文字方塊 92">
                <a:extLst>
                  <a:ext uri="{FF2B5EF4-FFF2-40B4-BE49-F238E27FC236}">
                    <a16:creationId xmlns:a16="http://schemas.microsoft.com/office/drawing/2014/main" id="{C52A0BBE-9FA1-F09B-4C73-0D9993C2E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591" y="1932183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BD95615-97A9-A07A-F316-A25C1E83381B}"/>
                  </a:ext>
                </a:extLst>
              </p:cNvPr>
              <p:cNvSpPr txBox="1"/>
              <p:nvPr/>
            </p:nvSpPr>
            <p:spPr>
              <a:xfrm>
                <a:off x="5806096" y="2391607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BD95615-97A9-A07A-F316-A25C1E833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096" y="2391607"/>
                <a:ext cx="382766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字方塊 94">
            <a:extLst>
              <a:ext uri="{FF2B5EF4-FFF2-40B4-BE49-F238E27FC236}">
                <a16:creationId xmlns:a16="http://schemas.microsoft.com/office/drawing/2014/main" id="{12BE11E8-0B3E-D229-70FC-68E30EFFD912}"/>
              </a:ext>
            </a:extLst>
          </p:cNvPr>
          <p:cNvSpPr txBox="1"/>
          <p:nvPr/>
        </p:nvSpPr>
        <p:spPr>
          <a:xfrm>
            <a:off x="6066364" y="2431565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字方塊 95">
                <a:extLst>
                  <a:ext uri="{FF2B5EF4-FFF2-40B4-BE49-F238E27FC236}">
                    <a16:creationId xmlns:a16="http://schemas.microsoft.com/office/drawing/2014/main" id="{86F9B0F5-30B7-F277-46F9-8F1213466FE8}"/>
                  </a:ext>
                </a:extLst>
              </p:cNvPr>
              <p:cNvSpPr txBox="1"/>
              <p:nvPr/>
            </p:nvSpPr>
            <p:spPr>
              <a:xfrm>
                <a:off x="6727646" y="2431880"/>
                <a:ext cx="4627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2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54" name="文字方塊 95">
                <a:extLst>
                  <a:ext uri="{FF2B5EF4-FFF2-40B4-BE49-F238E27FC236}">
                    <a16:creationId xmlns:a16="http://schemas.microsoft.com/office/drawing/2014/main" id="{86F9B0F5-30B7-F277-46F9-8F1213466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7646" y="2431880"/>
                <a:ext cx="462767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字方塊 92">
                <a:extLst>
                  <a:ext uri="{FF2B5EF4-FFF2-40B4-BE49-F238E27FC236}">
                    <a16:creationId xmlns:a16="http://schemas.microsoft.com/office/drawing/2014/main" id="{934B04B3-E5F5-0D60-8F9D-441BEB8A8B8B}"/>
                  </a:ext>
                </a:extLst>
              </p:cNvPr>
              <p:cNvSpPr txBox="1"/>
              <p:nvPr/>
            </p:nvSpPr>
            <p:spPr>
              <a:xfrm>
                <a:off x="6471636" y="241666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5" name="文字方塊 92">
                <a:extLst>
                  <a:ext uri="{FF2B5EF4-FFF2-40B4-BE49-F238E27FC236}">
                    <a16:creationId xmlns:a16="http://schemas.microsoft.com/office/drawing/2014/main" id="{934B04B3-E5F5-0D60-8F9D-441BEB8A8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636" y="2416661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字方塊 90">
                <a:extLst>
                  <a:ext uri="{FF2B5EF4-FFF2-40B4-BE49-F238E27FC236}">
                    <a16:creationId xmlns:a16="http://schemas.microsoft.com/office/drawing/2014/main" id="{C818D684-7A9A-063C-904B-6A45FD3F043E}"/>
                  </a:ext>
                </a:extLst>
              </p:cNvPr>
              <p:cNvSpPr txBox="1"/>
              <p:nvPr/>
            </p:nvSpPr>
            <p:spPr>
              <a:xfrm>
                <a:off x="6183462" y="2426843"/>
                <a:ext cx="3683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56" name="文字方塊 90">
                <a:extLst>
                  <a:ext uri="{FF2B5EF4-FFF2-40B4-BE49-F238E27FC236}">
                    <a16:creationId xmlns:a16="http://schemas.microsoft.com/office/drawing/2014/main" id="{C818D684-7A9A-063C-904B-6A45FD3F0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462" y="2426843"/>
                <a:ext cx="36837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字方塊 94">
            <a:extLst>
              <a:ext uri="{FF2B5EF4-FFF2-40B4-BE49-F238E27FC236}">
                <a16:creationId xmlns:a16="http://schemas.microsoft.com/office/drawing/2014/main" id="{B85A7AD1-49EC-0E65-CC4C-CC3C6DE2B38B}"/>
              </a:ext>
            </a:extLst>
          </p:cNvPr>
          <p:cNvSpPr txBox="1"/>
          <p:nvPr/>
        </p:nvSpPr>
        <p:spPr>
          <a:xfrm>
            <a:off x="7035402" y="2438158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字方塊 95">
                <a:extLst>
                  <a:ext uri="{FF2B5EF4-FFF2-40B4-BE49-F238E27FC236}">
                    <a16:creationId xmlns:a16="http://schemas.microsoft.com/office/drawing/2014/main" id="{D579D0D9-680C-2050-EDA3-3135F7A4DAB3}"/>
                  </a:ext>
                </a:extLst>
              </p:cNvPr>
              <p:cNvSpPr txBox="1"/>
              <p:nvPr/>
            </p:nvSpPr>
            <p:spPr>
              <a:xfrm>
                <a:off x="7696684" y="2443634"/>
                <a:ext cx="4627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8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58" name="文字方塊 95">
                <a:extLst>
                  <a:ext uri="{FF2B5EF4-FFF2-40B4-BE49-F238E27FC236}">
                    <a16:creationId xmlns:a16="http://schemas.microsoft.com/office/drawing/2014/main" id="{D579D0D9-680C-2050-EDA3-3135F7A4D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684" y="2443634"/>
                <a:ext cx="462767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字方塊 92">
                <a:extLst>
                  <a:ext uri="{FF2B5EF4-FFF2-40B4-BE49-F238E27FC236}">
                    <a16:creationId xmlns:a16="http://schemas.microsoft.com/office/drawing/2014/main" id="{1190A0C6-C2A6-8B0B-BDAD-0A3C6B37E4B6}"/>
                  </a:ext>
                </a:extLst>
              </p:cNvPr>
              <p:cNvSpPr txBox="1"/>
              <p:nvPr/>
            </p:nvSpPr>
            <p:spPr>
              <a:xfrm>
                <a:off x="7440674" y="241898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9" name="文字方塊 92">
                <a:extLst>
                  <a:ext uri="{FF2B5EF4-FFF2-40B4-BE49-F238E27FC236}">
                    <a16:creationId xmlns:a16="http://schemas.microsoft.com/office/drawing/2014/main" id="{1190A0C6-C2A6-8B0B-BDAD-0A3C6B37E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0674" y="2418988"/>
                <a:ext cx="295688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字方塊 90">
                <a:extLst>
                  <a:ext uri="{FF2B5EF4-FFF2-40B4-BE49-F238E27FC236}">
                    <a16:creationId xmlns:a16="http://schemas.microsoft.com/office/drawing/2014/main" id="{AC7DD95B-47D9-69D3-19C6-7336B3F507C8}"/>
                  </a:ext>
                </a:extLst>
              </p:cNvPr>
              <p:cNvSpPr txBox="1"/>
              <p:nvPr/>
            </p:nvSpPr>
            <p:spPr>
              <a:xfrm>
                <a:off x="7152500" y="2430772"/>
                <a:ext cx="3683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60" name="文字方塊 90">
                <a:extLst>
                  <a:ext uri="{FF2B5EF4-FFF2-40B4-BE49-F238E27FC236}">
                    <a16:creationId xmlns:a16="http://schemas.microsoft.com/office/drawing/2014/main" id="{AC7DD95B-47D9-69D3-19C6-7336B3F50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2500" y="2430772"/>
                <a:ext cx="36837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字方塊 260">
                <a:extLst>
                  <a:ext uri="{FF2B5EF4-FFF2-40B4-BE49-F238E27FC236}">
                    <a16:creationId xmlns:a16="http://schemas.microsoft.com/office/drawing/2014/main" id="{50403469-DB37-1F72-519C-62A86D2D4CDA}"/>
                  </a:ext>
                </a:extLst>
              </p:cNvPr>
              <p:cNvSpPr txBox="1"/>
              <p:nvPr/>
            </p:nvSpPr>
            <p:spPr>
              <a:xfrm>
                <a:off x="3492816" y="3124608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61" name="文字方塊 260">
                <a:extLst>
                  <a:ext uri="{FF2B5EF4-FFF2-40B4-BE49-F238E27FC236}">
                    <a16:creationId xmlns:a16="http://schemas.microsoft.com/office/drawing/2014/main" id="{50403469-DB37-1F72-519C-62A86D2D4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816" y="3124608"/>
                <a:ext cx="238419" cy="461665"/>
              </a:xfrm>
              <a:prstGeom prst="rect">
                <a:avLst/>
              </a:prstGeom>
              <a:blipFill>
                <a:blip r:embed="rId38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文字方塊 29">
            <a:extLst>
              <a:ext uri="{FF2B5EF4-FFF2-40B4-BE49-F238E27FC236}">
                <a16:creationId xmlns:a16="http://schemas.microsoft.com/office/drawing/2014/main" id="{4D92DA39-60FC-6166-0E42-35DD7478321B}"/>
              </a:ext>
            </a:extLst>
          </p:cNvPr>
          <p:cNvSpPr txBox="1"/>
          <p:nvPr/>
        </p:nvSpPr>
        <p:spPr>
          <a:xfrm>
            <a:off x="3785205" y="3176225"/>
            <a:ext cx="932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Only</a:t>
            </a:r>
            <a:endParaRPr lang="en-US" sz="2000" dirty="0"/>
          </a:p>
        </p:txBody>
      </p:sp>
      <p:grpSp>
        <p:nvGrpSpPr>
          <p:cNvPr id="63" name="群組 139">
            <a:extLst>
              <a:ext uri="{FF2B5EF4-FFF2-40B4-BE49-F238E27FC236}">
                <a16:creationId xmlns:a16="http://schemas.microsoft.com/office/drawing/2014/main" id="{4BCA84D0-E723-7471-5472-1D1355A3D63B}"/>
              </a:ext>
            </a:extLst>
          </p:cNvPr>
          <p:cNvGrpSpPr/>
          <p:nvPr/>
        </p:nvGrpSpPr>
        <p:grpSpPr>
          <a:xfrm>
            <a:off x="4558898" y="3088719"/>
            <a:ext cx="523241" cy="481749"/>
            <a:chOff x="2119388" y="5460495"/>
            <a:chExt cx="523241" cy="481749"/>
          </a:xfrm>
        </p:grpSpPr>
        <p:sp>
          <p:nvSpPr>
            <p:cNvPr id="64" name="文字方塊 140">
              <a:extLst>
                <a:ext uri="{FF2B5EF4-FFF2-40B4-BE49-F238E27FC236}">
                  <a16:creationId xmlns:a16="http://schemas.microsoft.com/office/drawing/2014/main" id="{4A8E2A02-F830-AA8A-EBEE-659059F310F6}"/>
                </a:ext>
              </a:extLst>
            </p:cNvPr>
            <p:cNvSpPr txBox="1"/>
            <p:nvPr/>
          </p:nvSpPr>
          <p:spPr>
            <a:xfrm>
              <a:off x="2119388" y="5542134"/>
              <a:ext cx="4726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65" name="文字方塊 141">
              <a:extLst>
                <a:ext uri="{FF2B5EF4-FFF2-40B4-BE49-F238E27FC236}">
                  <a16:creationId xmlns:a16="http://schemas.microsoft.com/office/drawing/2014/main" id="{844FA92B-86CC-562A-9F74-6259F8A81826}"/>
                </a:ext>
              </a:extLst>
            </p:cNvPr>
            <p:cNvSpPr txBox="1"/>
            <p:nvPr/>
          </p:nvSpPr>
          <p:spPr>
            <a:xfrm>
              <a:off x="235376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字方塊 148">
                <a:extLst>
                  <a:ext uri="{FF2B5EF4-FFF2-40B4-BE49-F238E27FC236}">
                    <a16:creationId xmlns:a16="http://schemas.microsoft.com/office/drawing/2014/main" id="{60047E2E-C293-B461-1376-15B804683872}"/>
                  </a:ext>
                </a:extLst>
              </p:cNvPr>
              <p:cNvSpPr txBox="1"/>
              <p:nvPr/>
            </p:nvSpPr>
            <p:spPr>
              <a:xfrm>
                <a:off x="4915190" y="315074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6" name="文字方塊 148">
                <a:extLst>
                  <a:ext uri="{FF2B5EF4-FFF2-40B4-BE49-F238E27FC236}">
                    <a16:creationId xmlns:a16="http://schemas.microsoft.com/office/drawing/2014/main" id="{60047E2E-C293-B461-1376-15B804683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190" y="3150749"/>
                <a:ext cx="295688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文字方塊 149">
            <a:extLst>
              <a:ext uri="{FF2B5EF4-FFF2-40B4-BE49-F238E27FC236}">
                <a16:creationId xmlns:a16="http://schemas.microsoft.com/office/drawing/2014/main" id="{8D96FBFD-2B14-D322-0D9D-F54FBCDCDCF2}"/>
              </a:ext>
            </a:extLst>
          </p:cNvPr>
          <p:cNvSpPr txBox="1"/>
          <p:nvPr/>
        </p:nvSpPr>
        <p:spPr>
          <a:xfrm>
            <a:off x="5170042" y="3176225"/>
            <a:ext cx="431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文字方塊 29">
                <a:extLst>
                  <a:ext uri="{FF2B5EF4-FFF2-40B4-BE49-F238E27FC236}">
                    <a16:creationId xmlns:a16="http://schemas.microsoft.com/office/drawing/2014/main" id="{E6F359BB-9AE7-6672-AEDA-CC901B303CEA}"/>
                  </a:ext>
                </a:extLst>
              </p:cNvPr>
              <p:cNvSpPr txBox="1"/>
              <p:nvPr/>
            </p:nvSpPr>
            <p:spPr>
              <a:xfrm>
                <a:off x="5446386" y="3141322"/>
                <a:ext cx="5250097" cy="431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(i.e. I) does not have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x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2 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as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a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factor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.</m:t>
                    </m:r>
                  </m:oMath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8" name="文字方塊 29">
                <a:extLst>
                  <a:ext uri="{FF2B5EF4-FFF2-40B4-BE49-F238E27FC236}">
                    <a16:creationId xmlns:a16="http://schemas.microsoft.com/office/drawing/2014/main" id="{E6F359BB-9AE7-6672-AEDA-CC901B303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6386" y="3141322"/>
                <a:ext cx="5250097" cy="431849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502CA353-22FF-B455-55CE-5DE991C0DE36}"/>
              </a:ext>
            </a:extLst>
          </p:cNvPr>
          <p:cNvGrpSpPr/>
          <p:nvPr/>
        </p:nvGrpSpPr>
        <p:grpSpPr>
          <a:xfrm>
            <a:off x="9922958" y="3866798"/>
            <a:ext cx="459968" cy="412527"/>
            <a:chOff x="10200645" y="1733059"/>
            <a:chExt cx="459968" cy="412527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647B010-951F-A75D-6B14-1A9310E07878}"/>
                </a:ext>
              </a:extLst>
            </p:cNvPr>
            <p:cNvSpPr/>
            <p:nvPr/>
          </p:nvSpPr>
          <p:spPr>
            <a:xfrm>
              <a:off x="10223770" y="1733059"/>
              <a:ext cx="436843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92E1D86-D39F-05C7-1C41-F35177B0B651}"/>
                </a:ext>
              </a:extLst>
            </p:cNvPr>
            <p:cNvSpPr txBox="1"/>
            <p:nvPr/>
          </p:nvSpPr>
          <p:spPr>
            <a:xfrm>
              <a:off x="10200645" y="1745476"/>
              <a:ext cx="3414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</a:t>
              </a:r>
              <a:endParaRPr lang="en-US" sz="2000" dirty="0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72" name="筆跡 3">
                <a:extLst>
                  <a:ext uri="{FF2B5EF4-FFF2-40B4-BE49-F238E27FC236}">
                    <a16:creationId xmlns:a16="http://schemas.microsoft.com/office/drawing/2014/main" id="{9F1116FA-1B40-98CC-AF5C-D391C3BFE91E}"/>
                  </a:ext>
                </a:extLst>
              </p14:cNvPr>
              <p14:cNvContentPartPr/>
              <p14:nvPr/>
            </p14:nvContentPartPr>
            <p14:xfrm>
              <a:off x="3078554" y="367968"/>
              <a:ext cx="1368270" cy="45719"/>
            </p14:xfrm>
          </p:contentPart>
        </mc:Choice>
        <mc:Fallback>
          <p:pic>
            <p:nvPicPr>
              <p:cNvPr id="72" name="筆跡 3">
                <a:extLst>
                  <a:ext uri="{FF2B5EF4-FFF2-40B4-BE49-F238E27FC236}">
                    <a16:creationId xmlns:a16="http://schemas.microsoft.com/office/drawing/2014/main" id="{9F1116FA-1B40-98CC-AF5C-D391C3BFE91E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024543" y="-13347732"/>
                <a:ext cx="1475931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651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8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6" grpId="0"/>
      <p:bldP spid="67" grpId="0"/>
      <p:bldP spid="6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>
            <a:extLst>
              <a:ext uri="{FF2B5EF4-FFF2-40B4-BE49-F238E27FC236}">
                <a16:creationId xmlns:a16="http://schemas.microsoft.com/office/drawing/2014/main" id="{A46055CD-0793-F88F-CE69-ABAD8895130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92" y="239210"/>
            <a:ext cx="4389500" cy="1699407"/>
          </a:xfrm>
          <a:prstGeom prst="rect">
            <a:avLst/>
          </a:prstGeom>
        </p:spPr>
      </p:pic>
      <p:grpSp>
        <p:nvGrpSpPr>
          <p:cNvPr id="4" name="群組 139">
            <a:extLst>
              <a:ext uri="{FF2B5EF4-FFF2-40B4-BE49-F238E27FC236}">
                <a16:creationId xmlns:a16="http://schemas.microsoft.com/office/drawing/2014/main" id="{9438EF2D-C064-298A-0C63-E511ADAF6F42}"/>
              </a:ext>
            </a:extLst>
          </p:cNvPr>
          <p:cNvGrpSpPr/>
          <p:nvPr/>
        </p:nvGrpSpPr>
        <p:grpSpPr>
          <a:xfrm>
            <a:off x="4918498" y="782990"/>
            <a:ext cx="525218" cy="477054"/>
            <a:chOff x="2117411" y="5460495"/>
            <a:chExt cx="525218" cy="477054"/>
          </a:xfrm>
        </p:grpSpPr>
        <p:sp>
          <p:nvSpPr>
            <p:cNvPr id="5" name="文字方塊 140">
              <a:extLst>
                <a:ext uri="{FF2B5EF4-FFF2-40B4-BE49-F238E27FC236}">
                  <a16:creationId xmlns:a16="http://schemas.microsoft.com/office/drawing/2014/main" id="{53B1C655-E431-0A5A-EDD1-1E7D880DEE19}"/>
                </a:ext>
              </a:extLst>
            </p:cNvPr>
            <p:cNvSpPr txBox="1"/>
            <p:nvPr/>
          </p:nvSpPr>
          <p:spPr>
            <a:xfrm>
              <a:off x="2117411" y="5537439"/>
              <a:ext cx="4497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6" name="文字方塊 141">
              <a:extLst>
                <a:ext uri="{FF2B5EF4-FFF2-40B4-BE49-F238E27FC236}">
                  <a16:creationId xmlns:a16="http://schemas.microsoft.com/office/drawing/2014/main" id="{BB9ADD7C-BDA4-39CA-A64E-CE5B4B5E01AF}"/>
                </a:ext>
              </a:extLst>
            </p:cNvPr>
            <p:cNvSpPr txBox="1"/>
            <p:nvPr/>
          </p:nvSpPr>
          <p:spPr>
            <a:xfrm>
              <a:off x="235376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148">
                <a:extLst>
                  <a:ext uri="{FF2B5EF4-FFF2-40B4-BE49-F238E27FC236}">
                    <a16:creationId xmlns:a16="http://schemas.microsoft.com/office/drawing/2014/main" id="{9FFE94A6-66B9-A5C8-EF65-ECE0AB53DDC6}"/>
                  </a:ext>
                </a:extLst>
              </p:cNvPr>
              <p:cNvSpPr txBox="1"/>
              <p:nvPr/>
            </p:nvSpPr>
            <p:spPr>
              <a:xfrm>
                <a:off x="5302032" y="8354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" name="文字方塊 148">
                <a:extLst>
                  <a:ext uri="{FF2B5EF4-FFF2-40B4-BE49-F238E27FC236}">
                    <a16:creationId xmlns:a16="http://schemas.microsoft.com/office/drawing/2014/main" id="{9FFE94A6-66B9-A5C8-EF65-ECE0AB53D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032" y="835445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149">
            <a:extLst>
              <a:ext uri="{FF2B5EF4-FFF2-40B4-BE49-F238E27FC236}">
                <a16:creationId xmlns:a16="http://schemas.microsoft.com/office/drawing/2014/main" id="{3B21CCD5-B010-617C-9489-9DFC48DDDE2D}"/>
              </a:ext>
            </a:extLst>
          </p:cNvPr>
          <p:cNvSpPr txBox="1"/>
          <p:nvPr/>
        </p:nvSpPr>
        <p:spPr>
          <a:xfrm>
            <a:off x="5556883" y="860921"/>
            <a:ext cx="73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8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xy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150">
                <a:extLst>
                  <a:ext uri="{FF2B5EF4-FFF2-40B4-BE49-F238E27FC236}">
                    <a16:creationId xmlns:a16="http://schemas.microsoft.com/office/drawing/2014/main" id="{D0B472E9-D04C-37CA-4BF0-956A191C7A71}"/>
                  </a:ext>
                </a:extLst>
              </p:cNvPr>
              <p:cNvSpPr txBox="1"/>
              <p:nvPr/>
            </p:nvSpPr>
            <p:spPr>
              <a:xfrm>
                <a:off x="6206033" y="83606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" name="文字方塊 150">
                <a:extLst>
                  <a:ext uri="{FF2B5EF4-FFF2-40B4-BE49-F238E27FC236}">
                    <a16:creationId xmlns:a16="http://schemas.microsoft.com/office/drawing/2014/main" id="{D0B472E9-D04C-37CA-4BF0-956A191C7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033" y="836060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群組 139">
            <a:extLst>
              <a:ext uri="{FF2B5EF4-FFF2-40B4-BE49-F238E27FC236}">
                <a16:creationId xmlns:a16="http://schemas.microsoft.com/office/drawing/2014/main" id="{6B4B79E1-A514-86C2-6DA4-00BB7EF900C6}"/>
              </a:ext>
            </a:extLst>
          </p:cNvPr>
          <p:cNvGrpSpPr/>
          <p:nvPr/>
        </p:nvGrpSpPr>
        <p:grpSpPr>
          <a:xfrm>
            <a:off x="6456359" y="797588"/>
            <a:ext cx="825681" cy="477054"/>
            <a:chOff x="1739126" y="5460495"/>
            <a:chExt cx="825681" cy="477054"/>
          </a:xfrm>
        </p:grpSpPr>
        <p:sp>
          <p:nvSpPr>
            <p:cNvPr id="11" name="文字方塊 140">
              <a:extLst>
                <a:ext uri="{FF2B5EF4-FFF2-40B4-BE49-F238E27FC236}">
                  <a16:creationId xmlns:a16="http://schemas.microsoft.com/office/drawing/2014/main" id="{A6E37019-BBFD-21C5-F16B-490A88435AD3}"/>
                </a:ext>
              </a:extLst>
            </p:cNvPr>
            <p:cNvSpPr txBox="1"/>
            <p:nvPr/>
          </p:nvSpPr>
          <p:spPr>
            <a:xfrm>
              <a:off x="1739126" y="5537439"/>
              <a:ext cx="7935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12" name="文字方塊 141">
              <a:extLst>
                <a:ext uri="{FF2B5EF4-FFF2-40B4-BE49-F238E27FC236}">
                  <a16:creationId xmlns:a16="http://schemas.microsoft.com/office/drawing/2014/main" id="{EA3FBB8C-5973-7D49-E7A6-A3C82CDC9524}"/>
                </a:ext>
              </a:extLst>
            </p:cNvPr>
            <p:cNvSpPr txBox="1"/>
            <p:nvPr/>
          </p:nvSpPr>
          <p:spPr>
            <a:xfrm>
              <a:off x="2275945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48">
                <a:extLst>
                  <a:ext uri="{FF2B5EF4-FFF2-40B4-BE49-F238E27FC236}">
                    <a16:creationId xmlns:a16="http://schemas.microsoft.com/office/drawing/2014/main" id="{2E4D1D2D-45A4-3414-6243-3A5AAB18B8BC}"/>
                  </a:ext>
                </a:extLst>
              </p:cNvPr>
              <p:cNvSpPr txBox="1"/>
              <p:nvPr/>
            </p:nvSpPr>
            <p:spPr>
              <a:xfrm>
                <a:off x="7149957" y="84394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148">
                <a:extLst>
                  <a:ext uri="{FF2B5EF4-FFF2-40B4-BE49-F238E27FC236}">
                    <a16:creationId xmlns:a16="http://schemas.microsoft.com/office/drawing/2014/main" id="{2E4D1D2D-45A4-3414-6243-3A5AAB18B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9957" y="843942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49">
            <a:extLst>
              <a:ext uri="{FF2B5EF4-FFF2-40B4-BE49-F238E27FC236}">
                <a16:creationId xmlns:a16="http://schemas.microsoft.com/office/drawing/2014/main" id="{78F79698-DE71-CE01-0FFC-A9741F66C4BB}"/>
              </a:ext>
            </a:extLst>
          </p:cNvPr>
          <p:cNvSpPr txBox="1"/>
          <p:nvPr/>
        </p:nvSpPr>
        <p:spPr>
          <a:xfrm>
            <a:off x="7375626" y="869418"/>
            <a:ext cx="570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5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8">
                <a:extLst>
                  <a:ext uri="{FF2B5EF4-FFF2-40B4-BE49-F238E27FC236}">
                    <a16:creationId xmlns:a16="http://schemas.microsoft.com/office/drawing/2014/main" id="{DEABCE0B-F517-5DE2-7E45-EA7B456F1428}"/>
                  </a:ext>
                </a:extLst>
              </p:cNvPr>
              <p:cNvSpPr txBox="1"/>
              <p:nvPr/>
            </p:nvSpPr>
            <p:spPr>
              <a:xfrm>
                <a:off x="7844633" y="8446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" name="文字方塊 148">
                <a:extLst>
                  <a:ext uri="{FF2B5EF4-FFF2-40B4-BE49-F238E27FC236}">
                    <a16:creationId xmlns:a16="http://schemas.microsoft.com/office/drawing/2014/main" id="{DEABCE0B-F517-5DE2-7E45-EA7B456F1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4633" y="844686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149">
            <a:extLst>
              <a:ext uri="{FF2B5EF4-FFF2-40B4-BE49-F238E27FC236}">
                <a16:creationId xmlns:a16="http://schemas.microsoft.com/office/drawing/2014/main" id="{EA3B09A4-1CE7-0A02-2E17-F79EFC3868A8}"/>
              </a:ext>
            </a:extLst>
          </p:cNvPr>
          <p:cNvSpPr txBox="1"/>
          <p:nvPr/>
        </p:nvSpPr>
        <p:spPr>
          <a:xfrm>
            <a:off x="8070301" y="870162"/>
            <a:ext cx="769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15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y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4B3CF3-940A-F711-AA35-196CB01B21C0}"/>
                  </a:ext>
                </a:extLst>
              </p:cNvPr>
              <p:cNvSpPr txBox="1"/>
              <p:nvPr/>
            </p:nvSpPr>
            <p:spPr>
              <a:xfrm>
                <a:off x="4551350" y="1357605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4B3CF3-940A-F711-AA35-196CB01B2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350" y="1357605"/>
                <a:ext cx="382766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94">
            <a:extLst>
              <a:ext uri="{FF2B5EF4-FFF2-40B4-BE49-F238E27FC236}">
                <a16:creationId xmlns:a16="http://schemas.microsoft.com/office/drawing/2014/main" id="{EBC6D524-EA41-86F0-1684-FFBDCF71357D}"/>
              </a:ext>
            </a:extLst>
          </p:cNvPr>
          <p:cNvSpPr txBox="1"/>
          <p:nvPr/>
        </p:nvSpPr>
        <p:spPr>
          <a:xfrm>
            <a:off x="4870736" y="1368111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p:grpSp>
        <p:nvGrpSpPr>
          <p:cNvPr id="19" name="群組 139">
            <a:extLst>
              <a:ext uri="{FF2B5EF4-FFF2-40B4-BE49-F238E27FC236}">
                <a16:creationId xmlns:a16="http://schemas.microsoft.com/office/drawing/2014/main" id="{FEB8F2F1-6E66-A4B9-FC56-F4910BC6561E}"/>
              </a:ext>
            </a:extLst>
          </p:cNvPr>
          <p:cNvGrpSpPr/>
          <p:nvPr/>
        </p:nvGrpSpPr>
        <p:grpSpPr>
          <a:xfrm>
            <a:off x="4963693" y="1289304"/>
            <a:ext cx="525218" cy="477054"/>
            <a:chOff x="2117411" y="5460495"/>
            <a:chExt cx="525218" cy="477054"/>
          </a:xfrm>
        </p:grpSpPr>
        <p:sp>
          <p:nvSpPr>
            <p:cNvPr id="20" name="文字方塊 140">
              <a:extLst>
                <a:ext uri="{FF2B5EF4-FFF2-40B4-BE49-F238E27FC236}">
                  <a16:creationId xmlns:a16="http://schemas.microsoft.com/office/drawing/2014/main" id="{F71F4FE0-51E7-8057-FF97-B93E32ED3FED}"/>
                </a:ext>
              </a:extLst>
            </p:cNvPr>
            <p:cNvSpPr txBox="1"/>
            <p:nvPr/>
          </p:nvSpPr>
          <p:spPr>
            <a:xfrm>
              <a:off x="2117411" y="5537439"/>
              <a:ext cx="4497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21" name="文字方塊 141">
              <a:extLst>
                <a:ext uri="{FF2B5EF4-FFF2-40B4-BE49-F238E27FC236}">
                  <a16:creationId xmlns:a16="http://schemas.microsoft.com/office/drawing/2014/main" id="{A3532821-08D2-DD46-0480-79D78A51303D}"/>
                </a:ext>
              </a:extLst>
            </p:cNvPr>
            <p:cNvSpPr txBox="1"/>
            <p:nvPr/>
          </p:nvSpPr>
          <p:spPr>
            <a:xfrm>
              <a:off x="235376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148">
                <a:extLst>
                  <a:ext uri="{FF2B5EF4-FFF2-40B4-BE49-F238E27FC236}">
                    <a16:creationId xmlns:a16="http://schemas.microsoft.com/office/drawing/2014/main" id="{AAA8291D-C693-4206-4B08-A670B9CD1A02}"/>
                  </a:ext>
                </a:extLst>
              </p:cNvPr>
              <p:cNvSpPr txBox="1"/>
              <p:nvPr/>
            </p:nvSpPr>
            <p:spPr>
              <a:xfrm>
                <a:off x="5347227" y="134175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" name="文字方塊 148">
                <a:extLst>
                  <a:ext uri="{FF2B5EF4-FFF2-40B4-BE49-F238E27FC236}">
                    <a16:creationId xmlns:a16="http://schemas.microsoft.com/office/drawing/2014/main" id="{AAA8291D-C693-4206-4B08-A670B9CD1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227" y="1341759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149">
            <a:extLst>
              <a:ext uri="{FF2B5EF4-FFF2-40B4-BE49-F238E27FC236}">
                <a16:creationId xmlns:a16="http://schemas.microsoft.com/office/drawing/2014/main" id="{B6608B0C-7FD8-D4D1-3864-CDB7AF100EEE}"/>
              </a:ext>
            </a:extLst>
          </p:cNvPr>
          <p:cNvSpPr txBox="1"/>
          <p:nvPr/>
        </p:nvSpPr>
        <p:spPr>
          <a:xfrm>
            <a:off x="5602078" y="1367235"/>
            <a:ext cx="7532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8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xy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150">
                <a:extLst>
                  <a:ext uri="{FF2B5EF4-FFF2-40B4-BE49-F238E27FC236}">
                    <a16:creationId xmlns:a16="http://schemas.microsoft.com/office/drawing/2014/main" id="{FBC5E888-756F-815C-B97D-04C80313CD95}"/>
                  </a:ext>
                </a:extLst>
              </p:cNvPr>
              <p:cNvSpPr txBox="1"/>
              <p:nvPr/>
            </p:nvSpPr>
            <p:spPr>
              <a:xfrm>
                <a:off x="6251228" y="134237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150">
                <a:extLst>
                  <a:ext uri="{FF2B5EF4-FFF2-40B4-BE49-F238E27FC236}">
                    <a16:creationId xmlns:a16="http://schemas.microsoft.com/office/drawing/2014/main" id="{FBC5E888-756F-815C-B97D-04C80313C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1228" y="1342374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群組 139">
            <a:extLst>
              <a:ext uri="{FF2B5EF4-FFF2-40B4-BE49-F238E27FC236}">
                <a16:creationId xmlns:a16="http://schemas.microsoft.com/office/drawing/2014/main" id="{84BDE54C-89F4-7706-FECD-688A61BB7991}"/>
              </a:ext>
            </a:extLst>
          </p:cNvPr>
          <p:cNvGrpSpPr/>
          <p:nvPr/>
        </p:nvGrpSpPr>
        <p:grpSpPr>
          <a:xfrm>
            <a:off x="6501554" y="1303902"/>
            <a:ext cx="825681" cy="477054"/>
            <a:chOff x="1739126" y="5460495"/>
            <a:chExt cx="825681" cy="477054"/>
          </a:xfrm>
        </p:grpSpPr>
        <p:sp>
          <p:nvSpPr>
            <p:cNvPr id="26" name="文字方塊 140">
              <a:extLst>
                <a:ext uri="{FF2B5EF4-FFF2-40B4-BE49-F238E27FC236}">
                  <a16:creationId xmlns:a16="http://schemas.microsoft.com/office/drawing/2014/main" id="{F2AFAE28-CFFB-3E1D-6C06-1727043A4BE6}"/>
                </a:ext>
              </a:extLst>
            </p:cNvPr>
            <p:cNvSpPr txBox="1"/>
            <p:nvPr/>
          </p:nvSpPr>
          <p:spPr>
            <a:xfrm>
              <a:off x="1739126" y="5537439"/>
              <a:ext cx="7935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27" name="文字方塊 141">
              <a:extLst>
                <a:ext uri="{FF2B5EF4-FFF2-40B4-BE49-F238E27FC236}">
                  <a16:creationId xmlns:a16="http://schemas.microsoft.com/office/drawing/2014/main" id="{FDA79795-6561-A09D-0505-7928E87E6CB6}"/>
                </a:ext>
              </a:extLst>
            </p:cNvPr>
            <p:cNvSpPr txBox="1"/>
            <p:nvPr/>
          </p:nvSpPr>
          <p:spPr>
            <a:xfrm>
              <a:off x="2275945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CE1BFC95-324D-1DE3-6811-941F6E078191}"/>
              </a:ext>
            </a:extLst>
          </p:cNvPr>
          <p:cNvSpPr txBox="1"/>
          <p:nvPr/>
        </p:nvSpPr>
        <p:spPr>
          <a:xfrm>
            <a:off x="7132506" y="1363192"/>
            <a:ext cx="2956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148">
                <a:extLst>
                  <a:ext uri="{FF2B5EF4-FFF2-40B4-BE49-F238E27FC236}">
                    <a16:creationId xmlns:a16="http://schemas.microsoft.com/office/drawing/2014/main" id="{EDB3B456-0558-C991-AC17-28AC22A88A68}"/>
                  </a:ext>
                </a:extLst>
              </p:cNvPr>
              <p:cNvSpPr txBox="1"/>
              <p:nvPr/>
            </p:nvSpPr>
            <p:spPr>
              <a:xfrm>
                <a:off x="7325206" y="133549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" name="文字方塊 148">
                <a:extLst>
                  <a:ext uri="{FF2B5EF4-FFF2-40B4-BE49-F238E27FC236}">
                    <a16:creationId xmlns:a16="http://schemas.microsoft.com/office/drawing/2014/main" id="{EDB3B456-0558-C991-AC17-28AC22A88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5206" y="1335495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94">
            <a:extLst>
              <a:ext uri="{FF2B5EF4-FFF2-40B4-BE49-F238E27FC236}">
                <a16:creationId xmlns:a16="http://schemas.microsoft.com/office/drawing/2014/main" id="{641785C8-2017-7301-D31E-8D0DFB5819DB}"/>
              </a:ext>
            </a:extLst>
          </p:cNvPr>
          <p:cNvSpPr txBox="1"/>
          <p:nvPr/>
        </p:nvSpPr>
        <p:spPr>
          <a:xfrm>
            <a:off x="7600642" y="1358868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95">
                <a:extLst>
                  <a:ext uri="{FF2B5EF4-FFF2-40B4-BE49-F238E27FC236}">
                    <a16:creationId xmlns:a16="http://schemas.microsoft.com/office/drawing/2014/main" id="{05B37223-6514-DD29-6F11-ADB38E1647C9}"/>
                  </a:ext>
                </a:extLst>
              </p:cNvPr>
              <p:cNvSpPr txBox="1"/>
              <p:nvPr/>
            </p:nvSpPr>
            <p:spPr>
              <a:xfrm>
                <a:off x="8426450" y="1351183"/>
                <a:ext cx="824671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5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31" name="文字方塊 95">
                <a:extLst>
                  <a:ext uri="{FF2B5EF4-FFF2-40B4-BE49-F238E27FC236}">
                    <a16:creationId xmlns:a16="http://schemas.microsoft.com/office/drawing/2014/main" id="{05B37223-6514-DD29-6F11-ADB38E164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450" y="1351183"/>
                <a:ext cx="824671" cy="41780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字方塊 92">
                <a:extLst>
                  <a:ext uri="{FF2B5EF4-FFF2-40B4-BE49-F238E27FC236}">
                    <a16:creationId xmlns:a16="http://schemas.microsoft.com/office/drawing/2014/main" id="{536EA012-C0C0-49D8-90F3-D257EBA33C47}"/>
                  </a:ext>
                </a:extLst>
              </p:cNvPr>
              <p:cNvSpPr txBox="1"/>
              <p:nvPr/>
            </p:nvSpPr>
            <p:spPr>
              <a:xfrm>
                <a:off x="8170440" y="134316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2" name="文字方塊 92">
                <a:extLst>
                  <a:ext uri="{FF2B5EF4-FFF2-40B4-BE49-F238E27FC236}">
                    <a16:creationId xmlns:a16="http://schemas.microsoft.com/office/drawing/2014/main" id="{536EA012-C0C0-49D8-90F3-D257EBA33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0440" y="1343163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90">
                <a:extLst>
                  <a:ext uri="{FF2B5EF4-FFF2-40B4-BE49-F238E27FC236}">
                    <a16:creationId xmlns:a16="http://schemas.microsoft.com/office/drawing/2014/main" id="{D81F2E35-5614-8F2F-EAF1-2183BB287DAC}"/>
                  </a:ext>
                </a:extLst>
              </p:cNvPr>
              <p:cNvSpPr txBox="1"/>
              <p:nvPr/>
            </p:nvSpPr>
            <p:spPr>
              <a:xfrm>
                <a:off x="7701113" y="1362772"/>
                <a:ext cx="4652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3" name="文字方塊 90">
                <a:extLst>
                  <a:ext uri="{FF2B5EF4-FFF2-40B4-BE49-F238E27FC236}">
                    <a16:creationId xmlns:a16="http://schemas.microsoft.com/office/drawing/2014/main" id="{D81F2E35-5614-8F2F-EAF1-2183BB287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1113" y="1362772"/>
                <a:ext cx="465205" cy="400110"/>
              </a:xfrm>
              <a:prstGeom prst="rect">
                <a:avLst/>
              </a:prstGeom>
              <a:blipFill>
                <a:blip r:embed="rId13"/>
                <a:stretch>
                  <a:fillRect r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5492582-0C0E-65AF-3FC6-0D7F722F548C}"/>
                  </a:ext>
                </a:extLst>
              </p:cNvPr>
              <p:cNvSpPr txBox="1"/>
              <p:nvPr/>
            </p:nvSpPr>
            <p:spPr>
              <a:xfrm>
                <a:off x="4551350" y="1867203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5492582-0C0E-65AF-3FC6-0D7F722F5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350" y="1867203"/>
                <a:ext cx="382766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字方塊 94">
            <a:extLst>
              <a:ext uri="{FF2B5EF4-FFF2-40B4-BE49-F238E27FC236}">
                <a16:creationId xmlns:a16="http://schemas.microsoft.com/office/drawing/2014/main" id="{FAFBAC7F-A4B5-F81D-EFD3-113C255FF59F}"/>
              </a:ext>
            </a:extLst>
          </p:cNvPr>
          <p:cNvSpPr txBox="1"/>
          <p:nvPr/>
        </p:nvSpPr>
        <p:spPr>
          <a:xfrm>
            <a:off x="4857652" y="1895364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95">
                <a:extLst>
                  <a:ext uri="{FF2B5EF4-FFF2-40B4-BE49-F238E27FC236}">
                    <a16:creationId xmlns:a16="http://schemas.microsoft.com/office/drawing/2014/main" id="{B54CBD04-514F-C369-358E-CF1E075C2F7E}"/>
                  </a:ext>
                </a:extLst>
              </p:cNvPr>
              <p:cNvSpPr txBox="1"/>
              <p:nvPr/>
            </p:nvSpPr>
            <p:spPr>
              <a:xfrm>
                <a:off x="5517206" y="1887679"/>
                <a:ext cx="660996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3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40" name="文字方塊 95">
                <a:extLst>
                  <a:ext uri="{FF2B5EF4-FFF2-40B4-BE49-F238E27FC236}">
                    <a16:creationId xmlns:a16="http://schemas.microsoft.com/office/drawing/2014/main" id="{B54CBD04-514F-C369-358E-CF1E075C2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206" y="1887679"/>
                <a:ext cx="660996" cy="41780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字方塊 92">
                <a:extLst>
                  <a:ext uri="{FF2B5EF4-FFF2-40B4-BE49-F238E27FC236}">
                    <a16:creationId xmlns:a16="http://schemas.microsoft.com/office/drawing/2014/main" id="{19426B89-77FD-6FAC-6A1A-C4E1D1823944}"/>
                  </a:ext>
                </a:extLst>
              </p:cNvPr>
              <p:cNvSpPr txBox="1"/>
              <p:nvPr/>
            </p:nvSpPr>
            <p:spPr>
              <a:xfrm>
                <a:off x="5261195" y="187965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1" name="文字方塊 92">
                <a:extLst>
                  <a:ext uri="{FF2B5EF4-FFF2-40B4-BE49-F238E27FC236}">
                    <a16:creationId xmlns:a16="http://schemas.microsoft.com/office/drawing/2014/main" id="{19426B89-77FD-6FAC-6A1A-C4E1D1823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195" y="1879659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字方塊 90">
                <a:extLst>
                  <a:ext uri="{FF2B5EF4-FFF2-40B4-BE49-F238E27FC236}">
                    <a16:creationId xmlns:a16="http://schemas.microsoft.com/office/drawing/2014/main" id="{14F879DA-9108-B9C4-4BD6-00B12F6024D8}"/>
                  </a:ext>
                </a:extLst>
              </p:cNvPr>
              <p:cNvSpPr txBox="1"/>
              <p:nvPr/>
            </p:nvSpPr>
            <p:spPr>
              <a:xfrm>
                <a:off x="4958123" y="1899268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2" name="文字方塊 90">
                <a:extLst>
                  <a:ext uri="{FF2B5EF4-FFF2-40B4-BE49-F238E27FC236}">
                    <a16:creationId xmlns:a16="http://schemas.microsoft.com/office/drawing/2014/main" id="{14F879DA-9108-B9C4-4BD6-00B12F602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123" y="1899268"/>
                <a:ext cx="274435" cy="400110"/>
              </a:xfrm>
              <a:prstGeom prst="rect">
                <a:avLst/>
              </a:prstGeom>
              <a:blipFill>
                <a:blip r:embed="rId17"/>
                <a:stretch>
                  <a:fillRect r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字方塊 94">
            <a:extLst>
              <a:ext uri="{FF2B5EF4-FFF2-40B4-BE49-F238E27FC236}">
                <a16:creationId xmlns:a16="http://schemas.microsoft.com/office/drawing/2014/main" id="{F36EA5E6-8A57-3CEC-B8BF-5D446D8D8513}"/>
              </a:ext>
            </a:extLst>
          </p:cNvPr>
          <p:cNvSpPr txBox="1"/>
          <p:nvPr/>
        </p:nvSpPr>
        <p:spPr>
          <a:xfrm>
            <a:off x="5997964" y="1914160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95">
                <a:extLst>
                  <a:ext uri="{FF2B5EF4-FFF2-40B4-BE49-F238E27FC236}">
                    <a16:creationId xmlns:a16="http://schemas.microsoft.com/office/drawing/2014/main" id="{62252560-ED7F-E140-0CBA-28C8318F73D1}"/>
                  </a:ext>
                </a:extLst>
              </p:cNvPr>
              <p:cNvSpPr txBox="1"/>
              <p:nvPr/>
            </p:nvSpPr>
            <p:spPr>
              <a:xfrm>
                <a:off x="6657518" y="1889849"/>
                <a:ext cx="677622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5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44" name="文字方塊 95">
                <a:extLst>
                  <a:ext uri="{FF2B5EF4-FFF2-40B4-BE49-F238E27FC236}">
                    <a16:creationId xmlns:a16="http://schemas.microsoft.com/office/drawing/2014/main" id="{62252560-ED7F-E140-0CBA-28C8318F7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518" y="1889849"/>
                <a:ext cx="677622" cy="41780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字方塊 92">
                <a:extLst>
                  <a:ext uri="{FF2B5EF4-FFF2-40B4-BE49-F238E27FC236}">
                    <a16:creationId xmlns:a16="http://schemas.microsoft.com/office/drawing/2014/main" id="{E8F96503-D1A1-B7DB-EB22-1B2BBE4333FA}"/>
                  </a:ext>
                </a:extLst>
              </p:cNvPr>
              <p:cNvSpPr txBox="1"/>
              <p:nvPr/>
            </p:nvSpPr>
            <p:spPr>
              <a:xfrm>
                <a:off x="6401507" y="18818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5" name="文字方塊 92">
                <a:extLst>
                  <a:ext uri="{FF2B5EF4-FFF2-40B4-BE49-F238E27FC236}">
                    <a16:creationId xmlns:a16="http://schemas.microsoft.com/office/drawing/2014/main" id="{E8F96503-D1A1-B7DB-EB22-1B2BBE433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1507" y="1881829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字方塊 90">
                <a:extLst>
                  <a:ext uri="{FF2B5EF4-FFF2-40B4-BE49-F238E27FC236}">
                    <a16:creationId xmlns:a16="http://schemas.microsoft.com/office/drawing/2014/main" id="{08D52313-2700-E94F-1F54-874AE45858C2}"/>
                  </a:ext>
                </a:extLst>
              </p:cNvPr>
              <p:cNvSpPr txBox="1"/>
              <p:nvPr/>
            </p:nvSpPr>
            <p:spPr>
              <a:xfrm>
                <a:off x="6098435" y="1901438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6" name="文字方塊 90">
                <a:extLst>
                  <a:ext uri="{FF2B5EF4-FFF2-40B4-BE49-F238E27FC236}">
                    <a16:creationId xmlns:a16="http://schemas.microsoft.com/office/drawing/2014/main" id="{08D52313-2700-E94F-1F54-874AE4585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8435" y="1901438"/>
                <a:ext cx="274435" cy="400110"/>
              </a:xfrm>
              <a:prstGeom prst="rect">
                <a:avLst/>
              </a:prstGeom>
              <a:blipFill>
                <a:blip r:embed="rId20"/>
                <a:stretch>
                  <a:fillRect r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字方塊 148">
                <a:extLst>
                  <a:ext uri="{FF2B5EF4-FFF2-40B4-BE49-F238E27FC236}">
                    <a16:creationId xmlns:a16="http://schemas.microsoft.com/office/drawing/2014/main" id="{51325059-5CD9-FB05-281D-D2D8C34B35DF}"/>
                  </a:ext>
                </a:extLst>
              </p:cNvPr>
              <p:cNvSpPr txBox="1"/>
              <p:nvPr/>
            </p:nvSpPr>
            <p:spPr>
              <a:xfrm>
                <a:off x="7187296" y="18793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7" name="文字方塊 148">
                <a:extLst>
                  <a:ext uri="{FF2B5EF4-FFF2-40B4-BE49-F238E27FC236}">
                    <a16:creationId xmlns:a16="http://schemas.microsoft.com/office/drawing/2014/main" id="{51325059-5CD9-FB05-281D-D2D8C34B3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7296" y="1879366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文字方塊 149">
            <a:extLst>
              <a:ext uri="{FF2B5EF4-FFF2-40B4-BE49-F238E27FC236}">
                <a16:creationId xmlns:a16="http://schemas.microsoft.com/office/drawing/2014/main" id="{4AF4BADE-B78A-950B-2ECB-D9E0E90EE3DC}"/>
              </a:ext>
            </a:extLst>
          </p:cNvPr>
          <p:cNvSpPr txBox="1"/>
          <p:nvPr/>
        </p:nvSpPr>
        <p:spPr>
          <a:xfrm>
            <a:off x="7414396" y="1901438"/>
            <a:ext cx="3535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5</a:t>
            </a:r>
          </a:p>
        </p:txBody>
      </p:sp>
      <p:sp>
        <p:nvSpPr>
          <p:cNvPr id="49" name="文字方塊 94">
            <a:extLst>
              <a:ext uri="{FF2B5EF4-FFF2-40B4-BE49-F238E27FC236}">
                <a16:creationId xmlns:a16="http://schemas.microsoft.com/office/drawing/2014/main" id="{E897A52A-83E1-6B9B-788D-5819812FA004}"/>
              </a:ext>
            </a:extLst>
          </p:cNvPr>
          <p:cNvSpPr txBox="1"/>
          <p:nvPr/>
        </p:nvSpPr>
        <p:spPr>
          <a:xfrm>
            <a:off x="7619789" y="1887051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字方塊 95">
                <a:extLst>
                  <a:ext uri="{FF2B5EF4-FFF2-40B4-BE49-F238E27FC236}">
                    <a16:creationId xmlns:a16="http://schemas.microsoft.com/office/drawing/2014/main" id="{8BAAABEA-6748-67D8-9373-0BC9A988B3EE}"/>
                  </a:ext>
                </a:extLst>
              </p:cNvPr>
              <p:cNvSpPr txBox="1"/>
              <p:nvPr/>
            </p:nvSpPr>
            <p:spPr>
              <a:xfrm>
                <a:off x="8279343" y="1879366"/>
                <a:ext cx="660996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3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50" name="文字方塊 95">
                <a:extLst>
                  <a:ext uri="{FF2B5EF4-FFF2-40B4-BE49-F238E27FC236}">
                    <a16:creationId xmlns:a16="http://schemas.microsoft.com/office/drawing/2014/main" id="{8BAAABEA-6748-67D8-9373-0BC9A988B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9343" y="1879366"/>
                <a:ext cx="660996" cy="41780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字方塊 92">
                <a:extLst>
                  <a:ext uri="{FF2B5EF4-FFF2-40B4-BE49-F238E27FC236}">
                    <a16:creationId xmlns:a16="http://schemas.microsoft.com/office/drawing/2014/main" id="{0D2AB97D-F074-5492-23D9-10532A8AA6D2}"/>
                  </a:ext>
                </a:extLst>
              </p:cNvPr>
              <p:cNvSpPr txBox="1"/>
              <p:nvPr/>
            </p:nvSpPr>
            <p:spPr>
              <a:xfrm>
                <a:off x="8023332" y="18713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1" name="文字方塊 92">
                <a:extLst>
                  <a:ext uri="{FF2B5EF4-FFF2-40B4-BE49-F238E27FC236}">
                    <a16:creationId xmlns:a16="http://schemas.microsoft.com/office/drawing/2014/main" id="{0D2AB97D-F074-5492-23D9-10532A8AA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3332" y="1871346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字方塊 90">
                <a:extLst>
                  <a:ext uri="{FF2B5EF4-FFF2-40B4-BE49-F238E27FC236}">
                    <a16:creationId xmlns:a16="http://schemas.microsoft.com/office/drawing/2014/main" id="{5C718CE8-7A39-828B-DBAE-DB22410AF417}"/>
                  </a:ext>
                </a:extLst>
              </p:cNvPr>
              <p:cNvSpPr txBox="1"/>
              <p:nvPr/>
            </p:nvSpPr>
            <p:spPr>
              <a:xfrm>
                <a:off x="7720260" y="1890955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52" name="文字方塊 90">
                <a:extLst>
                  <a:ext uri="{FF2B5EF4-FFF2-40B4-BE49-F238E27FC236}">
                    <a16:creationId xmlns:a16="http://schemas.microsoft.com/office/drawing/2014/main" id="{5C718CE8-7A39-828B-DBAE-DB22410AF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260" y="1890955"/>
                <a:ext cx="274435" cy="400110"/>
              </a:xfrm>
              <a:prstGeom prst="rect">
                <a:avLst/>
              </a:prstGeom>
              <a:blipFill>
                <a:blip r:embed="rId24"/>
                <a:stretch>
                  <a:fillRect r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C7AC546-645D-266E-4950-0D3BE5FEB22E}"/>
                  </a:ext>
                </a:extLst>
              </p:cNvPr>
              <p:cNvSpPr txBox="1"/>
              <p:nvPr/>
            </p:nvSpPr>
            <p:spPr>
              <a:xfrm>
                <a:off x="4551350" y="2427208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C7AC546-645D-266E-4950-0D3BE5FEB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350" y="2427208"/>
                <a:ext cx="382766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字方塊 94">
            <a:extLst>
              <a:ext uri="{FF2B5EF4-FFF2-40B4-BE49-F238E27FC236}">
                <a16:creationId xmlns:a16="http://schemas.microsoft.com/office/drawing/2014/main" id="{0850D704-8517-57E8-5F02-896D9EFA72D3}"/>
              </a:ext>
            </a:extLst>
          </p:cNvPr>
          <p:cNvSpPr txBox="1"/>
          <p:nvPr/>
        </p:nvSpPr>
        <p:spPr>
          <a:xfrm>
            <a:off x="4857652" y="2455369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字方塊 95">
                <a:extLst>
                  <a:ext uri="{FF2B5EF4-FFF2-40B4-BE49-F238E27FC236}">
                    <a16:creationId xmlns:a16="http://schemas.microsoft.com/office/drawing/2014/main" id="{F510DC8C-87C4-243D-00FD-C8DFE44B8FE1}"/>
                  </a:ext>
                </a:extLst>
              </p:cNvPr>
              <p:cNvSpPr txBox="1"/>
              <p:nvPr/>
            </p:nvSpPr>
            <p:spPr>
              <a:xfrm>
                <a:off x="5517206" y="2447684"/>
                <a:ext cx="660996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3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55" name="文字方塊 95">
                <a:extLst>
                  <a:ext uri="{FF2B5EF4-FFF2-40B4-BE49-F238E27FC236}">
                    <a16:creationId xmlns:a16="http://schemas.microsoft.com/office/drawing/2014/main" id="{F510DC8C-87C4-243D-00FD-C8DFE44B8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206" y="2447684"/>
                <a:ext cx="660996" cy="41780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字方塊 92">
                <a:extLst>
                  <a:ext uri="{FF2B5EF4-FFF2-40B4-BE49-F238E27FC236}">
                    <a16:creationId xmlns:a16="http://schemas.microsoft.com/office/drawing/2014/main" id="{BCCF4D5F-A517-7862-640B-98764B47CD1D}"/>
                  </a:ext>
                </a:extLst>
              </p:cNvPr>
              <p:cNvSpPr txBox="1"/>
              <p:nvPr/>
            </p:nvSpPr>
            <p:spPr>
              <a:xfrm>
                <a:off x="5261195" y="243966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6" name="文字方塊 92">
                <a:extLst>
                  <a:ext uri="{FF2B5EF4-FFF2-40B4-BE49-F238E27FC236}">
                    <a16:creationId xmlns:a16="http://schemas.microsoft.com/office/drawing/2014/main" id="{BCCF4D5F-A517-7862-640B-98764B47C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195" y="2439664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字方塊 90">
                <a:extLst>
                  <a:ext uri="{FF2B5EF4-FFF2-40B4-BE49-F238E27FC236}">
                    <a16:creationId xmlns:a16="http://schemas.microsoft.com/office/drawing/2014/main" id="{F21C28CB-E958-E797-7102-19D4DFA1224F}"/>
                  </a:ext>
                </a:extLst>
              </p:cNvPr>
              <p:cNvSpPr txBox="1"/>
              <p:nvPr/>
            </p:nvSpPr>
            <p:spPr>
              <a:xfrm>
                <a:off x="4958123" y="2459273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57" name="文字方塊 90">
                <a:extLst>
                  <a:ext uri="{FF2B5EF4-FFF2-40B4-BE49-F238E27FC236}">
                    <a16:creationId xmlns:a16="http://schemas.microsoft.com/office/drawing/2014/main" id="{F21C28CB-E958-E797-7102-19D4DFA12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123" y="2459273"/>
                <a:ext cx="274435" cy="400110"/>
              </a:xfrm>
              <a:prstGeom prst="rect">
                <a:avLst/>
              </a:prstGeom>
              <a:blipFill>
                <a:blip r:embed="rId28"/>
                <a:stretch>
                  <a:fillRect r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文字方塊 94">
            <a:extLst>
              <a:ext uri="{FF2B5EF4-FFF2-40B4-BE49-F238E27FC236}">
                <a16:creationId xmlns:a16="http://schemas.microsoft.com/office/drawing/2014/main" id="{238F32C9-6376-D94E-A9DC-768F598929A9}"/>
              </a:ext>
            </a:extLst>
          </p:cNvPr>
          <p:cNvSpPr txBox="1"/>
          <p:nvPr/>
        </p:nvSpPr>
        <p:spPr>
          <a:xfrm>
            <a:off x="5995529" y="2474291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字方塊 95">
                <a:extLst>
                  <a:ext uri="{FF2B5EF4-FFF2-40B4-BE49-F238E27FC236}">
                    <a16:creationId xmlns:a16="http://schemas.microsoft.com/office/drawing/2014/main" id="{599D1114-AC51-36B1-375A-E8717A13A5F7}"/>
                  </a:ext>
                </a:extLst>
              </p:cNvPr>
              <p:cNvSpPr txBox="1"/>
              <p:nvPr/>
            </p:nvSpPr>
            <p:spPr>
              <a:xfrm>
                <a:off x="6655083" y="2449980"/>
                <a:ext cx="557541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59" name="文字方塊 95">
                <a:extLst>
                  <a:ext uri="{FF2B5EF4-FFF2-40B4-BE49-F238E27FC236}">
                    <a16:creationId xmlns:a16="http://schemas.microsoft.com/office/drawing/2014/main" id="{599D1114-AC51-36B1-375A-E8717A13A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083" y="2449980"/>
                <a:ext cx="557541" cy="41780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字方塊 92">
                <a:extLst>
                  <a:ext uri="{FF2B5EF4-FFF2-40B4-BE49-F238E27FC236}">
                    <a16:creationId xmlns:a16="http://schemas.microsoft.com/office/drawing/2014/main" id="{C8939D49-A96E-2632-F9CF-61AA974D660C}"/>
                  </a:ext>
                </a:extLst>
              </p:cNvPr>
              <p:cNvSpPr txBox="1"/>
              <p:nvPr/>
            </p:nvSpPr>
            <p:spPr>
              <a:xfrm>
                <a:off x="6399072" y="244196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0" name="文字方塊 92">
                <a:extLst>
                  <a:ext uri="{FF2B5EF4-FFF2-40B4-BE49-F238E27FC236}">
                    <a16:creationId xmlns:a16="http://schemas.microsoft.com/office/drawing/2014/main" id="{C8939D49-A96E-2632-F9CF-61AA974D6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072" y="2441960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字方塊 90">
                <a:extLst>
                  <a:ext uri="{FF2B5EF4-FFF2-40B4-BE49-F238E27FC236}">
                    <a16:creationId xmlns:a16="http://schemas.microsoft.com/office/drawing/2014/main" id="{7952CB5C-DF0F-C396-0DA7-BD0BED28D0BA}"/>
                  </a:ext>
                </a:extLst>
              </p:cNvPr>
              <p:cNvSpPr txBox="1"/>
              <p:nvPr/>
            </p:nvSpPr>
            <p:spPr>
              <a:xfrm>
                <a:off x="6096000" y="2461569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61" name="文字方塊 90">
                <a:extLst>
                  <a:ext uri="{FF2B5EF4-FFF2-40B4-BE49-F238E27FC236}">
                    <a16:creationId xmlns:a16="http://schemas.microsoft.com/office/drawing/2014/main" id="{7952CB5C-DF0F-C396-0DA7-BD0BED28D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461569"/>
                <a:ext cx="274435" cy="400110"/>
              </a:xfrm>
              <a:prstGeom prst="rect">
                <a:avLst/>
              </a:prstGeom>
              <a:blipFill>
                <a:blip r:embed="rId31"/>
                <a:stretch>
                  <a:fillRect r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148">
                <a:extLst>
                  <a:ext uri="{FF2B5EF4-FFF2-40B4-BE49-F238E27FC236}">
                    <a16:creationId xmlns:a16="http://schemas.microsoft.com/office/drawing/2014/main" id="{1FB00CB3-A49F-1631-FD27-95EA25874A6E}"/>
                  </a:ext>
                </a:extLst>
              </p:cNvPr>
              <p:cNvSpPr txBox="1"/>
              <p:nvPr/>
            </p:nvSpPr>
            <p:spPr>
              <a:xfrm>
                <a:off x="7098106" y="244084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2" name="文字方塊 148">
                <a:extLst>
                  <a:ext uri="{FF2B5EF4-FFF2-40B4-BE49-F238E27FC236}">
                    <a16:creationId xmlns:a16="http://schemas.microsoft.com/office/drawing/2014/main" id="{1FB00CB3-A49F-1631-FD27-95EA25874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106" y="2440849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文字方塊 149">
            <a:extLst>
              <a:ext uri="{FF2B5EF4-FFF2-40B4-BE49-F238E27FC236}">
                <a16:creationId xmlns:a16="http://schemas.microsoft.com/office/drawing/2014/main" id="{4F6EB253-AEF2-25A1-EBB5-9BEE0EC6C182}"/>
              </a:ext>
            </a:extLst>
          </p:cNvPr>
          <p:cNvSpPr txBox="1"/>
          <p:nvPr/>
        </p:nvSpPr>
        <p:spPr>
          <a:xfrm>
            <a:off x="7350336" y="2473196"/>
            <a:ext cx="569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5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AD7F6F0-512A-D36C-BAF3-8E344A228A66}"/>
              </a:ext>
            </a:extLst>
          </p:cNvPr>
          <p:cNvGrpSpPr/>
          <p:nvPr/>
        </p:nvGrpSpPr>
        <p:grpSpPr>
          <a:xfrm>
            <a:off x="9021137" y="2414791"/>
            <a:ext cx="459968" cy="412527"/>
            <a:chOff x="10200645" y="1733059"/>
            <a:chExt cx="459968" cy="412527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17ED63A-9381-CFF7-5A3B-104465014C83}"/>
                </a:ext>
              </a:extLst>
            </p:cNvPr>
            <p:cNvSpPr/>
            <p:nvPr/>
          </p:nvSpPr>
          <p:spPr>
            <a:xfrm>
              <a:off x="10223770" y="1733059"/>
              <a:ext cx="436843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07321F5-A830-FDCB-12C1-5698B36507A3}"/>
                </a:ext>
              </a:extLst>
            </p:cNvPr>
            <p:cNvSpPr txBox="1"/>
            <p:nvPr/>
          </p:nvSpPr>
          <p:spPr>
            <a:xfrm>
              <a:off x="10200645" y="1745476"/>
              <a:ext cx="3414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2494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3" grpId="0"/>
      <p:bldP spid="14" grpId="0"/>
      <p:bldP spid="15" grpId="0"/>
      <p:bldP spid="16" grpId="0"/>
      <p:bldP spid="17" grpId="0"/>
      <p:bldP spid="18" grpId="0"/>
      <p:bldP spid="22" grpId="0"/>
      <p:bldP spid="23" grpId="0"/>
      <p:bldP spid="24" grpId="0"/>
      <p:bldP spid="28" grpId="0"/>
      <p:bldP spid="29" grpId="0"/>
      <p:bldP spid="30" grpId="0"/>
      <p:bldP spid="31" grpId="0"/>
      <p:bldP spid="32" grpId="0"/>
      <p:bldP spid="33" grpId="0"/>
      <p:bldP spid="35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>
            <a:extLst>
              <a:ext uri="{FF2B5EF4-FFF2-40B4-BE49-F238E27FC236}">
                <a16:creationId xmlns:a16="http://schemas.microsoft.com/office/drawing/2014/main" id="{69EF3810-9D99-3A09-6D8D-301841070C4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2130"/>
          <a:stretch>
            <a:fillRect/>
          </a:stretch>
        </p:blipFill>
        <p:spPr>
          <a:xfrm>
            <a:off x="358741" y="215802"/>
            <a:ext cx="3699343" cy="1684166"/>
          </a:xfrm>
          <a:prstGeom prst="rect">
            <a:avLst/>
          </a:prstGeom>
        </p:spPr>
      </p:pic>
      <p:grpSp>
        <p:nvGrpSpPr>
          <p:cNvPr id="4" name="群組 139">
            <a:extLst>
              <a:ext uri="{FF2B5EF4-FFF2-40B4-BE49-F238E27FC236}">
                <a16:creationId xmlns:a16="http://schemas.microsoft.com/office/drawing/2014/main" id="{1910AC18-C95B-AB57-A967-A7F6B7825535}"/>
              </a:ext>
            </a:extLst>
          </p:cNvPr>
          <p:cNvGrpSpPr/>
          <p:nvPr/>
        </p:nvGrpSpPr>
        <p:grpSpPr>
          <a:xfrm>
            <a:off x="4692037" y="810072"/>
            <a:ext cx="523241" cy="481749"/>
            <a:chOff x="2119388" y="5460495"/>
            <a:chExt cx="523241" cy="481749"/>
          </a:xfrm>
        </p:grpSpPr>
        <p:sp>
          <p:nvSpPr>
            <p:cNvPr id="5" name="文字方塊 140">
              <a:extLst>
                <a:ext uri="{FF2B5EF4-FFF2-40B4-BE49-F238E27FC236}">
                  <a16:creationId xmlns:a16="http://schemas.microsoft.com/office/drawing/2014/main" id="{A550DE5E-19CD-2ED0-7FB4-7B7C15433797}"/>
                </a:ext>
              </a:extLst>
            </p:cNvPr>
            <p:cNvSpPr txBox="1"/>
            <p:nvPr/>
          </p:nvSpPr>
          <p:spPr>
            <a:xfrm>
              <a:off x="2119388" y="5542134"/>
              <a:ext cx="4726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6" name="文字方塊 141">
              <a:extLst>
                <a:ext uri="{FF2B5EF4-FFF2-40B4-BE49-F238E27FC236}">
                  <a16:creationId xmlns:a16="http://schemas.microsoft.com/office/drawing/2014/main" id="{4C9EE6BE-8190-B31B-7A30-76E7CFEFAA5C}"/>
                </a:ext>
              </a:extLst>
            </p:cNvPr>
            <p:cNvSpPr txBox="1"/>
            <p:nvPr/>
          </p:nvSpPr>
          <p:spPr>
            <a:xfrm>
              <a:off x="235376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7" name="文字方塊 94">
            <a:extLst>
              <a:ext uri="{FF2B5EF4-FFF2-40B4-BE49-F238E27FC236}">
                <a16:creationId xmlns:a16="http://schemas.microsoft.com/office/drawing/2014/main" id="{3637F266-5D4F-ED3E-174E-851C6CD67A18}"/>
              </a:ext>
            </a:extLst>
          </p:cNvPr>
          <p:cNvSpPr txBox="1"/>
          <p:nvPr/>
        </p:nvSpPr>
        <p:spPr>
          <a:xfrm>
            <a:off x="5024124" y="895695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95">
                <a:extLst>
                  <a:ext uri="{FF2B5EF4-FFF2-40B4-BE49-F238E27FC236}">
                    <a16:creationId xmlns:a16="http://schemas.microsoft.com/office/drawing/2014/main" id="{7B1B9ACA-CAE4-4F55-D71F-25875CBB857C}"/>
                  </a:ext>
                </a:extLst>
              </p:cNvPr>
              <p:cNvSpPr txBox="1"/>
              <p:nvPr/>
            </p:nvSpPr>
            <p:spPr>
              <a:xfrm>
                <a:off x="5665016" y="888010"/>
                <a:ext cx="472614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8" name="文字方塊 95">
                <a:extLst>
                  <a:ext uri="{FF2B5EF4-FFF2-40B4-BE49-F238E27FC236}">
                    <a16:creationId xmlns:a16="http://schemas.microsoft.com/office/drawing/2014/main" id="{7B1B9ACA-CAE4-4F55-D71F-25875CBB8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5016" y="888010"/>
                <a:ext cx="472614" cy="4178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92">
                <a:extLst>
                  <a:ext uri="{FF2B5EF4-FFF2-40B4-BE49-F238E27FC236}">
                    <a16:creationId xmlns:a16="http://schemas.microsoft.com/office/drawing/2014/main" id="{B0710C32-16FB-5CC6-D72F-5256EF0093E1}"/>
                  </a:ext>
                </a:extLst>
              </p:cNvPr>
              <p:cNvSpPr txBox="1"/>
              <p:nvPr/>
            </p:nvSpPr>
            <p:spPr>
              <a:xfrm>
                <a:off x="5409005" y="87999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" name="文字方塊 92">
                <a:extLst>
                  <a:ext uri="{FF2B5EF4-FFF2-40B4-BE49-F238E27FC236}">
                    <a16:creationId xmlns:a16="http://schemas.microsoft.com/office/drawing/2014/main" id="{B0710C32-16FB-5CC6-D72F-5256EF009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005" y="879990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0">
                <a:extLst>
                  <a:ext uri="{FF2B5EF4-FFF2-40B4-BE49-F238E27FC236}">
                    <a16:creationId xmlns:a16="http://schemas.microsoft.com/office/drawing/2014/main" id="{CF107F8D-FD56-CDEB-1888-5C318C5EDE71}"/>
                  </a:ext>
                </a:extLst>
              </p:cNvPr>
              <p:cNvSpPr txBox="1"/>
              <p:nvPr/>
            </p:nvSpPr>
            <p:spPr>
              <a:xfrm>
                <a:off x="5124595" y="899599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0" name="文字方塊 90">
                <a:extLst>
                  <a:ext uri="{FF2B5EF4-FFF2-40B4-BE49-F238E27FC236}">
                    <a16:creationId xmlns:a16="http://schemas.microsoft.com/office/drawing/2014/main" id="{CF107F8D-FD56-CDEB-1888-5C318C5ED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595" y="899599"/>
                <a:ext cx="274435" cy="400110"/>
              </a:xfrm>
              <a:prstGeom prst="rect">
                <a:avLst/>
              </a:prstGeom>
              <a:blipFill>
                <a:blip r:embed="rId6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48">
                <a:extLst>
                  <a:ext uri="{FF2B5EF4-FFF2-40B4-BE49-F238E27FC236}">
                    <a16:creationId xmlns:a16="http://schemas.microsoft.com/office/drawing/2014/main" id="{91C66AB9-0D32-8482-6894-A5D512AD878A}"/>
                  </a:ext>
                </a:extLst>
              </p:cNvPr>
              <p:cNvSpPr txBox="1"/>
              <p:nvPr/>
            </p:nvSpPr>
            <p:spPr>
              <a:xfrm>
                <a:off x="6097953" y="88932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" name="文字方塊 148">
                <a:extLst>
                  <a:ext uri="{FF2B5EF4-FFF2-40B4-BE49-F238E27FC236}">
                    <a16:creationId xmlns:a16="http://schemas.microsoft.com/office/drawing/2014/main" id="{91C66AB9-0D32-8482-6894-A5D512AD8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7953" y="889321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群組 139">
            <a:extLst>
              <a:ext uri="{FF2B5EF4-FFF2-40B4-BE49-F238E27FC236}">
                <a16:creationId xmlns:a16="http://schemas.microsoft.com/office/drawing/2014/main" id="{652F95C0-8E43-FFF2-021D-D856AE996A84}"/>
              </a:ext>
            </a:extLst>
          </p:cNvPr>
          <p:cNvGrpSpPr/>
          <p:nvPr/>
        </p:nvGrpSpPr>
        <p:grpSpPr>
          <a:xfrm>
            <a:off x="6394020" y="834842"/>
            <a:ext cx="523241" cy="481749"/>
            <a:chOff x="2119388" y="5460495"/>
            <a:chExt cx="523241" cy="481749"/>
          </a:xfrm>
        </p:grpSpPr>
        <p:sp>
          <p:nvSpPr>
            <p:cNvPr id="13" name="文字方塊 140">
              <a:extLst>
                <a:ext uri="{FF2B5EF4-FFF2-40B4-BE49-F238E27FC236}">
                  <a16:creationId xmlns:a16="http://schemas.microsoft.com/office/drawing/2014/main" id="{FBFD83F1-B2FD-C862-8842-2BE9E79A2B68}"/>
                </a:ext>
              </a:extLst>
            </p:cNvPr>
            <p:cNvSpPr txBox="1"/>
            <p:nvPr/>
          </p:nvSpPr>
          <p:spPr>
            <a:xfrm>
              <a:off x="2119388" y="5542134"/>
              <a:ext cx="4726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14" name="文字方塊 141">
              <a:extLst>
                <a:ext uri="{FF2B5EF4-FFF2-40B4-BE49-F238E27FC236}">
                  <a16:creationId xmlns:a16="http://schemas.microsoft.com/office/drawing/2014/main" id="{794B4297-6E46-4423-89F3-7AFC09787D9B}"/>
                </a:ext>
              </a:extLst>
            </p:cNvPr>
            <p:cNvSpPr txBox="1"/>
            <p:nvPr/>
          </p:nvSpPr>
          <p:spPr>
            <a:xfrm>
              <a:off x="235376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15" name="文字方塊 94">
            <a:extLst>
              <a:ext uri="{FF2B5EF4-FFF2-40B4-BE49-F238E27FC236}">
                <a16:creationId xmlns:a16="http://schemas.microsoft.com/office/drawing/2014/main" id="{662646FA-E51D-435A-2261-1FA434085CE9}"/>
              </a:ext>
            </a:extLst>
          </p:cNvPr>
          <p:cNvSpPr txBox="1"/>
          <p:nvPr/>
        </p:nvSpPr>
        <p:spPr>
          <a:xfrm>
            <a:off x="6726107" y="920465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95">
                <a:extLst>
                  <a:ext uri="{FF2B5EF4-FFF2-40B4-BE49-F238E27FC236}">
                    <a16:creationId xmlns:a16="http://schemas.microsoft.com/office/drawing/2014/main" id="{EC502956-434A-1F04-9707-62CBDC076782}"/>
                  </a:ext>
                </a:extLst>
              </p:cNvPr>
              <p:cNvSpPr txBox="1"/>
              <p:nvPr/>
            </p:nvSpPr>
            <p:spPr>
              <a:xfrm>
                <a:off x="7366999" y="906479"/>
                <a:ext cx="4726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x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6" name="文字方塊 95">
                <a:extLst>
                  <a:ext uri="{FF2B5EF4-FFF2-40B4-BE49-F238E27FC236}">
                    <a16:creationId xmlns:a16="http://schemas.microsoft.com/office/drawing/2014/main" id="{EC502956-434A-1F04-9707-62CBDC076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999" y="906479"/>
                <a:ext cx="472614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92">
                <a:extLst>
                  <a:ext uri="{FF2B5EF4-FFF2-40B4-BE49-F238E27FC236}">
                    <a16:creationId xmlns:a16="http://schemas.microsoft.com/office/drawing/2014/main" id="{D69D489B-2895-0270-114E-9DC79639C239}"/>
                  </a:ext>
                </a:extLst>
              </p:cNvPr>
              <p:cNvSpPr txBox="1"/>
              <p:nvPr/>
            </p:nvSpPr>
            <p:spPr>
              <a:xfrm>
                <a:off x="7110988" y="8860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" name="文字方塊 92">
                <a:extLst>
                  <a:ext uri="{FF2B5EF4-FFF2-40B4-BE49-F238E27FC236}">
                    <a16:creationId xmlns:a16="http://schemas.microsoft.com/office/drawing/2014/main" id="{D69D489B-2895-0270-114E-9DC79639C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0988" y="886098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90">
                <a:extLst>
                  <a:ext uri="{FF2B5EF4-FFF2-40B4-BE49-F238E27FC236}">
                    <a16:creationId xmlns:a16="http://schemas.microsoft.com/office/drawing/2014/main" id="{C0E6E5C6-BC6B-1562-BC1F-07D3F98B9B99}"/>
                  </a:ext>
                </a:extLst>
              </p:cNvPr>
              <p:cNvSpPr txBox="1"/>
              <p:nvPr/>
            </p:nvSpPr>
            <p:spPr>
              <a:xfrm>
                <a:off x="6826578" y="905707"/>
                <a:ext cx="274435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8" name="文字方塊 90">
                <a:extLst>
                  <a:ext uri="{FF2B5EF4-FFF2-40B4-BE49-F238E27FC236}">
                    <a16:creationId xmlns:a16="http://schemas.microsoft.com/office/drawing/2014/main" id="{C0E6E5C6-BC6B-1562-BC1F-07D3F98B9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578" y="905707"/>
                <a:ext cx="274435" cy="417807"/>
              </a:xfrm>
              <a:prstGeom prst="rect">
                <a:avLst/>
              </a:prstGeom>
              <a:blipFill>
                <a:blip r:embed="rId10"/>
                <a:stretch>
                  <a:fillRect r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13336D3-A9F5-15BF-5710-F87D4B549BF8}"/>
                  </a:ext>
                </a:extLst>
              </p:cNvPr>
              <p:cNvSpPr txBox="1"/>
              <p:nvPr/>
            </p:nvSpPr>
            <p:spPr>
              <a:xfrm>
                <a:off x="4301110" y="1404091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13336D3-A9F5-15BF-5710-F87D4B549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110" y="1404091"/>
                <a:ext cx="382766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群組 139">
            <a:extLst>
              <a:ext uri="{FF2B5EF4-FFF2-40B4-BE49-F238E27FC236}">
                <a16:creationId xmlns:a16="http://schemas.microsoft.com/office/drawing/2014/main" id="{DBCC8891-D768-74B4-E880-E156D3FCC886}"/>
              </a:ext>
            </a:extLst>
          </p:cNvPr>
          <p:cNvGrpSpPr/>
          <p:nvPr/>
        </p:nvGrpSpPr>
        <p:grpSpPr>
          <a:xfrm>
            <a:off x="4700889" y="1327292"/>
            <a:ext cx="523241" cy="481749"/>
            <a:chOff x="2119388" y="5460495"/>
            <a:chExt cx="523241" cy="481749"/>
          </a:xfrm>
        </p:grpSpPr>
        <p:sp>
          <p:nvSpPr>
            <p:cNvPr id="21" name="文字方塊 140">
              <a:extLst>
                <a:ext uri="{FF2B5EF4-FFF2-40B4-BE49-F238E27FC236}">
                  <a16:creationId xmlns:a16="http://schemas.microsoft.com/office/drawing/2014/main" id="{DC2F1C78-1725-5BDC-0015-2AE532E136D5}"/>
                </a:ext>
              </a:extLst>
            </p:cNvPr>
            <p:cNvSpPr txBox="1"/>
            <p:nvPr/>
          </p:nvSpPr>
          <p:spPr>
            <a:xfrm>
              <a:off x="2119388" y="5542134"/>
              <a:ext cx="4726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22" name="文字方塊 141">
              <a:extLst>
                <a:ext uri="{FF2B5EF4-FFF2-40B4-BE49-F238E27FC236}">
                  <a16:creationId xmlns:a16="http://schemas.microsoft.com/office/drawing/2014/main" id="{6379813E-9828-55FF-6459-8BCA7068FF28}"/>
                </a:ext>
              </a:extLst>
            </p:cNvPr>
            <p:cNvSpPr txBox="1"/>
            <p:nvPr/>
          </p:nvSpPr>
          <p:spPr>
            <a:xfrm>
              <a:off x="235376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23" name="文字方塊 94">
            <a:extLst>
              <a:ext uri="{FF2B5EF4-FFF2-40B4-BE49-F238E27FC236}">
                <a16:creationId xmlns:a16="http://schemas.microsoft.com/office/drawing/2014/main" id="{E0DBCA65-51F0-10BC-79E3-66F3940CC578}"/>
              </a:ext>
            </a:extLst>
          </p:cNvPr>
          <p:cNvSpPr txBox="1"/>
          <p:nvPr/>
        </p:nvSpPr>
        <p:spPr>
          <a:xfrm>
            <a:off x="5032976" y="1412915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95">
                <a:extLst>
                  <a:ext uri="{FF2B5EF4-FFF2-40B4-BE49-F238E27FC236}">
                    <a16:creationId xmlns:a16="http://schemas.microsoft.com/office/drawing/2014/main" id="{E514E2F4-032B-6DE3-FDA8-7BE41A6BD8A0}"/>
                  </a:ext>
                </a:extLst>
              </p:cNvPr>
              <p:cNvSpPr txBox="1"/>
              <p:nvPr/>
            </p:nvSpPr>
            <p:spPr>
              <a:xfrm>
                <a:off x="5673868" y="1405230"/>
                <a:ext cx="472614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24" name="文字方塊 95">
                <a:extLst>
                  <a:ext uri="{FF2B5EF4-FFF2-40B4-BE49-F238E27FC236}">
                    <a16:creationId xmlns:a16="http://schemas.microsoft.com/office/drawing/2014/main" id="{E514E2F4-032B-6DE3-FDA8-7BE41A6BD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868" y="1405230"/>
                <a:ext cx="472614" cy="41780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92">
                <a:extLst>
                  <a:ext uri="{FF2B5EF4-FFF2-40B4-BE49-F238E27FC236}">
                    <a16:creationId xmlns:a16="http://schemas.microsoft.com/office/drawing/2014/main" id="{B9603A83-D7F2-48B2-35F0-5CE99C429F11}"/>
                  </a:ext>
                </a:extLst>
              </p:cNvPr>
              <p:cNvSpPr txBox="1"/>
              <p:nvPr/>
            </p:nvSpPr>
            <p:spPr>
              <a:xfrm>
                <a:off x="5417857" y="139721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5" name="文字方塊 92">
                <a:extLst>
                  <a:ext uri="{FF2B5EF4-FFF2-40B4-BE49-F238E27FC236}">
                    <a16:creationId xmlns:a16="http://schemas.microsoft.com/office/drawing/2014/main" id="{B9603A83-D7F2-48B2-35F0-5CE99C429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857" y="1397210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90">
                <a:extLst>
                  <a:ext uri="{FF2B5EF4-FFF2-40B4-BE49-F238E27FC236}">
                    <a16:creationId xmlns:a16="http://schemas.microsoft.com/office/drawing/2014/main" id="{E0E1604B-1445-B8B6-0349-1A381883FA64}"/>
                  </a:ext>
                </a:extLst>
              </p:cNvPr>
              <p:cNvSpPr txBox="1"/>
              <p:nvPr/>
            </p:nvSpPr>
            <p:spPr>
              <a:xfrm>
                <a:off x="5133447" y="1416819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6" name="文字方塊 90">
                <a:extLst>
                  <a:ext uri="{FF2B5EF4-FFF2-40B4-BE49-F238E27FC236}">
                    <a16:creationId xmlns:a16="http://schemas.microsoft.com/office/drawing/2014/main" id="{E0E1604B-1445-B8B6-0349-1A381883F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447" y="1416819"/>
                <a:ext cx="274435" cy="400110"/>
              </a:xfrm>
              <a:prstGeom prst="rect">
                <a:avLst/>
              </a:prstGeom>
              <a:blipFill>
                <a:blip r:embed="rId14"/>
                <a:stretch>
                  <a:fillRect r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148">
                <a:extLst>
                  <a:ext uri="{FF2B5EF4-FFF2-40B4-BE49-F238E27FC236}">
                    <a16:creationId xmlns:a16="http://schemas.microsoft.com/office/drawing/2014/main" id="{119A2D22-3456-42C0-0D60-CE6FD3EE743D}"/>
                  </a:ext>
                </a:extLst>
              </p:cNvPr>
              <p:cNvSpPr txBox="1"/>
              <p:nvPr/>
            </p:nvSpPr>
            <p:spPr>
              <a:xfrm>
                <a:off x="6106805" y="140654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" name="文字方塊 148">
                <a:extLst>
                  <a:ext uri="{FF2B5EF4-FFF2-40B4-BE49-F238E27FC236}">
                    <a16:creationId xmlns:a16="http://schemas.microsoft.com/office/drawing/2014/main" id="{119A2D22-3456-42C0-0D60-CE6FD3EE7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6805" y="1406541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139">
            <a:extLst>
              <a:ext uri="{FF2B5EF4-FFF2-40B4-BE49-F238E27FC236}">
                <a16:creationId xmlns:a16="http://schemas.microsoft.com/office/drawing/2014/main" id="{36938EC5-2BAE-DC05-B58E-47CD3B59F54D}"/>
              </a:ext>
            </a:extLst>
          </p:cNvPr>
          <p:cNvGrpSpPr/>
          <p:nvPr/>
        </p:nvGrpSpPr>
        <p:grpSpPr>
          <a:xfrm>
            <a:off x="6402872" y="1352062"/>
            <a:ext cx="523241" cy="481749"/>
            <a:chOff x="2119388" y="5460495"/>
            <a:chExt cx="523241" cy="481749"/>
          </a:xfrm>
        </p:grpSpPr>
        <p:sp>
          <p:nvSpPr>
            <p:cNvPr id="29" name="文字方塊 140">
              <a:extLst>
                <a:ext uri="{FF2B5EF4-FFF2-40B4-BE49-F238E27FC236}">
                  <a16:creationId xmlns:a16="http://schemas.microsoft.com/office/drawing/2014/main" id="{0026495E-503E-8C95-B1BE-EAC9C1FA7F58}"/>
                </a:ext>
              </a:extLst>
            </p:cNvPr>
            <p:cNvSpPr txBox="1"/>
            <p:nvPr/>
          </p:nvSpPr>
          <p:spPr>
            <a:xfrm>
              <a:off x="2119388" y="5542134"/>
              <a:ext cx="4726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30" name="文字方塊 141">
              <a:extLst>
                <a:ext uri="{FF2B5EF4-FFF2-40B4-BE49-F238E27FC236}">
                  <a16:creationId xmlns:a16="http://schemas.microsoft.com/office/drawing/2014/main" id="{29D3909C-06CE-13D5-356D-24B2B69BCA9D}"/>
                </a:ext>
              </a:extLst>
            </p:cNvPr>
            <p:cNvSpPr txBox="1"/>
            <p:nvPr/>
          </p:nvSpPr>
          <p:spPr>
            <a:xfrm>
              <a:off x="235376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31" name="文字方塊 94">
            <a:extLst>
              <a:ext uri="{FF2B5EF4-FFF2-40B4-BE49-F238E27FC236}">
                <a16:creationId xmlns:a16="http://schemas.microsoft.com/office/drawing/2014/main" id="{4D961E4B-EFC5-D81A-26A3-303FE7FF4032}"/>
              </a:ext>
            </a:extLst>
          </p:cNvPr>
          <p:cNvSpPr txBox="1"/>
          <p:nvPr/>
        </p:nvSpPr>
        <p:spPr>
          <a:xfrm>
            <a:off x="6734959" y="1437685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字方塊 95">
                <a:extLst>
                  <a:ext uri="{FF2B5EF4-FFF2-40B4-BE49-F238E27FC236}">
                    <a16:creationId xmlns:a16="http://schemas.microsoft.com/office/drawing/2014/main" id="{E7CD6B9D-1FD1-59AD-E37A-6591436D46D7}"/>
                  </a:ext>
                </a:extLst>
              </p:cNvPr>
              <p:cNvSpPr txBox="1"/>
              <p:nvPr/>
            </p:nvSpPr>
            <p:spPr>
              <a:xfrm>
                <a:off x="7375851" y="1452900"/>
                <a:ext cx="4726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x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32" name="文字方塊 95">
                <a:extLst>
                  <a:ext uri="{FF2B5EF4-FFF2-40B4-BE49-F238E27FC236}">
                    <a16:creationId xmlns:a16="http://schemas.microsoft.com/office/drawing/2014/main" id="{E7CD6B9D-1FD1-59AD-E37A-6591436D4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851" y="1452900"/>
                <a:ext cx="472614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92">
                <a:extLst>
                  <a:ext uri="{FF2B5EF4-FFF2-40B4-BE49-F238E27FC236}">
                    <a16:creationId xmlns:a16="http://schemas.microsoft.com/office/drawing/2014/main" id="{34A9B55E-0734-9D06-0958-AE939FDA1238}"/>
                  </a:ext>
                </a:extLst>
              </p:cNvPr>
              <p:cNvSpPr txBox="1"/>
              <p:nvPr/>
            </p:nvSpPr>
            <p:spPr>
              <a:xfrm>
                <a:off x="7119840" y="141255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3" name="文字方塊 92">
                <a:extLst>
                  <a:ext uri="{FF2B5EF4-FFF2-40B4-BE49-F238E27FC236}">
                    <a16:creationId xmlns:a16="http://schemas.microsoft.com/office/drawing/2014/main" id="{34A9B55E-0734-9D06-0958-AE939FDA1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840" y="1412554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90">
                <a:extLst>
                  <a:ext uri="{FF2B5EF4-FFF2-40B4-BE49-F238E27FC236}">
                    <a16:creationId xmlns:a16="http://schemas.microsoft.com/office/drawing/2014/main" id="{5FDE5742-49B7-44B9-AC31-1F2119AA3646}"/>
                  </a:ext>
                </a:extLst>
              </p:cNvPr>
              <p:cNvSpPr txBox="1"/>
              <p:nvPr/>
            </p:nvSpPr>
            <p:spPr>
              <a:xfrm>
                <a:off x="6835430" y="1422927"/>
                <a:ext cx="274435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4" name="文字方塊 90">
                <a:extLst>
                  <a:ext uri="{FF2B5EF4-FFF2-40B4-BE49-F238E27FC236}">
                    <a16:creationId xmlns:a16="http://schemas.microsoft.com/office/drawing/2014/main" id="{5FDE5742-49B7-44B9-AC31-1F2119AA3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430" y="1422927"/>
                <a:ext cx="274435" cy="417807"/>
              </a:xfrm>
              <a:prstGeom prst="rect">
                <a:avLst/>
              </a:prstGeom>
              <a:blipFill>
                <a:blip r:embed="rId18"/>
                <a:stretch>
                  <a:fillRect r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637F3DC-4C2B-72A7-21B3-4A0C1BD50B10}"/>
                  </a:ext>
                </a:extLst>
              </p:cNvPr>
              <p:cNvSpPr txBox="1"/>
              <p:nvPr/>
            </p:nvSpPr>
            <p:spPr>
              <a:xfrm>
                <a:off x="4301110" y="1904340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637F3DC-4C2B-72A7-21B3-4A0C1BD50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110" y="1904340"/>
                <a:ext cx="382766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94">
            <a:extLst>
              <a:ext uri="{FF2B5EF4-FFF2-40B4-BE49-F238E27FC236}">
                <a16:creationId xmlns:a16="http://schemas.microsoft.com/office/drawing/2014/main" id="{E0B8B1EF-4235-EE6F-E810-3C5180343580}"/>
              </a:ext>
            </a:extLst>
          </p:cNvPr>
          <p:cNvSpPr txBox="1"/>
          <p:nvPr/>
        </p:nvSpPr>
        <p:spPr>
          <a:xfrm>
            <a:off x="4691405" y="1935368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95">
                <a:extLst>
                  <a:ext uri="{FF2B5EF4-FFF2-40B4-BE49-F238E27FC236}">
                    <a16:creationId xmlns:a16="http://schemas.microsoft.com/office/drawing/2014/main" id="{B538AF39-53D0-3383-A48D-FE55B1F7FEEC}"/>
                  </a:ext>
                </a:extLst>
              </p:cNvPr>
              <p:cNvSpPr txBox="1"/>
              <p:nvPr/>
            </p:nvSpPr>
            <p:spPr>
              <a:xfrm>
                <a:off x="5332297" y="1927683"/>
                <a:ext cx="472614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37" name="文字方塊 95">
                <a:extLst>
                  <a:ext uri="{FF2B5EF4-FFF2-40B4-BE49-F238E27FC236}">
                    <a16:creationId xmlns:a16="http://schemas.microsoft.com/office/drawing/2014/main" id="{B538AF39-53D0-3383-A48D-FE55B1F7F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297" y="1927683"/>
                <a:ext cx="472614" cy="41780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字方塊 92">
                <a:extLst>
                  <a:ext uri="{FF2B5EF4-FFF2-40B4-BE49-F238E27FC236}">
                    <a16:creationId xmlns:a16="http://schemas.microsoft.com/office/drawing/2014/main" id="{45D05D0F-BF26-36F1-3E61-D25A4DE0FDBD}"/>
                  </a:ext>
                </a:extLst>
              </p:cNvPr>
              <p:cNvSpPr txBox="1"/>
              <p:nvPr/>
            </p:nvSpPr>
            <p:spPr>
              <a:xfrm>
                <a:off x="5076286" y="191966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" name="文字方塊 92">
                <a:extLst>
                  <a:ext uri="{FF2B5EF4-FFF2-40B4-BE49-F238E27FC236}">
                    <a16:creationId xmlns:a16="http://schemas.microsoft.com/office/drawing/2014/main" id="{45D05D0F-BF26-36F1-3E61-D25A4DE0F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286" y="1919663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90">
                <a:extLst>
                  <a:ext uri="{FF2B5EF4-FFF2-40B4-BE49-F238E27FC236}">
                    <a16:creationId xmlns:a16="http://schemas.microsoft.com/office/drawing/2014/main" id="{4F97036D-1FF1-9D0C-5810-821CA7973062}"/>
                  </a:ext>
                </a:extLst>
              </p:cNvPr>
              <p:cNvSpPr txBox="1"/>
              <p:nvPr/>
            </p:nvSpPr>
            <p:spPr>
              <a:xfrm>
                <a:off x="4791876" y="1939272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9" name="文字方塊 90">
                <a:extLst>
                  <a:ext uri="{FF2B5EF4-FFF2-40B4-BE49-F238E27FC236}">
                    <a16:creationId xmlns:a16="http://schemas.microsoft.com/office/drawing/2014/main" id="{4F97036D-1FF1-9D0C-5810-821CA7973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876" y="1939272"/>
                <a:ext cx="274435" cy="400110"/>
              </a:xfrm>
              <a:prstGeom prst="rect">
                <a:avLst/>
              </a:prstGeom>
              <a:blipFill>
                <a:blip r:embed="rId22"/>
                <a:stretch>
                  <a:fillRect r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字方塊 94">
            <a:extLst>
              <a:ext uri="{FF2B5EF4-FFF2-40B4-BE49-F238E27FC236}">
                <a16:creationId xmlns:a16="http://schemas.microsoft.com/office/drawing/2014/main" id="{E2E34324-781F-DA29-8A28-C62500688702}"/>
              </a:ext>
            </a:extLst>
          </p:cNvPr>
          <p:cNvSpPr txBox="1"/>
          <p:nvPr/>
        </p:nvSpPr>
        <p:spPr>
          <a:xfrm>
            <a:off x="5637960" y="1953400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p:grpSp>
        <p:nvGrpSpPr>
          <p:cNvPr id="41" name="群組 139">
            <a:extLst>
              <a:ext uri="{FF2B5EF4-FFF2-40B4-BE49-F238E27FC236}">
                <a16:creationId xmlns:a16="http://schemas.microsoft.com/office/drawing/2014/main" id="{B86B2427-F50C-E748-E61D-CED16A3C8BDD}"/>
              </a:ext>
            </a:extLst>
          </p:cNvPr>
          <p:cNvGrpSpPr/>
          <p:nvPr/>
        </p:nvGrpSpPr>
        <p:grpSpPr>
          <a:xfrm>
            <a:off x="5774333" y="1875773"/>
            <a:ext cx="523241" cy="481749"/>
            <a:chOff x="2119388" y="5460495"/>
            <a:chExt cx="523241" cy="481749"/>
          </a:xfrm>
        </p:grpSpPr>
        <p:sp>
          <p:nvSpPr>
            <p:cNvPr id="42" name="文字方塊 140">
              <a:extLst>
                <a:ext uri="{FF2B5EF4-FFF2-40B4-BE49-F238E27FC236}">
                  <a16:creationId xmlns:a16="http://schemas.microsoft.com/office/drawing/2014/main" id="{BA7A899E-3E30-4B65-D4B9-CFFD8F8943D1}"/>
                </a:ext>
              </a:extLst>
            </p:cNvPr>
            <p:cNvSpPr txBox="1"/>
            <p:nvPr/>
          </p:nvSpPr>
          <p:spPr>
            <a:xfrm>
              <a:off x="2119388" y="5542134"/>
              <a:ext cx="4726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43" name="文字方塊 141">
              <a:extLst>
                <a:ext uri="{FF2B5EF4-FFF2-40B4-BE49-F238E27FC236}">
                  <a16:creationId xmlns:a16="http://schemas.microsoft.com/office/drawing/2014/main" id="{515A619D-6C92-B156-734F-F71F18C0EDB6}"/>
                </a:ext>
              </a:extLst>
            </p:cNvPr>
            <p:cNvSpPr txBox="1"/>
            <p:nvPr/>
          </p:nvSpPr>
          <p:spPr>
            <a:xfrm>
              <a:off x="235376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148">
                <a:extLst>
                  <a:ext uri="{FF2B5EF4-FFF2-40B4-BE49-F238E27FC236}">
                    <a16:creationId xmlns:a16="http://schemas.microsoft.com/office/drawing/2014/main" id="{4A3224AF-3924-32EE-FA0B-3F106B394E89}"/>
                  </a:ext>
                </a:extLst>
              </p:cNvPr>
              <p:cNvSpPr txBox="1"/>
              <p:nvPr/>
            </p:nvSpPr>
            <p:spPr>
              <a:xfrm>
                <a:off x="6134834" y="19452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4" name="文字方塊 148">
                <a:extLst>
                  <a:ext uri="{FF2B5EF4-FFF2-40B4-BE49-F238E27FC236}">
                    <a16:creationId xmlns:a16="http://schemas.microsoft.com/office/drawing/2014/main" id="{4A3224AF-3924-32EE-FA0B-3F106B394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834" y="1945231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群組 139">
            <a:extLst>
              <a:ext uri="{FF2B5EF4-FFF2-40B4-BE49-F238E27FC236}">
                <a16:creationId xmlns:a16="http://schemas.microsoft.com/office/drawing/2014/main" id="{77DA0C75-DFF9-4E6D-FA57-53277FBB7928}"/>
              </a:ext>
            </a:extLst>
          </p:cNvPr>
          <p:cNvGrpSpPr/>
          <p:nvPr/>
        </p:nvGrpSpPr>
        <p:grpSpPr>
          <a:xfrm>
            <a:off x="6423696" y="1878843"/>
            <a:ext cx="523241" cy="481749"/>
            <a:chOff x="2119388" y="5460495"/>
            <a:chExt cx="523241" cy="481749"/>
          </a:xfrm>
        </p:grpSpPr>
        <p:sp>
          <p:nvSpPr>
            <p:cNvPr id="46" name="文字方塊 140">
              <a:extLst>
                <a:ext uri="{FF2B5EF4-FFF2-40B4-BE49-F238E27FC236}">
                  <a16:creationId xmlns:a16="http://schemas.microsoft.com/office/drawing/2014/main" id="{79614BCD-A18A-A8F9-5242-806604D5B823}"/>
                </a:ext>
              </a:extLst>
            </p:cNvPr>
            <p:cNvSpPr txBox="1"/>
            <p:nvPr/>
          </p:nvSpPr>
          <p:spPr>
            <a:xfrm>
              <a:off x="2119388" y="5542134"/>
              <a:ext cx="4726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47" name="文字方塊 141">
              <a:extLst>
                <a:ext uri="{FF2B5EF4-FFF2-40B4-BE49-F238E27FC236}">
                  <a16:creationId xmlns:a16="http://schemas.microsoft.com/office/drawing/2014/main" id="{4204C0BA-0F46-AC57-E69E-3C12134D1AC0}"/>
                </a:ext>
              </a:extLst>
            </p:cNvPr>
            <p:cNvSpPr txBox="1"/>
            <p:nvPr/>
          </p:nvSpPr>
          <p:spPr>
            <a:xfrm>
              <a:off x="235376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48" name="文字方塊 95">
            <a:extLst>
              <a:ext uri="{FF2B5EF4-FFF2-40B4-BE49-F238E27FC236}">
                <a16:creationId xmlns:a16="http://schemas.microsoft.com/office/drawing/2014/main" id="{FDA63C6A-E101-4CF7-72C9-15C3EF07D512}"/>
              </a:ext>
            </a:extLst>
          </p:cNvPr>
          <p:cNvSpPr txBox="1"/>
          <p:nvPr/>
        </p:nvSpPr>
        <p:spPr>
          <a:xfrm>
            <a:off x="6757859" y="1950627"/>
            <a:ext cx="223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Calligraphy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A70F544-7365-C840-9A79-2EC16B5F1FE1}"/>
                  </a:ext>
                </a:extLst>
              </p:cNvPr>
              <p:cNvSpPr txBox="1"/>
              <p:nvPr/>
            </p:nvSpPr>
            <p:spPr>
              <a:xfrm>
                <a:off x="4300216" y="2403101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A70F544-7365-C840-9A79-2EC16B5F1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0216" y="2403101"/>
                <a:ext cx="382766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94">
            <a:extLst>
              <a:ext uri="{FF2B5EF4-FFF2-40B4-BE49-F238E27FC236}">
                <a16:creationId xmlns:a16="http://schemas.microsoft.com/office/drawing/2014/main" id="{AFF4DED5-370E-15DC-EA3D-D49B942D5A67}"/>
              </a:ext>
            </a:extLst>
          </p:cNvPr>
          <p:cNvSpPr txBox="1"/>
          <p:nvPr/>
        </p:nvSpPr>
        <p:spPr>
          <a:xfrm>
            <a:off x="4672788" y="2429052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字方塊 95">
                <a:extLst>
                  <a:ext uri="{FF2B5EF4-FFF2-40B4-BE49-F238E27FC236}">
                    <a16:creationId xmlns:a16="http://schemas.microsoft.com/office/drawing/2014/main" id="{BB9FB881-86EC-190C-6BB4-60347375B6A3}"/>
                  </a:ext>
                </a:extLst>
              </p:cNvPr>
              <p:cNvSpPr txBox="1"/>
              <p:nvPr/>
            </p:nvSpPr>
            <p:spPr>
              <a:xfrm>
                <a:off x="5331264" y="2421367"/>
                <a:ext cx="472614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51" name="文字方塊 95">
                <a:extLst>
                  <a:ext uri="{FF2B5EF4-FFF2-40B4-BE49-F238E27FC236}">
                    <a16:creationId xmlns:a16="http://schemas.microsoft.com/office/drawing/2014/main" id="{BB9FB881-86EC-190C-6BB4-60347375B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1264" y="2421367"/>
                <a:ext cx="472614" cy="41780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字方塊 92">
                <a:extLst>
                  <a:ext uri="{FF2B5EF4-FFF2-40B4-BE49-F238E27FC236}">
                    <a16:creationId xmlns:a16="http://schemas.microsoft.com/office/drawing/2014/main" id="{685268B9-F328-7B6D-49A6-449867EDF9BF}"/>
                  </a:ext>
                </a:extLst>
              </p:cNvPr>
              <p:cNvSpPr txBox="1"/>
              <p:nvPr/>
            </p:nvSpPr>
            <p:spPr>
              <a:xfrm>
                <a:off x="5075253" y="24133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2" name="文字方塊 92">
                <a:extLst>
                  <a:ext uri="{FF2B5EF4-FFF2-40B4-BE49-F238E27FC236}">
                    <a16:creationId xmlns:a16="http://schemas.microsoft.com/office/drawing/2014/main" id="{685268B9-F328-7B6D-49A6-449867EDF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5253" y="2413347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字方塊 90">
                <a:extLst>
                  <a:ext uri="{FF2B5EF4-FFF2-40B4-BE49-F238E27FC236}">
                    <a16:creationId xmlns:a16="http://schemas.microsoft.com/office/drawing/2014/main" id="{8F0BD47F-4F34-A44F-1D9F-46047353D08F}"/>
                  </a:ext>
                </a:extLst>
              </p:cNvPr>
              <p:cNvSpPr txBox="1"/>
              <p:nvPr/>
            </p:nvSpPr>
            <p:spPr>
              <a:xfrm>
                <a:off x="4790843" y="2432956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53" name="文字方塊 90">
                <a:extLst>
                  <a:ext uri="{FF2B5EF4-FFF2-40B4-BE49-F238E27FC236}">
                    <a16:creationId xmlns:a16="http://schemas.microsoft.com/office/drawing/2014/main" id="{8F0BD47F-4F34-A44F-1D9F-46047353D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843" y="2432956"/>
                <a:ext cx="274435" cy="400110"/>
              </a:xfrm>
              <a:prstGeom prst="rect">
                <a:avLst/>
              </a:prstGeom>
              <a:blipFill>
                <a:blip r:embed="rId27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字方塊 94">
            <a:extLst>
              <a:ext uri="{FF2B5EF4-FFF2-40B4-BE49-F238E27FC236}">
                <a16:creationId xmlns:a16="http://schemas.microsoft.com/office/drawing/2014/main" id="{FD341B91-A633-E6B8-DF94-74A773ACCADD}"/>
              </a:ext>
            </a:extLst>
          </p:cNvPr>
          <p:cNvSpPr txBox="1"/>
          <p:nvPr/>
        </p:nvSpPr>
        <p:spPr>
          <a:xfrm>
            <a:off x="5628759" y="2433280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字方塊 95">
                <a:extLst>
                  <a:ext uri="{FF2B5EF4-FFF2-40B4-BE49-F238E27FC236}">
                    <a16:creationId xmlns:a16="http://schemas.microsoft.com/office/drawing/2014/main" id="{A6444A38-C787-74B6-3DDF-9DE0A8EB77E9}"/>
                  </a:ext>
                </a:extLst>
              </p:cNvPr>
              <p:cNvSpPr txBox="1"/>
              <p:nvPr/>
            </p:nvSpPr>
            <p:spPr>
              <a:xfrm>
                <a:off x="6269651" y="2435201"/>
                <a:ext cx="472614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55" name="文字方塊 95">
                <a:extLst>
                  <a:ext uri="{FF2B5EF4-FFF2-40B4-BE49-F238E27FC236}">
                    <a16:creationId xmlns:a16="http://schemas.microsoft.com/office/drawing/2014/main" id="{A6444A38-C787-74B6-3DDF-9DE0A8EB7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9651" y="2435201"/>
                <a:ext cx="472614" cy="41780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字方塊 92">
                <a:extLst>
                  <a:ext uri="{FF2B5EF4-FFF2-40B4-BE49-F238E27FC236}">
                    <a16:creationId xmlns:a16="http://schemas.microsoft.com/office/drawing/2014/main" id="{9EAA243B-BAC2-2021-AFAC-1932013EB26D}"/>
                  </a:ext>
                </a:extLst>
              </p:cNvPr>
              <p:cNvSpPr txBox="1"/>
              <p:nvPr/>
            </p:nvSpPr>
            <p:spPr>
              <a:xfrm>
                <a:off x="6013640" y="242000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6" name="文字方塊 92">
                <a:extLst>
                  <a:ext uri="{FF2B5EF4-FFF2-40B4-BE49-F238E27FC236}">
                    <a16:creationId xmlns:a16="http://schemas.microsoft.com/office/drawing/2014/main" id="{9EAA243B-BAC2-2021-AFAC-1932013EB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640" y="2420009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字方塊 90">
                <a:extLst>
                  <a:ext uri="{FF2B5EF4-FFF2-40B4-BE49-F238E27FC236}">
                    <a16:creationId xmlns:a16="http://schemas.microsoft.com/office/drawing/2014/main" id="{BDC4C50D-17B0-AD06-BA78-51C7C8F3F297}"/>
                  </a:ext>
                </a:extLst>
              </p:cNvPr>
              <p:cNvSpPr txBox="1"/>
              <p:nvPr/>
            </p:nvSpPr>
            <p:spPr>
              <a:xfrm>
                <a:off x="5729230" y="2443204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57" name="文字方塊 90">
                <a:extLst>
                  <a:ext uri="{FF2B5EF4-FFF2-40B4-BE49-F238E27FC236}">
                    <a16:creationId xmlns:a16="http://schemas.microsoft.com/office/drawing/2014/main" id="{BDC4C50D-17B0-AD06-BA78-51C7C8F3F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9230" y="2443204"/>
                <a:ext cx="274435" cy="400110"/>
              </a:xfrm>
              <a:prstGeom prst="rect">
                <a:avLst/>
              </a:prstGeom>
              <a:blipFill>
                <a:blip r:embed="rId30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文字方塊 94">
            <a:extLst>
              <a:ext uri="{FF2B5EF4-FFF2-40B4-BE49-F238E27FC236}">
                <a16:creationId xmlns:a16="http://schemas.microsoft.com/office/drawing/2014/main" id="{DFA1C4BA-88D0-6E8C-7BC6-54119C4FEB7B}"/>
              </a:ext>
            </a:extLst>
          </p:cNvPr>
          <p:cNvSpPr txBox="1"/>
          <p:nvPr/>
        </p:nvSpPr>
        <p:spPr>
          <a:xfrm>
            <a:off x="6559818" y="2455711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字方塊 95">
                <a:extLst>
                  <a:ext uri="{FF2B5EF4-FFF2-40B4-BE49-F238E27FC236}">
                    <a16:creationId xmlns:a16="http://schemas.microsoft.com/office/drawing/2014/main" id="{731E5522-4F41-E5B3-C554-1802F428986B}"/>
                  </a:ext>
                </a:extLst>
              </p:cNvPr>
              <p:cNvSpPr txBox="1"/>
              <p:nvPr/>
            </p:nvSpPr>
            <p:spPr>
              <a:xfrm>
                <a:off x="7200710" y="2449071"/>
                <a:ext cx="472614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65" name="文字方塊 95">
                <a:extLst>
                  <a:ext uri="{FF2B5EF4-FFF2-40B4-BE49-F238E27FC236}">
                    <a16:creationId xmlns:a16="http://schemas.microsoft.com/office/drawing/2014/main" id="{731E5522-4F41-E5B3-C554-1802F4289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710" y="2449071"/>
                <a:ext cx="472614" cy="417807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字方塊 92">
                <a:extLst>
                  <a:ext uri="{FF2B5EF4-FFF2-40B4-BE49-F238E27FC236}">
                    <a16:creationId xmlns:a16="http://schemas.microsoft.com/office/drawing/2014/main" id="{67015E94-D7A2-42E5-1493-F13FE09687ED}"/>
                  </a:ext>
                </a:extLst>
              </p:cNvPr>
              <p:cNvSpPr txBox="1"/>
              <p:nvPr/>
            </p:nvSpPr>
            <p:spPr>
              <a:xfrm>
                <a:off x="6944699" y="243370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6" name="文字方塊 92">
                <a:extLst>
                  <a:ext uri="{FF2B5EF4-FFF2-40B4-BE49-F238E27FC236}">
                    <a16:creationId xmlns:a16="http://schemas.microsoft.com/office/drawing/2014/main" id="{67015E94-D7A2-42E5-1493-F13FE0968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699" y="2433707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字方塊 90">
                <a:extLst>
                  <a:ext uri="{FF2B5EF4-FFF2-40B4-BE49-F238E27FC236}">
                    <a16:creationId xmlns:a16="http://schemas.microsoft.com/office/drawing/2014/main" id="{19DF19B8-818D-8018-FED5-FF45D8F0E6EC}"/>
                  </a:ext>
                </a:extLst>
              </p:cNvPr>
              <p:cNvSpPr txBox="1"/>
              <p:nvPr/>
            </p:nvSpPr>
            <p:spPr>
              <a:xfrm>
                <a:off x="6660289" y="2464332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67" name="文字方塊 90">
                <a:extLst>
                  <a:ext uri="{FF2B5EF4-FFF2-40B4-BE49-F238E27FC236}">
                    <a16:creationId xmlns:a16="http://schemas.microsoft.com/office/drawing/2014/main" id="{19DF19B8-818D-8018-FED5-FF45D8F0E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89" y="2464332"/>
                <a:ext cx="274435" cy="400110"/>
              </a:xfrm>
              <a:prstGeom prst="rect">
                <a:avLst/>
              </a:prstGeom>
              <a:blipFill>
                <a:blip r:embed="rId33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46F1B4C-AE33-0B5B-09E6-75B5D6D3E995}"/>
                  </a:ext>
                </a:extLst>
              </p:cNvPr>
              <p:cNvSpPr txBox="1"/>
              <p:nvPr/>
            </p:nvSpPr>
            <p:spPr>
              <a:xfrm>
                <a:off x="4293072" y="2943039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46F1B4C-AE33-0B5B-09E6-75B5D6D3E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072" y="2943039"/>
                <a:ext cx="382766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文字方塊 93">
            <a:extLst>
              <a:ext uri="{FF2B5EF4-FFF2-40B4-BE49-F238E27FC236}">
                <a16:creationId xmlns:a16="http://schemas.microsoft.com/office/drawing/2014/main" id="{71166D2A-D9C7-2EFB-D536-BD8B70C8EE6F}"/>
              </a:ext>
            </a:extLst>
          </p:cNvPr>
          <p:cNvSpPr txBox="1"/>
          <p:nvPr/>
        </p:nvSpPr>
        <p:spPr>
          <a:xfrm>
            <a:off x="5637771" y="2887128"/>
            <a:ext cx="288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71" name="文字方塊 94">
            <a:extLst>
              <a:ext uri="{FF2B5EF4-FFF2-40B4-BE49-F238E27FC236}">
                <a16:creationId xmlns:a16="http://schemas.microsoft.com/office/drawing/2014/main" id="{BE275294-2D7A-4013-C491-671486317F4E}"/>
              </a:ext>
            </a:extLst>
          </p:cNvPr>
          <p:cNvSpPr txBox="1"/>
          <p:nvPr/>
        </p:nvSpPr>
        <p:spPr>
          <a:xfrm>
            <a:off x="4680825" y="2948745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文字方塊 95">
                <a:extLst>
                  <a:ext uri="{FF2B5EF4-FFF2-40B4-BE49-F238E27FC236}">
                    <a16:creationId xmlns:a16="http://schemas.microsoft.com/office/drawing/2014/main" id="{9282918B-3811-65A4-3E73-39DE5FA28C54}"/>
                  </a:ext>
                </a:extLst>
              </p:cNvPr>
              <p:cNvSpPr txBox="1"/>
              <p:nvPr/>
            </p:nvSpPr>
            <p:spPr>
              <a:xfrm>
                <a:off x="5324841" y="2959740"/>
                <a:ext cx="478301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72" name="文字方塊 95">
                <a:extLst>
                  <a:ext uri="{FF2B5EF4-FFF2-40B4-BE49-F238E27FC236}">
                    <a16:creationId xmlns:a16="http://schemas.microsoft.com/office/drawing/2014/main" id="{9282918B-3811-65A4-3E73-39DE5FA28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841" y="2959740"/>
                <a:ext cx="478301" cy="417807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字方塊 92">
                <a:extLst>
                  <a:ext uri="{FF2B5EF4-FFF2-40B4-BE49-F238E27FC236}">
                    <a16:creationId xmlns:a16="http://schemas.microsoft.com/office/drawing/2014/main" id="{3675D118-DDAE-8718-CC22-70F929931B68}"/>
                  </a:ext>
                </a:extLst>
              </p:cNvPr>
              <p:cNvSpPr txBox="1"/>
              <p:nvPr/>
            </p:nvSpPr>
            <p:spPr>
              <a:xfrm>
                <a:off x="5068831" y="294191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3" name="文字方塊 92">
                <a:extLst>
                  <a:ext uri="{FF2B5EF4-FFF2-40B4-BE49-F238E27FC236}">
                    <a16:creationId xmlns:a16="http://schemas.microsoft.com/office/drawing/2014/main" id="{3675D118-DDAE-8718-CC22-70F929931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8831" y="2941918"/>
                <a:ext cx="295688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文字方塊 90">
                <a:extLst>
                  <a:ext uri="{FF2B5EF4-FFF2-40B4-BE49-F238E27FC236}">
                    <a16:creationId xmlns:a16="http://schemas.microsoft.com/office/drawing/2014/main" id="{9B252734-E32C-B215-50E6-C65AAC84CA2E}"/>
                  </a:ext>
                </a:extLst>
              </p:cNvPr>
              <p:cNvSpPr txBox="1"/>
              <p:nvPr/>
            </p:nvSpPr>
            <p:spPr>
              <a:xfrm>
                <a:off x="4787386" y="2963119"/>
                <a:ext cx="3218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74" name="文字方塊 90">
                <a:extLst>
                  <a:ext uri="{FF2B5EF4-FFF2-40B4-BE49-F238E27FC236}">
                    <a16:creationId xmlns:a16="http://schemas.microsoft.com/office/drawing/2014/main" id="{9B252734-E32C-B215-50E6-C65AAC84C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386" y="2963119"/>
                <a:ext cx="321852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文字方塊 94">
            <a:extLst>
              <a:ext uri="{FF2B5EF4-FFF2-40B4-BE49-F238E27FC236}">
                <a16:creationId xmlns:a16="http://schemas.microsoft.com/office/drawing/2014/main" id="{6D3BAC0E-4872-A5D2-52AE-D46D9073E680}"/>
              </a:ext>
            </a:extLst>
          </p:cNvPr>
          <p:cNvSpPr txBox="1"/>
          <p:nvPr/>
        </p:nvSpPr>
        <p:spPr>
          <a:xfrm>
            <a:off x="5697227" y="2971670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字方塊 95">
                <a:extLst>
                  <a:ext uri="{FF2B5EF4-FFF2-40B4-BE49-F238E27FC236}">
                    <a16:creationId xmlns:a16="http://schemas.microsoft.com/office/drawing/2014/main" id="{F0B2E4C9-0D44-F126-E0CA-D63A55748398}"/>
                  </a:ext>
                </a:extLst>
              </p:cNvPr>
              <p:cNvSpPr txBox="1"/>
              <p:nvPr/>
            </p:nvSpPr>
            <p:spPr>
              <a:xfrm>
                <a:off x="6325991" y="2962594"/>
                <a:ext cx="472614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79" name="文字方塊 95">
                <a:extLst>
                  <a:ext uri="{FF2B5EF4-FFF2-40B4-BE49-F238E27FC236}">
                    <a16:creationId xmlns:a16="http://schemas.microsoft.com/office/drawing/2014/main" id="{F0B2E4C9-0D44-F126-E0CA-D63A55748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5991" y="2962594"/>
                <a:ext cx="472614" cy="417807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字方塊 92">
                <a:extLst>
                  <a:ext uri="{FF2B5EF4-FFF2-40B4-BE49-F238E27FC236}">
                    <a16:creationId xmlns:a16="http://schemas.microsoft.com/office/drawing/2014/main" id="{9CF8E715-8414-CC80-16E5-84603802A76D}"/>
                  </a:ext>
                </a:extLst>
              </p:cNvPr>
              <p:cNvSpPr txBox="1"/>
              <p:nvPr/>
            </p:nvSpPr>
            <p:spPr>
              <a:xfrm>
                <a:off x="6082108" y="29526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0" name="文字方塊 92">
                <a:extLst>
                  <a:ext uri="{FF2B5EF4-FFF2-40B4-BE49-F238E27FC236}">
                    <a16:creationId xmlns:a16="http://schemas.microsoft.com/office/drawing/2014/main" id="{9CF8E715-8414-CC80-16E5-84603802A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108" y="2952645"/>
                <a:ext cx="295688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文字方塊 90">
                <a:extLst>
                  <a:ext uri="{FF2B5EF4-FFF2-40B4-BE49-F238E27FC236}">
                    <a16:creationId xmlns:a16="http://schemas.microsoft.com/office/drawing/2014/main" id="{7DBD976E-E5C1-25FD-7B61-B0DCDEAE7950}"/>
                  </a:ext>
                </a:extLst>
              </p:cNvPr>
              <p:cNvSpPr txBox="1"/>
              <p:nvPr/>
            </p:nvSpPr>
            <p:spPr>
              <a:xfrm>
                <a:off x="5797698" y="2973467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81" name="文字方塊 90">
                <a:extLst>
                  <a:ext uri="{FF2B5EF4-FFF2-40B4-BE49-F238E27FC236}">
                    <a16:creationId xmlns:a16="http://schemas.microsoft.com/office/drawing/2014/main" id="{7DBD976E-E5C1-25FD-7B61-B0DCDEAE7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7698" y="2973467"/>
                <a:ext cx="274435" cy="400110"/>
              </a:xfrm>
              <a:prstGeom prst="rect">
                <a:avLst/>
              </a:prstGeom>
              <a:blipFill>
                <a:blip r:embed="rId40"/>
                <a:stretch>
                  <a:fillRect r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97378446-6FF8-FB0E-A10F-3FE1B312F623}"/>
              </a:ext>
            </a:extLst>
          </p:cNvPr>
          <p:cNvGrpSpPr/>
          <p:nvPr/>
        </p:nvGrpSpPr>
        <p:grpSpPr>
          <a:xfrm>
            <a:off x="7744583" y="2969314"/>
            <a:ext cx="459968" cy="412527"/>
            <a:chOff x="10200645" y="1733059"/>
            <a:chExt cx="459968" cy="412527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A20D1614-560D-5ADE-D478-C0D2F0094ED9}"/>
                </a:ext>
              </a:extLst>
            </p:cNvPr>
            <p:cNvSpPr/>
            <p:nvPr/>
          </p:nvSpPr>
          <p:spPr>
            <a:xfrm>
              <a:off x="10223770" y="1733059"/>
              <a:ext cx="436843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57692F5-9FDA-9B87-9F5D-D7B22EEBEE07}"/>
                </a:ext>
              </a:extLst>
            </p:cNvPr>
            <p:cNvSpPr txBox="1"/>
            <p:nvPr/>
          </p:nvSpPr>
          <p:spPr>
            <a:xfrm>
              <a:off x="10200645" y="1745476"/>
              <a:ext cx="3414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20569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5" grpId="0"/>
      <p:bldP spid="16" grpId="0"/>
      <p:bldP spid="17" grpId="0"/>
      <p:bldP spid="18" grpId="0"/>
      <p:bldP spid="19" grpId="0"/>
      <p:bldP spid="23" grpId="0"/>
      <p:bldP spid="24" grpId="0"/>
      <p:bldP spid="25" grpId="0"/>
      <p:bldP spid="26" grpId="0"/>
      <p:bldP spid="27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4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64" grpId="0"/>
      <p:bldP spid="65" grpId="0"/>
      <p:bldP spid="66" grpId="0"/>
      <p:bldP spid="67" grpId="0"/>
      <p:bldP spid="69" grpId="0"/>
      <p:bldP spid="70" grpId="0"/>
      <p:bldP spid="71" grpId="0"/>
      <p:bldP spid="72" grpId="0"/>
      <p:bldP spid="73" grpId="0"/>
      <p:bldP spid="74" grpId="0"/>
      <p:bldP spid="78" grpId="0"/>
      <p:bldP spid="79" grpId="0"/>
      <p:bldP spid="80" grpId="0"/>
      <p:bldP spid="8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>
            <a:extLst>
              <a:ext uri="{FF2B5EF4-FFF2-40B4-BE49-F238E27FC236}">
                <a16:creationId xmlns:a16="http://schemas.microsoft.com/office/drawing/2014/main" id="{2C91EE14-4EB8-75D3-4E45-3EEA2096C9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b="49966"/>
          <a:stretch>
            <a:fillRect/>
          </a:stretch>
        </p:blipFill>
        <p:spPr>
          <a:xfrm>
            <a:off x="323053" y="226971"/>
            <a:ext cx="3025402" cy="174250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2739181-2DF6-FD10-BA29-FE0DA53FE6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49966"/>
          <a:stretch>
            <a:fillRect/>
          </a:stretch>
        </p:blipFill>
        <p:spPr>
          <a:xfrm>
            <a:off x="323053" y="3146014"/>
            <a:ext cx="3025402" cy="1742508"/>
          </a:xfrm>
          <a:prstGeom prst="rect">
            <a:avLst/>
          </a:prstGeom>
        </p:spPr>
      </p:pic>
      <p:grpSp>
        <p:nvGrpSpPr>
          <p:cNvPr id="5" name="群組 139">
            <a:extLst>
              <a:ext uri="{FF2B5EF4-FFF2-40B4-BE49-F238E27FC236}">
                <a16:creationId xmlns:a16="http://schemas.microsoft.com/office/drawing/2014/main" id="{367A7439-D79A-AD69-A328-D55EBE79A04F}"/>
              </a:ext>
            </a:extLst>
          </p:cNvPr>
          <p:cNvGrpSpPr/>
          <p:nvPr/>
        </p:nvGrpSpPr>
        <p:grpSpPr>
          <a:xfrm>
            <a:off x="4034096" y="785134"/>
            <a:ext cx="472614" cy="481749"/>
            <a:chOff x="2173178" y="5460495"/>
            <a:chExt cx="472614" cy="481749"/>
          </a:xfrm>
        </p:grpSpPr>
        <p:sp>
          <p:nvSpPr>
            <p:cNvPr id="6" name="文字方塊 140">
              <a:extLst>
                <a:ext uri="{FF2B5EF4-FFF2-40B4-BE49-F238E27FC236}">
                  <a16:creationId xmlns:a16="http://schemas.microsoft.com/office/drawing/2014/main" id="{FD8C73F7-ED84-C40D-F69A-D50A33320E9F}"/>
                </a:ext>
              </a:extLst>
            </p:cNvPr>
            <p:cNvSpPr txBox="1"/>
            <p:nvPr/>
          </p:nvSpPr>
          <p:spPr>
            <a:xfrm>
              <a:off x="2173178" y="5542134"/>
              <a:ext cx="4726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7" name="文字方塊 141">
              <a:extLst>
                <a:ext uri="{FF2B5EF4-FFF2-40B4-BE49-F238E27FC236}">
                  <a16:creationId xmlns:a16="http://schemas.microsoft.com/office/drawing/2014/main" id="{338BC7B4-6A95-C466-5D23-A1607FBB6587}"/>
                </a:ext>
              </a:extLst>
            </p:cNvPr>
            <p:cNvSpPr txBox="1"/>
            <p:nvPr/>
          </p:nvSpPr>
          <p:spPr>
            <a:xfrm>
              <a:off x="235376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148">
                <a:extLst>
                  <a:ext uri="{FF2B5EF4-FFF2-40B4-BE49-F238E27FC236}">
                    <a16:creationId xmlns:a16="http://schemas.microsoft.com/office/drawing/2014/main" id="{FBE78169-3995-C4E6-5BF0-698C65862F0B}"/>
                  </a:ext>
                </a:extLst>
              </p:cNvPr>
              <p:cNvSpPr txBox="1"/>
              <p:nvPr/>
            </p:nvSpPr>
            <p:spPr>
              <a:xfrm>
                <a:off x="4370489" y="83758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" name="文字方塊 148">
                <a:extLst>
                  <a:ext uri="{FF2B5EF4-FFF2-40B4-BE49-F238E27FC236}">
                    <a16:creationId xmlns:a16="http://schemas.microsoft.com/office/drawing/2014/main" id="{FBE78169-3995-C4E6-5BF0-698C65862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489" y="837589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149">
            <a:extLst>
              <a:ext uri="{FF2B5EF4-FFF2-40B4-BE49-F238E27FC236}">
                <a16:creationId xmlns:a16="http://schemas.microsoft.com/office/drawing/2014/main" id="{304D6EF1-22D0-4E11-A3BF-007A4E4EB9BE}"/>
              </a:ext>
            </a:extLst>
          </p:cNvPr>
          <p:cNvSpPr txBox="1"/>
          <p:nvPr/>
        </p:nvSpPr>
        <p:spPr>
          <a:xfrm>
            <a:off x="4625340" y="863065"/>
            <a:ext cx="561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y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150">
                <a:extLst>
                  <a:ext uri="{FF2B5EF4-FFF2-40B4-BE49-F238E27FC236}">
                    <a16:creationId xmlns:a16="http://schemas.microsoft.com/office/drawing/2014/main" id="{E04D609E-0122-A5DE-3272-C921EBB0D7E1}"/>
                  </a:ext>
                </a:extLst>
              </p:cNvPr>
              <p:cNvSpPr txBox="1"/>
              <p:nvPr/>
            </p:nvSpPr>
            <p:spPr>
              <a:xfrm>
                <a:off x="5077956" y="83758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" name="文字方塊 150">
                <a:extLst>
                  <a:ext uri="{FF2B5EF4-FFF2-40B4-BE49-F238E27FC236}">
                    <a16:creationId xmlns:a16="http://schemas.microsoft.com/office/drawing/2014/main" id="{E04D609E-0122-A5DE-3272-C921EBB0D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956" y="837589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40">
            <a:extLst>
              <a:ext uri="{FF2B5EF4-FFF2-40B4-BE49-F238E27FC236}">
                <a16:creationId xmlns:a16="http://schemas.microsoft.com/office/drawing/2014/main" id="{FE6736DA-867C-D617-EEC3-014E5225A310}"/>
              </a:ext>
            </a:extLst>
          </p:cNvPr>
          <p:cNvSpPr txBox="1"/>
          <p:nvPr/>
        </p:nvSpPr>
        <p:spPr>
          <a:xfrm>
            <a:off x="5328282" y="866333"/>
            <a:ext cx="578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12</a:t>
            </a:r>
            <a:endParaRPr lang="en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FE0905-04DA-D2D9-C62F-7E85A67A7DFC}"/>
                  </a:ext>
                </a:extLst>
              </p:cNvPr>
              <p:cNvSpPr txBox="1"/>
              <p:nvPr/>
            </p:nvSpPr>
            <p:spPr>
              <a:xfrm>
                <a:off x="5773779" y="837589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FE0905-04DA-D2D9-C62F-7E85A67A7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779" y="837589"/>
                <a:ext cx="38276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94">
            <a:extLst>
              <a:ext uri="{FF2B5EF4-FFF2-40B4-BE49-F238E27FC236}">
                <a16:creationId xmlns:a16="http://schemas.microsoft.com/office/drawing/2014/main" id="{B78AA699-4433-C018-2DB9-A525BF67837C}"/>
              </a:ext>
            </a:extLst>
          </p:cNvPr>
          <p:cNvSpPr txBox="1"/>
          <p:nvPr/>
        </p:nvSpPr>
        <p:spPr>
          <a:xfrm>
            <a:off x="6111184" y="853137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95">
                <a:extLst>
                  <a:ext uri="{FF2B5EF4-FFF2-40B4-BE49-F238E27FC236}">
                    <a16:creationId xmlns:a16="http://schemas.microsoft.com/office/drawing/2014/main" id="{7192C7E0-B016-9F54-2452-63E4D438D71C}"/>
                  </a:ext>
                </a:extLst>
              </p:cNvPr>
              <p:cNvSpPr txBox="1"/>
              <p:nvPr/>
            </p:nvSpPr>
            <p:spPr>
              <a:xfrm>
                <a:off x="6772466" y="862078"/>
                <a:ext cx="4627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2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4" name="文字方塊 95">
                <a:extLst>
                  <a:ext uri="{FF2B5EF4-FFF2-40B4-BE49-F238E27FC236}">
                    <a16:creationId xmlns:a16="http://schemas.microsoft.com/office/drawing/2014/main" id="{7192C7E0-B016-9F54-2452-63E4D438D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2466" y="862078"/>
                <a:ext cx="462767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92">
                <a:extLst>
                  <a:ext uri="{FF2B5EF4-FFF2-40B4-BE49-F238E27FC236}">
                    <a16:creationId xmlns:a16="http://schemas.microsoft.com/office/drawing/2014/main" id="{A99B3464-FF9B-5B6E-E475-851736D95381}"/>
                  </a:ext>
                </a:extLst>
              </p:cNvPr>
              <p:cNvSpPr txBox="1"/>
              <p:nvPr/>
            </p:nvSpPr>
            <p:spPr>
              <a:xfrm>
                <a:off x="6516456" y="83743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" name="文字方塊 92">
                <a:extLst>
                  <a:ext uri="{FF2B5EF4-FFF2-40B4-BE49-F238E27FC236}">
                    <a16:creationId xmlns:a16="http://schemas.microsoft.com/office/drawing/2014/main" id="{A99B3464-FF9B-5B6E-E475-851736D95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456" y="837432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90">
                <a:extLst>
                  <a:ext uri="{FF2B5EF4-FFF2-40B4-BE49-F238E27FC236}">
                    <a16:creationId xmlns:a16="http://schemas.microsoft.com/office/drawing/2014/main" id="{24976AAC-ABD7-2CAF-B1C9-DA6FBDA8732A}"/>
                  </a:ext>
                </a:extLst>
              </p:cNvPr>
              <p:cNvSpPr txBox="1"/>
              <p:nvPr/>
            </p:nvSpPr>
            <p:spPr>
              <a:xfrm>
                <a:off x="6228282" y="857041"/>
                <a:ext cx="368378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90">
                <a:extLst>
                  <a:ext uri="{FF2B5EF4-FFF2-40B4-BE49-F238E27FC236}">
                    <a16:creationId xmlns:a16="http://schemas.microsoft.com/office/drawing/2014/main" id="{24976AAC-ABD7-2CAF-B1C9-DA6FBDA87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282" y="857041"/>
                <a:ext cx="368378" cy="41780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94">
            <a:extLst>
              <a:ext uri="{FF2B5EF4-FFF2-40B4-BE49-F238E27FC236}">
                <a16:creationId xmlns:a16="http://schemas.microsoft.com/office/drawing/2014/main" id="{E2A4960A-26D4-63DD-B881-51B62D6BFC4A}"/>
              </a:ext>
            </a:extLst>
          </p:cNvPr>
          <p:cNvSpPr txBox="1"/>
          <p:nvPr/>
        </p:nvSpPr>
        <p:spPr>
          <a:xfrm>
            <a:off x="7080222" y="877783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95">
                <a:extLst>
                  <a:ext uri="{FF2B5EF4-FFF2-40B4-BE49-F238E27FC236}">
                    <a16:creationId xmlns:a16="http://schemas.microsoft.com/office/drawing/2014/main" id="{7B7C2455-05A6-746D-9C9C-543A587B5710}"/>
                  </a:ext>
                </a:extLst>
              </p:cNvPr>
              <p:cNvSpPr txBox="1"/>
              <p:nvPr/>
            </p:nvSpPr>
            <p:spPr>
              <a:xfrm>
                <a:off x="7741504" y="856580"/>
                <a:ext cx="4627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6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8" name="文字方塊 95">
                <a:extLst>
                  <a:ext uri="{FF2B5EF4-FFF2-40B4-BE49-F238E27FC236}">
                    <a16:creationId xmlns:a16="http://schemas.microsoft.com/office/drawing/2014/main" id="{7B7C2455-05A6-746D-9C9C-543A587B5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504" y="856580"/>
                <a:ext cx="462767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92">
                <a:extLst>
                  <a:ext uri="{FF2B5EF4-FFF2-40B4-BE49-F238E27FC236}">
                    <a16:creationId xmlns:a16="http://schemas.microsoft.com/office/drawing/2014/main" id="{DEED6B46-81CF-FDE7-13B7-A2BF3ED315DE}"/>
                  </a:ext>
                </a:extLst>
              </p:cNvPr>
              <p:cNvSpPr txBox="1"/>
              <p:nvPr/>
            </p:nvSpPr>
            <p:spPr>
              <a:xfrm>
                <a:off x="7485494" y="83193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" name="文字方塊 92">
                <a:extLst>
                  <a:ext uri="{FF2B5EF4-FFF2-40B4-BE49-F238E27FC236}">
                    <a16:creationId xmlns:a16="http://schemas.microsoft.com/office/drawing/2014/main" id="{DEED6B46-81CF-FDE7-13B7-A2BF3ED31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5494" y="831934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90">
                <a:extLst>
                  <a:ext uri="{FF2B5EF4-FFF2-40B4-BE49-F238E27FC236}">
                    <a16:creationId xmlns:a16="http://schemas.microsoft.com/office/drawing/2014/main" id="{80DC7E5F-42B1-E1BD-14DA-2366D505CF80}"/>
                  </a:ext>
                </a:extLst>
              </p:cNvPr>
              <p:cNvSpPr txBox="1"/>
              <p:nvPr/>
            </p:nvSpPr>
            <p:spPr>
              <a:xfrm>
                <a:off x="7197320" y="851543"/>
                <a:ext cx="368378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0" name="文字方塊 90">
                <a:extLst>
                  <a:ext uri="{FF2B5EF4-FFF2-40B4-BE49-F238E27FC236}">
                    <a16:creationId xmlns:a16="http://schemas.microsoft.com/office/drawing/2014/main" id="{80DC7E5F-42B1-E1BD-14DA-2366D505C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320" y="851543"/>
                <a:ext cx="368378" cy="41780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A2E2EF36-CFE7-103C-D816-7E15CD51F113}"/>
              </a:ext>
            </a:extLst>
          </p:cNvPr>
          <p:cNvGrpSpPr/>
          <p:nvPr/>
        </p:nvGrpSpPr>
        <p:grpSpPr>
          <a:xfrm>
            <a:off x="8933820" y="841495"/>
            <a:ext cx="436843" cy="422255"/>
            <a:chOff x="10223770" y="1733059"/>
            <a:chExt cx="436843" cy="42225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CB9749A-1058-A8EC-C4B9-A2983406ED3B}"/>
                </a:ext>
              </a:extLst>
            </p:cNvPr>
            <p:cNvSpPr/>
            <p:nvPr/>
          </p:nvSpPr>
          <p:spPr>
            <a:xfrm>
              <a:off x="10223770" y="1733059"/>
              <a:ext cx="436843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C3D5924-49C4-D924-257E-2F74A499FE8B}"/>
                </a:ext>
              </a:extLst>
            </p:cNvPr>
            <p:cNvSpPr txBox="1"/>
            <p:nvPr/>
          </p:nvSpPr>
          <p:spPr>
            <a:xfrm>
              <a:off x="10226080" y="1755204"/>
              <a:ext cx="3414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</a:t>
              </a:r>
              <a:endParaRPr lang="en-US" sz="2000" dirty="0"/>
            </a:p>
          </p:txBody>
        </p:sp>
      </p:grpSp>
      <p:grpSp>
        <p:nvGrpSpPr>
          <p:cNvPr id="24" name="群組 139">
            <a:extLst>
              <a:ext uri="{FF2B5EF4-FFF2-40B4-BE49-F238E27FC236}">
                <a16:creationId xmlns:a16="http://schemas.microsoft.com/office/drawing/2014/main" id="{56147257-4E58-224D-9024-F08368907E75}"/>
              </a:ext>
            </a:extLst>
          </p:cNvPr>
          <p:cNvGrpSpPr/>
          <p:nvPr/>
        </p:nvGrpSpPr>
        <p:grpSpPr>
          <a:xfrm>
            <a:off x="3998236" y="3626185"/>
            <a:ext cx="472614" cy="481749"/>
            <a:chOff x="2173178" y="5460495"/>
            <a:chExt cx="472614" cy="481749"/>
          </a:xfrm>
        </p:grpSpPr>
        <p:sp>
          <p:nvSpPr>
            <p:cNvPr id="25" name="文字方塊 140">
              <a:extLst>
                <a:ext uri="{FF2B5EF4-FFF2-40B4-BE49-F238E27FC236}">
                  <a16:creationId xmlns:a16="http://schemas.microsoft.com/office/drawing/2014/main" id="{97E8F6C6-4D5B-5674-E8A2-4F210B4481FC}"/>
                </a:ext>
              </a:extLst>
            </p:cNvPr>
            <p:cNvSpPr txBox="1"/>
            <p:nvPr/>
          </p:nvSpPr>
          <p:spPr>
            <a:xfrm>
              <a:off x="2173178" y="5542134"/>
              <a:ext cx="4726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n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26" name="文字方塊 141">
              <a:extLst>
                <a:ext uri="{FF2B5EF4-FFF2-40B4-BE49-F238E27FC236}">
                  <a16:creationId xmlns:a16="http://schemas.microsoft.com/office/drawing/2014/main" id="{CA3505CA-BD42-CA99-F317-946F4123A673}"/>
                </a:ext>
              </a:extLst>
            </p:cNvPr>
            <p:cNvSpPr txBox="1"/>
            <p:nvPr/>
          </p:nvSpPr>
          <p:spPr>
            <a:xfrm>
              <a:off x="235376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148">
                <a:extLst>
                  <a:ext uri="{FF2B5EF4-FFF2-40B4-BE49-F238E27FC236}">
                    <a16:creationId xmlns:a16="http://schemas.microsoft.com/office/drawing/2014/main" id="{6A6B57B3-BDE6-5F9C-DA55-94333A5E6D97}"/>
                  </a:ext>
                </a:extLst>
              </p:cNvPr>
              <p:cNvSpPr txBox="1"/>
              <p:nvPr/>
            </p:nvSpPr>
            <p:spPr>
              <a:xfrm>
                <a:off x="4334629" y="367864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" name="文字方塊 148">
                <a:extLst>
                  <a:ext uri="{FF2B5EF4-FFF2-40B4-BE49-F238E27FC236}">
                    <a16:creationId xmlns:a16="http://schemas.microsoft.com/office/drawing/2014/main" id="{6A6B57B3-BDE6-5F9C-DA55-94333A5E6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629" y="3678640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149">
            <a:extLst>
              <a:ext uri="{FF2B5EF4-FFF2-40B4-BE49-F238E27FC236}">
                <a16:creationId xmlns:a16="http://schemas.microsoft.com/office/drawing/2014/main" id="{4DDFB7B5-46CD-B478-5D4A-F2C207D7E6F4}"/>
              </a:ext>
            </a:extLst>
          </p:cNvPr>
          <p:cNvSpPr txBox="1"/>
          <p:nvPr/>
        </p:nvSpPr>
        <p:spPr>
          <a:xfrm>
            <a:off x="4589480" y="3704116"/>
            <a:ext cx="7141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12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n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150">
                <a:extLst>
                  <a:ext uri="{FF2B5EF4-FFF2-40B4-BE49-F238E27FC236}">
                    <a16:creationId xmlns:a16="http://schemas.microsoft.com/office/drawing/2014/main" id="{64E54CCC-F4C7-79C1-5D14-9F9F12DAAF36}"/>
                  </a:ext>
                </a:extLst>
              </p:cNvPr>
              <p:cNvSpPr txBox="1"/>
              <p:nvPr/>
            </p:nvSpPr>
            <p:spPr>
              <a:xfrm>
                <a:off x="5221396" y="367864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" name="文字方塊 150">
                <a:extLst>
                  <a:ext uri="{FF2B5EF4-FFF2-40B4-BE49-F238E27FC236}">
                    <a16:creationId xmlns:a16="http://schemas.microsoft.com/office/drawing/2014/main" id="{64E54CCC-F4C7-79C1-5D14-9F9F12DAA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1396" y="3678640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140">
            <a:extLst>
              <a:ext uri="{FF2B5EF4-FFF2-40B4-BE49-F238E27FC236}">
                <a16:creationId xmlns:a16="http://schemas.microsoft.com/office/drawing/2014/main" id="{A42A4ED0-1533-306F-ADC2-5BFE48415541}"/>
              </a:ext>
            </a:extLst>
          </p:cNvPr>
          <p:cNvSpPr txBox="1"/>
          <p:nvPr/>
        </p:nvSpPr>
        <p:spPr>
          <a:xfrm>
            <a:off x="5471722" y="3707384"/>
            <a:ext cx="578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35</a:t>
            </a:r>
            <a:endParaRPr lang="en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02862E1-8A2C-6125-8568-5E65559E3829}"/>
                  </a:ext>
                </a:extLst>
              </p:cNvPr>
              <p:cNvSpPr txBox="1"/>
              <p:nvPr/>
            </p:nvSpPr>
            <p:spPr>
              <a:xfrm>
                <a:off x="5917219" y="3678640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02862E1-8A2C-6125-8568-5E65559E3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219" y="3678640"/>
                <a:ext cx="382766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字方塊 94">
            <a:extLst>
              <a:ext uri="{FF2B5EF4-FFF2-40B4-BE49-F238E27FC236}">
                <a16:creationId xmlns:a16="http://schemas.microsoft.com/office/drawing/2014/main" id="{2B444B2A-F22B-5E9A-CDEF-A175D8B4D145}"/>
              </a:ext>
            </a:extLst>
          </p:cNvPr>
          <p:cNvSpPr txBox="1"/>
          <p:nvPr/>
        </p:nvSpPr>
        <p:spPr>
          <a:xfrm>
            <a:off x="6254624" y="3694188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95">
                <a:extLst>
                  <a:ext uri="{FF2B5EF4-FFF2-40B4-BE49-F238E27FC236}">
                    <a16:creationId xmlns:a16="http://schemas.microsoft.com/office/drawing/2014/main" id="{4D273C2F-B916-159F-E4DC-0161753B5F0B}"/>
                  </a:ext>
                </a:extLst>
              </p:cNvPr>
              <p:cNvSpPr txBox="1"/>
              <p:nvPr/>
            </p:nvSpPr>
            <p:spPr>
              <a:xfrm>
                <a:off x="6915906" y="3703129"/>
                <a:ext cx="4627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5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33" name="文字方塊 95">
                <a:extLst>
                  <a:ext uri="{FF2B5EF4-FFF2-40B4-BE49-F238E27FC236}">
                    <a16:creationId xmlns:a16="http://schemas.microsoft.com/office/drawing/2014/main" id="{4D273C2F-B916-159F-E4DC-0161753B5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906" y="3703129"/>
                <a:ext cx="462767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92">
                <a:extLst>
                  <a:ext uri="{FF2B5EF4-FFF2-40B4-BE49-F238E27FC236}">
                    <a16:creationId xmlns:a16="http://schemas.microsoft.com/office/drawing/2014/main" id="{88D575A1-C576-A328-EA25-1943A50EAABD}"/>
                  </a:ext>
                </a:extLst>
              </p:cNvPr>
              <p:cNvSpPr txBox="1"/>
              <p:nvPr/>
            </p:nvSpPr>
            <p:spPr>
              <a:xfrm>
                <a:off x="6659896" y="367848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" name="文字方塊 92">
                <a:extLst>
                  <a:ext uri="{FF2B5EF4-FFF2-40B4-BE49-F238E27FC236}">
                    <a16:creationId xmlns:a16="http://schemas.microsoft.com/office/drawing/2014/main" id="{88D575A1-C576-A328-EA25-1943A50EA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896" y="3678483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90">
                <a:extLst>
                  <a:ext uri="{FF2B5EF4-FFF2-40B4-BE49-F238E27FC236}">
                    <a16:creationId xmlns:a16="http://schemas.microsoft.com/office/drawing/2014/main" id="{347D89F2-E707-38E8-6D5F-627737D4B190}"/>
                  </a:ext>
                </a:extLst>
              </p:cNvPr>
              <p:cNvSpPr txBox="1"/>
              <p:nvPr/>
            </p:nvSpPr>
            <p:spPr>
              <a:xfrm>
                <a:off x="6371722" y="3698092"/>
                <a:ext cx="3683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n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5" name="文字方塊 90">
                <a:extLst>
                  <a:ext uri="{FF2B5EF4-FFF2-40B4-BE49-F238E27FC236}">
                    <a16:creationId xmlns:a16="http://schemas.microsoft.com/office/drawing/2014/main" id="{347D89F2-E707-38E8-6D5F-627737D4B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722" y="3698092"/>
                <a:ext cx="36837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94">
            <a:extLst>
              <a:ext uri="{FF2B5EF4-FFF2-40B4-BE49-F238E27FC236}">
                <a16:creationId xmlns:a16="http://schemas.microsoft.com/office/drawing/2014/main" id="{363AA7F4-99B5-8842-5E91-7947D7DE8BAB}"/>
              </a:ext>
            </a:extLst>
          </p:cNvPr>
          <p:cNvSpPr txBox="1"/>
          <p:nvPr/>
        </p:nvSpPr>
        <p:spPr>
          <a:xfrm>
            <a:off x="7223662" y="3718834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95">
                <a:extLst>
                  <a:ext uri="{FF2B5EF4-FFF2-40B4-BE49-F238E27FC236}">
                    <a16:creationId xmlns:a16="http://schemas.microsoft.com/office/drawing/2014/main" id="{72F36F1F-CEF7-82E0-A60F-7A32BBA25959}"/>
                  </a:ext>
                </a:extLst>
              </p:cNvPr>
              <p:cNvSpPr txBox="1"/>
              <p:nvPr/>
            </p:nvSpPr>
            <p:spPr>
              <a:xfrm>
                <a:off x="7884944" y="3697631"/>
                <a:ext cx="4627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7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37" name="文字方塊 95">
                <a:extLst>
                  <a:ext uri="{FF2B5EF4-FFF2-40B4-BE49-F238E27FC236}">
                    <a16:creationId xmlns:a16="http://schemas.microsoft.com/office/drawing/2014/main" id="{72F36F1F-CEF7-82E0-A60F-7A32BBA25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944" y="3697631"/>
                <a:ext cx="462767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字方塊 92">
                <a:extLst>
                  <a:ext uri="{FF2B5EF4-FFF2-40B4-BE49-F238E27FC236}">
                    <a16:creationId xmlns:a16="http://schemas.microsoft.com/office/drawing/2014/main" id="{8AC141C4-EDC9-CEA2-9A1D-31C201E1877A}"/>
                  </a:ext>
                </a:extLst>
              </p:cNvPr>
              <p:cNvSpPr txBox="1"/>
              <p:nvPr/>
            </p:nvSpPr>
            <p:spPr>
              <a:xfrm>
                <a:off x="7628934" y="367298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" name="文字方塊 92">
                <a:extLst>
                  <a:ext uri="{FF2B5EF4-FFF2-40B4-BE49-F238E27FC236}">
                    <a16:creationId xmlns:a16="http://schemas.microsoft.com/office/drawing/2014/main" id="{8AC141C4-EDC9-CEA2-9A1D-31C201E18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8934" y="3672985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90">
                <a:extLst>
                  <a:ext uri="{FF2B5EF4-FFF2-40B4-BE49-F238E27FC236}">
                    <a16:creationId xmlns:a16="http://schemas.microsoft.com/office/drawing/2014/main" id="{87C8E876-D599-7A98-5AA3-CCB520A5657E}"/>
                  </a:ext>
                </a:extLst>
              </p:cNvPr>
              <p:cNvSpPr txBox="1"/>
              <p:nvPr/>
            </p:nvSpPr>
            <p:spPr>
              <a:xfrm>
                <a:off x="7340760" y="3692594"/>
                <a:ext cx="3683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n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9" name="文字方塊 90">
                <a:extLst>
                  <a:ext uri="{FF2B5EF4-FFF2-40B4-BE49-F238E27FC236}">
                    <a16:creationId xmlns:a16="http://schemas.microsoft.com/office/drawing/2014/main" id="{87C8E876-D599-7A98-5AA3-CCB520A56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0760" y="3692594"/>
                <a:ext cx="36837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556AD980-475C-346C-FA77-09EC20500060}"/>
              </a:ext>
            </a:extLst>
          </p:cNvPr>
          <p:cNvGrpSpPr/>
          <p:nvPr/>
        </p:nvGrpSpPr>
        <p:grpSpPr>
          <a:xfrm>
            <a:off x="8882340" y="3682546"/>
            <a:ext cx="452463" cy="422255"/>
            <a:chOff x="10208150" y="1733059"/>
            <a:chExt cx="452463" cy="42225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A7F0A96-B1E5-2D37-473B-6B83AA22FA1E}"/>
                </a:ext>
              </a:extLst>
            </p:cNvPr>
            <p:cNvSpPr/>
            <p:nvPr/>
          </p:nvSpPr>
          <p:spPr>
            <a:xfrm>
              <a:off x="10223770" y="1733059"/>
              <a:ext cx="436843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221BFD9-C014-D413-6EA3-C2A9F421BE78}"/>
                </a:ext>
              </a:extLst>
            </p:cNvPr>
            <p:cNvSpPr txBox="1"/>
            <p:nvPr/>
          </p:nvSpPr>
          <p:spPr>
            <a:xfrm>
              <a:off x="10208150" y="1755204"/>
              <a:ext cx="3414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5112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2735B58B-4B50-84A1-A58E-75E373D20BA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r="72659"/>
          <a:stretch>
            <a:fillRect/>
          </a:stretch>
        </p:blipFill>
        <p:spPr>
          <a:xfrm>
            <a:off x="343101" y="208656"/>
            <a:ext cx="2777421" cy="1044030"/>
          </a:xfrm>
          <a:prstGeom prst="rect">
            <a:avLst/>
          </a:prstGeom>
        </p:spPr>
      </p:pic>
      <p:sp>
        <p:nvSpPr>
          <p:cNvPr id="4" name="文字方塊 29">
            <a:extLst>
              <a:ext uri="{FF2B5EF4-FFF2-40B4-BE49-F238E27FC236}">
                <a16:creationId xmlns:a16="http://schemas.microsoft.com/office/drawing/2014/main" id="{B83B4DA1-2DFD-B57D-7D6B-5EC21702A711}"/>
              </a:ext>
            </a:extLst>
          </p:cNvPr>
          <p:cNvSpPr txBox="1"/>
          <p:nvPr/>
        </p:nvSpPr>
        <p:spPr>
          <a:xfrm>
            <a:off x="704782" y="1650936"/>
            <a:ext cx="567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 dirty="0"/>
          </a:p>
        </p:txBody>
      </p:sp>
      <p:grpSp>
        <p:nvGrpSpPr>
          <p:cNvPr id="5" name="群組 139">
            <a:extLst>
              <a:ext uri="{FF2B5EF4-FFF2-40B4-BE49-F238E27FC236}">
                <a16:creationId xmlns:a16="http://schemas.microsoft.com/office/drawing/2014/main" id="{A2100427-FA39-CBB6-227E-982353D1DB50}"/>
              </a:ext>
            </a:extLst>
          </p:cNvPr>
          <p:cNvGrpSpPr/>
          <p:nvPr/>
        </p:nvGrpSpPr>
        <p:grpSpPr>
          <a:xfrm>
            <a:off x="1368612" y="1558287"/>
            <a:ext cx="523241" cy="481749"/>
            <a:chOff x="2119388" y="5460495"/>
            <a:chExt cx="523241" cy="481749"/>
          </a:xfrm>
        </p:grpSpPr>
        <p:sp>
          <p:nvSpPr>
            <p:cNvPr id="6" name="文字方塊 140">
              <a:extLst>
                <a:ext uri="{FF2B5EF4-FFF2-40B4-BE49-F238E27FC236}">
                  <a16:creationId xmlns:a16="http://schemas.microsoft.com/office/drawing/2014/main" id="{A1A043E8-2401-AB51-584A-2D2A4B972EA8}"/>
                </a:ext>
              </a:extLst>
            </p:cNvPr>
            <p:cNvSpPr txBox="1"/>
            <p:nvPr/>
          </p:nvSpPr>
          <p:spPr>
            <a:xfrm>
              <a:off x="2119388" y="5542134"/>
              <a:ext cx="4726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7" name="文字方塊 141">
              <a:extLst>
                <a:ext uri="{FF2B5EF4-FFF2-40B4-BE49-F238E27FC236}">
                  <a16:creationId xmlns:a16="http://schemas.microsoft.com/office/drawing/2014/main" id="{BA41B9FF-3D74-6ACA-496E-6009CC7180C4}"/>
                </a:ext>
              </a:extLst>
            </p:cNvPr>
            <p:cNvSpPr txBox="1"/>
            <p:nvPr/>
          </p:nvSpPr>
          <p:spPr>
            <a:xfrm>
              <a:off x="235376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148">
                <a:extLst>
                  <a:ext uri="{FF2B5EF4-FFF2-40B4-BE49-F238E27FC236}">
                    <a16:creationId xmlns:a16="http://schemas.microsoft.com/office/drawing/2014/main" id="{530A8D4D-F5F5-E98F-B62C-2887C8686E11}"/>
                  </a:ext>
                </a:extLst>
              </p:cNvPr>
              <p:cNvSpPr txBox="1"/>
              <p:nvPr/>
            </p:nvSpPr>
            <p:spPr>
              <a:xfrm>
                <a:off x="1740865" y="161074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" name="文字方塊 148">
                <a:extLst>
                  <a:ext uri="{FF2B5EF4-FFF2-40B4-BE49-F238E27FC236}">
                    <a16:creationId xmlns:a16="http://schemas.microsoft.com/office/drawing/2014/main" id="{530A8D4D-F5F5-E98F-B62C-2887C8686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865" y="1610742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149">
            <a:extLst>
              <a:ext uri="{FF2B5EF4-FFF2-40B4-BE49-F238E27FC236}">
                <a16:creationId xmlns:a16="http://schemas.microsoft.com/office/drawing/2014/main" id="{94A0A18B-A399-9EA2-A316-4B2C23F966C7}"/>
              </a:ext>
            </a:extLst>
          </p:cNvPr>
          <p:cNvSpPr txBox="1"/>
          <p:nvPr/>
        </p:nvSpPr>
        <p:spPr>
          <a:xfrm>
            <a:off x="1995716" y="1636218"/>
            <a:ext cx="561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8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150">
                <a:extLst>
                  <a:ext uri="{FF2B5EF4-FFF2-40B4-BE49-F238E27FC236}">
                    <a16:creationId xmlns:a16="http://schemas.microsoft.com/office/drawing/2014/main" id="{D8D5825E-8894-1884-9B07-E187BB253C85}"/>
                  </a:ext>
                </a:extLst>
              </p:cNvPr>
              <p:cNvSpPr txBox="1"/>
              <p:nvPr/>
            </p:nvSpPr>
            <p:spPr>
              <a:xfrm>
                <a:off x="2484192" y="161074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" name="文字方塊 150">
                <a:extLst>
                  <a:ext uri="{FF2B5EF4-FFF2-40B4-BE49-F238E27FC236}">
                    <a16:creationId xmlns:a16="http://schemas.microsoft.com/office/drawing/2014/main" id="{D8D5825E-8894-1884-9B07-E187BB253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192" y="1610742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40">
            <a:extLst>
              <a:ext uri="{FF2B5EF4-FFF2-40B4-BE49-F238E27FC236}">
                <a16:creationId xmlns:a16="http://schemas.microsoft.com/office/drawing/2014/main" id="{4205333C-D821-3469-B5B0-9526FCB37F5E}"/>
              </a:ext>
            </a:extLst>
          </p:cNvPr>
          <p:cNvSpPr txBox="1"/>
          <p:nvPr/>
        </p:nvSpPr>
        <p:spPr>
          <a:xfrm>
            <a:off x="2734518" y="1639486"/>
            <a:ext cx="382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7</a:t>
            </a:r>
            <a:endParaRPr lang="en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49EDB4-D74F-D6D0-6BCC-16B4117C9154}"/>
                  </a:ext>
                </a:extLst>
              </p:cNvPr>
              <p:cNvSpPr txBox="1"/>
              <p:nvPr/>
            </p:nvSpPr>
            <p:spPr>
              <a:xfrm>
                <a:off x="3108295" y="1610742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49EDB4-D74F-D6D0-6BCC-16B4117C9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295" y="1610742"/>
                <a:ext cx="38276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94">
            <a:extLst>
              <a:ext uri="{FF2B5EF4-FFF2-40B4-BE49-F238E27FC236}">
                <a16:creationId xmlns:a16="http://schemas.microsoft.com/office/drawing/2014/main" id="{1AB5ED2A-900F-E9F6-86E1-8C1CDF33D559}"/>
              </a:ext>
            </a:extLst>
          </p:cNvPr>
          <p:cNvSpPr txBox="1"/>
          <p:nvPr/>
        </p:nvSpPr>
        <p:spPr>
          <a:xfrm>
            <a:off x="3445700" y="1626290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95">
                <a:extLst>
                  <a:ext uri="{FF2B5EF4-FFF2-40B4-BE49-F238E27FC236}">
                    <a16:creationId xmlns:a16="http://schemas.microsoft.com/office/drawing/2014/main" id="{363256C7-5B6E-EA07-3EC6-CECFA0A21BFF}"/>
                  </a:ext>
                </a:extLst>
              </p:cNvPr>
              <p:cNvSpPr txBox="1"/>
              <p:nvPr/>
            </p:nvSpPr>
            <p:spPr>
              <a:xfrm>
                <a:off x="4106982" y="1635231"/>
                <a:ext cx="4627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1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4" name="文字方塊 95">
                <a:extLst>
                  <a:ext uri="{FF2B5EF4-FFF2-40B4-BE49-F238E27FC236}">
                    <a16:creationId xmlns:a16="http://schemas.microsoft.com/office/drawing/2014/main" id="{363256C7-5B6E-EA07-3EC6-CECFA0A21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982" y="1635231"/>
                <a:ext cx="462767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92">
                <a:extLst>
                  <a:ext uri="{FF2B5EF4-FFF2-40B4-BE49-F238E27FC236}">
                    <a16:creationId xmlns:a16="http://schemas.microsoft.com/office/drawing/2014/main" id="{43FF4623-80D9-90EC-87A7-4D1078901F58}"/>
                  </a:ext>
                </a:extLst>
              </p:cNvPr>
              <p:cNvSpPr txBox="1"/>
              <p:nvPr/>
            </p:nvSpPr>
            <p:spPr>
              <a:xfrm>
                <a:off x="3850972" y="161058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" name="文字方塊 92">
                <a:extLst>
                  <a:ext uri="{FF2B5EF4-FFF2-40B4-BE49-F238E27FC236}">
                    <a16:creationId xmlns:a16="http://schemas.microsoft.com/office/drawing/2014/main" id="{43FF4623-80D9-90EC-87A7-4D1078901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972" y="1610585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90">
                <a:extLst>
                  <a:ext uri="{FF2B5EF4-FFF2-40B4-BE49-F238E27FC236}">
                    <a16:creationId xmlns:a16="http://schemas.microsoft.com/office/drawing/2014/main" id="{E3B48FF5-7BCE-D853-06FA-B1140C48C6CE}"/>
                  </a:ext>
                </a:extLst>
              </p:cNvPr>
              <p:cNvSpPr txBox="1"/>
              <p:nvPr/>
            </p:nvSpPr>
            <p:spPr>
              <a:xfrm>
                <a:off x="3562798" y="1630194"/>
                <a:ext cx="3683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90">
                <a:extLst>
                  <a:ext uri="{FF2B5EF4-FFF2-40B4-BE49-F238E27FC236}">
                    <a16:creationId xmlns:a16="http://schemas.microsoft.com/office/drawing/2014/main" id="{E3B48FF5-7BCE-D853-06FA-B1140C48C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798" y="1630194"/>
                <a:ext cx="36837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94">
            <a:extLst>
              <a:ext uri="{FF2B5EF4-FFF2-40B4-BE49-F238E27FC236}">
                <a16:creationId xmlns:a16="http://schemas.microsoft.com/office/drawing/2014/main" id="{A630D99E-9729-68E2-C1C3-06FEB192BFEA}"/>
              </a:ext>
            </a:extLst>
          </p:cNvPr>
          <p:cNvSpPr txBox="1"/>
          <p:nvPr/>
        </p:nvSpPr>
        <p:spPr>
          <a:xfrm>
            <a:off x="4414738" y="1650936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95">
                <a:extLst>
                  <a:ext uri="{FF2B5EF4-FFF2-40B4-BE49-F238E27FC236}">
                    <a16:creationId xmlns:a16="http://schemas.microsoft.com/office/drawing/2014/main" id="{BEB2ADA9-AEE1-F385-BB18-EEEFEA76D0A2}"/>
                  </a:ext>
                </a:extLst>
              </p:cNvPr>
              <p:cNvSpPr txBox="1"/>
              <p:nvPr/>
            </p:nvSpPr>
            <p:spPr>
              <a:xfrm>
                <a:off x="5076020" y="1629733"/>
                <a:ext cx="4627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7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8" name="文字方塊 95">
                <a:extLst>
                  <a:ext uri="{FF2B5EF4-FFF2-40B4-BE49-F238E27FC236}">
                    <a16:creationId xmlns:a16="http://schemas.microsoft.com/office/drawing/2014/main" id="{BEB2ADA9-AEE1-F385-BB18-EEEFEA76D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20" y="1629733"/>
                <a:ext cx="462767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92">
                <a:extLst>
                  <a:ext uri="{FF2B5EF4-FFF2-40B4-BE49-F238E27FC236}">
                    <a16:creationId xmlns:a16="http://schemas.microsoft.com/office/drawing/2014/main" id="{3BD540CD-C90C-92DB-4F2F-E2BFC0928EFA}"/>
                  </a:ext>
                </a:extLst>
              </p:cNvPr>
              <p:cNvSpPr txBox="1"/>
              <p:nvPr/>
            </p:nvSpPr>
            <p:spPr>
              <a:xfrm>
                <a:off x="4820010" y="160508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" name="文字方塊 92">
                <a:extLst>
                  <a:ext uri="{FF2B5EF4-FFF2-40B4-BE49-F238E27FC236}">
                    <a16:creationId xmlns:a16="http://schemas.microsoft.com/office/drawing/2014/main" id="{3BD540CD-C90C-92DB-4F2F-E2BFC0928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0010" y="1605087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90">
                <a:extLst>
                  <a:ext uri="{FF2B5EF4-FFF2-40B4-BE49-F238E27FC236}">
                    <a16:creationId xmlns:a16="http://schemas.microsoft.com/office/drawing/2014/main" id="{D659E207-8A5F-AE6A-5DA4-0ED4D56BB5E0}"/>
                  </a:ext>
                </a:extLst>
              </p:cNvPr>
              <p:cNvSpPr txBox="1"/>
              <p:nvPr/>
            </p:nvSpPr>
            <p:spPr>
              <a:xfrm>
                <a:off x="4531836" y="1624696"/>
                <a:ext cx="3683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0" name="文字方塊 90">
                <a:extLst>
                  <a:ext uri="{FF2B5EF4-FFF2-40B4-BE49-F238E27FC236}">
                    <a16:creationId xmlns:a16="http://schemas.microsoft.com/office/drawing/2014/main" id="{D659E207-8A5F-AE6A-5DA4-0ED4D56BB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836" y="1624696"/>
                <a:ext cx="36837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9">
            <a:extLst>
              <a:ext uri="{FF2B5EF4-FFF2-40B4-BE49-F238E27FC236}">
                <a16:creationId xmlns:a16="http://schemas.microsoft.com/office/drawing/2014/main" id="{ED58CC80-5CA5-9C3B-3C4B-C278CB917FA7}"/>
              </a:ext>
            </a:extLst>
          </p:cNvPr>
          <p:cNvSpPr txBox="1"/>
          <p:nvPr/>
        </p:nvSpPr>
        <p:spPr>
          <a:xfrm>
            <a:off x="704782" y="2628089"/>
            <a:ext cx="567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 dirty="0"/>
          </a:p>
        </p:txBody>
      </p:sp>
      <p:grpSp>
        <p:nvGrpSpPr>
          <p:cNvPr id="22" name="群組 139">
            <a:extLst>
              <a:ext uri="{FF2B5EF4-FFF2-40B4-BE49-F238E27FC236}">
                <a16:creationId xmlns:a16="http://schemas.microsoft.com/office/drawing/2014/main" id="{01680269-6CD9-0953-FA19-F3DA976369FB}"/>
              </a:ext>
            </a:extLst>
          </p:cNvPr>
          <p:cNvGrpSpPr/>
          <p:nvPr/>
        </p:nvGrpSpPr>
        <p:grpSpPr>
          <a:xfrm>
            <a:off x="1382138" y="2521844"/>
            <a:ext cx="472614" cy="481749"/>
            <a:chOff x="2173178" y="5460495"/>
            <a:chExt cx="472614" cy="481749"/>
          </a:xfrm>
        </p:grpSpPr>
        <p:sp>
          <p:nvSpPr>
            <p:cNvPr id="23" name="文字方塊 140">
              <a:extLst>
                <a:ext uri="{FF2B5EF4-FFF2-40B4-BE49-F238E27FC236}">
                  <a16:creationId xmlns:a16="http://schemas.microsoft.com/office/drawing/2014/main" id="{25CD4218-5E2B-C945-C075-300E90AED0E6}"/>
                </a:ext>
              </a:extLst>
            </p:cNvPr>
            <p:cNvSpPr txBox="1"/>
            <p:nvPr/>
          </p:nvSpPr>
          <p:spPr>
            <a:xfrm>
              <a:off x="2173178" y="5542134"/>
              <a:ext cx="4726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24" name="文字方塊 141">
              <a:extLst>
                <a:ext uri="{FF2B5EF4-FFF2-40B4-BE49-F238E27FC236}">
                  <a16:creationId xmlns:a16="http://schemas.microsoft.com/office/drawing/2014/main" id="{2CEFEF0C-EBAF-F227-973F-62F4EB6BC357}"/>
                </a:ext>
              </a:extLst>
            </p:cNvPr>
            <p:cNvSpPr txBox="1"/>
            <p:nvPr/>
          </p:nvSpPr>
          <p:spPr>
            <a:xfrm>
              <a:off x="235376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148">
                <a:extLst>
                  <a:ext uri="{FF2B5EF4-FFF2-40B4-BE49-F238E27FC236}">
                    <a16:creationId xmlns:a16="http://schemas.microsoft.com/office/drawing/2014/main" id="{C2798AA8-2D7E-7C79-72A7-5EDD7F5F4B1F}"/>
                  </a:ext>
                </a:extLst>
              </p:cNvPr>
              <p:cNvSpPr txBox="1"/>
              <p:nvPr/>
            </p:nvSpPr>
            <p:spPr>
              <a:xfrm>
                <a:off x="1718531" y="257429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5" name="文字方塊 148">
                <a:extLst>
                  <a:ext uri="{FF2B5EF4-FFF2-40B4-BE49-F238E27FC236}">
                    <a16:creationId xmlns:a16="http://schemas.microsoft.com/office/drawing/2014/main" id="{C2798AA8-2D7E-7C79-72A7-5EDD7F5F4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531" y="2574299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149">
            <a:extLst>
              <a:ext uri="{FF2B5EF4-FFF2-40B4-BE49-F238E27FC236}">
                <a16:creationId xmlns:a16="http://schemas.microsoft.com/office/drawing/2014/main" id="{FECB02A3-7BC3-9587-D1F0-2A9ADEA60CC4}"/>
              </a:ext>
            </a:extLst>
          </p:cNvPr>
          <p:cNvSpPr txBox="1"/>
          <p:nvPr/>
        </p:nvSpPr>
        <p:spPr>
          <a:xfrm>
            <a:off x="1973382" y="2599775"/>
            <a:ext cx="8064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11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y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150">
                <a:extLst>
                  <a:ext uri="{FF2B5EF4-FFF2-40B4-BE49-F238E27FC236}">
                    <a16:creationId xmlns:a16="http://schemas.microsoft.com/office/drawing/2014/main" id="{3B222CF3-04D3-2ACD-22F3-56CA6374ED2E}"/>
                  </a:ext>
                </a:extLst>
              </p:cNvPr>
              <p:cNvSpPr txBox="1"/>
              <p:nvPr/>
            </p:nvSpPr>
            <p:spPr>
              <a:xfrm>
                <a:off x="2596327" y="257429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" name="文字方塊 150">
                <a:extLst>
                  <a:ext uri="{FF2B5EF4-FFF2-40B4-BE49-F238E27FC236}">
                    <a16:creationId xmlns:a16="http://schemas.microsoft.com/office/drawing/2014/main" id="{3B222CF3-04D3-2ACD-22F3-56CA6374E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327" y="2574299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140">
            <a:extLst>
              <a:ext uri="{FF2B5EF4-FFF2-40B4-BE49-F238E27FC236}">
                <a16:creationId xmlns:a16="http://schemas.microsoft.com/office/drawing/2014/main" id="{DA5C779C-1890-E634-2B36-1DB9003178CA}"/>
              </a:ext>
            </a:extLst>
          </p:cNvPr>
          <p:cNvSpPr txBox="1"/>
          <p:nvPr/>
        </p:nvSpPr>
        <p:spPr>
          <a:xfrm>
            <a:off x="2846653" y="2603043"/>
            <a:ext cx="578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26</a:t>
            </a:r>
            <a:endParaRPr lang="en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6A9B8A7-42EB-5609-C7CF-6F9F1FD8E38F}"/>
                  </a:ext>
                </a:extLst>
              </p:cNvPr>
              <p:cNvSpPr txBox="1"/>
              <p:nvPr/>
            </p:nvSpPr>
            <p:spPr>
              <a:xfrm>
                <a:off x="3292150" y="2574299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6A9B8A7-42EB-5609-C7CF-6F9F1FD8E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150" y="2574299"/>
                <a:ext cx="382766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94">
            <a:extLst>
              <a:ext uri="{FF2B5EF4-FFF2-40B4-BE49-F238E27FC236}">
                <a16:creationId xmlns:a16="http://schemas.microsoft.com/office/drawing/2014/main" id="{8B49A1EB-D03F-9485-1F08-3C147BEFC726}"/>
              </a:ext>
            </a:extLst>
          </p:cNvPr>
          <p:cNvSpPr txBox="1"/>
          <p:nvPr/>
        </p:nvSpPr>
        <p:spPr>
          <a:xfrm>
            <a:off x="3629555" y="2589847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95">
                <a:extLst>
                  <a:ext uri="{FF2B5EF4-FFF2-40B4-BE49-F238E27FC236}">
                    <a16:creationId xmlns:a16="http://schemas.microsoft.com/office/drawing/2014/main" id="{BEA7D089-66B4-C5A7-3350-AF4B23DF9F9B}"/>
                  </a:ext>
                </a:extLst>
              </p:cNvPr>
              <p:cNvSpPr txBox="1"/>
              <p:nvPr/>
            </p:nvSpPr>
            <p:spPr>
              <a:xfrm>
                <a:off x="4290837" y="2598788"/>
                <a:ext cx="4627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2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31" name="文字方塊 95">
                <a:extLst>
                  <a:ext uri="{FF2B5EF4-FFF2-40B4-BE49-F238E27FC236}">
                    <a16:creationId xmlns:a16="http://schemas.microsoft.com/office/drawing/2014/main" id="{BEA7D089-66B4-C5A7-3350-AF4B23DF9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837" y="2598788"/>
                <a:ext cx="462767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字方塊 92">
                <a:extLst>
                  <a:ext uri="{FF2B5EF4-FFF2-40B4-BE49-F238E27FC236}">
                    <a16:creationId xmlns:a16="http://schemas.microsoft.com/office/drawing/2014/main" id="{E98EC277-AAD0-1171-EB38-5416629F7443}"/>
                  </a:ext>
                </a:extLst>
              </p:cNvPr>
              <p:cNvSpPr txBox="1"/>
              <p:nvPr/>
            </p:nvSpPr>
            <p:spPr>
              <a:xfrm>
                <a:off x="4034827" y="257414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2" name="文字方塊 92">
                <a:extLst>
                  <a:ext uri="{FF2B5EF4-FFF2-40B4-BE49-F238E27FC236}">
                    <a16:creationId xmlns:a16="http://schemas.microsoft.com/office/drawing/2014/main" id="{E98EC277-AAD0-1171-EB38-5416629F7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827" y="2574142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90">
                <a:extLst>
                  <a:ext uri="{FF2B5EF4-FFF2-40B4-BE49-F238E27FC236}">
                    <a16:creationId xmlns:a16="http://schemas.microsoft.com/office/drawing/2014/main" id="{FD42037E-F24D-1577-1F8E-69856E188ACB}"/>
                  </a:ext>
                </a:extLst>
              </p:cNvPr>
              <p:cNvSpPr txBox="1"/>
              <p:nvPr/>
            </p:nvSpPr>
            <p:spPr>
              <a:xfrm>
                <a:off x="3746653" y="2593751"/>
                <a:ext cx="368378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3" name="文字方塊 90">
                <a:extLst>
                  <a:ext uri="{FF2B5EF4-FFF2-40B4-BE49-F238E27FC236}">
                    <a16:creationId xmlns:a16="http://schemas.microsoft.com/office/drawing/2014/main" id="{FD42037E-F24D-1577-1F8E-69856E188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653" y="2593751"/>
                <a:ext cx="368378" cy="41780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94">
            <a:extLst>
              <a:ext uri="{FF2B5EF4-FFF2-40B4-BE49-F238E27FC236}">
                <a16:creationId xmlns:a16="http://schemas.microsoft.com/office/drawing/2014/main" id="{A5B580ED-3F06-72C3-A529-53410B55320F}"/>
              </a:ext>
            </a:extLst>
          </p:cNvPr>
          <p:cNvSpPr txBox="1"/>
          <p:nvPr/>
        </p:nvSpPr>
        <p:spPr>
          <a:xfrm>
            <a:off x="4598593" y="2614493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95">
                <a:extLst>
                  <a:ext uri="{FF2B5EF4-FFF2-40B4-BE49-F238E27FC236}">
                    <a16:creationId xmlns:a16="http://schemas.microsoft.com/office/drawing/2014/main" id="{C911C455-4109-9ADA-B255-E825F97CD454}"/>
                  </a:ext>
                </a:extLst>
              </p:cNvPr>
              <p:cNvSpPr txBox="1"/>
              <p:nvPr/>
            </p:nvSpPr>
            <p:spPr>
              <a:xfrm>
                <a:off x="5259875" y="2593290"/>
                <a:ext cx="6217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13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35" name="文字方塊 95">
                <a:extLst>
                  <a:ext uri="{FF2B5EF4-FFF2-40B4-BE49-F238E27FC236}">
                    <a16:creationId xmlns:a16="http://schemas.microsoft.com/office/drawing/2014/main" id="{C911C455-4109-9ADA-B255-E825F97CD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875" y="2593290"/>
                <a:ext cx="621786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92">
                <a:extLst>
                  <a:ext uri="{FF2B5EF4-FFF2-40B4-BE49-F238E27FC236}">
                    <a16:creationId xmlns:a16="http://schemas.microsoft.com/office/drawing/2014/main" id="{75E0B47F-091B-D8A2-F3AC-CC640784B540}"/>
                  </a:ext>
                </a:extLst>
              </p:cNvPr>
              <p:cNvSpPr txBox="1"/>
              <p:nvPr/>
            </p:nvSpPr>
            <p:spPr>
              <a:xfrm>
                <a:off x="5003865" y="25686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6" name="文字方塊 92">
                <a:extLst>
                  <a:ext uri="{FF2B5EF4-FFF2-40B4-BE49-F238E27FC236}">
                    <a16:creationId xmlns:a16="http://schemas.microsoft.com/office/drawing/2014/main" id="{75E0B47F-091B-D8A2-F3AC-CC640784B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865" y="2568644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90">
                <a:extLst>
                  <a:ext uri="{FF2B5EF4-FFF2-40B4-BE49-F238E27FC236}">
                    <a16:creationId xmlns:a16="http://schemas.microsoft.com/office/drawing/2014/main" id="{04DD46DF-C96E-1354-6BDA-F17D4E221B3A}"/>
                  </a:ext>
                </a:extLst>
              </p:cNvPr>
              <p:cNvSpPr txBox="1"/>
              <p:nvPr/>
            </p:nvSpPr>
            <p:spPr>
              <a:xfrm>
                <a:off x="4715691" y="2588253"/>
                <a:ext cx="368378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7" name="文字方塊 90">
                <a:extLst>
                  <a:ext uri="{FF2B5EF4-FFF2-40B4-BE49-F238E27FC236}">
                    <a16:creationId xmlns:a16="http://schemas.microsoft.com/office/drawing/2014/main" id="{04DD46DF-C96E-1354-6BDA-F17D4E221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691" y="2588253"/>
                <a:ext cx="368378" cy="41780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219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8D77B3D1-DF6F-6147-F0C4-AECD037FA9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2047" t="14024"/>
          <a:stretch>
            <a:fillRect/>
          </a:stretch>
        </p:blipFill>
        <p:spPr>
          <a:xfrm>
            <a:off x="370992" y="255224"/>
            <a:ext cx="5456679" cy="674852"/>
          </a:xfrm>
          <a:prstGeom prst="rect">
            <a:avLst/>
          </a:prstGeom>
        </p:spPr>
      </p:pic>
      <p:sp>
        <p:nvSpPr>
          <p:cNvPr id="4" name="文字方塊 29">
            <a:extLst>
              <a:ext uri="{FF2B5EF4-FFF2-40B4-BE49-F238E27FC236}">
                <a16:creationId xmlns:a16="http://schemas.microsoft.com/office/drawing/2014/main" id="{FEA7E852-A6BA-B496-D8D6-B8C5D9BDA4F9}"/>
              </a:ext>
            </a:extLst>
          </p:cNvPr>
          <p:cNvSpPr txBox="1"/>
          <p:nvPr/>
        </p:nvSpPr>
        <p:spPr>
          <a:xfrm>
            <a:off x="704782" y="1650936"/>
            <a:ext cx="567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 dirty="0"/>
          </a:p>
        </p:txBody>
      </p:sp>
      <p:grpSp>
        <p:nvGrpSpPr>
          <p:cNvPr id="5" name="群組 139">
            <a:extLst>
              <a:ext uri="{FF2B5EF4-FFF2-40B4-BE49-F238E27FC236}">
                <a16:creationId xmlns:a16="http://schemas.microsoft.com/office/drawing/2014/main" id="{7D40B7A1-8C67-9A5C-7D2C-6561029F9DD5}"/>
              </a:ext>
            </a:extLst>
          </p:cNvPr>
          <p:cNvGrpSpPr/>
          <p:nvPr/>
        </p:nvGrpSpPr>
        <p:grpSpPr>
          <a:xfrm>
            <a:off x="1272700" y="1563333"/>
            <a:ext cx="525218" cy="477054"/>
            <a:chOff x="2117411" y="5460495"/>
            <a:chExt cx="525218" cy="477054"/>
          </a:xfrm>
        </p:grpSpPr>
        <p:sp>
          <p:nvSpPr>
            <p:cNvPr id="6" name="文字方塊 140">
              <a:extLst>
                <a:ext uri="{FF2B5EF4-FFF2-40B4-BE49-F238E27FC236}">
                  <a16:creationId xmlns:a16="http://schemas.microsoft.com/office/drawing/2014/main" id="{FD715935-6B5D-5B2E-D5FC-69976AE0EA65}"/>
                </a:ext>
              </a:extLst>
            </p:cNvPr>
            <p:cNvSpPr txBox="1"/>
            <p:nvPr/>
          </p:nvSpPr>
          <p:spPr>
            <a:xfrm>
              <a:off x="2117411" y="5537439"/>
              <a:ext cx="4497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7" name="文字方塊 141">
              <a:extLst>
                <a:ext uri="{FF2B5EF4-FFF2-40B4-BE49-F238E27FC236}">
                  <a16:creationId xmlns:a16="http://schemas.microsoft.com/office/drawing/2014/main" id="{66F1F28F-C983-5E11-4B62-3F543AADAAE8}"/>
                </a:ext>
              </a:extLst>
            </p:cNvPr>
            <p:cNvSpPr txBox="1"/>
            <p:nvPr/>
          </p:nvSpPr>
          <p:spPr>
            <a:xfrm>
              <a:off x="235376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148">
                <a:extLst>
                  <a:ext uri="{FF2B5EF4-FFF2-40B4-BE49-F238E27FC236}">
                    <a16:creationId xmlns:a16="http://schemas.microsoft.com/office/drawing/2014/main" id="{7E9B237D-A2B8-223E-FC09-9BC8D131CE63}"/>
                  </a:ext>
                </a:extLst>
              </p:cNvPr>
              <p:cNvSpPr txBox="1"/>
              <p:nvPr/>
            </p:nvSpPr>
            <p:spPr>
              <a:xfrm>
                <a:off x="1656234" y="161578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" name="文字方塊 148">
                <a:extLst>
                  <a:ext uri="{FF2B5EF4-FFF2-40B4-BE49-F238E27FC236}">
                    <a16:creationId xmlns:a16="http://schemas.microsoft.com/office/drawing/2014/main" id="{7E9B237D-A2B8-223E-FC09-9BC8D131C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234" y="1615788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149">
            <a:extLst>
              <a:ext uri="{FF2B5EF4-FFF2-40B4-BE49-F238E27FC236}">
                <a16:creationId xmlns:a16="http://schemas.microsoft.com/office/drawing/2014/main" id="{787A9426-E280-8250-AF8C-457E5FE52557}"/>
              </a:ext>
            </a:extLst>
          </p:cNvPr>
          <p:cNvSpPr txBox="1"/>
          <p:nvPr/>
        </p:nvSpPr>
        <p:spPr>
          <a:xfrm>
            <a:off x="1911085" y="1641264"/>
            <a:ext cx="73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xy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150">
                <a:extLst>
                  <a:ext uri="{FF2B5EF4-FFF2-40B4-BE49-F238E27FC236}">
                    <a16:creationId xmlns:a16="http://schemas.microsoft.com/office/drawing/2014/main" id="{7623F08B-4810-A60D-6524-0DAA9B2597AA}"/>
                  </a:ext>
                </a:extLst>
              </p:cNvPr>
              <p:cNvSpPr txBox="1"/>
              <p:nvPr/>
            </p:nvSpPr>
            <p:spPr>
              <a:xfrm>
                <a:off x="2560235" y="161640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" name="文字方塊 150">
                <a:extLst>
                  <a:ext uri="{FF2B5EF4-FFF2-40B4-BE49-F238E27FC236}">
                    <a16:creationId xmlns:a16="http://schemas.microsoft.com/office/drawing/2014/main" id="{7623F08B-4810-A60D-6524-0DAA9B259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235" y="1616403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群組 139">
            <a:extLst>
              <a:ext uri="{FF2B5EF4-FFF2-40B4-BE49-F238E27FC236}">
                <a16:creationId xmlns:a16="http://schemas.microsoft.com/office/drawing/2014/main" id="{39ED5100-2332-87E1-7082-48925CAB06F1}"/>
              </a:ext>
            </a:extLst>
          </p:cNvPr>
          <p:cNvGrpSpPr/>
          <p:nvPr/>
        </p:nvGrpSpPr>
        <p:grpSpPr>
          <a:xfrm>
            <a:off x="2810561" y="1577931"/>
            <a:ext cx="825681" cy="477054"/>
            <a:chOff x="1739126" y="5460495"/>
            <a:chExt cx="825681" cy="477054"/>
          </a:xfrm>
        </p:grpSpPr>
        <p:sp>
          <p:nvSpPr>
            <p:cNvPr id="12" name="文字方塊 140">
              <a:extLst>
                <a:ext uri="{FF2B5EF4-FFF2-40B4-BE49-F238E27FC236}">
                  <a16:creationId xmlns:a16="http://schemas.microsoft.com/office/drawing/2014/main" id="{34FF90EA-D858-B9B5-2EFA-A21D9F2B71E9}"/>
                </a:ext>
              </a:extLst>
            </p:cNvPr>
            <p:cNvSpPr txBox="1"/>
            <p:nvPr/>
          </p:nvSpPr>
          <p:spPr>
            <a:xfrm>
              <a:off x="1739126" y="5537439"/>
              <a:ext cx="7935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13" name="文字方塊 141">
              <a:extLst>
                <a:ext uri="{FF2B5EF4-FFF2-40B4-BE49-F238E27FC236}">
                  <a16:creationId xmlns:a16="http://schemas.microsoft.com/office/drawing/2014/main" id="{A7014DC2-2020-0A7C-5DD0-30B3D4C19BB8}"/>
                </a:ext>
              </a:extLst>
            </p:cNvPr>
            <p:cNvSpPr txBox="1"/>
            <p:nvPr/>
          </p:nvSpPr>
          <p:spPr>
            <a:xfrm>
              <a:off x="2275945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5DB3D6-1F25-827C-E20E-52CC86B4A0B0}"/>
                  </a:ext>
                </a:extLst>
              </p:cNvPr>
              <p:cNvSpPr txBox="1"/>
              <p:nvPr/>
            </p:nvSpPr>
            <p:spPr>
              <a:xfrm>
                <a:off x="911534" y="2166915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5DB3D6-1F25-827C-E20E-52CC86B4A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34" y="2166915"/>
                <a:ext cx="38276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94">
            <a:extLst>
              <a:ext uri="{FF2B5EF4-FFF2-40B4-BE49-F238E27FC236}">
                <a16:creationId xmlns:a16="http://schemas.microsoft.com/office/drawing/2014/main" id="{B6A2DA46-1A42-FFB5-76ED-D078D392138D}"/>
              </a:ext>
            </a:extLst>
          </p:cNvPr>
          <p:cNvSpPr txBox="1"/>
          <p:nvPr/>
        </p:nvSpPr>
        <p:spPr>
          <a:xfrm>
            <a:off x="1217836" y="2195076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95">
                <a:extLst>
                  <a:ext uri="{FF2B5EF4-FFF2-40B4-BE49-F238E27FC236}">
                    <a16:creationId xmlns:a16="http://schemas.microsoft.com/office/drawing/2014/main" id="{5E056633-A6DF-1B41-7B96-7C19C1EBCDCC}"/>
                  </a:ext>
                </a:extLst>
              </p:cNvPr>
              <p:cNvSpPr txBox="1"/>
              <p:nvPr/>
            </p:nvSpPr>
            <p:spPr>
              <a:xfrm>
                <a:off x="1877390" y="2187391"/>
                <a:ext cx="660996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7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7" name="文字方塊 95">
                <a:extLst>
                  <a:ext uri="{FF2B5EF4-FFF2-40B4-BE49-F238E27FC236}">
                    <a16:creationId xmlns:a16="http://schemas.microsoft.com/office/drawing/2014/main" id="{5E056633-A6DF-1B41-7B96-7C19C1EBC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390" y="2187391"/>
                <a:ext cx="660996" cy="4178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92">
                <a:extLst>
                  <a:ext uri="{FF2B5EF4-FFF2-40B4-BE49-F238E27FC236}">
                    <a16:creationId xmlns:a16="http://schemas.microsoft.com/office/drawing/2014/main" id="{572B847F-4A0D-9436-A2D4-545BD3E46A7A}"/>
                  </a:ext>
                </a:extLst>
              </p:cNvPr>
              <p:cNvSpPr txBox="1"/>
              <p:nvPr/>
            </p:nvSpPr>
            <p:spPr>
              <a:xfrm>
                <a:off x="1621379" y="217937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" name="文字方塊 92">
                <a:extLst>
                  <a:ext uri="{FF2B5EF4-FFF2-40B4-BE49-F238E27FC236}">
                    <a16:creationId xmlns:a16="http://schemas.microsoft.com/office/drawing/2014/main" id="{572B847F-4A0D-9436-A2D4-545BD3E46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379" y="2179371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90">
                <a:extLst>
                  <a:ext uri="{FF2B5EF4-FFF2-40B4-BE49-F238E27FC236}">
                    <a16:creationId xmlns:a16="http://schemas.microsoft.com/office/drawing/2014/main" id="{774FA6DA-AE13-6BCE-2C80-692D9DE99FFD}"/>
                  </a:ext>
                </a:extLst>
              </p:cNvPr>
              <p:cNvSpPr txBox="1"/>
              <p:nvPr/>
            </p:nvSpPr>
            <p:spPr>
              <a:xfrm>
                <a:off x="1318307" y="2198980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9" name="文字方塊 90">
                <a:extLst>
                  <a:ext uri="{FF2B5EF4-FFF2-40B4-BE49-F238E27FC236}">
                    <a16:creationId xmlns:a16="http://schemas.microsoft.com/office/drawing/2014/main" id="{774FA6DA-AE13-6BCE-2C80-692D9DE99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307" y="2198980"/>
                <a:ext cx="274435" cy="400110"/>
              </a:xfrm>
              <a:prstGeom prst="rect">
                <a:avLst/>
              </a:prstGeom>
              <a:blipFill>
                <a:blip r:embed="rId8"/>
                <a:stretch>
                  <a:fillRect r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94">
            <a:extLst>
              <a:ext uri="{FF2B5EF4-FFF2-40B4-BE49-F238E27FC236}">
                <a16:creationId xmlns:a16="http://schemas.microsoft.com/office/drawing/2014/main" id="{B675A63A-9783-85DA-3C19-1F675757F7FF}"/>
              </a:ext>
            </a:extLst>
          </p:cNvPr>
          <p:cNvSpPr txBox="1"/>
          <p:nvPr/>
        </p:nvSpPr>
        <p:spPr>
          <a:xfrm>
            <a:off x="2358148" y="2213872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95">
                <a:extLst>
                  <a:ext uri="{FF2B5EF4-FFF2-40B4-BE49-F238E27FC236}">
                    <a16:creationId xmlns:a16="http://schemas.microsoft.com/office/drawing/2014/main" id="{BA1DE9AB-B3D0-9358-4430-3FB9B79FECC6}"/>
                  </a:ext>
                </a:extLst>
              </p:cNvPr>
              <p:cNvSpPr txBox="1"/>
              <p:nvPr/>
            </p:nvSpPr>
            <p:spPr>
              <a:xfrm>
                <a:off x="3017702" y="2189561"/>
                <a:ext cx="677622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5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21" name="文字方塊 95">
                <a:extLst>
                  <a:ext uri="{FF2B5EF4-FFF2-40B4-BE49-F238E27FC236}">
                    <a16:creationId xmlns:a16="http://schemas.microsoft.com/office/drawing/2014/main" id="{BA1DE9AB-B3D0-9358-4430-3FB9B79FE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702" y="2189561"/>
                <a:ext cx="677622" cy="4178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92">
                <a:extLst>
                  <a:ext uri="{FF2B5EF4-FFF2-40B4-BE49-F238E27FC236}">
                    <a16:creationId xmlns:a16="http://schemas.microsoft.com/office/drawing/2014/main" id="{81396962-85D7-3095-9F86-F5EB750BC2BC}"/>
                  </a:ext>
                </a:extLst>
              </p:cNvPr>
              <p:cNvSpPr txBox="1"/>
              <p:nvPr/>
            </p:nvSpPr>
            <p:spPr>
              <a:xfrm>
                <a:off x="2761691" y="218154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" name="文字方塊 92">
                <a:extLst>
                  <a:ext uri="{FF2B5EF4-FFF2-40B4-BE49-F238E27FC236}">
                    <a16:creationId xmlns:a16="http://schemas.microsoft.com/office/drawing/2014/main" id="{81396962-85D7-3095-9F86-F5EB750BC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691" y="2181541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90">
                <a:extLst>
                  <a:ext uri="{FF2B5EF4-FFF2-40B4-BE49-F238E27FC236}">
                    <a16:creationId xmlns:a16="http://schemas.microsoft.com/office/drawing/2014/main" id="{301C5498-9C3C-D838-A9B3-4EDD6BD0B7E0}"/>
                  </a:ext>
                </a:extLst>
              </p:cNvPr>
              <p:cNvSpPr txBox="1"/>
              <p:nvPr/>
            </p:nvSpPr>
            <p:spPr>
              <a:xfrm>
                <a:off x="2458619" y="2201150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3" name="文字方塊 90">
                <a:extLst>
                  <a:ext uri="{FF2B5EF4-FFF2-40B4-BE49-F238E27FC236}">
                    <a16:creationId xmlns:a16="http://schemas.microsoft.com/office/drawing/2014/main" id="{301C5498-9C3C-D838-A9B3-4EDD6BD0B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619" y="2201150"/>
                <a:ext cx="274435" cy="400110"/>
              </a:xfrm>
              <a:prstGeom prst="rect">
                <a:avLst/>
              </a:prstGeom>
              <a:blipFill>
                <a:blip r:embed="rId11"/>
                <a:stretch>
                  <a:fillRect r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群組 139">
            <a:extLst>
              <a:ext uri="{FF2B5EF4-FFF2-40B4-BE49-F238E27FC236}">
                <a16:creationId xmlns:a16="http://schemas.microsoft.com/office/drawing/2014/main" id="{5112D894-A881-17BA-E3C1-C993DF09D264}"/>
              </a:ext>
            </a:extLst>
          </p:cNvPr>
          <p:cNvGrpSpPr/>
          <p:nvPr/>
        </p:nvGrpSpPr>
        <p:grpSpPr>
          <a:xfrm>
            <a:off x="1245515" y="2892534"/>
            <a:ext cx="525218" cy="477054"/>
            <a:chOff x="2117411" y="5460495"/>
            <a:chExt cx="525218" cy="477054"/>
          </a:xfrm>
        </p:grpSpPr>
        <p:sp>
          <p:nvSpPr>
            <p:cNvPr id="26" name="文字方塊 140">
              <a:extLst>
                <a:ext uri="{FF2B5EF4-FFF2-40B4-BE49-F238E27FC236}">
                  <a16:creationId xmlns:a16="http://schemas.microsoft.com/office/drawing/2014/main" id="{5E71FCCC-8243-B403-43A8-E601328F8892}"/>
                </a:ext>
              </a:extLst>
            </p:cNvPr>
            <p:cNvSpPr txBox="1"/>
            <p:nvPr/>
          </p:nvSpPr>
          <p:spPr>
            <a:xfrm>
              <a:off x="2117411" y="5537439"/>
              <a:ext cx="4497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27" name="文字方塊 141">
              <a:extLst>
                <a:ext uri="{FF2B5EF4-FFF2-40B4-BE49-F238E27FC236}">
                  <a16:creationId xmlns:a16="http://schemas.microsoft.com/office/drawing/2014/main" id="{70B8B688-52DC-7BA1-2C4E-CCA02ADEA4C7}"/>
                </a:ext>
              </a:extLst>
            </p:cNvPr>
            <p:cNvSpPr txBox="1"/>
            <p:nvPr/>
          </p:nvSpPr>
          <p:spPr>
            <a:xfrm>
              <a:off x="235376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148">
                <a:extLst>
                  <a:ext uri="{FF2B5EF4-FFF2-40B4-BE49-F238E27FC236}">
                    <a16:creationId xmlns:a16="http://schemas.microsoft.com/office/drawing/2014/main" id="{DF2058B8-6720-A56B-31F1-0A479F3AD805}"/>
                  </a:ext>
                </a:extLst>
              </p:cNvPr>
              <p:cNvSpPr txBox="1"/>
              <p:nvPr/>
            </p:nvSpPr>
            <p:spPr>
              <a:xfrm>
                <a:off x="1629049" y="294498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" name="文字方塊 148">
                <a:extLst>
                  <a:ext uri="{FF2B5EF4-FFF2-40B4-BE49-F238E27FC236}">
                    <a16:creationId xmlns:a16="http://schemas.microsoft.com/office/drawing/2014/main" id="{DF2058B8-6720-A56B-31F1-0A479F3AD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049" y="2944989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149">
            <a:extLst>
              <a:ext uri="{FF2B5EF4-FFF2-40B4-BE49-F238E27FC236}">
                <a16:creationId xmlns:a16="http://schemas.microsoft.com/office/drawing/2014/main" id="{00CEAC31-EAA6-5FBF-E7E2-367277F3BB05}"/>
              </a:ext>
            </a:extLst>
          </p:cNvPr>
          <p:cNvSpPr txBox="1"/>
          <p:nvPr/>
        </p:nvSpPr>
        <p:spPr>
          <a:xfrm>
            <a:off x="1883900" y="2970465"/>
            <a:ext cx="73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xy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150">
                <a:extLst>
                  <a:ext uri="{FF2B5EF4-FFF2-40B4-BE49-F238E27FC236}">
                    <a16:creationId xmlns:a16="http://schemas.microsoft.com/office/drawing/2014/main" id="{710A8A0B-5542-3F27-5B7A-16526D6A7AF1}"/>
                  </a:ext>
                </a:extLst>
              </p:cNvPr>
              <p:cNvSpPr txBox="1"/>
              <p:nvPr/>
            </p:nvSpPr>
            <p:spPr>
              <a:xfrm>
                <a:off x="2533050" y="29456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0" name="文字方塊 150">
                <a:extLst>
                  <a:ext uri="{FF2B5EF4-FFF2-40B4-BE49-F238E27FC236}">
                    <a16:creationId xmlns:a16="http://schemas.microsoft.com/office/drawing/2014/main" id="{710A8A0B-5542-3F27-5B7A-16526D6A7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050" y="2945604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群組 139">
            <a:extLst>
              <a:ext uri="{FF2B5EF4-FFF2-40B4-BE49-F238E27FC236}">
                <a16:creationId xmlns:a16="http://schemas.microsoft.com/office/drawing/2014/main" id="{D360E47D-ED26-03C1-D5CE-8CCDCF10E70A}"/>
              </a:ext>
            </a:extLst>
          </p:cNvPr>
          <p:cNvGrpSpPr/>
          <p:nvPr/>
        </p:nvGrpSpPr>
        <p:grpSpPr>
          <a:xfrm>
            <a:off x="2783376" y="2907132"/>
            <a:ext cx="825681" cy="477054"/>
            <a:chOff x="1739126" y="5460495"/>
            <a:chExt cx="825681" cy="477054"/>
          </a:xfrm>
        </p:grpSpPr>
        <p:sp>
          <p:nvSpPr>
            <p:cNvPr id="32" name="文字方塊 140">
              <a:extLst>
                <a:ext uri="{FF2B5EF4-FFF2-40B4-BE49-F238E27FC236}">
                  <a16:creationId xmlns:a16="http://schemas.microsoft.com/office/drawing/2014/main" id="{8D896A1B-0FB7-EA29-D7C1-92141D7B77A3}"/>
                </a:ext>
              </a:extLst>
            </p:cNvPr>
            <p:cNvSpPr txBox="1"/>
            <p:nvPr/>
          </p:nvSpPr>
          <p:spPr>
            <a:xfrm>
              <a:off x="1739126" y="5537439"/>
              <a:ext cx="7935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33" name="文字方塊 141">
              <a:extLst>
                <a:ext uri="{FF2B5EF4-FFF2-40B4-BE49-F238E27FC236}">
                  <a16:creationId xmlns:a16="http://schemas.microsoft.com/office/drawing/2014/main" id="{E22681B5-A87C-6836-F66C-AD55F08B4022}"/>
                </a:ext>
              </a:extLst>
            </p:cNvPr>
            <p:cNvSpPr txBox="1"/>
            <p:nvPr/>
          </p:nvSpPr>
          <p:spPr>
            <a:xfrm>
              <a:off x="2275945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148">
                <a:extLst>
                  <a:ext uri="{FF2B5EF4-FFF2-40B4-BE49-F238E27FC236}">
                    <a16:creationId xmlns:a16="http://schemas.microsoft.com/office/drawing/2014/main" id="{EF23C892-16E7-134A-65D3-F7C84FA1EEFE}"/>
                  </a:ext>
                </a:extLst>
              </p:cNvPr>
              <p:cNvSpPr txBox="1"/>
              <p:nvPr/>
            </p:nvSpPr>
            <p:spPr>
              <a:xfrm>
                <a:off x="3476974" y="29534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" name="文字方塊 148">
                <a:extLst>
                  <a:ext uri="{FF2B5EF4-FFF2-40B4-BE49-F238E27FC236}">
                    <a16:creationId xmlns:a16="http://schemas.microsoft.com/office/drawing/2014/main" id="{EF23C892-16E7-134A-65D3-F7C84FA1E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6974" y="2953486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字方塊 149">
            <a:extLst>
              <a:ext uri="{FF2B5EF4-FFF2-40B4-BE49-F238E27FC236}">
                <a16:creationId xmlns:a16="http://schemas.microsoft.com/office/drawing/2014/main" id="{6129A740-AAA8-EC4E-81B0-C9D9CBE5544C}"/>
              </a:ext>
            </a:extLst>
          </p:cNvPr>
          <p:cNvSpPr txBox="1"/>
          <p:nvPr/>
        </p:nvSpPr>
        <p:spPr>
          <a:xfrm>
            <a:off x="3702643" y="2978962"/>
            <a:ext cx="570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7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148">
                <a:extLst>
                  <a:ext uri="{FF2B5EF4-FFF2-40B4-BE49-F238E27FC236}">
                    <a16:creationId xmlns:a16="http://schemas.microsoft.com/office/drawing/2014/main" id="{3AF9C239-447C-E469-D022-0AC21B748AEB}"/>
                  </a:ext>
                </a:extLst>
              </p:cNvPr>
              <p:cNvSpPr txBox="1"/>
              <p:nvPr/>
            </p:nvSpPr>
            <p:spPr>
              <a:xfrm>
                <a:off x="4171650" y="295423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6" name="文字方塊 148">
                <a:extLst>
                  <a:ext uri="{FF2B5EF4-FFF2-40B4-BE49-F238E27FC236}">
                    <a16:creationId xmlns:a16="http://schemas.microsoft.com/office/drawing/2014/main" id="{3AF9C239-447C-E469-D022-0AC21B748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650" y="2954230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字方塊 149">
            <a:extLst>
              <a:ext uri="{FF2B5EF4-FFF2-40B4-BE49-F238E27FC236}">
                <a16:creationId xmlns:a16="http://schemas.microsoft.com/office/drawing/2014/main" id="{671B4601-4B85-10A9-E009-1799366A0AB1}"/>
              </a:ext>
            </a:extLst>
          </p:cNvPr>
          <p:cNvSpPr txBox="1"/>
          <p:nvPr/>
        </p:nvSpPr>
        <p:spPr>
          <a:xfrm>
            <a:off x="4397318" y="2979706"/>
            <a:ext cx="769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49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y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F11DB74-85C2-55FC-5053-552EA2ACCCD8}"/>
                  </a:ext>
                </a:extLst>
              </p:cNvPr>
              <p:cNvSpPr txBox="1"/>
              <p:nvPr/>
            </p:nvSpPr>
            <p:spPr>
              <a:xfrm>
                <a:off x="878367" y="3492655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F11DB74-85C2-55FC-5053-552EA2ACC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67" y="3492655"/>
                <a:ext cx="382766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字方塊 94">
            <a:extLst>
              <a:ext uri="{FF2B5EF4-FFF2-40B4-BE49-F238E27FC236}">
                <a16:creationId xmlns:a16="http://schemas.microsoft.com/office/drawing/2014/main" id="{CBEE5F26-6057-97B1-8962-5F20E7E94C09}"/>
              </a:ext>
            </a:extLst>
          </p:cNvPr>
          <p:cNvSpPr txBox="1"/>
          <p:nvPr/>
        </p:nvSpPr>
        <p:spPr>
          <a:xfrm>
            <a:off x="1184669" y="3520816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字方塊 95">
                <a:extLst>
                  <a:ext uri="{FF2B5EF4-FFF2-40B4-BE49-F238E27FC236}">
                    <a16:creationId xmlns:a16="http://schemas.microsoft.com/office/drawing/2014/main" id="{A5E1E92B-9817-75E1-C4AE-7A6904B1F91C}"/>
                  </a:ext>
                </a:extLst>
              </p:cNvPr>
              <p:cNvSpPr txBox="1"/>
              <p:nvPr/>
            </p:nvSpPr>
            <p:spPr>
              <a:xfrm>
                <a:off x="1844223" y="3513131"/>
                <a:ext cx="660996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7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58" name="文字方塊 95">
                <a:extLst>
                  <a:ext uri="{FF2B5EF4-FFF2-40B4-BE49-F238E27FC236}">
                    <a16:creationId xmlns:a16="http://schemas.microsoft.com/office/drawing/2014/main" id="{A5E1E92B-9817-75E1-C4AE-7A6904B1F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223" y="3513131"/>
                <a:ext cx="660996" cy="41780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字方塊 92">
                <a:extLst>
                  <a:ext uri="{FF2B5EF4-FFF2-40B4-BE49-F238E27FC236}">
                    <a16:creationId xmlns:a16="http://schemas.microsoft.com/office/drawing/2014/main" id="{22FCEC5A-D7E3-032D-0A9E-31330A4FF0A8}"/>
                  </a:ext>
                </a:extLst>
              </p:cNvPr>
              <p:cNvSpPr txBox="1"/>
              <p:nvPr/>
            </p:nvSpPr>
            <p:spPr>
              <a:xfrm>
                <a:off x="1588212" y="350511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9" name="文字方塊 92">
                <a:extLst>
                  <a:ext uri="{FF2B5EF4-FFF2-40B4-BE49-F238E27FC236}">
                    <a16:creationId xmlns:a16="http://schemas.microsoft.com/office/drawing/2014/main" id="{22FCEC5A-D7E3-032D-0A9E-31330A4FF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212" y="3505111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字方塊 90">
                <a:extLst>
                  <a:ext uri="{FF2B5EF4-FFF2-40B4-BE49-F238E27FC236}">
                    <a16:creationId xmlns:a16="http://schemas.microsoft.com/office/drawing/2014/main" id="{186ECB85-2658-2469-4E7A-F1A2E75AF506}"/>
                  </a:ext>
                </a:extLst>
              </p:cNvPr>
              <p:cNvSpPr txBox="1"/>
              <p:nvPr/>
            </p:nvSpPr>
            <p:spPr>
              <a:xfrm>
                <a:off x="1285140" y="3524720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60" name="文字方塊 90">
                <a:extLst>
                  <a:ext uri="{FF2B5EF4-FFF2-40B4-BE49-F238E27FC236}">
                    <a16:creationId xmlns:a16="http://schemas.microsoft.com/office/drawing/2014/main" id="{186ECB85-2658-2469-4E7A-F1A2E75AF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140" y="3524720"/>
                <a:ext cx="274435" cy="400110"/>
              </a:xfrm>
              <a:prstGeom prst="rect">
                <a:avLst/>
              </a:prstGeom>
              <a:blipFill>
                <a:blip r:embed="rId19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文字方塊 94">
            <a:extLst>
              <a:ext uri="{FF2B5EF4-FFF2-40B4-BE49-F238E27FC236}">
                <a16:creationId xmlns:a16="http://schemas.microsoft.com/office/drawing/2014/main" id="{D13AA9BF-5362-CCAB-4542-81B3F482AB9A}"/>
              </a:ext>
            </a:extLst>
          </p:cNvPr>
          <p:cNvSpPr txBox="1"/>
          <p:nvPr/>
        </p:nvSpPr>
        <p:spPr>
          <a:xfrm>
            <a:off x="2324981" y="3539612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95">
                <a:extLst>
                  <a:ext uri="{FF2B5EF4-FFF2-40B4-BE49-F238E27FC236}">
                    <a16:creationId xmlns:a16="http://schemas.microsoft.com/office/drawing/2014/main" id="{CCAA7267-43C2-52D4-F1EC-45729A2E4322}"/>
                  </a:ext>
                </a:extLst>
              </p:cNvPr>
              <p:cNvSpPr txBox="1"/>
              <p:nvPr/>
            </p:nvSpPr>
            <p:spPr>
              <a:xfrm>
                <a:off x="2984535" y="3515301"/>
                <a:ext cx="677622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5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62" name="文字方塊 95">
                <a:extLst>
                  <a:ext uri="{FF2B5EF4-FFF2-40B4-BE49-F238E27FC236}">
                    <a16:creationId xmlns:a16="http://schemas.microsoft.com/office/drawing/2014/main" id="{CCAA7267-43C2-52D4-F1EC-45729A2E4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535" y="3515301"/>
                <a:ext cx="677622" cy="41780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字方塊 92">
                <a:extLst>
                  <a:ext uri="{FF2B5EF4-FFF2-40B4-BE49-F238E27FC236}">
                    <a16:creationId xmlns:a16="http://schemas.microsoft.com/office/drawing/2014/main" id="{35DA5808-4564-F7C3-0E1B-65C5E580BA0F}"/>
                  </a:ext>
                </a:extLst>
              </p:cNvPr>
              <p:cNvSpPr txBox="1"/>
              <p:nvPr/>
            </p:nvSpPr>
            <p:spPr>
              <a:xfrm>
                <a:off x="2728524" y="350728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3" name="文字方塊 92">
                <a:extLst>
                  <a:ext uri="{FF2B5EF4-FFF2-40B4-BE49-F238E27FC236}">
                    <a16:creationId xmlns:a16="http://schemas.microsoft.com/office/drawing/2014/main" id="{35DA5808-4564-F7C3-0E1B-65C5E580B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524" y="3507281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90">
                <a:extLst>
                  <a:ext uri="{FF2B5EF4-FFF2-40B4-BE49-F238E27FC236}">
                    <a16:creationId xmlns:a16="http://schemas.microsoft.com/office/drawing/2014/main" id="{0A3FDC1E-6548-E95C-E477-01D4B2AF8B06}"/>
                  </a:ext>
                </a:extLst>
              </p:cNvPr>
              <p:cNvSpPr txBox="1"/>
              <p:nvPr/>
            </p:nvSpPr>
            <p:spPr>
              <a:xfrm>
                <a:off x="2425452" y="3526890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64" name="文字方塊 90">
                <a:extLst>
                  <a:ext uri="{FF2B5EF4-FFF2-40B4-BE49-F238E27FC236}">
                    <a16:creationId xmlns:a16="http://schemas.microsoft.com/office/drawing/2014/main" id="{0A3FDC1E-6548-E95C-E477-01D4B2AF8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452" y="3526890"/>
                <a:ext cx="274435" cy="400110"/>
              </a:xfrm>
              <a:prstGeom prst="rect">
                <a:avLst/>
              </a:prstGeom>
              <a:blipFill>
                <a:blip r:embed="rId22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字方塊 148">
                <a:extLst>
                  <a:ext uri="{FF2B5EF4-FFF2-40B4-BE49-F238E27FC236}">
                    <a16:creationId xmlns:a16="http://schemas.microsoft.com/office/drawing/2014/main" id="{A5D176D0-89BF-FA12-F6D0-75C381274A37}"/>
                  </a:ext>
                </a:extLst>
              </p:cNvPr>
              <p:cNvSpPr txBox="1"/>
              <p:nvPr/>
            </p:nvSpPr>
            <p:spPr>
              <a:xfrm>
                <a:off x="3514313" y="350481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5" name="文字方塊 148">
                <a:extLst>
                  <a:ext uri="{FF2B5EF4-FFF2-40B4-BE49-F238E27FC236}">
                    <a16:creationId xmlns:a16="http://schemas.microsoft.com/office/drawing/2014/main" id="{A5D176D0-89BF-FA12-F6D0-75C381274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4313" y="3504818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文字方塊 149">
            <a:extLst>
              <a:ext uri="{FF2B5EF4-FFF2-40B4-BE49-F238E27FC236}">
                <a16:creationId xmlns:a16="http://schemas.microsoft.com/office/drawing/2014/main" id="{F4FD29D9-17C5-D3D7-A1E4-A022A6F25D4C}"/>
              </a:ext>
            </a:extLst>
          </p:cNvPr>
          <p:cNvSpPr txBox="1"/>
          <p:nvPr/>
        </p:nvSpPr>
        <p:spPr>
          <a:xfrm>
            <a:off x="3741413" y="3526890"/>
            <a:ext cx="3535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7</a:t>
            </a:r>
          </a:p>
        </p:txBody>
      </p:sp>
      <p:sp>
        <p:nvSpPr>
          <p:cNvPr id="67" name="文字方塊 94">
            <a:extLst>
              <a:ext uri="{FF2B5EF4-FFF2-40B4-BE49-F238E27FC236}">
                <a16:creationId xmlns:a16="http://schemas.microsoft.com/office/drawing/2014/main" id="{DC1658EC-C31C-AF0A-5BA3-79C6D2638715}"/>
              </a:ext>
            </a:extLst>
          </p:cNvPr>
          <p:cNvSpPr txBox="1"/>
          <p:nvPr/>
        </p:nvSpPr>
        <p:spPr>
          <a:xfrm>
            <a:off x="3946806" y="3512503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文字方塊 95">
                <a:extLst>
                  <a:ext uri="{FF2B5EF4-FFF2-40B4-BE49-F238E27FC236}">
                    <a16:creationId xmlns:a16="http://schemas.microsoft.com/office/drawing/2014/main" id="{F330E802-B8CB-4367-22D4-C161C5993D6D}"/>
                  </a:ext>
                </a:extLst>
              </p:cNvPr>
              <p:cNvSpPr txBox="1"/>
              <p:nvPr/>
            </p:nvSpPr>
            <p:spPr>
              <a:xfrm>
                <a:off x="4606360" y="3504818"/>
                <a:ext cx="660996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7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68" name="文字方塊 95">
                <a:extLst>
                  <a:ext uri="{FF2B5EF4-FFF2-40B4-BE49-F238E27FC236}">
                    <a16:creationId xmlns:a16="http://schemas.microsoft.com/office/drawing/2014/main" id="{F330E802-B8CB-4367-22D4-C161C5993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6360" y="3504818"/>
                <a:ext cx="660996" cy="41780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文字方塊 92">
                <a:extLst>
                  <a:ext uri="{FF2B5EF4-FFF2-40B4-BE49-F238E27FC236}">
                    <a16:creationId xmlns:a16="http://schemas.microsoft.com/office/drawing/2014/main" id="{7D6AA73F-61E7-2DAA-E331-0E8373A0E502}"/>
                  </a:ext>
                </a:extLst>
              </p:cNvPr>
              <p:cNvSpPr txBox="1"/>
              <p:nvPr/>
            </p:nvSpPr>
            <p:spPr>
              <a:xfrm>
                <a:off x="4350349" y="34967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9" name="文字方塊 92">
                <a:extLst>
                  <a:ext uri="{FF2B5EF4-FFF2-40B4-BE49-F238E27FC236}">
                    <a16:creationId xmlns:a16="http://schemas.microsoft.com/office/drawing/2014/main" id="{7D6AA73F-61E7-2DAA-E331-0E8373A0E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349" y="3496798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文字方塊 90">
                <a:extLst>
                  <a:ext uri="{FF2B5EF4-FFF2-40B4-BE49-F238E27FC236}">
                    <a16:creationId xmlns:a16="http://schemas.microsoft.com/office/drawing/2014/main" id="{23524CDF-B2AA-59B2-451F-40602F0428D2}"/>
                  </a:ext>
                </a:extLst>
              </p:cNvPr>
              <p:cNvSpPr txBox="1"/>
              <p:nvPr/>
            </p:nvSpPr>
            <p:spPr>
              <a:xfrm>
                <a:off x="4047277" y="3516407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70" name="文字方塊 90">
                <a:extLst>
                  <a:ext uri="{FF2B5EF4-FFF2-40B4-BE49-F238E27FC236}">
                    <a16:creationId xmlns:a16="http://schemas.microsoft.com/office/drawing/2014/main" id="{23524CDF-B2AA-59B2-451F-40602F042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277" y="3516407"/>
                <a:ext cx="274435" cy="400110"/>
              </a:xfrm>
              <a:prstGeom prst="rect">
                <a:avLst/>
              </a:prstGeom>
              <a:blipFill>
                <a:blip r:embed="rId26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230322C-4D04-97A1-1A00-C73C63718762}"/>
                  </a:ext>
                </a:extLst>
              </p:cNvPr>
              <p:cNvSpPr txBox="1"/>
              <p:nvPr/>
            </p:nvSpPr>
            <p:spPr>
              <a:xfrm>
                <a:off x="878367" y="4052660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230322C-4D04-97A1-1A00-C73C63718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67" y="4052660"/>
                <a:ext cx="382766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文字方塊 94">
            <a:extLst>
              <a:ext uri="{FF2B5EF4-FFF2-40B4-BE49-F238E27FC236}">
                <a16:creationId xmlns:a16="http://schemas.microsoft.com/office/drawing/2014/main" id="{C0D7423B-3A44-28B0-882D-7933D5C6A6E0}"/>
              </a:ext>
            </a:extLst>
          </p:cNvPr>
          <p:cNvSpPr txBox="1"/>
          <p:nvPr/>
        </p:nvSpPr>
        <p:spPr>
          <a:xfrm>
            <a:off x="1184669" y="4080821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字方塊 95">
                <a:extLst>
                  <a:ext uri="{FF2B5EF4-FFF2-40B4-BE49-F238E27FC236}">
                    <a16:creationId xmlns:a16="http://schemas.microsoft.com/office/drawing/2014/main" id="{9599EA6A-2D3B-2B85-E4BE-C8442EAB6D2E}"/>
                  </a:ext>
                </a:extLst>
              </p:cNvPr>
              <p:cNvSpPr txBox="1"/>
              <p:nvPr/>
            </p:nvSpPr>
            <p:spPr>
              <a:xfrm>
                <a:off x="1844223" y="4073136"/>
                <a:ext cx="660996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7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73" name="文字方塊 95">
                <a:extLst>
                  <a:ext uri="{FF2B5EF4-FFF2-40B4-BE49-F238E27FC236}">
                    <a16:creationId xmlns:a16="http://schemas.microsoft.com/office/drawing/2014/main" id="{9599EA6A-2D3B-2B85-E4BE-C8442EAB6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223" y="4073136"/>
                <a:ext cx="660996" cy="41780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文字方塊 92">
                <a:extLst>
                  <a:ext uri="{FF2B5EF4-FFF2-40B4-BE49-F238E27FC236}">
                    <a16:creationId xmlns:a16="http://schemas.microsoft.com/office/drawing/2014/main" id="{E1F245CE-DFD0-0B7E-6453-A279FDF8139E}"/>
                  </a:ext>
                </a:extLst>
              </p:cNvPr>
              <p:cNvSpPr txBox="1"/>
              <p:nvPr/>
            </p:nvSpPr>
            <p:spPr>
              <a:xfrm>
                <a:off x="1588212" y="406511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4" name="文字方塊 92">
                <a:extLst>
                  <a:ext uri="{FF2B5EF4-FFF2-40B4-BE49-F238E27FC236}">
                    <a16:creationId xmlns:a16="http://schemas.microsoft.com/office/drawing/2014/main" id="{E1F245CE-DFD0-0B7E-6453-A279FDF81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212" y="4065116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字方塊 90">
                <a:extLst>
                  <a:ext uri="{FF2B5EF4-FFF2-40B4-BE49-F238E27FC236}">
                    <a16:creationId xmlns:a16="http://schemas.microsoft.com/office/drawing/2014/main" id="{2DDDD29B-823B-BEFF-07E0-3D226B5815C8}"/>
                  </a:ext>
                </a:extLst>
              </p:cNvPr>
              <p:cNvSpPr txBox="1"/>
              <p:nvPr/>
            </p:nvSpPr>
            <p:spPr>
              <a:xfrm>
                <a:off x="1285140" y="4084725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75" name="文字方塊 90">
                <a:extLst>
                  <a:ext uri="{FF2B5EF4-FFF2-40B4-BE49-F238E27FC236}">
                    <a16:creationId xmlns:a16="http://schemas.microsoft.com/office/drawing/2014/main" id="{2DDDD29B-823B-BEFF-07E0-3D226B581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140" y="4084725"/>
                <a:ext cx="274435" cy="400110"/>
              </a:xfrm>
              <a:prstGeom prst="rect">
                <a:avLst/>
              </a:prstGeom>
              <a:blipFill>
                <a:blip r:embed="rId30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文字方塊 94">
            <a:extLst>
              <a:ext uri="{FF2B5EF4-FFF2-40B4-BE49-F238E27FC236}">
                <a16:creationId xmlns:a16="http://schemas.microsoft.com/office/drawing/2014/main" id="{672A0492-0F9D-EA45-D5CB-483008B1C8A0}"/>
              </a:ext>
            </a:extLst>
          </p:cNvPr>
          <p:cNvSpPr txBox="1"/>
          <p:nvPr/>
        </p:nvSpPr>
        <p:spPr>
          <a:xfrm>
            <a:off x="2322546" y="4099743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字方塊 95">
                <a:extLst>
                  <a:ext uri="{FF2B5EF4-FFF2-40B4-BE49-F238E27FC236}">
                    <a16:creationId xmlns:a16="http://schemas.microsoft.com/office/drawing/2014/main" id="{89DA0F38-E5E2-57E3-A8A3-8BCD4E76E645}"/>
                  </a:ext>
                </a:extLst>
              </p:cNvPr>
              <p:cNvSpPr txBox="1"/>
              <p:nvPr/>
            </p:nvSpPr>
            <p:spPr>
              <a:xfrm>
                <a:off x="2982100" y="4075432"/>
                <a:ext cx="557541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77" name="文字方塊 95">
                <a:extLst>
                  <a:ext uri="{FF2B5EF4-FFF2-40B4-BE49-F238E27FC236}">
                    <a16:creationId xmlns:a16="http://schemas.microsoft.com/office/drawing/2014/main" id="{89DA0F38-E5E2-57E3-A8A3-8BCD4E76E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100" y="4075432"/>
                <a:ext cx="557541" cy="417807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字方塊 92">
                <a:extLst>
                  <a:ext uri="{FF2B5EF4-FFF2-40B4-BE49-F238E27FC236}">
                    <a16:creationId xmlns:a16="http://schemas.microsoft.com/office/drawing/2014/main" id="{B5BB85D9-E2AA-476C-44B5-B447279DE2A0}"/>
                  </a:ext>
                </a:extLst>
              </p:cNvPr>
              <p:cNvSpPr txBox="1"/>
              <p:nvPr/>
            </p:nvSpPr>
            <p:spPr>
              <a:xfrm>
                <a:off x="2726089" y="40674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8" name="文字方塊 92">
                <a:extLst>
                  <a:ext uri="{FF2B5EF4-FFF2-40B4-BE49-F238E27FC236}">
                    <a16:creationId xmlns:a16="http://schemas.microsoft.com/office/drawing/2014/main" id="{B5BB85D9-E2AA-476C-44B5-B447279DE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089" y="4067412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字方塊 90">
                <a:extLst>
                  <a:ext uri="{FF2B5EF4-FFF2-40B4-BE49-F238E27FC236}">
                    <a16:creationId xmlns:a16="http://schemas.microsoft.com/office/drawing/2014/main" id="{4AEBD7A9-5752-9D33-4B0B-A9875A31FFAA}"/>
                  </a:ext>
                </a:extLst>
              </p:cNvPr>
              <p:cNvSpPr txBox="1"/>
              <p:nvPr/>
            </p:nvSpPr>
            <p:spPr>
              <a:xfrm>
                <a:off x="2423017" y="4087021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79" name="文字方塊 90">
                <a:extLst>
                  <a:ext uri="{FF2B5EF4-FFF2-40B4-BE49-F238E27FC236}">
                    <a16:creationId xmlns:a16="http://schemas.microsoft.com/office/drawing/2014/main" id="{4AEBD7A9-5752-9D33-4B0B-A9875A31F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017" y="4087021"/>
                <a:ext cx="274435" cy="400110"/>
              </a:xfrm>
              <a:prstGeom prst="rect">
                <a:avLst/>
              </a:prstGeom>
              <a:blipFill>
                <a:blip r:embed="rId33"/>
                <a:stretch>
                  <a:fillRect r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字方塊 148">
                <a:extLst>
                  <a:ext uri="{FF2B5EF4-FFF2-40B4-BE49-F238E27FC236}">
                    <a16:creationId xmlns:a16="http://schemas.microsoft.com/office/drawing/2014/main" id="{C26F0D2E-CAA2-057D-A892-2197B3053625}"/>
                  </a:ext>
                </a:extLst>
              </p:cNvPr>
              <p:cNvSpPr txBox="1"/>
              <p:nvPr/>
            </p:nvSpPr>
            <p:spPr>
              <a:xfrm>
                <a:off x="3425123" y="406630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0" name="文字方塊 148">
                <a:extLst>
                  <a:ext uri="{FF2B5EF4-FFF2-40B4-BE49-F238E27FC236}">
                    <a16:creationId xmlns:a16="http://schemas.microsoft.com/office/drawing/2014/main" id="{C26F0D2E-CAA2-057D-A892-2197B3053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123" y="4066301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文字方塊 149">
            <a:extLst>
              <a:ext uri="{FF2B5EF4-FFF2-40B4-BE49-F238E27FC236}">
                <a16:creationId xmlns:a16="http://schemas.microsoft.com/office/drawing/2014/main" id="{AEA5544C-2234-3C41-3BA5-65B5A5E19A7E}"/>
              </a:ext>
            </a:extLst>
          </p:cNvPr>
          <p:cNvSpPr txBox="1"/>
          <p:nvPr/>
        </p:nvSpPr>
        <p:spPr>
          <a:xfrm>
            <a:off x="3677353" y="4098648"/>
            <a:ext cx="569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7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85" name="文字方塊 29">
            <a:extLst>
              <a:ext uri="{FF2B5EF4-FFF2-40B4-BE49-F238E27FC236}">
                <a16:creationId xmlns:a16="http://schemas.microsoft.com/office/drawing/2014/main" id="{FFD13149-69C1-AFB4-F76F-EB2C7A03A186}"/>
              </a:ext>
            </a:extLst>
          </p:cNvPr>
          <p:cNvSpPr txBox="1"/>
          <p:nvPr/>
        </p:nvSpPr>
        <p:spPr>
          <a:xfrm>
            <a:off x="704782" y="2956804"/>
            <a:ext cx="567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371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0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8" grpId="0"/>
      <p:bldP spid="29" grpId="0"/>
      <p:bldP spid="30" grpId="0"/>
      <p:bldP spid="34" grpId="0"/>
      <p:bldP spid="35" grpId="0"/>
      <p:bldP spid="36" grpId="0"/>
      <p:bldP spid="37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>
            <a:extLst>
              <a:ext uri="{FF2B5EF4-FFF2-40B4-BE49-F238E27FC236}">
                <a16:creationId xmlns:a16="http://schemas.microsoft.com/office/drawing/2014/main" id="{7CAB96C3-0460-B0FE-C900-4F3DBD375A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10102"/>
          <a:stretch>
            <a:fillRect/>
          </a:stretch>
        </p:blipFill>
        <p:spPr>
          <a:xfrm>
            <a:off x="204214" y="263413"/>
            <a:ext cx="3475021" cy="979665"/>
          </a:xfrm>
          <a:prstGeom prst="rect">
            <a:avLst/>
          </a:prstGeom>
        </p:spPr>
      </p:pic>
      <p:sp>
        <p:nvSpPr>
          <p:cNvPr id="6" name="文字方塊 29">
            <a:extLst>
              <a:ext uri="{FF2B5EF4-FFF2-40B4-BE49-F238E27FC236}">
                <a16:creationId xmlns:a16="http://schemas.microsoft.com/office/drawing/2014/main" id="{2E8B24B6-F045-45DD-691E-E422BF9EDCFB}"/>
              </a:ext>
            </a:extLst>
          </p:cNvPr>
          <p:cNvSpPr txBox="1"/>
          <p:nvPr/>
        </p:nvSpPr>
        <p:spPr>
          <a:xfrm>
            <a:off x="570311" y="1484267"/>
            <a:ext cx="567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 dirty="0"/>
          </a:p>
        </p:txBody>
      </p:sp>
      <p:sp>
        <p:nvSpPr>
          <p:cNvPr id="7" name="文字方塊 149">
            <a:extLst>
              <a:ext uri="{FF2B5EF4-FFF2-40B4-BE49-F238E27FC236}">
                <a16:creationId xmlns:a16="http://schemas.microsoft.com/office/drawing/2014/main" id="{C19A8221-4EA2-0CE6-CF02-D3EB4854BF1C}"/>
              </a:ext>
            </a:extLst>
          </p:cNvPr>
          <p:cNvSpPr txBox="1"/>
          <p:nvPr/>
        </p:nvSpPr>
        <p:spPr>
          <a:xfrm>
            <a:off x="1138229" y="1489502"/>
            <a:ext cx="1074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240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uv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150">
                <a:extLst>
                  <a:ext uri="{FF2B5EF4-FFF2-40B4-BE49-F238E27FC236}">
                    <a16:creationId xmlns:a16="http://schemas.microsoft.com/office/drawing/2014/main" id="{B55FB24B-AAB4-FC2B-F516-A924C95E11D4}"/>
                  </a:ext>
                </a:extLst>
              </p:cNvPr>
              <p:cNvSpPr txBox="1"/>
              <p:nvPr/>
            </p:nvSpPr>
            <p:spPr>
              <a:xfrm>
                <a:off x="2128038" y="14673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" name="文字方塊 150">
                <a:extLst>
                  <a:ext uri="{FF2B5EF4-FFF2-40B4-BE49-F238E27FC236}">
                    <a16:creationId xmlns:a16="http://schemas.microsoft.com/office/drawing/2014/main" id="{B55FB24B-AAB4-FC2B-F516-A924C95E1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038" y="1467358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群組 139">
            <a:extLst>
              <a:ext uri="{FF2B5EF4-FFF2-40B4-BE49-F238E27FC236}">
                <a16:creationId xmlns:a16="http://schemas.microsoft.com/office/drawing/2014/main" id="{F94C8B6F-5C7B-00EE-F7F5-8F70466B2521}"/>
              </a:ext>
            </a:extLst>
          </p:cNvPr>
          <p:cNvGrpSpPr/>
          <p:nvPr/>
        </p:nvGrpSpPr>
        <p:grpSpPr>
          <a:xfrm>
            <a:off x="2378364" y="1412558"/>
            <a:ext cx="825681" cy="477054"/>
            <a:chOff x="1739126" y="5460495"/>
            <a:chExt cx="825681" cy="477054"/>
          </a:xfrm>
        </p:grpSpPr>
        <p:sp>
          <p:nvSpPr>
            <p:cNvPr id="10" name="文字方塊 140">
              <a:extLst>
                <a:ext uri="{FF2B5EF4-FFF2-40B4-BE49-F238E27FC236}">
                  <a16:creationId xmlns:a16="http://schemas.microsoft.com/office/drawing/2014/main" id="{25AFA0D3-5C84-1A50-77DF-7A37E9CA946E}"/>
                </a:ext>
              </a:extLst>
            </p:cNvPr>
            <p:cNvSpPr txBox="1"/>
            <p:nvPr/>
          </p:nvSpPr>
          <p:spPr>
            <a:xfrm>
              <a:off x="1739126" y="5537439"/>
              <a:ext cx="7935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72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u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11" name="文字方塊 141">
              <a:extLst>
                <a:ext uri="{FF2B5EF4-FFF2-40B4-BE49-F238E27FC236}">
                  <a16:creationId xmlns:a16="http://schemas.microsoft.com/office/drawing/2014/main" id="{6109111D-D499-83A5-034C-D75873DB2F0E}"/>
                </a:ext>
              </a:extLst>
            </p:cNvPr>
            <p:cNvSpPr txBox="1"/>
            <p:nvPr/>
          </p:nvSpPr>
          <p:spPr>
            <a:xfrm>
              <a:off x="2275945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50">
                <a:extLst>
                  <a:ext uri="{FF2B5EF4-FFF2-40B4-BE49-F238E27FC236}">
                    <a16:creationId xmlns:a16="http://schemas.microsoft.com/office/drawing/2014/main" id="{F4E3792B-7EF0-B0B8-3528-4A130039926A}"/>
                  </a:ext>
                </a:extLst>
              </p:cNvPr>
              <p:cNvSpPr txBox="1"/>
              <p:nvPr/>
            </p:nvSpPr>
            <p:spPr>
              <a:xfrm>
                <a:off x="3124495" y="145839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" name="文字方塊 150">
                <a:extLst>
                  <a:ext uri="{FF2B5EF4-FFF2-40B4-BE49-F238E27FC236}">
                    <a16:creationId xmlns:a16="http://schemas.microsoft.com/office/drawing/2014/main" id="{F4E3792B-7EF0-B0B8-3528-4A1300399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495" y="1458393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群組 139">
            <a:extLst>
              <a:ext uri="{FF2B5EF4-FFF2-40B4-BE49-F238E27FC236}">
                <a16:creationId xmlns:a16="http://schemas.microsoft.com/office/drawing/2014/main" id="{4BA57289-3EA1-CCF6-7516-60CAA28EFB87}"/>
              </a:ext>
            </a:extLst>
          </p:cNvPr>
          <p:cNvGrpSpPr/>
          <p:nvPr/>
        </p:nvGrpSpPr>
        <p:grpSpPr>
          <a:xfrm>
            <a:off x="3374821" y="1394060"/>
            <a:ext cx="990168" cy="486587"/>
            <a:chOff x="1739126" y="5450962"/>
            <a:chExt cx="990168" cy="486587"/>
          </a:xfrm>
        </p:grpSpPr>
        <p:sp>
          <p:nvSpPr>
            <p:cNvPr id="14" name="文字方塊 140">
              <a:extLst>
                <a:ext uri="{FF2B5EF4-FFF2-40B4-BE49-F238E27FC236}">
                  <a16:creationId xmlns:a16="http://schemas.microsoft.com/office/drawing/2014/main" id="{16F9A9F7-0278-619B-E6C2-1A96278DB5AF}"/>
                </a:ext>
              </a:extLst>
            </p:cNvPr>
            <p:cNvSpPr txBox="1"/>
            <p:nvPr/>
          </p:nvSpPr>
          <p:spPr>
            <a:xfrm>
              <a:off x="1739126" y="5537439"/>
              <a:ext cx="9263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200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v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15" name="文字方塊 141">
              <a:extLst>
                <a:ext uri="{FF2B5EF4-FFF2-40B4-BE49-F238E27FC236}">
                  <a16:creationId xmlns:a16="http://schemas.microsoft.com/office/drawing/2014/main" id="{83FEF80C-BF4B-2A77-A7F2-910DDFC75C73}"/>
                </a:ext>
              </a:extLst>
            </p:cNvPr>
            <p:cNvSpPr txBox="1"/>
            <p:nvPr/>
          </p:nvSpPr>
          <p:spPr>
            <a:xfrm>
              <a:off x="2440432" y="545096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CFECA4B-1707-46A2-1871-A26756471BE6}"/>
                  </a:ext>
                </a:extLst>
              </p:cNvPr>
              <p:cNvSpPr txBox="1"/>
              <p:nvPr/>
            </p:nvSpPr>
            <p:spPr>
              <a:xfrm>
                <a:off x="4274047" y="1442065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CFECA4B-1707-46A2-1871-A26756471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4047" y="1442065"/>
                <a:ext cx="38276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0">
                <a:extLst>
                  <a:ext uri="{FF2B5EF4-FFF2-40B4-BE49-F238E27FC236}">
                    <a16:creationId xmlns:a16="http://schemas.microsoft.com/office/drawing/2014/main" id="{4A22B8DF-5500-C54A-972B-06E281285BF2}"/>
                  </a:ext>
                </a:extLst>
              </p:cNvPr>
              <p:cNvSpPr txBox="1"/>
              <p:nvPr/>
            </p:nvSpPr>
            <p:spPr>
              <a:xfrm>
                <a:off x="4603413" y="1442065"/>
                <a:ext cx="5026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8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7" name="文字方塊 10">
                <a:extLst>
                  <a:ext uri="{FF2B5EF4-FFF2-40B4-BE49-F238E27FC236}">
                    <a16:creationId xmlns:a16="http://schemas.microsoft.com/office/drawing/2014/main" id="{4A22B8DF-5500-C54A-972B-06E281285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413" y="1442065"/>
                <a:ext cx="502640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49">
                <a:extLst>
                  <a:ext uri="{FF2B5EF4-FFF2-40B4-BE49-F238E27FC236}">
                    <a16:creationId xmlns:a16="http://schemas.microsoft.com/office/drawing/2014/main" id="{F0D562E1-A154-0F91-64D0-ECEAB0EB79D8}"/>
                  </a:ext>
                </a:extLst>
              </p:cNvPr>
              <p:cNvSpPr txBox="1"/>
              <p:nvPr/>
            </p:nvSpPr>
            <p:spPr>
              <a:xfrm>
                <a:off x="4990231" y="1447573"/>
                <a:ext cx="13154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m:t>3</m:t>
                    </m:r>
                  </m:oMath>
                </a14:m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0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uv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" name="文字方塊 149">
                <a:extLst>
                  <a:ext uri="{FF2B5EF4-FFF2-40B4-BE49-F238E27FC236}">
                    <a16:creationId xmlns:a16="http://schemas.microsoft.com/office/drawing/2014/main" id="{F0D562E1-A154-0F91-64D0-ECEAB0EB7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231" y="1447573"/>
                <a:ext cx="131542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50">
                <a:extLst>
                  <a:ext uri="{FF2B5EF4-FFF2-40B4-BE49-F238E27FC236}">
                    <a16:creationId xmlns:a16="http://schemas.microsoft.com/office/drawing/2014/main" id="{355CF6EE-032E-2C28-1B34-5813D8CE58C5}"/>
                  </a:ext>
                </a:extLst>
              </p:cNvPr>
              <p:cNvSpPr txBox="1"/>
              <p:nvPr/>
            </p:nvSpPr>
            <p:spPr>
              <a:xfrm>
                <a:off x="6054629" y="14323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" name="文字方塊 150">
                <a:extLst>
                  <a:ext uri="{FF2B5EF4-FFF2-40B4-BE49-F238E27FC236}">
                    <a16:creationId xmlns:a16="http://schemas.microsoft.com/office/drawing/2014/main" id="{355CF6EE-032E-2C28-1B34-5813D8CE5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4629" y="1432345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群組 139">
            <a:extLst>
              <a:ext uri="{FF2B5EF4-FFF2-40B4-BE49-F238E27FC236}">
                <a16:creationId xmlns:a16="http://schemas.microsoft.com/office/drawing/2014/main" id="{2C408B85-0EC8-F3E2-4E11-93FBED40059B}"/>
              </a:ext>
            </a:extLst>
          </p:cNvPr>
          <p:cNvGrpSpPr/>
          <p:nvPr/>
        </p:nvGrpSpPr>
        <p:grpSpPr>
          <a:xfrm>
            <a:off x="6304955" y="1393873"/>
            <a:ext cx="664315" cy="477054"/>
            <a:chOff x="1739126" y="5460495"/>
            <a:chExt cx="664315" cy="477054"/>
          </a:xfrm>
        </p:grpSpPr>
        <p:sp>
          <p:nvSpPr>
            <p:cNvPr id="22" name="文字方塊 140">
              <a:extLst>
                <a:ext uri="{FF2B5EF4-FFF2-40B4-BE49-F238E27FC236}">
                  <a16:creationId xmlns:a16="http://schemas.microsoft.com/office/drawing/2014/main" id="{3D9C774E-B3CD-AE02-8CE6-988CDBB31546}"/>
                </a:ext>
              </a:extLst>
            </p:cNvPr>
            <p:cNvSpPr txBox="1"/>
            <p:nvPr/>
          </p:nvSpPr>
          <p:spPr>
            <a:xfrm>
              <a:off x="1739126" y="5537439"/>
              <a:ext cx="6299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9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u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23" name="文字方塊 141">
              <a:extLst>
                <a:ext uri="{FF2B5EF4-FFF2-40B4-BE49-F238E27FC236}">
                  <a16:creationId xmlns:a16="http://schemas.microsoft.com/office/drawing/2014/main" id="{A01AAB77-319B-47F0-9E9A-ED58119CEE49}"/>
                </a:ext>
              </a:extLst>
            </p:cNvPr>
            <p:cNvSpPr txBox="1"/>
            <p:nvPr/>
          </p:nvSpPr>
          <p:spPr>
            <a:xfrm>
              <a:off x="2114579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150">
                <a:extLst>
                  <a:ext uri="{FF2B5EF4-FFF2-40B4-BE49-F238E27FC236}">
                    <a16:creationId xmlns:a16="http://schemas.microsoft.com/office/drawing/2014/main" id="{6BC90CE1-5672-F9C9-1F20-741F2884DBE5}"/>
                  </a:ext>
                </a:extLst>
              </p:cNvPr>
              <p:cNvSpPr txBox="1"/>
              <p:nvPr/>
            </p:nvSpPr>
            <p:spPr>
              <a:xfrm>
                <a:off x="6821426" y="143218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150">
                <a:extLst>
                  <a:ext uri="{FF2B5EF4-FFF2-40B4-BE49-F238E27FC236}">
                    <a16:creationId xmlns:a16="http://schemas.microsoft.com/office/drawing/2014/main" id="{6BC90CE1-5672-F9C9-1F20-741F2884D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426" y="1432185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群組 139">
            <a:extLst>
              <a:ext uri="{FF2B5EF4-FFF2-40B4-BE49-F238E27FC236}">
                <a16:creationId xmlns:a16="http://schemas.microsoft.com/office/drawing/2014/main" id="{68F98197-0B23-7004-08DC-14467B0E9236}"/>
              </a:ext>
            </a:extLst>
          </p:cNvPr>
          <p:cNvGrpSpPr/>
          <p:nvPr/>
        </p:nvGrpSpPr>
        <p:grpSpPr>
          <a:xfrm>
            <a:off x="7071752" y="1402838"/>
            <a:ext cx="1015718" cy="467929"/>
            <a:chOff x="1739126" y="5469620"/>
            <a:chExt cx="1015718" cy="467929"/>
          </a:xfrm>
        </p:grpSpPr>
        <p:sp>
          <p:nvSpPr>
            <p:cNvPr id="26" name="文字方塊 140">
              <a:extLst>
                <a:ext uri="{FF2B5EF4-FFF2-40B4-BE49-F238E27FC236}">
                  <a16:creationId xmlns:a16="http://schemas.microsoft.com/office/drawing/2014/main" id="{4D00C3C2-0C3F-CABB-4B59-F3BB14F4B2A0}"/>
                </a:ext>
              </a:extLst>
            </p:cNvPr>
            <p:cNvSpPr txBox="1"/>
            <p:nvPr/>
          </p:nvSpPr>
          <p:spPr>
            <a:xfrm>
              <a:off x="1739126" y="5537439"/>
              <a:ext cx="10157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v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)</a:t>
              </a:r>
            </a:p>
          </p:txBody>
        </p:sp>
        <p:sp>
          <p:nvSpPr>
            <p:cNvPr id="27" name="文字方塊 141">
              <a:extLst>
                <a:ext uri="{FF2B5EF4-FFF2-40B4-BE49-F238E27FC236}">
                  <a16:creationId xmlns:a16="http://schemas.microsoft.com/office/drawing/2014/main" id="{3E3E6C04-818D-E813-C3DB-6A77E70968DE}"/>
                </a:ext>
              </a:extLst>
            </p:cNvPr>
            <p:cNvSpPr txBox="1"/>
            <p:nvPr/>
          </p:nvSpPr>
          <p:spPr>
            <a:xfrm>
              <a:off x="2283728" y="5469620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73F0EEE-DCC8-0E4D-40F2-E27800D9D306}"/>
                  </a:ext>
                </a:extLst>
              </p:cNvPr>
              <p:cNvSpPr txBox="1"/>
              <p:nvPr/>
            </p:nvSpPr>
            <p:spPr>
              <a:xfrm>
                <a:off x="4274047" y="1967124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73F0EEE-DCC8-0E4D-40F2-E27800D9D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4047" y="1967124"/>
                <a:ext cx="382766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10">
                <a:extLst>
                  <a:ext uri="{FF2B5EF4-FFF2-40B4-BE49-F238E27FC236}">
                    <a16:creationId xmlns:a16="http://schemas.microsoft.com/office/drawing/2014/main" id="{B8C20260-A9AA-9D0B-DD64-CC59D2F24D99}"/>
                  </a:ext>
                </a:extLst>
              </p:cNvPr>
              <p:cNvSpPr txBox="1"/>
              <p:nvPr/>
            </p:nvSpPr>
            <p:spPr>
              <a:xfrm>
                <a:off x="4603413" y="1967124"/>
                <a:ext cx="5026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8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9" name="文字方塊 10">
                <a:extLst>
                  <a:ext uri="{FF2B5EF4-FFF2-40B4-BE49-F238E27FC236}">
                    <a16:creationId xmlns:a16="http://schemas.microsoft.com/office/drawing/2014/main" id="{B8C20260-A9AA-9D0B-DD64-CC59D2F24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413" y="1967124"/>
                <a:ext cx="502640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群組 139">
            <a:extLst>
              <a:ext uri="{FF2B5EF4-FFF2-40B4-BE49-F238E27FC236}">
                <a16:creationId xmlns:a16="http://schemas.microsoft.com/office/drawing/2014/main" id="{D83C8D05-BADF-F780-0ED1-8F0204A77543}"/>
              </a:ext>
            </a:extLst>
          </p:cNvPr>
          <p:cNvGrpSpPr/>
          <p:nvPr/>
        </p:nvGrpSpPr>
        <p:grpSpPr>
          <a:xfrm>
            <a:off x="5004379" y="1909239"/>
            <a:ext cx="793517" cy="477054"/>
            <a:chOff x="1739126" y="5460495"/>
            <a:chExt cx="793517" cy="477054"/>
          </a:xfrm>
        </p:grpSpPr>
        <p:sp>
          <p:nvSpPr>
            <p:cNvPr id="31" name="文字方塊 140">
              <a:extLst>
                <a:ext uri="{FF2B5EF4-FFF2-40B4-BE49-F238E27FC236}">
                  <a16:creationId xmlns:a16="http://schemas.microsoft.com/office/drawing/2014/main" id="{24CB995B-50EA-993D-F12F-4B089C96EE9F}"/>
                </a:ext>
              </a:extLst>
            </p:cNvPr>
            <p:cNvSpPr txBox="1"/>
            <p:nvPr/>
          </p:nvSpPr>
          <p:spPr>
            <a:xfrm>
              <a:off x="1739126" y="5537439"/>
              <a:ext cx="7935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9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u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32" name="文字方塊 141">
              <a:extLst>
                <a:ext uri="{FF2B5EF4-FFF2-40B4-BE49-F238E27FC236}">
                  <a16:creationId xmlns:a16="http://schemas.microsoft.com/office/drawing/2014/main" id="{DAD7C643-E5BE-7E1A-D603-6ADE9C9E1466}"/>
                </a:ext>
              </a:extLst>
            </p:cNvPr>
            <p:cNvSpPr txBox="1"/>
            <p:nvPr/>
          </p:nvSpPr>
          <p:spPr>
            <a:xfrm>
              <a:off x="218922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148">
                <a:extLst>
                  <a:ext uri="{FF2B5EF4-FFF2-40B4-BE49-F238E27FC236}">
                    <a16:creationId xmlns:a16="http://schemas.microsoft.com/office/drawing/2014/main" id="{2BD722F6-C9A0-DEF5-3EBB-1702E65A99F3}"/>
                  </a:ext>
                </a:extLst>
              </p:cNvPr>
              <p:cNvSpPr txBox="1"/>
              <p:nvPr/>
            </p:nvSpPr>
            <p:spPr>
              <a:xfrm>
                <a:off x="5585065" y="1956887"/>
                <a:ext cx="2444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" name="文字方塊 148">
                <a:extLst>
                  <a:ext uri="{FF2B5EF4-FFF2-40B4-BE49-F238E27FC236}">
                    <a16:creationId xmlns:a16="http://schemas.microsoft.com/office/drawing/2014/main" id="{2BD722F6-C9A0-DEF5-3EBB-1702E65A9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065" y="1956887"/>
                <a:ext cx="244477" cy="400110"/>
              </a:xfrm>
              <a:prstGeom prst="rect">
                <a:avLst/>
              </a:prstGeom>
              <a:blipFill>
                <a:blip r:embed="rId12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字方塊 149">
            <a:extLst>
              <a:ext uri="{FF2B5EF4-FFF2-40B4-BE49-F238E27FC236}">
                <a16:creationId xmlns:a16="http://schemas.microsoft.com/office/drawing/2014/main" id="{723E8437-743B-1772-5B94-126230E4CEE1}"/>
              </a:ext>
            </a:extLst>
          </p:cNvPr>
          <p:cNvSpPr txBox="1"/>
          <p:nvPr/>
        </p:nvSpPr>
        <p:spPr>
          <a:xfrm>
            <a:off x="5839916" y="1982363"/>
            <a:ext cx="947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30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uv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150">
                <a:extLst>
                  <a:ext uri="{FF2B5EF4-FFF2-40B4-BE49-F238E27FC236}">
                    <a16:creationId xmlns:a16="http://schemas.microsoft.com/office/drawing/2014/main" id="{1ECD7FDA-5424-2AAE-88D1-04100DED57ED}"/>
                  </a:ext>
                </a:extLst>
              </p:cNvPr>
              <p:cNvSpPr txBox="1"/>
              <p:nvPr/>
            </p:nvSpPr>
            <p:spPr>
              <a:xfrm>
                <a:off x="6639172" y="195724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6" name="文字方塊 150">
                <a:extLst>
                  <a:ext uri="{FF2B5EF4-FFF2-40B4-BE49-F238E27FC236}">
                    <a16:creationId xmlns:a16="http://schemas.microsoft.com/office/drawing/2014/main" id="{1ECD7FDA-5424-2AAE-88D1-04100DED5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172" y="1957248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群組 139">
            <a:extLst>
              <a:ext uri="{FF2B5EF4-FFF2-40B4-BE49-F238E27FC236}">
                <a16:creationId xmlns:a16="http://schemas.microsoft.com/office/drawing/2014/main" id="{709C07EA-A494-62A2-9031-CE6DC4A51058}"/>
              </a:ext>
            </a:extLst>
          </p:cNvPr>
          <p:cNvGrpSpPr/>
          <p:nvPr/>
        </p:nvGrpSpPr>
        <p:grpSpPr>
          <a:xfrm>
            <a:off x="6889498" y="1927901"/>
            <a:ext cx="1015718" cy="467929"/>
            <a:chOff x="1739126" y="5469620"/>
            <a:chExt cx="1015718" cy="467929"/>
          </a:xfrm>
        </p:grpSpPr>
        <p:sp>
          <p:nvSpPr>
            <p:cNvPr id="38" name="文字方塊 140">
              <a:extLst>
                <a:ext uri="{FF2B5EF4-FFF2-40B4-BE49-F238E27FC236}">
                  <a16:creationId xmlns:a16="http://schemas.microsoft.com/office/drawing/2014/main" id="{B5ADDDE4-CDA5-A2C2-BE37-0B4CF9B4C529}"/>
                </a:ext>
              </a:extLst>
            </p:cNvPr>
            <p:cNvSpPr txBox="1"/>
            <p:nvPr/>
          </p:nvSpPr>
          <p:spPr>
            <a:xfrm>
              <a:off x="1739126" y="5537439"/>
              <a:ext cx="10157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v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)</a:t>
              </a:r>
            </a:p>
          </p:txBody>
        </p:sp>
        <p:sp>
          <p:nvSpPr>
            <p:cNvPr id="39" name="文字方塊 141">
              <a:extLst>
                <a:ext uri="{FF2B5EF4-FFF2-40B4-BE49-F238E27FC236}">
                  <a16:creationId xmlns:a16="http://schemas.microsoft.com/office/drawing/2014/main" id="{2571D779-8FDD-6B30-23B0-922F160465B0}"/>
                </a:ext>
              </a:extLst>
            </p:cNvPr>
            <p:cNvSpPr txBox="1"/>
            <p:nvPr/>
          </p:nvSpPr>
          <p:spPr>
            <a:xfrm>
              <a:off x="2283728" y="5469620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BF7F132-5B2A-B41A-643C-7DF599F5520E}"/>
                  </a:ext>
                </a:extLst>
              </p:cNvPr>
              <p:cNvSpPr txBox="1"/>
              <p:nvPr/>
            </p:nvSpPr>
            <p:spPr>
              <a:xfrm>
                <a:off x="4272734" y="2585753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BF7F132-5B2A-B41A-643C-7DF599F55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734" y="2585753"/>
                <a:ext cx="382766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字方塊 10">
                <a:extLst>
                  <a:ext uri="{FF2B5EF4-FFF2-40B4-BE49-F238E27FC236}">
                    <a16:creationId xmlns:a16="http://schemas.microsoft.com/office/drawing/2014/main" id="{3886E2AA-7914-4666-3CD8-C286F295F8B7}"/>
                  </a:ext>
                </a:extLst>
              </p:cNvPr>
              <p:cNvSpPr txBox="1"/>
              <p:nvPr/>
            </p:nvSpPr>
            <p:spPr>
              <a:xfrm>
                <a:off x="4602100" y="2585753"/>
                <a:ext cx="5026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8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1" name="文字方塊 10">
                <a:extLst>
                  <a:ext uri="{FF2B5EF4-FFF2-40B4-BE49-F238E27FC236}">
                    <a16:creationId xmlns:a16="http://schemas.microsoft.com/office/drawing/2014/main" id="{3886E2AA-7914-4666-3CD8-C286F295F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100" y="2585753"/>
                <a:ext cx="502640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ket 41">
            <a:extLst>
              <a:ext uri="{FF2B5EF4-FFF2-40B4-BE49-F238E27FC236}">
                <a16:creationId xmlns:a16="http://schemas.microsoft.com/office/drawing/2014/main" id="{B93DDBA1-41DD-FA17-48A7-56C135D0DDEB}"/>
              </a:ext>
            </a:extLst>
          </p:cNvPr>
          <p:cNvSpPr/>
          <p:nvPr/>
        </p:nvSpPr>
        <p:spPr>
          <a:xfrm>
            <a:off x="5115985" y="2481790"/>
            <a:ext cx="60043" cy="556899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群組 230">
            <a:extLst>
              <a:ext uri="{FF2B5EF4-FFF2-40B4-BE49-F238E27FC236}">
                <a16:creationId xmlns:a16="http://schemas.microsoft.com/office/drawing/2014/main" id="{636D9637-F220-1257-BB91-B69F8C82EA46}"/>
              </a:ext>
            </a:extLst>
          </p:cNvPr>
          <p:cNvGrpSpPr/>
          <p:nvPr/>
        </p:nvGrpSpPr>
        <p:grpSpPr>
          <a:xfrm>
            <a:off x="5085528" y="2508926"/>
            <a:ext cx="937555" cy="471580"/>
            <a:chOff x="2149561" y="1746430"/>
            <a:chExt cx="937555" cy="47158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文字方塊 231">
                  <a:extLst>
                    <a:ext uri="{FF2B5EF4-FFF2-40B4-BE49-F238E27FC236}">
                      <a16:creationId xmlns:a16="http://schemas.microsoft.com/office/drawing/2014/main" id="{134DEBBA-436E-F7D7-9D3E-6BA0CBFA5C1E}"/>
                    </a:ext>
                  </a:extLst>
                </p:cNvPr>
                <p:cNvSpPr txBox="1"/>
                <p:nvPr/>
              </p:nvSpPr>
              <p:spPr>
                <a:xfrm>
                  <a:off x="2149561" y="1814053"/>
                  <a:ext cx="827087" cy="4039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u</m:t>
                      </m:r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44" name="文字方塊 231">
                  <a:extLst>
                    <a:ext uri="{FF2B5EF4-FFF2-40B4-BE49-F238E27FC236}">
                      <a16:creationId xmlns:a16="http://schemas.microsoft.com/office/drawing/2014/main" id="{134DEBBA-436E-F7D7-9D3E-6BA0CBFA5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9561" y="1814053"/>
                  <a:ext cx="827087" cy="40395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文字方塊 232">
              <a:extLst>
                <a:ext uri="{FF2B5EF4-FFF2-40B4-BE49-F238E27FC236}">
                  <a16:creationId xmlns:a16="http://schemas.microsoft.com/office/drawing/2014/main" id="{3DE23390-97D9-F2A4-E50C-4A4DB1EC3011}"/>
                </a:ext>
              </a:extLst>
            </p:cNvPr>
            <p:cNvSpPr txBox="1"/>
            <p:nvPr/>
          </p:nvSpPr>
          <p:spPr>
            <a:xfrm>
              <a:off x="2729326" y="1746430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字方塊 148">
                <a:extLst>
                  <a:ext uri="{FF2B5EF4-FFF2-40B4-BE49-F238E27FC236}">
                    <a16:creationId xmlns:a16="http://schemas.microsoft.com/office/drawing/2014/main" id="{3A79F815-E32E-01AA-53B5-D80BE7B79FE0}"/>
                  </a:ext>
                </a:extLst>
              </p:cNvPr>
              <p:cNvSpPr txBox="1"/>
              <p:nvPr/>
            </p:nvSpPr>
            <p:spPr>
              <a:xfrm>
                <a:off x="5862375" y="256510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6" name="文字方塊 148">
                <a:extLst>
                  <a:ext uri="{FF2B5EF4-FFF2-40B4-BE49-F238E27FC236}">
                    <a16:creationId xmlns:a16="http://schemas.microsoft.com/office/drawing/2014/main" id="{3A79F815-E32E-01AA-53B5-D80BE7B79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375" y="2565109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字方塊 151">
            <a:extLst>
              <a:ext uri="{FF2B5EF4-FFF2-40B4-BE49-F238E27FC236}">
                <a16:creationId xmlns:a16="http://schemas.microsoft.com/office/drawing/2014/main" id="{CDFFEC5D-A90B-3E67-D3CC-111C1724C68B}"/>
              </a:ext>
            </a:extLst>
          </p:cNvPr>
          <p:cNvSpPr txBox="1"/>
          <p:nvPr/>
        </p:nvSpPr>
        <p:spPr>
          <a:xfrm>
            <a:off x="6116352" y="2590585"/>
            <a:ext cx="377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F865A66-B54D-5D17-544B-F27DC99B5675}"/>
                  </a:ext>
                </a:extLst>
              </p:cNvPr>
              <p:cNvSpPr txBox="1"/>
              <p:nvPr/>
            </p:nvSpPr>
            <p:spPr>
              <a:xfrm>
                <a:off x="6336291" y="2569807"/>
                <a:ext cx="754342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u</m:t>
                      </m:r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F865A66-B54D-5D17-544B-F27DC99B5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6291" y="2569807"/>
                <a:ext cx="754342" cy="40395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17E3D5E-9971-7A14-0776-5CDA844617A4}"/>
                  </a:ext>
                </a:extLst>
              </p:cNvPr>
              <p:cNvSpPr txBox="1"/>
              <p:nvPr/>
            </p:nvSpPr>
            <p:spPr>
              <a:xfrm>
                <a:off x="6937803" y="2570836"/>
                <a:ext cx="690776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Lucida Handwriting" panose="03010101010101010101" pitchFamily="66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Lucida Calligraphy" panose="03010101010101010101" pitchFamily="66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17E3D5E-9971-7A14-0776-5CDA84461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803" y="2570836"/>
                <a:ext cx="690776" cy="40395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字方塊 150">
                <a:extLst>
                  <a:ext uri="{FF2B5EF4-FFF2-40B4-BE49-F238E27FC236}">
                    <a16:creationId xmlns:a16="http://schemas.microsoft.com/office/drawing/2014/main" id="{99EA043F-ABD1-C399-1BF7-FF790762342C}"/>
                  </a:ext>
                </a:extLst>
              </p:cNvPr>
              <p:cNvSpPr txBox="1"/>
              <p:nvPr/>
            </p:nvSpPr>
            <p:spPr>
              <a:xfrm>
                <a:off x="7556187" y="256110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0" name="文字方塊 150">
                <a:extLst>
                  <a:ext uri="{FF2B5EF4-FFF2-40B4-BE49-F238E27FC236}">
                    <a16:creationId xmlns:a16="http://schemas.microsoft.com/office/drawing/2014/main" id="{99EA043F-ABD1-C399-1BF7-FF7907623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187" y="2561108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群組 230">
            <a:extLst>
              <a:ext uri="{FF2B5EF4-FFF2-40B4-BE49-F238E27FC236}">
                <a16:creationId xmlns:a16="http://schemas.microsoft.com/office/drawing/2014/main" id="{DEAE94D5-122E-4404-9F04-495A20892F24}"/>
              </a:ext>
            </a:extLst>
          </p:cNvPr>
          <p:cNvGrpSpPr/>
          <p:nvPr/>
        </p:nvGrpSpPr>
        <p:grpSpPr>
          <a:xfrm>
            <a:off x="7817720" y="2510149"/>
            <a:ext cx="810139" cy="474007"/>
            <a:chOff x="2149562" y="1744003"/>
            <a:chExt cx="810139" cy="47400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字方塊 231">
                  <a:extLst>
                    <a:ext uri="{FF2B5EF4-FFF2-40B4-BE49-F238E27FC236}">
                      <a16:creationId xmlns:a16="http://schemas.microsoft.com/office/drawing/2014/main" id="{57800F69-00AF-CB49-95FF-20B636521901}"/>
                    </a:ext>
                  </a:extLst>
                </p:cNvPr>
                <p:cNvSpPr txBox="1"/>
                <p:nvPr/>
              </p:nvSpPr>
              <p:spPr>
                <a:xfrm>
                  <a:off x="2149562" y="1814053"/>
                  <a:ext cx="719072" cy="4039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Lucida Handwriting" panose="03010101010101010101" pitchFamily="66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Lucida Calligraphy" panose="03010101010101010101" pitchFamily="66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52" name="文字方塊 231">
                  <a:extLst>
                    <a:ext uri="{FF2B5EF4-FFF2-40B4-BE49-F238E27FC236}">
                      <a16:creationId xmlns:a16="http://schemas.microsoft.com/office/drawing/2014/main" id="{57800F69-00AF-CB49-95FF-20B636521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9562" y="1814053"/>
                  <a:ext cx="719072" cy="40395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字方塊 232">
              <a:extLst>
                <a:ext uri="{FF2B5EF4-FFF2-40B4-BE49-F238E27FC236}">
                  <a16:creationId xmlns:a16="http://schemas.microsoft.com/office/drawing/2014/main" id="{07296E64-A667-809C-9635-AAA692032188}"/>
                </a:ext>
              </a:extLst>
            </p:cNvPr>
            <p:cNvSpPr txBox="1"/>
            <p:nvPr/>
          </p:nvSpPr>
          <p:spPr>
            <a:xfrm>
              <a:off x="2721663" y="1744003"/>
              <a:ext cx="2380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54" name="Left Bracket 53">
            <a:extLst>
              <a:ext uri="{FF2B5EF4-FFF2-40B4-BE49-F238E27FC236}">
                <a16:creationId xmlns:a16="http://schemas.microsoft.com/office/drawing/2014/main" id="{E25D4396-1DB4-46CA-D053-DDEB2E77B3FB}"/>
              </a:ext>
            </a:extLst>
          </p:cNvPr>
          <p:cNvSpPr/>
          <p:nvPr/>
        </p:nvSpPr>
        <p:spPr>
          <a:xfrm flipH="1">
            <a:off x="8608079" y="2481790"/>
            <a:ext cx="60043" cy="556899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28C6614-FDCD-77D3-0949-0159CDED8237}"/>
                  </a:ext>
                </a:extLst>
              </p:cNvPr>
              <p:cNvSpPr txBox="1"/>
              <p:nvPr/>
            </p:nvSpPr>
            <p:spPr>
              <a:xfrm>
                <a:off x="4280695" y="3228945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28C6614-FDCD-77D3-0949-0159CDED8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695" y="3228945"/>
                <a:ext cx="382766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字方塊 10">
                <a:extLst>
                  <a:ext uri="{FF2B5EF4-FFF2-40B4-BE49-F238E27FC236}">
                    <a16:creationId xmlns:a16="http://schemas.microsoft.com/office/drawing/2014/main" id="{075D8F71-2763-2A76-EA39-9A2C79426B04}"/>
                  </a:ext>
                </a:extLst>
              </p:cNvPr>
              <p:cNvSpPr txBox="1"/>
              <p:nvPr/>
            </p:nvSpPr>
            <p:spPr>
              <a:xfrm>
                <a:off x="4610061" y="3228945"/>
                <a:ext cx="5026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8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6" name="文字方塊 10">
                <a:extLst>
                  <a:ext uri="{FF2B5EF4-FFF2-40B4-BE49-F238E27FC236}">
                    <a16:creationId xmlns:a16="http://schemas.microsoft.com/office/drawing/2014/main" id="{075D8F71-2763-2A76-EA39-9A2C79426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061" y="3228945"/>
                <a:ext cx="502640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字方塊 93">
            <a:extLst>
              <a:ext uri="{FF2B5EF4-FFF2-40B4-BE49-F238E27FC236}">
                <a16:creationId xmlns:a16="http://schemas.microsoft.com/office/drawing/2014/main" id="{C48DBBDC-F364-CA17-35FF-C6C60A1EDA9E}"/>
              </a:ext>
            </a:extLst>
          </p:cNvPr>
          <p:cNvSpPr txBox="1"/>
          <p:nvPr/>
        </p:nvSpPr>
        <p:spPr>
          <a:xfrm>
            <a:off x="6285500" y="3164911"/>
            <a:ext cx="288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58" name="文字方塊 94">
            <a:extLst>
              <a:ext uri="{FF2B5EF4-FFF2-40B4-BE49-F238E27FC236}">
                <a16:creationId xmlns:a16="http://schemas.microsoft.com/office/drawing/2014/main" id="{E4F9BA23-136A-64A2-13A3-1062FF75829C}"/>
              </a:ext>
            </a:extLst>
          </p:cNvPr>
          <p:cNvSpPr txBox="1"/>
          <p:nvPr/>
        </p:nvSpPr>
        <p:spPr>
          <a:xfrm>
            <a:off x="5021854" y="3227524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字方塊 95">
                <a:extLst>
                  <a:ext uri="{FF2B5EF4-FFF2-40B4-BE49-F238E27FC236}">
                    <a16:creationId xmlns:a16="http://schemas.microsoft.com/office/drawing/2014/main" id="{DA584017-7610-6044-5046-5DC57D408109}"/>
                  </a:ext>
                </a:extLst>
              </p:cNvPr>
              <p:cNvSpPr txBox="1"/>
              <p:nvPr/>
            </p:nvSpPr>
            <p:spPr>
              <a:xfrm>
                <a:off x="5807199" y="3244347"/>
                <a:ext cx="6429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66FFFF"/>
                        </a:solidFill>
                        <a:latin typeface="Lucida Handwriting" panose="03010101010101010101" pitchFamily="66" charset="0"/>
                      </a:rPr>
                      <m:t>5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66FFFF"/>
                        </a:solidFill>
                        <a:latin typeface="Lucida Calligraphy" panose="03010101010101010101" pitchFamily="66" charset="0"/>
                      </a:rPr>
                      <m:t>v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59" name="文字方塊 95">
                <a:extLst>
                  <a:ext uri="{FF2B5EF4-FFF2-40B4-BE49-F238E27FC236}">
                    <a16:creationId xmlns:a16="http://schemas.microsoft.com/office/drawing/2014/main" id="{DA584017-7610-6044-5046-5DC57D408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199" y="3244347"/>
                <a:ext cx="642931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字方塊 92">
                <a:extLst>
                  <a:ext uri="{FF2B5EF4-FFF2-40B4-BE49-F238E27FC236}">
                    <a16:creationId xmlns:a16="http://schemas.microsoft.com/office/drawing/2014/main" id="{4C9E547C-7A9F-87F7-5A95-67EF1433052B}"/>
                  </a:ext>
                </a:extLst>
              </p:cNvPr>
              <p:cNvSpPr txBox="1"/>
              <p:nvPr/>
            </p:nvSpPr>
            <p:spPr>
              <a:xfrm>
                <a:off x="5551189" y="323325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0" name="文字方塊 92">
                <a:extLst>
                  <a:ext uri="{FF2B5EF4-FFF2-40B4-BE49-F238E27FC236}">
                    <a16:creationId xmlns:a16="http://schemas.microsoft.com/office/drawing/2014/main" id="{4C9E547C-7A9F-87F7-5A95-67EF14330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189" y="3233251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字方塊 90">
                <a:extLst>
                  <a:ext uri="{FF2B5EF4-FFF2-40B4-BE49-F238E27FC236}">
                    <a16:creationId xmlns:a16="http://schemas.microsoft.com/office/drawing/2014/main" id="{94397FB9-8EDF-B85A-7C21-EBDA82F47245}"/>
                  </a:ext>
                </a:extLst>
              </p:cNvPr>
              <p:cNvSpPr txBox="1"/>
              <p:nvPr/>
            </p:nvSpPr>
            <p:spPr>
              <a:xfrm>
                <a:off x="5112701" y="3233006"/>
                <a:ext cx="4329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u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61" name="文字方塊 90">
                <a:extLst>
                  <a:ext uri="{FF2B5EF4-FFF2-40B4-BE49-F238E27FC236}">
                    <a16:creationId xmlns:a16="http://schemas.microsoft.com/office/drawing/2014/main" id="{94397FB9-8EDF-B85A-7C21-EBDA82F47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701" y="3233006"/>
                <a:ext cx="432905" cy="400110"/>
              </a:xfrm>
              <a:prstGeom prst="rect">
                <a:avLst/>
              </a:prstGeom>
              <a:blipFill>
                <a:blip r:embed="rId26"/>
                <a:stretch>
                  <a:fillRect r="-8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群組 139">
            <a:extLst>
              <a:ext uri="{FF2B5EF4-FFF2-40B4-BE49-F238E27FC236}">
                <a16:creationId xmlns:a16="http://schemas.microsoft.com/office/drawing/2014/main" id="{8765F7B5-A3A2-197D-44CD-63AE34B8B26B}"/>
              </a:ext>
            </a:extLst>
          </p:cNvPr>
          <p:cNvGrpSpPr/>
          <p:nvPr/>
        </p:nvGrpSpPr>
        <p:grpSpPr>
          <a:xfrm>
            <a:off x="1133728" y="3897429"/>
            <a:ext cx="1019171" cy="477054"/>
            <a:chOff x="1826658" y="5460495"/>
            <a:chExt cx="1019171" cy="477054"/>
          </a:xfrm>
        </p:grpSpPr>
        <p:sp>
          <p:nvSpPr>
            <p:cNvPr id="63" name="文字方塊 140">
              <a:extLst>
                <a:ext uri="{FF2B5EF4-FFF2-40B4-BE49-F238E27FC236}">
                  <a16:creationId xmlns:a16="http://schemas.microsoft.com/office/drawing/2014/main" id="{58421320-4EED-5FE6-4EA9-936EEB56ECEA}"/>
                </a:ext>
              </a:extLst>
            </p:cNvPr>
            <p:cNvSpPr txBox="1"/>
            <p:nvPr/>
          </p:nvSpPr>
          <p:spPr>
            <a:xfrm>
              <a:off x="1826658" y="5537439"/>
              <a:ext cx="9184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63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xy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64" name="文字方塊 141">
              <a:extLst>
                <a:ext uri="{FF2B5EF4-FFF2-40B4-BE49-F238E27FC236}">
                  <a16:creationId xmlns:a16="http://schemas.microsoft.com/office/drawing/2014/main" id="{A74D8E45-B58C-00D2-F7AE-A4F39C8A1091}"/>
                </a:ext>
              </a:extLst>
            </p:cNvPr>
            <p:cNvSpPr txBox="1"/>
            <p:nvPr/>
          </p:nvSpPr>
          <p:spPr>
            <a:xfrm>
              <a:off x="255696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字方塊 150">
                <a:extLst>
                  <a:ext uri="{FF2B5EF4-FFF2-40B4-BE49-F238E27FC236}">
                    <a16:creationId xmlns:a16="http://schemas.microsoft.com/office/drawing/2014/main" id="{04924985-3AAB-4199-6245-2E7830ABFBEF}"/>
                  </a:ext>
                </a:extLst>
              </p:cNvPr>
              <p:cNvSpPr txBox="1"/>
              <p:nvPr/>
            </p:nvSpPr>
            <p:spPr>
              <a:xfrm>
                <a:off x="1954255" y="394938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5" name="文字方塊 150">
                <a:extLst>
                  <a:ext uri="{FF2B5EF4-FFF2-40B4-BE49-F238E27FC236}">
                    <a16:creationId xmlns:a16="http://schemas.microsoft.com/office/drawing/2014/main" id="{04924985-3AAB-4199-6245-2E7830ABF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255" y="3949389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群組 139">
            <a:extLst>
              <a:ext uri="{FF2B5EF4-FFF2-40B4-BE49-F238E27FC236}">
                <a16:creationId xmlns:a16="http://schemas.microsoft.com/office/drawing/2014/main" id="{D06EE3C1-4272-5D04-F48E-B23AD4F92B0D}"/>
              </a:ext>
            </a:extLst>
          </p:cNvPr>
          <p:cNvGrpSpPr/>
          <p:nvPr/>
        </p:nvGrpSpPr>
        <p:grpSpPr>
          <a:xfrm>
            <a:off x="2216076" y="3906766"/>
            <a:ext cx="945677" cy="481205"/>
            <a:chOff x="1739126" y="5456344"/>
            <a:chExt cx="945677" cy="481205"/>
          </a:xfrm>
        </p:grpSpPr>
        <p:sp>
          <p:nvSpPr>
            <p:cNvPr id="67" name="文字方塊 140">
              <a:extLst>
                <a:ext uri="{FF2B5EF4-FFF2-40B4-BE49-F238E27FC236}">
                  <a16:creationId xmlns:a16="http://schemas.microsoft.com/office/drawing/2014/main" id="{D3A7E46D-EB60-048A-4807-EFFA74CCFF7C}"/>
                </a:ext>
              </a:extLst>
            </p:cNvPr>
            <p:cNvSpPr txBox="1"/>
            <p:nvPr/>
          </p:nvSpPr>
          <p:spPr>
            <a:xfrm>
              <a:off x="1739126" y="5537439"/>
              <a:ext cx="9453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28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xz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68" name="文字方塊 141">
              <a:extLst>
                <a:ext uri="{FF2B5EF4-FFF2-40B4-BE49-F238E27FC236}">
                  <a16:creationId xmlns:a16="http://schemas.microsoft.com/office/drawing/2014/main" id="{5CEF40F7-DD50-D3FB-6AF8-963113453E8F}"/>
                </a:ext>
              </a:extLst>
            </p:cNvPr>
            <p:cNvSpPr txBox="1"/>
            <p:nvPr/>
          </p:nvSpPr>
          <p:spPr>
            <a:xfrm>
              <a:off x="2395941" y="5456344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文字方塊 148">
                <a:extLst>
                  <a:ext uri="{FF2B5EF4-FFF2-40B4-BE49-F238E27FC236}">
                    <a16:creationId xmlns:a16="http://schemas.microsoft.com/office/drawing/2014/main" id="{05CDA441-D086-4DA8-E07E-A040C7745B50}"/>
                  </a:ext>
                </a:extLst>
              </p:cNvPr>
              <p:cNvSpPr txBox="1"/>
              <p:nvPr/>
            </p:nvSpPr>
            <p:spPr>
              <a:xfrm>
                <a:off x="3007595" y="395160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9" name="文字方塊 148">
                <a:extLst>
                  <a:ext uri="{FF2B5EF4-FFF2-40B4-BE49-F238E27FC236}">
                    <a16:creationId xmlns:a16="http://schemas.microsoft.com/office/drawing/2014/main" id="{05CDA441-D086-4DA8-E07E-A040C7745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595" y="3951602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文字方塊 149">
            <a:extLst>
              <a:ext uri="{FF2B5EF4-FFF2-40B4-BE49-F238E27FC236}">
                <a16:creationId xmlns:a16="http://schemas.microsoft.com/office/drawing/2014/main" id="{63CEBCF5-40FC-6902-FA7D-FF5BF15E4C81}"/>
              </a:ext>
            </a:extLst>
          </p:cNvPr>
          <p:cNvSpPr txBox="1"/>
          <p:nvPr/>
        </p:nvSpPr>
        <p:spPr>
          <a:xfrm>
            <a:off x="3281300" y="3977078"/>
            <a:ext cx="1076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84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xyz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FDB42C6-C978-E524-224C-FFBCCCF7E9C4}"/>
                  </a:ext>
                </a:extLst>
              </p:cNvPr>
              <p:cNvSpPr txBox="1"/>
              <p:nvPr/>
            </p:nvSpPr>
            <p:spPr>
              <a:xfrm>
                <a:off x="4283202" y="3947855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FDB42C6-C978-E524-224C-FFBCCCF7E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202" y="3947855"/>
                <a:ext cx="382766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文字方塊 29">
            <a:extLst>
              <a:ext uri="{FF2B5EF4-FFF2-40B4-BE49-F238E27FC236}">
                <a16:creationId xmlns:a16="http://schemas.microsoft.com/office/drawing/2014/main" id="{BE189C6D-8436-F050-6E7B-E97F6C2D75E8}"/>
              </a:ext>
            </a:extLst>
          </p:cNvPr>
          <p:cNvSpPr txBox="1"/>
          <p:nvPr/>
        </p:nvSpPr>
        <p:spPr>
          <a:xfrm>
            <a:off x="565810" y="3971480"/>
            <a:ext cx="567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 dirty="0"/>
          </a:p>
        </p:txBody>
      </p:sp>
      <p:sp>
        <p:nvSpPr>
          <p:cNvPr id="73" name="文字方塊 149">
            <a:extLst>
              <a:ext uri="{FF2B5EF4-FFF2-40B4-BE49-F238E27FC236}">
                <a16:creationId xmlns:a16="http://schemas.microsoft.com/office/drawing/2014/main" id="{ACEA2346-A116-7456-D847-E3CAD6E93B0E}"/>
              </a:ext>
            </a:extLst>
          </p:cNvPr>
          <p:cNvSpPr txBox="1"/>
          <p:nvPr/>
        </p:nvSpPr>
        <p:spPr>
          <a:xfrm>
            <a:off x="4565982" y="3957342"/>
            <a:ext cx="549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7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grpSp>
        <p:nvGrpSpPr>
          <p:cNvPr id="74" name="群組 139">
            <a:extLst>
              <a:ext uri="{FF2B5EF4-FFF2-40B4-BE49-F238E27FC236}">
                <a16:creationId xmlns:a16="http://schemas.microsoft.com/office/drawing/2014/main" id="{8FFF01D1-EB2D-4C6B-0E9F-BAB2FBC07FD8}"/>
              </a:ext>
            </a:extLst>
          </p:cNvPr>
          <p:cNvGrpSpPr/>
          <p:nvPr/>
        </p:nvGrpSpPr>
        <p:grpSpPr>
          <a:xfrm>
            <a:off x="4976971" y="3890099"/>
            <a:ext cx="793517" cy="477054"/>
            <a:chOff x="1739126" y="5460495"/>
            <a:chExt cx="793517" cy="477054"/>
          </a:xfrm>
        </p:grpSpPr>
        <p:sp>
          <p:nvSpPr>
            <p:cNvPr id="75" name="文字方塊 140">
              <a:extLst>
                <a:ext uri="{FF2B5EF4-FFF2-40B4-BE49-F238E27FC236}">
                  <a16:creationId xmlns:a16="http://schemas.microsoft.com/office/drawing/2014/main" id="{946F3F05-2E63-B7E9-F344-7D37E31EDEF0}"/>
                </a:ext>
              </a:extLst>
            </p:cNvPr>
            <p:cNvSpPr txBox="1"/>
            <p:nvPr/>
          </p:nvSpPr>
          <p:spPr>
            <a:xfrm>
              <a:off x="1739126" y="5537439"/>
              <a:ext cx="7935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9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76" name="文字方塊 141">
              <a:extLst>
                <a:ext uri="{FF2B5EF4-FFF2-40B4-BE49-F238E27FC236}">
                  <a16:creationId xmlns:a16="http://schemas.microsoft.com/office/drawing/2014/main" id="{A800891B-53FE-3B13-9FFD-09C74DD21E38}"/>
                </a:ext>
              </a:extLst>
            </p:cNvPr>
            <p:cNvSpPr txBox="1"/>
            <p:nvPr/>
          </p:nvSpPr>
          <p:spPr>
            <a:xfrm>
              <a:off x="218922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字方塊 150">
                <a:extLst>
                  <a:ext uri="{FF2B5EF4-FFF2-40B4-BE49-F238E27FC236}">
                    <a16:creationId xmlns:a16="http://schemas.microsoft.com/office/drawing/2014/main" id="{C7083F17-DD38-73E3-A451-0E2BF7AEFA80}"/>
                  </a:ext>
                </a:extLst>
              </p:cNvPr>
              <p:cNvSpPr txBox="1"/>
              <p:nvPr/>
            </p:nvSpPr>
            <p:spPr>
              <a:xfrm>
                <a:off x="5585065" y="39387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7" name="文字方塊 150">
                <a:extLst>
                  <a:ext uri="{FF2B5EF4-FFF2-40B4-BE49-F238E27FC236}">
                    <a16:creationId xmlns:a16="http://schemas.microsoft.com/office/drawing/2014/main" id="{C7083F17-DD38-73E3-A451-0E2BF7AEF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065" y="3938731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139">
            <a:extLst>
              <a:ext uri="{FF2B5EF4-FFF2-40B4-BE49-F238E27FC236}">
                <a16:creationId xmlns:a16="http://schemas.microsoft.com/office/drawing/2014/main" id="{F10B0146-67CB-E260-7C53-D878A2EFA6D6}"/>
              </a:ext>
            </a:extLst>
          </p:cNvPr>
          <p:cNvGrpSpPr/>
          <p:nvPr/>
        </p:nvGrpSpPr>
        <p:grpSpPr>
          <a:xfrm>
            <a:off x="5835391" y="3900259"/>
            <a:ext cx="664315" cy="477054"/>
            <a:chOff x="1739126" y="5460495"/>
            <a:chExt cx="664315" cy="477054"/>
          </a:xfrm>
        </p:grpSpPr>
        <p:sp>
          <p:nvSpPr>
            <p:cNvPr id="79" name="文字方塊 140">
              <a:extLst>
                <a:ext uri="{FF2B5EF4-FFF2-40B4-BE49-F238E27FC236}">
                  <a16:creationId xmlns:a16="http://schemas.microsoft.com/office/drawing/2014/main" id="{3170A17B-9931-95C0-103B-AABE6D610360}"/>
                </a:ext>
              </a:extLst>
            </p:cNvPr>
            <p:cNvSpPr txBox="1"/>
            <p:nvPr/>
          </p:nvSpPr>
          <p:spPr>
            <a:xfrm>
              <a:off x="1739126" y="5537439"/>
              <a:ext cx="6427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z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80" name="文字方塊 141">
              <a:extLst>
                <a:ext uri="{FF2B5EF4-FFF2-40B4-BE49-F238E27FC236}">
                  <a16:creationId xmlns:a16="http://schemas.microsoft.com/office/drawing/2014/main" id="{0D8E84BB-1562-AF7B-5DDC-B469E477E78F}"/>
                </a:ext>
              </a:extLst>
            </p:cNvPr>
            <p:cNvSpPr txBox="1"/>
            <p:nvPr/>
          </p:nvSpPr>
          <p:spPr>
            <a:xfrm>
              <a:off x="2114579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文字方塊 95">
                <a:extLst>
                  <a:ext uri="{FF2B5EF4-FFF2-40B4-BE49-F238E27FC236}">
                    <a16:creationId xmlns:a16="http://schemas.microsoft.com/office/drawing/2014/main" id="{5591902F-C994-B8F4-07D7-574CDD99828C}"/>
                  </a:ext>
                </a:extLst>
              </p:cNvPr>
              <p:cNvSpPr txBox="1"/>
              <p:nvPr/>
            </p:nvSpPr>
            <p:spPr>
              <a:xfrm>
                <a:off x="6572788" y="3950778"/>
                <a:ext cx="975422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12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y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z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82" name="文字方塊 95">
                <a:extLst>
                  <a:ext uri="{FF2B5EF4-FFF2-40B4-BE49-F238E27FC236}">
                    <a16:creationId xmlns:a16="http://schemas.microsoft.com/office/drawing/2014/main" id="{5591902F-C994-B8F4-07D7-574CDD998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788" y="3950778"/>
                <a:ext cx="975422" cy="417807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文字方塊 92">
                <a:extLst>
                  <a:ext uri="{FF2B5EF4-FFF2-40B4-BE49-F238E27FC236}">
                    <a16:creationId xmlns:a16="http://schemas.microsoft.com/office/drawing/2014/main" id="{0F27C42D-192E-2A12-AF7F-EC153A82F8CD}"/>
                  </a:ext>
                </a:extLst>
              </p:cNvPr>
              <p:cNvSpPr txBox="1"/>
              <p:nvPr/>
            </p:nvSpPr>
            <p:spPr>
              <a:xfrm>
                <a:off x="6316778" y="39427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3" name="文字方塊 92">
                <a:extLst>
                  <a:ext uri="{FF2B5EF4-FFF2-40B4-BE49-F238E27FC236}">
                    <a16:creationId xmlns:a16="http://schemas.microsoft.com/office/drawing/2014/main" id="{0F27C42D-192E-2A12-AF7F-EC153A82F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778" y="3942758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31545EA-EF6D-1320-6072-9C69ED65F1FB}"/>
                  </a:ext>
                </a:extLst>
              </p:cNvPr>
              <p:cNvSpPr txBox="1"/>
              <p:nvPr/>
            </p:nvSpPr>
            <p:spPr>
              <a:xfrm>
                <a:off x="4294405" y="4540480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31545EA-EF6D-1320-6072-9C69ED65F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405" y="4540480"/>
                <a:ext cx="382766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文字方塊 149">
            <a:extLst>
              <a:ext uri="{FF2B5EF4-FFF2-40B4-BE49-F238E27FC236}">
                <a16:creationId xmlns:a16="http://schemas.microsoft.com/office/drawing/2014/main" id="{C40FB64E-49AC-30A6-5A15-DDE1EDA0C3FE}"/>
              </a:ext>
            </a:extLst>
          </p:cNvPr>
          <p:cNvSpPr txBox="1"/>
          <p:nvPr/>
        </p:nvSpPr>
        <p:spPr>
          <a:xfrm>
            <a:off x="4577185" y="4549967"/>
            <a:ext cx="549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7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grpSp>
        <p:nvGrpSpPr>
          <p:cNvPr id="87" name="群組 139">
            <a:extLst>
              <a:ext uri="{FF2B5EF4-FFF2-40B4-BE49-F238E27FC236}">
                <a16:creationId xmlns:a16="http://schemas.microsoft.com/office/drawing/2014/main" id="{3D2AA1C6-F860-1486-F176-A1E793240E92}"/>
              </a:ext>
            </a:extLst>
          </p:cNvPr>
          <p:cNvGrpSpPr/>
          <p:nvPr/>
        </p:nvGrpSpPr>
        <p:grpSpPr>
          <a:xfrm>
            <a:off x="4988174" y="4482724"/>
            <a:ext cx="738963" cy="477054"/>
            <a:chOff x="1739126" y="5460495"/>
            <a:chExt cx="738963" cy="477054"/>
          </a:xfrm>
        </p:grpSpPr>
        <p:sp>
          <p:nvSpPr>
            <p:cNvPr id="88" name="文字方塊 140">
              <a:extLst>
                <a:ext uri="{FF2B5EF4-FFF2-40B4-BE49-F238E27FC236}">
                  <a16:creationId xmlns:a16="http://schemas.microsoft.com/office/drawing/2014/main" id="{F626DC70-AE80-1875-8F5B-A8D19F17DEFE}"/>
                </a:ext>
              </a:extLst>
            </p:cNvPr>
            <p:cNvSpPr txBox="1"/>
            <p:nvPr/>
          </p:nvSpPr>
          <p:spPr>
            <a:xfrm>
              <a:off x="1739126" y="5537439"/>
              <a:ext cx="6771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9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89" name="文字方塊 141">
              <a:extLst>
                <a:ext uri="{FF2B5EF4-FFF2-40B4-BE49-F238E27FC236}">
                  <a16:creationId xmlns:a16="http://schemas.microsoft.com/office/drawing/2014/main" id="{D2CFF7B5-AF4F-B144-B8CB-7855C9638CEB}"/>
                </a:ext>
              </a:extLst>
            </p:cNvPr>
            <p:cNvSpPr txBox="1"/>
            <p:nvPr/>
          </p:nvSpPr>
          <p:spPr>
            <a:xfrm>
              <a:off x="2189227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文字方塊 95">
                <a:extLst>
                  <a:ext uri="{FF2B5EF4-FFF2-40B4-BE49-F238E27FC236}">
                    <a16:creationId xmlns:a16="http://schemas.microsoft.com/office/drawing/2014/main" id="{87959E23-735A-0193-DA92-164AC2977CC5}"/>
                  </a:ext>
                </a:extLst>
              </p:cNvPr>
              <p:cNvSpPr txBox="1"/>
              <p:nvPr/>
            </p:nvSpPr>
            <p:spPr>
              <a:xfrm>
                <a:off x="5851508" y="4537165"/>
                <a:ext cx="787664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12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z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90" name="文字方塊 95">
                <a:extLst>
                  <a:ext uri="{FF2B5EF4-FFF2-40B4-BE49-F238E27FC236}">
                    <a16:creationId xmlns:a16="http://schemas.microsoft.com/office/drawing/2014/main" id="{87959E23-735A-0193-DA92-164AC2977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1508" y="4537165"/>
                <a:ext cx="787664" cy="417807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文字方塊 92">
                <a:extLst>
                  <a:ext uri="{FF2B5EF4-FFF2-40B4-BE49-F238E27FC236}">
                    <a16:creationId xmlns:a16="http://schemas.microsoft.com/office/drawing/2014/main" id="{A022BC65-366D-6B06-1A7E-048713944B78}"/>
                  </a:ext>
                </a:extLst>
              </p:cNvPr>
              <p:cNvSpPr txBox="1"/>
              <p:nvPr/>
            </p:nvSpPr>
            <p:spPr>
              <a:xfrm>
                <a:off x="5595498" y="45291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1" name="文字方塊 92">
                <a:extLst>
                  <a:ext uri="{FF2B5EF4-FFF2-40B4-BE49-F238E27FC236}">
                    <a16:creationId xmlns:a16="http://schemas.microsoft.com/office/drawing/2014/main" id="{A022BC65-366D-6B06-1A7E-048713944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498" y="4529145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文字方塊 150">
                <a:extLst>
                  <a:ext uri="{FF2B5EF4-FFF2-40B4-BE49-F238E27FC236}">
                    <a16:creationId xmlns:a16="http://schemas.microsoft.com/office/drawing/2014/main" id="{F025D0CD-D7A7-BEE9-C6A7-E8B39E7EFEE4}"/>
                  </a:ext>
                </a:extLst>
              </p:cNvPr>
              <p:cNvSpPr txBox="1"/>
              <p:nvPr/>
            </p:nvSpPr>
            <p:spPr>
              <a:xfrm>
                <a:off x="6615699" y="45230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2" name="文字方塊 150">
                <a:extLst>
                  <a:ext uri="{FF2B5EF4-FFF2-40B4-BE49-F238E27FC236}">
                    <a16:creationId xmlns:a16="http://schemas.microsoft.com/office/drawing/2014/main" id="{F025D0CD-D7A7-BEE9-C6A7-E8B39E7EF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699" y="4523069"/>
                <a:ext cx="295688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群組 139">
            <a:extLst>
              <a:ext uri="{FF2B5EF4-FFF2-40B4-BE49-F238E27FC236}">
                <a16:creationId xmlns:a16="http://schemas.microsoft.com/office/drawing/2014/main" id="{067E54A6-E823-4911-45DC-BD22E0311798}"/>
              </a:ext>
            </a:extLst>
          </p:cNvPr>
          <p:cNvGrpSpPr/>
          <p:nvPr/>
        </p:nvGrpSpPr>
        <p:grpSpPr>
          <a:xfrm>
            <a:off x="6866025" y="4484597"/>
            <a:ext cx="865932" cy="477054"/>
            <a:chOff x="1739126" y="5460495"/>
            <a:chExt cx="865932" cy="477054"/>
          </a:xfrm>
        </p:grpSpPr>
        <p:sp>
          <p:nvSpPr>
            <p:cNvPr id="94" name="文字方塊 140">
              <a:extLst>
                <a:ext uri="{FF2B5EF4-FFF2-40B4-BE49-F238E27FC236}">
                  <a16:creationId xmlns:a16="http://schemas.microsoft.com/office/drawing/2014/main" id="{A374AD34-E359-F3E2-91C7-3470E19DF676}"/>
                </a:ext>
              </a:extLst>
            </p:cNvPr>
            <p:cNvSpPr txBox="1"/>
            <p:nvPr/>
          </p:nvSpPr>
          <p:spPr>
            <a:xfrm>
              <a:off x="1739126" y="5537439"/>
              <a:ext cx="8659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z )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95" name="文字方塊 141">
              <a:extLst>
                <a:ext uri="{FF2B5EF4-FFF2-40B4-BE49-F238E27FC236}">
                  <a16:creationId xmlns:a16="http://schemas.microsoft.com/office/drawing/2014/main" id="{494A3640-2BD4-70FF-B52A-0C2C82327EF8}"/>
                </a:ext>
              </a:extLst>
            </p:cNvPr>
            <p:cNvSpPr txBox="1"/>
            <p:nvPr/>
          </p:nvSpPr>
          <p:spPr>
            <a:xfrm>
              <a:off x="2097953" y="54604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FB8E531-9F70-E4ED-4B67-388372BB7CDF}"/>
                  </a:ext>
                </a:extLst>
              </p:cNvPr>
              <p:cNvSpPr txBox="1"/>
              <p:nvPr/>
            </p:nvSpPr>
            <p:spPr>
              <a:xfrm>
                <a:off x="4294405" y="5170180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FB8E531-9F70-E4ED-4B67-388372BB7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405" y="5170180"/>
                <a:ext cx="382766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文字方塊 149">
            <a:extLst>
              <a:ext uri="{FF2B5EF4-FFF2-40B4-BE49-F238E27FC236}">
                <a16:creationId xmlns:a16="http://schemas.microsoft.com/office/drawing/2014/main" id="{55F4DC68-E132-98C1-E015-BAF447462700}"/>
              </a:ext>
            </a:extLst>
          </p:cNvPr>
          <p:cNvSpPr txBox="1"/>
          <p:nvPr/>
        </p:nvSpPr>
        <p:spPr>
          <a:xfrm>
            <a:off x="4577185" y="5179667"/>
            <a:ext cx="549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7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99" name="Left Bracket 98">
            <a:extLst>
              <a:ext uri="{FF2B5EF4-FFF2-40B4-BE49-F238E27FC236}">
                <a16:creationId xmlns:a16="http://schemas.microsoft.com/office/drawing/2014/main" id="{DFE85BF6-81CC-2525-F043-9BBEFE6FA830}"/>
              </a:ext>
            </a:extLst>
          </p:cNvPr>
          <p:cNvSpPr/>
          <p:nvPr/>
        </p:nvSpPr>
        <p:spPr>
          <a:xfrm>
            <a:off x="5135765" y="5072587"/>
            <a:ext cx="60043" cy="556899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0" name="群組 230">
            <a:extLst>
              <a:ext uri="{FF2B5EF4-FFF2-40B4-BE49-F238E27FC236}">
                <a16:creationId xmlns:a16="http://schemas.microsoft.com/office/drawing/2014/main" id="{805C60A5-A8E3-68B6-AA26-D0097FFA39DD}"/>
              </a:ext>
            </a:extLst>
          </p:cNvPr>
          <p:cNvGrpSpPr/>
          <p:nvPr/>
        </p:nvGrpSpPr>
        <p:grpSpPr>
          <a:xfrm>
            <a:off x="5105308" y="5099723"/>
            <a:ext cx="937555" cy="496395"/>
            <a:chOff x="2149561" y="1746430"/>
            <a:chExt cx="937555" cy="4963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1" name="文字方塊 231">
                  <a:extLst>
                    <a:ext uri="{FF2B5EF4-FFF2-40B4-BE49-F238E27FC236}">
                      <a16:creationId xmlns:a16="http://schemas.microsoft.com/office/drawing/2014/main" id="{7B289482-CD78-6694-2750-C04E53CCE1D3}"/>
                    </a:ext>
                  </a:extLst>
                </p:cNvPr>
                <p:cNvSpPr txBox="1"/>
                <p:nvPr/>
              </p:nvSpPr>
              <p:spPr>
                <a:xfrm>
                  <a:off x="2149561" y="1814053"/>
                  <a:ext cx="827087" cy="4287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01" name="文字方塊 231">
                  <a:extLst>
                    <a:ext uri="{FF2B5EF4-FFF2-40B4-BE49-F238E27FC236}">
                      <a16:creationId xmlns:a16="http://schemas.microsoft.com/office/drawing/2014/main" id="{7B289482-CD78-6694-2750-C04E53CCE1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9561" y="1814053"/>
                  <a:ext cx="827087" cy="42877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" name="文字方塊 232">
              <a:extLst>
                <a:ext uri="{FF2B5EF4-FFF2-40B4-BE49-F238E27FC236}">
                  <a16:creationId xmlns:a16="http://schemas.microsoft.com/office/drawing/2014/main" id="{8EE7D219-5633-BC1F-DE19-0138FDA8BB2E}"/>
                </a:ext>
              </a:extLst>
            </p:cNvPr>
            <p:cNvSpPr txBox="1"/>
            <p:nvPr/>
          </p:nvSpPr>
          <p:spPr>
            <a:xfrm>
              <a:off x="2729326" y="1746430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文字方塊 148">
                <a:extLst>
                  <a:ext uri="{FF2B5EF4-FFF2-40B4-BE49-F238E27FC236}">
                    <a16:creationId xmlns:a16="http://schemas.microsoft.com/office/drawing/2014/main" id="{247083B6-D62A-B80F-D4DE-4669202398F3}"/>
                  </a:ext>
                </a:extLst>
              </p:cNvPr>
              <p:cNvSpPr txBox="1"/>
              <p:nvPr/>
            </p:nvSpPr>
            <p:spPr>
              <a:xfrm>
                <a:off x="5882155" y="51721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3" name="文字方塊 148">
                <a:extLst>
                  <a:ext uri="{FF2B5EF4-FFF2-40B4-BE49-F238E27FC236}">
                    <a16:creationId xmlns:a16="http://schemas.microsoft.com/office/drawing/2014/main" id="{247083B6-D62A-B80F-D4DE-466920239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155" y="5172139"/>
                <a:ext cx="295688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文字方塊 151">
            <a:extLst>
              <a:ext uri="{FF2B5EF4-FFF2-40B4-BE49-F238E27FC236}">
                <a16:creationId xmlns:a16="http://schemas.microsoft.com/office/drawing/2014/main" id="{49579112-8F9B-8180-B8B1-D3AAD696C5A8}"/>
              </a:ext>
            </a:extLst>
          </p:cNvPr>
          <p:cNvSpPr txBox="1"/>
          <p:nvPr/>
        </p:nvSpPr>
        <p:spPr>
          <a:xfrm>
            <a:off x="6136132" y="5197615"/>
            <a:ext cx="377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1ED36CC-759C-7F23-3684-1179AA3E34A9}"/>
                  </a:ext>
                </a:extLst>
              </p:cNvPr>
              <p:cNvSpPr txBox="1"/>
              <p:nvPr/>
            </p:nvSpPr>
            <p:spPr>
              <a:xfrm>
                <a:off x="6356071" y="5176837"/>
                <a:ext cx="754342" cy="428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1ED36CC-759C-7F23-3684-1179AA3E3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071" y="5176837"/>
                <a:ext cx="754342" cy="428772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399E7A5C-9C77-37C6-08E4-24D97CD25A3C}"/>
                  </a:ext>
                </a:extLst>
              </p:cNvPr>
              <p:cNvSpPr txBox="1"/>
              <p:nvPr/>
            </p:nvSpPr>
            <p:spPr>
              <a:xfrm>
                <a:off x="6957583" y="5199510"/>
                <a:ext cx="690776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Lucida Calligraphy" panose="03010101010101010101" pitchFamily="66" charset="0"/>
                        </a:rPr>
                        <m:t>z</m:t>
                      </m:r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399E7A5C-9C77-37C6-08E4-24D97CD25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583" y="5199510"/>
                <a:ext cx="690776" cy="403957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文字方塊 150">
                <a:extLst>
                  <a:ext uri="{FF2B5EF4-FFF2-40B4-BE49-F238E27FC236}">
                    <a16:creationId xmlns:a16="http://schemas.microsoft.com/office/drawing/2014/main" id="{C351EB52-26D4-0984-1310-62D91653C96A}"/>
                  </a:ext>
                </a:extLst>
              </p:cNvPr>
              <p:cNvSpPr txBox="1"/>
              <p:nvPr/>
            </p:nvSpPr>
            <p:spPr>
              <a:xfrm>
                <a:off x="7575967" y="517354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7" name="文字方塊 150">
                <a:extLst>
                  <a:ext uri="{FF2B5EF4-FFF2-40B4-BE49-F238E27FC236}">
                    <a16:creationId xmlns:a16="http://schemas.microsoft.com/office/drawing/2014/main" id="{C351EB52-26D4-0984-1310-62D91653C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5967" y="5173549"/>
                <a:ext cx="295688" cy="40011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8" name="群組 230">
            <a:extLst>
              <a:ext uri="{FF2B5EF4-FFF2-40B4-BE49-F238E27FC236}">
                <a16:creationId xmlns:a16="http://schemas.microsoft.com/office/drawing/2014/main" id="{A4FBFB19-E7B4-F907-FBE7-811415CA5388}"/>
              </a:ext>
            </a:extLst>
          </p:cNvPr>
          <p:cNvGrpSpPr/>
          <p:nvPr/>
        </p:nvGrpSpPr>
        <p:grpSpPr>
          <a:xfrm>
            <a:off x="7837499" y="5122590"/>
            <a:ext cx="929892" cy="474007"/>
            <a:chOff x="2149561" y="1744003"/>
            <a:chExt cx="929892" cy="47400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字方塊 231">
                  <a:extLst>
                    <a:ext uri="{FF2B5EF4-FFF2-40B4-BE49-F238E27FC236}">
                      <a16:creationId xmlns:a16="http://schemas.microsoft.com/office/drawing/2014/main" id="{73BF4355-60C2-155D-4B9A-76320AB6B301}"/>
                    </a:ext>
                  </a:extLst>
                </p:cNvPr>
                <p:cNvSpPr txBox="1"/>
                <p:nvPr/>
              </p:nvSpPr>
              <p:spPr>
                <a:xfrm>
                  <a:off x="2149561" y="1814053"/>
                  <a:ext cx="827087" cy="4039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Lucida Calligraphy" panose="03010101010101010101" pitchFamily="66" charset="0"/>
                        </a:rPr>
                        <m:t>z</m:t>
                      </m:r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09" name="文字方塊 231">
                  <a:extLst>
                    <a:ext uri="{FF2B5EF4-FFF2-40B4-BE49-F238E27FC236}">
                      <a16:creationId xmlns:a16="http://schemas.microsoft.com/office/drawing/2014/main" id="{73BF4355-60C2-155D-4B9A-76320AB6B3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9561" y="1814053"/>
                  <a:ext cx="827087" cy="40395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" name="文字方塊 232">
              <a:extLst>
                <a:ext uri="{FF2B5EF4-FFF2-40B4-BE49-F238E27FC236}">
                  <a16:creationId xmlns:a16="http://schemas.microsoft.com/office/drawing/2014/main" id="{4BA27204-F505-6972-18B1-6901D1DCF4BD}"/>
                </a:ext>
              </a:extLst>
            </p:cNvPr>
            <p:cNvSpPr txBox="1"/>
            <p:nvPr/>
          </p:nvSpPr>
          <p:spPr>
            <a:xfrm>
              <a:off x="2721663" y="1744003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111" name="Left Bracket 110">
            <a:extLst>
              <a:ext uri="{FF2B5EF4-FFF2-40B4-BE49-F238E27FC236}">
                <a16:creationId xmlns:a16="http://schemas.microsoft.com/office/drawing/2014/main" id="{71D51582-C671-AC2B-AB81-94BDDB5D862F}"/>
              </a:ext>
            </a:extLst>
          </p:cNvPr>
          <p:cNvSpPr/>
          <p:nvPr/>
        </p:nvSpPr>
        <p:spPr>
          <a:xfrm flipH="1">
            <a:off x="8627859" y="5094231"/>
            <a:ext cx="60043" cy="556899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3D3E5620-9502-B920-3DA0-7922B8706F96}"/>
                  </a:ext>
                </a:extLst>
              </p:cNvPr>
              <p:cNvSpPr txBox="1"/>
              <p:nvPr/>
            </p:nvSpPr>
            <p:spPr>
              <a:xfrm>
                <a:off x="4294405" y="5817456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3D3E5620-9502-B920-3DA0-7922B8706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405" y="5817456"/>
                <a:ext cx="382766" cy="4001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文字方塊 149">
            <a:extLst>
              <a:ext uri="{FF2B5EF4-FFF2-40B4-BE49-F238E27FC236}">
                <a16:creationId xmlns:a16="http://schemas.microsoft.com/office/drawing/2014/main" id="{835622CD-1EDE-8BC4-6671-2439F60C7816}"/>
              </a:ext>
            </a:extLst>
          </p:cNvPr>
          <p:cNvSpPr txBox="1"/>
          <p:nvPr/>
        </p:nvSpPr>
        <p:spPr>
          <a:xfrm>
            <a:off x="4577185" y="5826943"/>
            <a:ext cx="549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7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115" name="文字方塊 93">
            <a:extLst>
              <a:ext uri="{FF2B5EF4-FFF2-40B4-BE49-F238E27FC236}">
                <a16:creationId xmlns:a16="http://schemas.microsoft.com/office/drawing/2014/main" id="{5BFD4E29-468E-4FAB-AA0E-0375831F7EC8}"/>
              </a:ext>
            </a:extLst>
          </p:cNvPr>
          <p:cNvSpPr txBox="1"/>
          <p:nvPr/>
        </p:nvSpPr>
        <p:spPr>
          <a:xfrm>
            <a:off x="6252835" y="5755763"/>
            <a:ext cx="288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116" name="文字方塊 94">
            <a:extLst>
              <a:ext uri="{FF2B5EF4-FFF2-40B4-BE49-F238E27FC236}">
                <a16:creationId xmlns:a16="http://schemas.microsoft.com/office/drawing/2014/main" id="{04FC5AF1-44E3-3ADF-74CF-C1916E0CCE16}"/>
              </a:ext>
            </a:extLst>
          </p:cNvPr>
          <p:cNvSpPr txBox="1"/>
          <p:nvPr/>
        </p:nvSpPr>
        <p:spPr>
          <a:xfrm>
            <a:off x="4989189" y="5818376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文字方塊 95">
                <a:extLst>
                  <a:ext uri="{FF2B5EF4-FFF2-40B4-BE49-F238E27FC236}">
                    <a16:creationId xmlns:a16="http://schemas.microsoft.com/office/drawing/2014/main" id="{C122D98F-AB97-1D6C-E90B-62CFEF824744}"/>
                  </a:ext>
                </a:extLst>
              </p:cNvPr>
              <p:cNvSpPr txBox="1"/>
              <p:nvPr/>
            </p:nvSpPr>
            <p:spPr>
              <a:xfrm>
                <a:off x="5774534" y="5835199"/>
                <a:ext cx="6429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66FFFF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66FFFF"/>
                        </a:solidFill>
                        <a:latin typeface="Lucida Calligraphy" panose="03010101010101010101" pitchFamily="66" charset="0"/>
                      </a:rPr>
                      <m:t>z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17" name="文字方塊 95">
                <a:extLst>
                  <a:ext uri="{FF2B5EF4-FFF2-40B4-BE49-F238E27FC236}">
                    <a16:creationId xmlns:a16="http://schemas.microsoft.com/office/drawing/2014/main" id="{C122D98F-AB97-1D6C-E90B-62CFEF824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534" y="5835199"/>
                <a:ext cx="642931" cy="4001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文字方塊 92">
                <a:extLst>
                  <a:ext uri="{FF2B5EF4-FFF2-40B4-BE49-F238E27FC236}">
                    <a16:creationId xmlns:a16="http://schemas.microsoft.com/office/drawing/2014/main" id="{A1C2A59B-77BF-A1A2-72C5-9F9508C6211A}"/>
                  </a:ext>
                </a:extLst>
              </p:cNvPr>
              <p:cNvSpPr txBox="1"/>
              <p:nvPr/>
            </p:nvSpPr>
            <p:spPr>
              <a:xfrm>
                <a:off x="5518524" y="582410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8" name="文字方塊 92">
                <a:extLst>
                  <a:ext uri="{FF2B5EF4-FFF2-40B4-BE49-F238E27FC236}">
                    <a16:creationId xmlns:a16="http://schemas.microsoft.com/office/drawing/2014/main" id="{A1C2A59B-77BF-A1A2-72C5-9F9508C62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524" y="5824103"/>
                <a:ext cx="295688" cy="40011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文字方塊 90">
                <a:extLst>
                  <a:ext uri="{FF2B5EF4-FFF2-40B4-BE49-F238E27FC236}">
                    <a16:creationId xmlns:a16="http://schemas.microsoft.com/office/drawing/2014/main" id="{6030947B-232B-F056-7C33-36879C86A475}"/>
                  </a:ext>
                </a:extLst>
              </p:cNvPr>
              <p:cNvSpPr txBox="1"/>
              <p:nvPr/>
            </p:nvSpPr>
            <p:spPr>
              <a:xfrm>
                <a:off x="5080036" y="5823858"/>
                <a:ext cx="432905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19" name="文字方塊 90">
                <a:extLst>
                  <a:ext uri="{FF2B5EF4-FFF2-40B4-BE49-F238E27FC236}">
                    <a16:creationId xmlns:a16="http://schemas.microsoft.com/office/drawing/2014/main" id="{6030947B-232B-F056-7C33-36879C86A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36" y="5823858"/>
                <a:ext cx="432905" cy="417807"/>
              </a:xfrm>
              <a:prstGeom prst="rect">
                <a:avLst/>
              </a:prstGeom>
              <a:blipFill>
                <a:blip r:embed="rId47"/>
                <a:stretch>
                  <a:fillRect r="-7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767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2" grpId="0"/>
      <p:bldP spid="16" grpId="0"/>
      <p:bldP spid="17" grpId="0"/>
      <p:bldP spid="18" grpId="0"/>
      <p:bldP spid="20" grpId="0"/>
      <p:bldP spid="24" grpId="0"/>
      <p:bldP spid="28" grpId="0"/>
      <p:bldP spid="29" grpId="0"/>
      <p:bldP spid="34" grpId="0"/>
      <p:bldP spid="35" grpId="0"/>
      <p:bldP spid="36" grpId="0"/>
      <p:bldP spid="40" grpId="0"/>
      <p:bldP spid="41" grpId="0"/>
      <p:bldP spid="42" grpId="0" animBg="1"/>
      <p:bldP spid="46" grpId="0"/>
      <p:bldP spid="47" grpId="0"/>
      <p:bldP spid="48" grpId="0"/>
      <p:bldP spid="49" grpId="0"/>
      <p:bldP spid="50" grpId="0"/>
      <p:bldP spid="54" grpId="0" animBg="1"/>
      <p:bldP spid="55" grpId="0"/>
      <p:bldP spid="56" grpId="0"/>
      <p:bldP spid="57" grpId="0"/>
      <p:bldP spid="58" grpId="0"/>
      <p:bldP spid="59" grpId="0"/>
      <p:bldP spid="60" grpId="0"/>
      <p:bldP spid="61" grpId="0"/>
      <p:bldP spid="65" grpId="0"/>
      <p:bldP spid="69" grpId="0"/>
      <p:bldP spid="70" grpId="0"/>
      <p:bldP spid="71" grpId="0"/>
      <p:bldP spid="72" grpId="0"/>
      <p:bldP spid="73" grpId="0"/>
      <p:bldP spid="77" grpId="0"/>
      <p:bldP spid="82" grpId="0"/>
      <p:bldP spid="83" grpId="0"/>
      <p:bldP spid="84" grpId="0"/>
      <p:bldP spid="85" grpId="0"/>
      <p:bldP spid="90" grpId="0"/>
      <p:bldP spid="91" grpId="0"/>
      <p:bldP spid="92" grpId="0"/>
      <p:bldP spid="97" grpId="0"/>
      <p:bldP spid="98" grpId="0"/>
      <p:bldP spid="99" grpId="0" animBg="1"/>
      <p:bldP spid="103" grpId="0"/>
      <p:bldP spid="104" grpId="0"/>
      <p:bldP spid="105" grpId="0"/>
      <p:bldP spid="106" grpId="0"/>
      <p:bldP spid="107" grpId="0"/>
      <p:bldP spid="111" grpId="0" animBg="1"/>
      <p:bldP spid="112" grpId="0"/>
      <p:bldP spid="113" grpId="0"/>
      <p:bldP spid="115" grpId="0"/>
      <p:bldP spid="116" grpId="0"/>
      <p:bldP spid="117" grpId="0"/>
      <p:bldP spid="118" grpId="0"/>
      <p:bldP spid="1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119">
            <a:extLst>
              <a:ext uri="{FF2B5EF4-FFF2-40B4-BE49-F238E27FC236}">
                <a16:creationId xmlns:a16="http://schemas.microsoft.com/office/drawing/2014/main" id="{B3AFC24E-B165-685A-14F8-7265F5D1062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3312" t="39904"/>
          <a:stretch>
            <a:fillRect/>
          </a:stretch>
        </p:blipFill>
        <p:spPr>
          <a:xfrm>
            <a:off x="204108" y="244928"/>
            <a:ext cx="4767281" cy="288522"/>
          </a:xfrm>
          <a:prstGeom prst="rect">
            <a:avLst/>
          </a:prstGeom>
        </p:spPr>
      </p:pic>
      <p:grpSp>
        <p:nvGrpSpPr>
          <p:cNvPr id="6" name="群組 139">
            <a:extLst>
              <a:ext uri="{FF2B5EF4-FFF2-40B4-BE49-F238E27FC236}">
                <a16:creationId xmlns:a16="http://schemas.microsoft.com/office/drawing/2014/main" id="{64F2DD86-5F12-6083-0656-F4284AB0FD54}"/>
              </a:ext>
            </a:extLst>
          </p:cNvPr>
          <p:cNvGrpSpPr/>
          <p:nvPr/>
        </p:nvGrpSpPr>
        <p:grpSpPr>
          <a:xfrm>
            <a:off x="870607" y="536365"/>
            <a:ext cx="452760" cy="477055"/>
            <a:chOff x="2117411" y="5460494"/>
            <a:chExt cx="452760" cy="477055"/>
          </a:xfrm>
        </p:grpSpPr>
        <p:sp>
          <p:nvSpPr>
            <p:cNvPr id="7" name="文字方塊 140">
              <a:extLst>
                <a:ext uri="{FF2B5EF4-FFF2-40B4-BE49-F238E27FC236}">
                  <a16:creationId xmlns:a16="http://schemas.microsoft.com/office/drawing/2014/main" id="{8730483A-5C59-28C3-96FF-9F0EA4E072A7}"/>
                </a:ext>
              </a:extLst>
            </p:cNvPr>
            <p:cNvSpPr txBox="1"/>
            <p:nvPr/>
          </p:nvSpPr>
          <p:spPr>
            <a:xfrm>
              <a:off x="2117411" y="5537439"/>
              <a:ext cx="3601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8" name="文字方塊 141">
              <a:extLst>
                <a:ext uri="{FF2B5EF4-FFF2-40B4-BE49-F238E27FC236}">
                  <a16:creationId xmlns:a16="http://schemas.microsoft.com/office/drawing/2014/main" id="{2A39DA9C-3D58-AEF0-0FC2-CF31313B7162}"/>
                </a:ext>
              </a:extLst>
            </p:cNvPr>
            <p:cNvSpPr txBox="1"/>
            <p:nvPr/>
          </p:nvSpPr>
          <p:spPr>
            <a:xfrm>
              <a:off x="2281309" y="5460494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150">
                <a:extLst>
                  <a:ext uri="{FF2B5EF4-FFF2-40B4-BE49-F238E27FC236}">
                    <a16:creationId xmlns:a16="http://schemas.microsoft.com/office/drawing/2014/main" id="{45389D51-9551-3D74-FC11-2225CEE5BD99}"/>
                  </a:ext>
                </a:extLst>
              </p:cNvPr>
              <p:cNvSpPr txBox="1"/>
              <p:nvPr/>
            </p:nvSpPr>
            <p:spPr>
              <a:xfrm>
                <a:off x="1191578" y="5911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" name="文字方塊 150">
                <a:extLst>
                  <a:ext uri="{FF2B5EF4-FFF2-40B4-BE49-F238E27FC236}">
                    <a16:creationId xmlns:a16="http://schemas.microsoft.com/office/drawing/2014/main" id="{45389D51-9551-3D74-FC11-2225CEE5B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578" y="591166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群組 139">
            <a:extLst>
              <a:ext uri="{FF2B5EF4-FFF2-40B4-BE49-F238E27FC236}">
                <a16:creationId xmlns:a16="http://schemas.microsoft.com/office/drawing/2014/main" id="{83BBCDDF-6D2B-F4B7-D981-4814DC16DD3E}"/>
              </a:ext>
            </a:extLst>
          </p:cNvPr>
          <p:cNvGrpSpPr/>
          <p:nvPr/>
        </p:nvGrpSpPr>
        <p:grpSpPr>
          <a:xfrm>
            <a:off x="1445430" y="536365"/>
            <a:ext cx="460451" cy="471799"/>
            <a:chOff x="1714125" y="5476822"/>
            <a:chExt cx="460451" cy="471799"/>
          </a:xfrm>
        </p:grpSpPr>
        <p:sp>
          <p:nvSpPr>
            <p:cNvPr id="11" name="文字方塊 140">
              <a:extLst>
                <a:ext uri="{FF2B5EF4-FFF2-40B4-BE49-F238E27FC236}">
                  <a16:creationId xmlns:a16="http://schemas.microsoft.com/office/drawing/2014/main" id="{F22552A1-1522-67D2-5C8F-BE204B804A68}"/>
                </a:ext>
              </a:extLst>
            </p:cNvPr>
            <p:cNvSpPr txBox="1"/>
            <p:nvPr/>
          </p:nvSpPr>
          <p:spPr>
            <a:xfrm>
              <a:off x="1714125" y="5548511"/>
              <a:ext cx="3967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12" name="文字方塊 141">
              <a:extLst>
                <a:ext uri="{FF2B5EF4-FFF2-40B4-BE49-F238E27FC236}">
                  <a16:creationId xmlns:a16="http://schemas.microsoft.com/office/drawing/2014/main" id="{9D1BC3D6-47B1-AB4A-0B71-345958655128}"/>
                </a:ext>
              </a:extLst>
            </p:cNvPr>
            <p:cNvSpPr txBox="1"/>
            <p:nvPr/>
          </p:nvSpPr>
          <p:spPr>
            <a:xfrm>
              <a:off x="1885714" y="54768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FFC1969-D695-BA1D-C4FC-E2A3F1EBACC0}"/>
              </a:ext>
            </a:extLst>
          </p:cNvPr>
          <p:cNvGrpSpPr/>
          <p:nvPr/>
        </p:nvGrpSpPr>
        <p:grpSpPr>
          <a:xfrm>
            <a:off x="2029822" y="533450"/>
            <a:ext cx="939144" cy="482878"/>
            <a:chOff x="6347772" y="2585831"/>
            <a:chExt cx="939144" cy="482878"/>
          </a:xfrm>
        </p:grpSpPr>
        <p:grpSp>
          <p:nvGrpSpPr>
            <p:cNvPr id="14" name="群組 139">
              <a:extLst>
                <a:ext uri="{FF2B5EF4-FFF2-40B4-BE49-F238E27FC236}">
                  <a16:creationId xmlns:a16="http://schemas.microsoft.com/office/drawing/2014/main" id="{6CD5597F-3F01-5FED-B1B9-4BC72D486F71}"/>
                </a:ext>
              </a:extLst>
            </p:cNvPr>
            <p:cNvGrpSpPr/>
            <p:nvPr/>
          </p:nvGrpSpPr>
          <p:grpSpPr>
            <a:xfrm>
              <a:off x="6548001" y="2585831"/>
              <a:ext cx="477464" cy="477054"/>
              <a:chOff x="2174893" y="5460495"/>
              <a:chExt cx="477464" cy="477054"/>
            </a:xfrm>
          </p:grpSpPr>
          <p:sp>
            <p:nvSpPr>
              <p:cNvPr id="19" name="文字方塊 140">
                <a:extLst>
                  <a:ext uri="{FF2B5EF4-FFF2-40B4-BE49-F238E27FC236}">
                    <a16:creationId xmlns:a16="http://schemas.microsoft.com/office/drawing/2014/main" id="{E4B48F26-B924-71A1-2BC6-E48457FFF737}"/>
                  </a:ext>
                </a:extLst>
              </p:cNvPr>
              <p:cNvSpPr txBox="1"/>
              <p:nvPr/>
            </p:nvSpPr>
            <p:spPr>
              <a:xfrm>
                <a:off x="2174893" y="5537439"/>
                <a:ext cx="3772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a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20" name="文字方塊 141">
                <a:extLst>
                  <a:ext uri="{FF2B5EF4-FFF2-40B4-BE49-F238E27FC236}">
                    <a16:creationId xmlns:a16="http://schemas.microsoft.com/office/drawing/2014/main" id="{6DA5EF99-6B6F-61AA-2AF0-447D1BA00C27}"/>
                  </a:ext>
                </a:extLst>
              </p:cNvPr>
              <p:cNvSpPr txBox="1"/>
              <p:nvPr/>
            </p:nvSpPr>
            <p:spPr>
              <a:xfrm>
                <a:off x="2363495" y="5460495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12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p:grpSp>
          <p:nvGrpSpPr>
            <p:cNvPr id="15" name="群組 139">
              <a:extLst>
                <a:ext uri="{FF2B5EF4-FFF2-40B4-BE49-F238E27FC236}">
                  <a16:creationId xmlns:a16="http://schemas.microsoft.com/office/drawing/2014/main" id="{82258C9D-4BC8-1BE0-7205-5F9A73E471DD}"/>
                </a:ext>
              </a:extLst>
            </p:cNvPr>
            <p:cNvGrpSpPr/>
            <p:nvPr/>
          </p:nvGrpSpPr>
          <p:grpSpPr>
            <a:xfrm>
              <a:off x="6809452" y="2591655"/>
              <a:ext cx="477464" cy="477054"/>
              <a:chOff x="2207549" y="5460495"/>
              <a:chExt cx="477464" cy="477054"/>
            </a:xfrm>
          </p:grpSpPr>
          <p:sp>
            <p:nvSpPr>
              <p:cNvPr id="17" name="文字方塊 140">
                <a:extLst>
                  <a:ext uri="{FF2B5EF4-FFF2-40B4-BE49-F238E27FC236}">
                    <a16:creationId xmlns:a16="http://schemas.microsoft.com/office/drawing/2014/main" id="{5D9ED05F-3BB1-1ACD-D8B6-D1EF90B1364E}"/>
                  </a:ext>
                </a:extLst>
              </p:cNvPr>
              <p:cNvSpPr txBox="1"/>
              <p:nvPr/>
            </p:nvSpPr>
            <p:spPr>
              <a:xfrm>
                <a:off x="2207549" y="5537439"/>
                <a:ext cx="3772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b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18" name="文字方塊 141">
                <a:extLst>
                  <a:ext uri="{FF2B5EF4-FFF2-40B4-BE49-F238E27FC236}">
                    <a16:creationId xmlns:a16="http://schemas.microsoft.com/office/drawing/2014/main" id="{04A5BE21-AEDE-D28E-BF31-3BC2DBDEA640}"/>
                  </a:ext>
                </a:extLst>
              </p:cNvPr>
              <p:cNvSpPr txBox="1"/>
              <p:nvPr/>
            </p:nvSpPr>
            <p:spPr>
              <a:xfrm>
                <a:off x="2396151" y="5460495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p:sp>
          <p:nvSpPr>
            <p:cNvPr id="16" name="文字方塊 92">
              <a:extLst>
                <a:ext uri="{FF2B5EF4-FFF2-40B4-BE49-F238E27FC236}">
                  <a16:creationId xmlns:a16="http://schemas.microsoft.com/office/drawing/2014/main" id="{1324D255-5657-2D9D-4569-9C122B520E9F}"/>
                </a:ext>
              </a:extLst>
            </p:cNvPr>
            <p:cNvSpPr txBox="1"/>
            <p:nvPr/>
          </p:nvSpPr>
          <p:spPr>
            <a:xfrm>
              <a:off x="6347772" y="2658150"/>
              <a:ext cx="2956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Handwriting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150">
                <a:extLst>
                  <a:ext uri="{FF2B5EF4-FFF2-40B4-BE49-F238E27FC236}">
                    <a16:creationId xmlns:a16="http://schemas.microsoft.com/office/drawing/2014/main" id="{C56253AB-46D8-127C-8DC6-DE9F6D4F5C5B}"/>
                  </a:ext>
                </a:extLst>
              </p:cNvPr>
              <p:cNvSpPr txBox="1"/>
              <p:nvPr/>
            </p:nvSpPr>
            <p:spPr>
              <a:xfrm>
                <a:off x="1762939" y="5911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1" name="文字方塊 150">
                <a:extLst>
                  <a:ext uri="{FF2B5EF4-FFF2-40B4-BE49-F238E27FC236}">
                    <a16:creationId xmlns:a16="http://schemas.microsoft.com/office/drawing/2014/main" id="{C56253AB-46D8-127C-8DC6-DE9F6D4F5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939" y="591166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148">
                <a:extLst>
                  <a:ext uri="{FF2B5EF4-FFF2-40B4-BE49-F238E27FC236}">
                    <a16:creationId xmlns:a16="http://schemas.microsoft.com/office/drawing/2014/main" id="{98C31961-4AA7-2EF6-2630-E0DB87C3FFC9}"/>
                  </a:ext>
                </a:extLst>
              </p:cNvPr>
              <p:cNvSpPr txBox="1"/>
              <p:nvPr/>
            </p:nvSpPr>
            <p:spPr>
              <a:xfrm>
                <a:off x="2834898" y="5827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" name="文字方塊 148">
                <a:extLst>
                  <a:ext uri="{FF2B5EF4-FFF2-40B4-BE49-F238E27FC236}">
                    <a16:creationId xmlns:a16="http://schemas.microsoft.com/office/drawing/2014/main" id="{98C31961-4AA7-2EF6-2630-E0DB87C3F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898" y="582798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149">
            <a:extLst>
              <a:ext uri="{FF2B5EF4-FFF2-40B4-BE49-F238E27FC236}">
                <a16:creationId xmlns:a16="http://schemas.microsoft.com/office/drawing/2014/main" id="{FD85AF24-FA05-A177-6F2D-65F76E45A2AF}"/>
              </a:ext>
            </a:extLst>
          </p:cNvPr>
          <p:cNvSpPr txBox="1"/>
          <p:nvPr/>
        </p:nvSpPr>
        <p:spPr>
          <a:xfrm>
            <a:off x="3089749" y="608274"/>
            <a:ext cx="73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ab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150">
                <a:extLst>
                  <a:ext uri="{FF2B5EF4-FFF2-40B4-BE49-F238E27FC236}">
                    <a16:creationId xmlns:a16="http://schemas.microsoft.com/office/drawing/2014/main" id="{68C7194F-131B-6271-6D7F-527EE6872484}"/>
                  </a:ext>
                </a:extLst>
              </p:cNvPr>
              <p:cNvSpPr txBox="1"/>
              <p:nvPr/>
            </p:nvSpPr>
            <p:spPr>
              <a:xfrm>
                <a:off x="3714678" y="56729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5" name="文字方塊 150">
                <a:extLst>
                  <a:ext uri="{FF2B5EF4-FFF2-40B4-BE49-F238E27FC236}">
                    <a16:creationId xmlns:a16="http://schemas.microsoft.com/office/drawing/2014/main" id="{68C7194F-131B-6271-6D7F-527EE6872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678" y="567297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群組 139">
            <a:extLst>
              <a:ext uri="{FF2B5EF4-FFF2-40B4-BE49-F238E27FC236}">
                <a16:creationId xmlns:a16="http://schemas.microsoft.com/office/drawing/2014/main" id="{04D32A10-792C-E2C7-AE5D-3359C259C13A}"/>
              </a:ext>
            </a:extLst>
          </p:cNvPr>
          <p:cNvGrpSpPr/>
          <p:nvPr/>
        </p:nvGrpSpPr>
        <p:grpSpPr>
          <a:xfrm>
            <a:off x="3965005" y="536365"/>
            <a:ext cx="484787" cy="469514"/>
            <a:chOff x="1739127" y="5468035"/>
            <a:chExt cx="484787" cy="469514"/>
          </a:xfrm>
        </p:grpSpPr>
        <p:sp>
          <p:nvSpPr>
            <p:cNvPr id="27" name="文字方塊 140">
              <a:extLst>
                <a:ext uri="{FF2B5EF4-FFF2-40B4-BE49-F238E27FC236}">
                  <a16:creationId xmlns:a16="http://schemas.microsoft.com/office/drawing/2014/main" id="{135FE2E2-B4E7-FDE1-4E64-F9DAC62E2F8A}"/>
                </a:ext>
              </a:extLst>
            </p:cNvPr>
            <p:cNvSpPr txBox="1"/>
            <p:nvPr/>
          </p:nvSpPr>
          <p:spPr>
            <a:xfrm>
              <a:off x="1739127" y="5537439"/>
              <a:ext cx="3407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28" name="文字方塊 141">
              <a:extLst>
                <a:ext uri="{FF2B5EF4-FFF2-40B4-BE49-F238E27FC236}">
                  <a16:creationId xmlns:a16="http://schemas.microsoft.com/office/drawing/2014/main" id="{56F84150-FBC4-978B-A328-6679063625AF}"/>
                </a:ext>
              </a:extLst>
            </p:cNvPr>
            <p:cNvSpPr txBox="1"/>
            <p:nvPr/>
          </p:nvSpPr>
          <p:spPr>
            <a:xfrm>
              <a:off x="1935052" y="546803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150">
                <a:extLst>
                  <a:ext uri="{FF2B5EF4-FFF2-40B4-BE49-F238E27FC236}">
                    <a16:creationId xmlns:a16="http://schemas.microsoft.com/office/drawing/2014/main" id="{76A4B872-BEE6-627D-7770-10C6210CDCD9}"/>
                  </a:ext>
                </a:extLst>
              </p:cNvPr>
              <p:cNvSpPr txBox="1"/>
              <p:nvPr/>
            </p:nvSpPr>
            <p:spPr>
              <a:xfrm>
                <a:off x="4311664" y="5671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" name="文字方塊 150">
                <a:extLst>
                  <a:ext uri="{FF2B5EF4-FFF2-40B4-BE49-F238E27FC236}">
                    <a16:creationId xmlns:a16="http://schemas.microsoft.com/office/drawing/2014/main" id="{76A4B872-BEE6-627D-7770-10C6210CD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1664" y="567137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群組 139">
            <a:extLst>
              <a:ext uri="{FF2B5EF4-FFF2-40B4-BE49-F238E27FC236}">
                <a16:creationId xmlns:a16="http://schemas.microsoft.com/office/drawing/2014/main" id="{FBDF99CE-5907-EC4D-5AB6-B92D76AFBC8E}"/>
              </a:ext>
            </a:extLst>
          </p:cNvPr>
          <p:cNvGrpSpPr/>
          <p:nvPr/>
        </p:nvGrpSpPr>
        <p:grpSpPr>
          <a:xfrm>
            <a:off x="4571979" y="538966"/>
            <a:ext cx="484787" cy="469514"/>
            <a:chOff x="1739127" y="5468035"/>
            <a:chExt cx="484787" cy="469514"/>
          </a:xfrm>
        </p:grpSpPr>
        <p:sp>
          <p:nvSpPr>
            <p:cNvPr id="31" name="文字方塊 140">
              <a:extLst>
                <a:ext uri="{FF2B5EF4-FFF2-40B4-BE49-F238E27FC236}">
                  <a16:creationId xmlns:a16="http://schemas.microsoft.com/office/drawing/2014/main" id="{3068E36B-88E7-3A01-B463-1B46ADEC8A07}"/>
                </a:ext>
              </a:extLst>
            </p:cNvPr>
            <p:cNvSpPr txBox="1"/>
            <p:nvPr/>
          </p:nvSpPr>
          <p:spPr>
            <a:xfrm>
              <a:off x="1739127" y="5537439"/>
              <a:ext cx="3407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32" name="文字方塊 141">
              <a:extLst>
                <a:ext uri="{FF2B5EF4-FFF2-40B4-BE49-F238E27FC236}">
                  <a16:creationId xmlns:a16="http://schemas.microsoft.com/office/drawing/2014/main" id="{606DA49A-CF92-262F-5AE1-B3DBAE78C764}"/>
                </a:ext>
              </a:extLst>
            </p:cNvPr>
            <p:cNvSpPr txBox="1"/>
            <p:nvPr/>
          </p:nvSpPr>
          <p:spPr>
            <a:xfrm>
              <a:off x="1935052" y="546803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512C3E3-E752-6E4C-5F22-53AC14BAD8C7}"/>
                  </a:ext>
                </a:extLst>
              </p:cNvPr>
              <p:cNvSpPr txBox="1"/>
              <p:nvPr/>
            </p:nvSpPr>
            <p:spPr>
              <a:xfrm>
                <a:off x="523606" y="1073358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512C3E3-E752-6E4C-5F22-53AC14BAD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06" y="1073358"/>
                <a:ext cx="382766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群組 139">
            <a:extLst>
              <a:ext uri="{FF2B5EF4-FFF2-40B4-BE49-F238E27FC236}">
                <a16:creationId xmlns:a16="http://schemas.microsoft.com/office/drawing/2014/main" id="{9E1A79F2-B5F4-8771-2A8E-9E95690CB657}"/>
              </a:ext>
            </a:extLst>
          </p:cNvPr>
          <p:cNvGrpSpPr/>
          <p:nvPr/>
        </p:nvGrpSpPr>
        <p:grpSpPr>
          <a:xfrm>
            <a:off x="897984" y="1020370"/>
            <a:ext cx="452760" cy="477055"/>
            <a:chOff x="2117411" y="5460494"/>
            <a:chExt cx="452760" cy="477055"/>
          </a:xfrm>
        </p:grpSpPr>
        <p:sp>
          <p:nvSpPr>
            <p:cNvPr id="56" name="文字方塊 140">
              <a:extLst>
                <a:ext uri="{FF2B5EF4-FFF2-40B4-BE49-F238E27FC236}">
                  <a16:creationId xmlns:a16="http://schemas.microsoft.com/office/drawing/2014/main" id="{37B2F887-B96F-BA0B-56C8-AE6A011F1D4F}"/>
                </a:ext>
              </a:extLst>
            </p:cNvPr>
            <p:cNvSpPr txBox="1"/>
            <p:nvPr/>
          </p:nvSpPr>
          <p:spPr>
            <a:xfrm>
              <a:off x="2117411" y="5537439"/>
              <a:ext cx="3601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57" name="文字方塊 141">
              <a:extLst>
                <a:ext uri="{FF2B5EF4-FFF2-40B4-BE49-F238E27FC236}">
                  <a16:creationId xmlns:a16="http://schemas.microsoft.com/office/drawing/2014/main" id="{EE3B93E8-2B21-3DD4-8754-F63A3BEB177E}"/>
                </a:ext>
              </a:extLst>
            </p:cNvPr>
            <p:cNvSpPr txBox="1"/>
            <p:nvPr/>
          </p:nvSpPr>
          <p:spPr>
            <a:xfrm>
              <a:off x="2281309" y="5460494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0D84B74-9323-E07F-B546-3458ED23CD25}"/>
              </a:ext>
            </a:extLst>
          </p:cNvPr>
          <p:cNvGrpSpPr/>
          <p:nvPr/>
        </p:nvGrpSpPr>
        <p:grpSpPr>
          <a:xfrm>
            <a:off x="1468630" y="1020370"/>
            <a:ext cx="939144" cy="482878"/>
            <a:chOff x="6347772" y="2585831"/>
            <a:chExt cx="939144" cy="482878"/>
          </a:xfrm>
        </p:grpSpPr>
        <p:grpSp>
          <p:nvGrpSpPr>
            <p:cNvPr id="59" name="群組 139">
              <a:extLst>
                <a:ext uri="{FF2B5EF4-FFF2-40B4-BE49-F238E27FC236}">
                  <a16:creationId xmlns:a16="http://schemas.microsoft.com/office/drawing/2014/main" id="{C4D9D7C3-9CC5-B88E-3402-D876AC420692}"/>
                </a:ext>
              </a:extLst>
            </p:cNvPr>
            <p:cNvGrpSpPr/>
            <p:nvPr/>
          </p:nvGrpSpPr>
          <p:grpSpPr>
            <a:xfrm>
              <a:off x="6548001" y="2585831"/>
              <a:ext cx="477464" cy="477054"/>
              <a:chOff x="2174893" y="5460495"/>
              <a:chExt cx="477464" cy="477054"/>
            </a:xfrm>
          </p:grpSpPr>
          <p:sp>
            <p:nvSpPr>
              <p:cNvPr id="64" name="文字方塊 140">
                <a:extLst>
                  <a:ext uri="{FF2B5EF4-FFF2-40B4-BE49-F238E27FC236}">
                    <a16:creationId xmlns:a16="http://schemas.microsoft.com/office/drawing/2014/main" id="{81337D37-414A-CB3D-597B-18BDC91F8350}"/>
                  </a:ext>
                </a:extLst>
              </p:cNvPr>
              <p:cNvSpPr txBox="1"/>
              <p:nvPr/>
            </p:nvSpPr>
            <p:spPr>
              <a:xfrm>
                <a:off x="2174893" y="5537439"/>
                <a:ext cx="3772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a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65" name="文字方塊 141">
                <a:extLst>
                  <a:ext uri="{FF2B5EF4-FFF2-40B4-BE49-F238E27FC236}">
                    <a16:creationId xmlns:a16="http://schemas.microsoft.com/office/drawing/2014/main" id="{47A7B943-9C50-2F8C-7EDC-0845474A4712}"/>
                  </a:ext>
                </a:extLst>
              </p:cNvPr>
              <p:cNvSpPr txBox="1"/>
              <p:nvPr/>
            </p:nvSpPr>
            <p:spPr>
              <a:xfrm>
                <a:off x="2363495" y="5460495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12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p:grpSp>
          <p:nvGrpSpPr>
            <p:cNvPr id="60" name="群組 139">
              <a:extLst>
                <a:ext uri="{FF2B5EF4-FFF2-40B4-BE49-F238E27FC236}">
                  <a16:creationId xmlns:a16="http://schemas.microsoft.com/office/drawing/2014/main" id="{0DC9A395-697A-5CA2-9EF5-77DABF1FA645}"/>
                </a:ext>
              </a:extLst>
            </p:cNvPr>
            <p:cNvGrpSpPr/>
            <p:nvPr/>
          </p:nvGrpSpPr>
          <p:grpSpPr>
            <a:xfrm>
              <a:off x="6809452" y="2591655"/>
              <a:ext cx="477464" cy="477054"/>
              <a:chOff x="2207549" y="5460495"/>
              <a:chExt cx="477464" cy="477054"/>
            </a:xfrm>
          </p:grpSpPr>
          <p:sp>
            <p:nvSpPr>
              <p:cNvPr id="62" name="文字方塊 140">
                <a:extLst>
                  <a:ext uri="{FF2B5EF4-FFF2-40B4-BE49-F238E27FC236}">
                    <a16:creationId xmlns:a16="http://schemas.microsoft.com/office/drawing/2014/main" id="{C162BBBB-1EAC-DA11-7559-3794FAD0CFEC}"/>
                  </a:ext>
                </a:extLst>
              </p:cNvPr>
              <p:cNvSpPr txBox="1"/>
              <p:nvPr/>
            </p:nvSpPr>
            <p:spPr>
              <a:xfrm>
                <a:off x="2207549" y="5537439"/>
                <a:ext cx="3772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b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63" name="文字方塊 141">
                <a:extLst>
                  <a:ext uri="{FF2B5EF4-FFF2-40B4-BE49-F238E27FC236}">
                    <a16:creationId xmlns:a16="http://schemas.microsoft.com/office/drawing/2014/main" id="{2F7C2B81-C424-5486-A28C-500C08CF63C3}"/>
                  </a:ext>
                </a:extLst>
              </p:cNvPr>
              <p:cNvSpPr txBox="1"/>
              <p:nvPr/>
            </p:nvSpPr>
            <p:spPr>
              <a:xfrm>
                <a:off x="2396151" y="5460495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p:sp>
          <p:nvSpPr>
            <p:cNvPr id="61" name="文字方塊 92">
              <a:extLst>
                <a:ext uri="{FF2B5EF4-FFF2-40B4-BE49-F238E27FC236}">
                  <a16:creationId xmlns:a16="http://schemas.microsoft.com/office/drawing/2014/main" id="{8DF261F1-DE9C-DB56-435D-B930259220C1}"/>
                </a:ext>
              </a:extLst>
            </p:cNvPr>
            <p:cNvSpPr txBox="1"/>
            <p:nvPr/>
          </p:nvSpPr>
          <p:spPr>
            <a:xfrm>
              <a:off x="6347772" y="2658150"/>
              <a:ext cx="2956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Handwriting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字方塊 150">
                <a:extLst>
                  <a:ext uri="{FF2B5EF4-FFF2-40B4-BE49-F238E27FC236}">
                    <a16:creationId xmlns:a16="http://schemas.microsoft.com/office/drawing/2014/main" id="{C2C8127D-9896-3DAE-D8A5-B98788184A18}"/>
                  </a:ext>
                </a:extLst>
              </p:cNvPr>
              <p:cNvSpPr txBox="1"/>
              <p:nvPr/>
            </p:nvSpPr>
            <p:spPr>
              <a:xfrm>
                <a:off x="1201747" y="10780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6" name="文字方塊 150">
                <a:extLst>
                  <a:ext uri="{FF2B5EF4-FFF2-40B4-BE49-F238E27FC236}">
                    <a16:creationId xmlns:a16="http://schemas.microsoft.com/office/drawing/2014/main" id="{C2C8127D-9896-3DAE-D8A5-B98788184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747" y="1078086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字方塊 150">
                <a:extLst>
                  <a:ext uri="{FF2B5EF4-FFF2-40B4-BE49-F238E27FC236}">
                    <a16:creationId xmlns:a16="http://schemas.microsoft.com/office/drawing/2014/main" id="{F2C2C79D-8F1E-CC27-015A-5594D2730D5E}"/>
                  </a:ext>
                </a:extLst>
              </p:cNvPr>
              <p:cNvSpPr txBox="1"/>
              <p:nvPr/>
            </p:nvSpPr>
            <p:spPr>
              <a:xfrm>
                <a:off x="2256022" y="106197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7" name="文字方塊 150">
                <a:extLst>
                  <a:ext uri="{FF2B5EF4-FFF2-40B4-BE49-F238E27FC236}">
                    <a16:creationId xmlns:a16="http://schemas.microsoft.com/office/drawing/2014/main" id="{F2C2C79D-8F1E-CC27-015A-5594D2730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6022" y="1061972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群組 139">
            <a:extLst>
              <a:ext uri="{FF2B5EF4-FFF2-40B4-BE49-F238E27FC236}">
                <a16:creationId xmlns:a16="http://schemas.microsoft.com/office/drawing/2014/main" id="{D0B6568C-73F5-7B74-FDAF-D3E6518562C6}"/>
              </a:ext>
            </a:extLst>
          </p:cNvPr>
          <p:cNvGrpSpPr/>
          <p:nvPr/>
        </p:nvGrpSpPr>
        <p:grpSpPr>
          <a:xfrm>
            <a:off x="2506349" y="1031040"/>
            <a:ext cx="484787" cy="469514"/>
            <a:chOff x="1739127" y="5468035"/>
            <a:chExt cx="484787" cy="469514"/>
          </a:xfrm>
        </p:grpSpPr>
        <p:sp>
          <p:nvSpPr>
            <p:cNvPr id="69" name="文字方塊 140">
              <a:extLst>
                <a:ext uri="{FF2B5EF4-FFF2-40B4-BE49-F238E27FC236}">
                  <a16:creationId xmlns:a16="http://schemas.microsoft.com/office/drawing/2014/main" id="{0B6A18D0-DBB0-BC88-2560-D90DE63B84FE}"/>
                </a:ext>
              </a:extLst>
            </p:cNvPr>
            <p:cNvSpPr txBox="1"/>
            <p:nvPr/>
          </p:nvSpPr>
          <p:spPr>
            <a:xfrm>
              <a:off x="1739127" y="5537439"/>
              <a:ext cx="3407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70" name="文字方塊 141">
              <a:extLst>
                <a:ext uri="{FF2B5EF4-FFF2-40B4-BE49-F238E27FC236}">
                  <a16:creationId xmlns:a16="http://schemas.microsoft.com/office/drawing/2014/main" id="{E9704B9F-4273-B5B2-5B13-CE4F70CC3EC7}"/>
                </a:ext>
              </a:extLst>
            </p:cNvPr>
            <p:cNvSpPr txBox="1"/>
            <p:nvPr/>
          </p:nvSpPr>
          <p:spPr>
            <a:xfrm>
              <a:off x="1935052" y="546803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文字方塊 150">
                <a:extLst>
                  <a:ext uri="{FF2B5EF4-FFF2-40B4-BE49-F238E27FC236}">
                    <a16:creationId xmlns:a16="http://schemas.microsoft.com/office/drawing/2014/main" id="{FB14FF82-CB62-6C14-5B32-65EC6BE89B60}"/>
                  </a:ext>
                </a:extLst>
              </p:cNvPr>
              <p:cNvSpPr txBox="1"/>
              <p:nvPr/>
            </p:nvSpPr>
            <p:spPr>
              <a:xfrm>
                <a:off x="2839381" y="107580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1" name="文字方塊 150">
                <a:extLst>
                  <a:ext uri="{FF2B5EF4-FFF2-40B4-BE49-F238E27FC236}">
                    <a16:creationId xmlns:a16="http://schemas.microsoft.com/office/drawing/2014/main" id="{FB14FF82-CB62-6C14-5B32-65EC6BE89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381" y="1075801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群組 139">
            <a:extLst>
              <a:ext uri="{FF2B5EF4-FFF2-40B4-BE49-F238E27FC236}">
                <a16:creationId xmlns:a16="http://schemas.microsoft.com/office/drawing/2014/main" id="{AB5A0A29-D739-74A5-531D-97872978C82A}"/>
              </a:ext>
            </a:extLst>
          </p:cNvPr>
          <p:cNvGrpSpPr/>
          <p:nvPr/>
        </p:nvGrpSpPr>
        <p:grpSpPr>
          <a:xfrm>
            <a:off x="3093233" y="1021000"/>
            <a:ext cx="460451" cy="471799"/>
            <a:chOff x="1714125" y="5476822"/>
            <a:chExt cx="460451" cy="471799"/>
          </a:xfrm>
        </p:grpSpPr>
        <p:sp>
          <p:nvSpPr>
            <p:cNvPr id="73" name="文字方塊 140">
              <a:extLst>
                <a:ext uri="{FF2B5EF4-FFF2-40B4-BE49-F238E27FC236}">
                  <a16:creationId xmlns:a16="http://schemas.microsoft.com/office/drawing/2014/main" id="{C27ADE5E-369E-EB4F-2DDB-8E5A009CBE1E}"/>
                </a:ext>
              </a:extLst>
            </p:cNvPr>
            <p:cNvSpPr txBox="1"/>
            <p:nvPr/>
          </p:nvSpPr>
          <p:spPr>
            <a:xfrm>
              <a:off x="1714125" y="5548511"/>
              <a:ext cx="3967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74" name="文字方塊 141">
              <a:extLst>
                <a:ext uri="{FF2B5EF4-FFF2-40B4-BE49-F238E27FC236}">
                  <a16:creationId xmlns:a16="http://schemas.microsoft.com/office/drawing/2014/main" id="{148A77A5-000F-ECE9-812F-FC18A7FB4F4B}"/>
                </a:ext>
              </a:extLst>
            </p:cNvPr>
            <p:cNvSpPr txBox="1"/>
            <p:nvPr/>
          </p:nvSpPr>
          <p:spPr>
            <a:xfrm>
              <a:off x="1885714" y="54768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字方塊 148">
                <a:extLst>
                  <a:ext uri="{FF2B5EF4-FFF2-40B4-BE49-F238E27FC236}">
                    <a16:creationId xmlns:a16="http://schemas.microsoft.com/office/drawing/2014/main" id="{B0162ABA-F490-9FFE-30C7-F8B962D85941}"/>
                  </a:ext>
                </a:extLst>
              </p:cNvPr>
              <p:cNvSpPr txBox="1"/>
              <p:nvPr/>
            </p:nvSpPr>
            <p:spPr>
              <a:xfrm>
                <a:off x="3403807" y="106721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5" name="文字方塊 148">
                <a:extLst>
                  <a:ext uri="{FF2B5EF4-FFF2-40B4-BE49-F238E27FC236}">
                    <a16:creationId xmlns:a16="http://schemas.microsoft.com/office/drawing/2014/main" id="{B0162ABA-F490-9FFE-30C7-F8B962D85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807" y="1067213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文字方塊 149">
            <a:extLst>
              <a:ext uri="{FF2B5EF4-FFF2-40B4-BE49-F238E27FC236}">
                <a16:creationId xmlns:a16="http://schemas.microsoft.com/office/drawing/2014/main" id="{106BDFEB-1BBF-136F-8167-7604AC6498B7}"/>
              </a:ext>
            </a:extLst>
          </p:cNvPr>
          <p:cNvSpPr txBox="1"/>
          <p:nvPr/>
        </p:nvSpPr>
        <p:spPr>
          <a:xfrm>
            <a:off x="3658658" y="1092689"/>
            <a:ext cx="73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ab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字方塊 150">
                <a:extLst>
                  <a:ext uri="{FF2B5EF4-FFF2-40B4-BE49-F238E27FC236}">
                    <a16:creationId xmlns:a16="http://schemas.microsoft.com/office/drawing/2014/main" id="{B35AAF41-DF17-0226-67C5-A50951799996}"/>
                  </a:ext>
                </a:extLst>
              </p:cNvPr>
              <p:cNvSpPr txBox="1"/>
              <p:nvPr/>
            </p:nvSpPr>
            <p:spPr>
              <a:xfrm>
                <a:off x="4267970" y="10600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7" name="文字方塊 150">
                <a:extLst>
                  <a:ext uri="{FF2B5EF4-FFF2-40B4-BE49-F238E27FC236}">
                    <a16:creationId xmlns:a16="http://schemas.microsoft.com/office/drawing/2014/main" id="{B35AAF41-DF17-0226-67C5-A50951799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970" y="1060067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139">
            <a:extLst>
              <a:ext uri="{FF2B5EF4-FFF2-40B4-BE49-F238E27FC236}">
                <a16:creationId xmlns:a16="http://schemas.microsoft.com/office/drawing/2014/main" id="{60E40502-0525-81BE-650D-157CFED6A8E0}"/>
              </a:ext>
            </a:extLst>
          </p:cNvPr>
          <p:cNvGrpSpPr/>
          <p:nvPr/>
        </p:nvGrpSpPr>
        <p:grpSpPr>
          <a:xfrm>
            <a:off x="4528285" y="1025365"/>
            <a:ext cx="484787" cy="469514"/>
            <a:chOff x="1739127" y="5468035"/>
            <a:chExt cx="484787" cy="469514"/>
          </a:xfrm>
        </p:grpSpPr>
        <p:sp>
          <p:nvSpPr>
            <p:cNvPr id="79" name="文字方塊 140">
              <a:extLst>
                <a:ext uri="{FF2B5EF4-FFF2-40B4-BE49-F238E27FC236}">
                  <a16:creationId xmlns:a16="http://schemas.microsoft.com/office/drawing/2014/main" id="{74ACD4D1-129E-5D19-C20D-D76A6E725A67}"/>
                </a:ext>
              </a:extLst>
            </p:cNvPr>
            <p:cNvSpPr txBox="1"/>
            <p:nvPr/>
          </p:nvSpPr>
          <p:spPr>
            <a:xfrm>
              <a:off x="1739127" y="5537439"/>
              <a:ext cx="3407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80" name="文字方塊 141">
              <a:extLst>
                <a:ext uri="{FF2B5EF4-FFF2-40B4-BE49-F238E27FC236}">
                  <a16:creationId xmlns:a16="http://schemas.microsoft.com/office/drawing/2014/main" id="{E8B76FB2-4570-10CA-5470-BB43F79A873C}"/>
                </a:ext>
              </a:extLst>
            </p:cNvPr>
            <p:cNvSpPr txBox="1"/>
            <p:nvPr/>
          </p:nvSpPr>
          <p:spPr>
            <a:xfrm>
              <a:off x="1935052" y="546803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89D4161-480A-EEF2-78B7-3A56F96E326D}"/>
                  </a:ext>
                </a:extLst>
              </p:cNvPr>
              <p:cNvSpPr txBox="1"/>
              <p:nvPr/>
            </p:nvSpPr>
            <p:spPr>
              <a:xfrm>
                <a:off x="523606" y="1570002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89D4161-480A-EEF2-78B7-3A56F96E3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06" y="1570002"/>
                <a:ext cx="382766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C0465080-D089-5047-617B-1FFCEB467D77}"/>
              </a:ext>
            </a:extLst>
          </p:cNvPr>
          <p:cNvGrpSpPr/>
          <p:nvPr/>
        </p:nvGrpSpPr>
        <p:grpSpPr>
          <a:xfrm>
            <a:off x="872867" y="1515895"/>
            <a:ext cx="665101" cy="470358"/>
            <a:chOff x="1745595" y="3071751"/>
            <a:chExt cx="665101" cy="470358"/>
          </a:xfrm>
        </p:grpSpPr>
        <p:grpSp>
          <p:nvGrpSpPr>
            <p:cNvPr id="82" name="群組 230">
              <a:extLst>
                <a:ext uri="{FF2B5EF4-FFF2-40B4-BE49-F238E27FC236}">
                  <a16:creationId xmlns:a16="http://schemas.microsoft.com/office/drawing/2014/main" id="{4D36388B-5BC6-E97E-7CE4-3C11C0B5BC00}"/>
                </a:ext>
              </a:extLst>
            </p:cNvPr>
            <p:cNvGrpSpPr/>
            <p:nvPr/>
          </p:nvGrpSpPr>
          <p:grpSpPr>
            <a:xfrm>
              <a:off x="1745595" y="3071751"/>
              <a:ext cx="665101" cy="470358"/>
              <a:chOff x="2149561" y="1747652"/>
              <a:chExt cx="665101" cy="47035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3" name="文字方塊 231">
                    <a:extLst>
                      <a:ext uri="{FF2B5EF4-FFF2-40B4-BE49-F238E27FC236}">
                        <a16:creationId xmlns:a16="http://schemas.microsoft.com/office/drawing/2014/main" id="{0F042C2E-632E-8C54-E689-A1D08CB46CAB}"/>
                      </a:ext>
                    </a:extLst>
                  </p:cNvPr>
                  <p:cNvSpPr txBox="1"/>
                  <p:nvPr/>
                </p:nvSpPr>
                <p:spPr>
                  <a:xfrm>
                    <a:off x="2149561" y="1814053"/>
                    <a:ext cx="665101" cy="4039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(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 )</m:t>
                        </m:r>
                      </m:oMath>
                    </a14:m>
                    <a:endParaRPr lang="en-HK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>
              <p:sp>
                <p:nvSpPr>
                  <p:cNvPr id="83" name="文字方塊 231">
                    <a:extLst>
                      <a:ext uri="{FF2B5EF4-FFF2-40B4-BE49-F238E27FC236}">
                        <a16:creationId xmlns:a16="http://schemas.microsoft.com/office/drawing/2014/main" id="{0F042C2E-632E-8C54-E689-A1D08CB46C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49561" y="1814053"/>
                    <a:ext cx="665101" cy="40395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4" name="文字方塊 232">
                <a:extLst>
                  <a:ext uri="{FF2B5EF4-FFF2-40B4-BE49-F238E27FC236}">
                    <a16:creationId xmlns:a16="http://schemas.microsoft.com/office/drawing/2014/main" id="{072A50DD-325F-C894-D5FB-BDE437B76F09}"/>
                  </a:ext>
                </a:extLst>
              </p:cNvPr>
              <p:cNvSpPr txBox="1"/>
              <p:nvPr/>
            </p:nvSpPr>
            <p:spPr>
              <a:xfrm>
                <a:off x="2609218" y="1747652"/>
                <a:ext cx="20544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p:sp>
          <p:nvSpPr>
            <p:cNvPr id="93" name="文字方塊 232">
              <a:extLst>
                <a:ext uri="{FF2B5EF4-FFF2-40B4-BE49-F238E27FC236}">
                  <a16:creationId xmlns:a16="http://schemas.microsoft.com/office/drawing/2014/main" id="{D0FD0A4E-8C85-FC57-BE19-B4B9C8B60159}"/>
                </a:ext>
              </a:extLst>
            </p:cNvPr>
            <p:cNvSpPr txBox="1"/>
            <p:nvPr/>
          </p:nvSpPr>
          <p:spPr>
            <a:xfrm>
              <a:off x="2019112" y="3071751"/>
              <a:ext cx="205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144D8A0-382F-E9BD-BF2D-A2AC54D178F7}"/>
              </a:ext>
            </a:extLst>
          </p:cNvPr>
          <p:cNvGrpSpPr/>
          <p:nvPr/>
        </p:nvGrpSpPr>
        <p:grpSpPr>
          <a:xfrm>
            <a:off x="1642130" y="1520207"/>
            <a:ext cx="926082" cy="482878"/>
            <a:chOff x="6360834" y="2585831"/>
            <a:chExt cx="926082" cy="482878"/>
          </a:xfrm>
        </p:grpSpPr>
        <p:grpSp>
          <p:nvGrpSpPr>
            <p:cNvPr id="96" name="群組 139">
              <a:extLst>
                <a:ext uri="{FF2B5EF4-FFF2-40B4-BE49-F238E27FC236}">
                  <a16:creationId xmlns:a16="http://schemas.microsoft.com/office/drawing/2014/main" id="{E059C523-82DB-A9E8-0083-09061CCD4B14}"/>
                </a:ext>
              </a:extLst>
            </p:cNvPr>
            <p:cNvGrpSpPr/>
            <p:nvPr/>
          </p:nvGrpSpPr>
          <p:grpSpPr>
            <a:xfrm>
              <a:off x="6548001" y="2585831"/>
              <a:ext cx="477464" cy="477054"/>
              <a:chOff x="2174893" y="5460495"/>
              <a:chExt cx="477464" cy="477054"/>
            </a:xfrm>
          </p:grpSpPr>
          <p:sp>
            <p:nvSpPr>
              <p:cNvPr id="101" name="文字方塊 140">
                <a:extLst>
                  <a:ext uri="{FF2B5EF4-FFF2-40B4-BE49-F238E27FC236}">
                    <a16:creationId xmlns:a16="http://schemas.microsoft.com/office/drawing/2014/main" id="{D322072A-6B48-0E65-1EFD-D6E7723116A6}"/>
                  </a:ext>
                </a:extLst>
              </p:cNvPr>
              <p:cNvSpPr txBox="1"/>
              <p:nvPr/>
            </p:nvSpPr>
            <p:spPr>
              <a:xfrm>
                <a:off x="2174893" y="5537439"/>
                <a:ext cx="3772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102" name="文字方塊 141">
                <a:extLst>
                  <a:ext uri="{FF2B5EF4-FFF2-40B4-BE49-F238E27FC236}">
                    <a16:creationId xmlns:a16="http://schemas.microsoft.com/office/drawing/2014/main" id="{555DD7EF-5FF7-5033-5CF7-81543841DE0B}"/>
                  </a:ext>
                </a:extLst>
              </p:cNvPr>
              <p:cNvSpPr txBox="1"/>
              <p:nvPr/>
            </p:nvSpPr>
            <p:spPr>
              <a:xfrm>
                <a:off x="2363495" y="5460495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p:grpSp>
        <p:grpSp>
          <p:nvGrpSpPr>
            <p:cNvPr id="97" name="群組 139">
              <a:extLst>
                <a:ext uri="{FF2B5EF4-FFF2-40B4-BE49-F238E27FC236}">
                  <a16:creationId xmlns:a16="http://schemas.microsoft.com/office/drawing/2014/main" id="{0A0608A3-CDD0-9E29-D59E-1E96D14DFD45}"/>
                </a:ext>
              </a:extLst>
            </p:cNvPr>
            <p:cNvGrpSpPr/>
            <p:nvPr/>
          </p:nvGrpSpPr>
          <p:grpSpPr>
            <a:xfrm>
              <a:off x="6809452" y="2591655"/>
              <a:ext cx="477464" cy="477054"/>
              <a:chOff x="2207549" y="5460495"/>
              <a:chExt cx="477464" cy="477054"/>
            </a:xfrm>
          </p:grpSpPr>
          <p:sp>
            <p:nvSpPr>
              <p:cNvPr id="99" name="文字方塊 140">
                <a:extLst>
                  <a:ext uri="{FF2B5EF4-FFF2-40B4-BE49-F238E27FC236}">
                    <a16:creationId xmlns:a16="http://schemas.microsoft.com/office/drawing/2014/main" id="{09B76189-AB84-5804-7D8F-307FE1F322CF}"/>
                  </a:ext>
                </a:extLst>
              </p:cNvPr>
              <p:cNvSpPr txBox="1"/>
              <p:nvPr/>
            </p:nvSpPr>
            <p:spPr>
              <a:xfrm>
                <a:off x="2207549" y="5537439"/>
                <a:ext cx="3772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66FFFF"/>
                    </a:solidFill>
                    <a:latin typeface="Lucida Calligraphy" panose="03010101010101010101" pitchFamily="66" charset="0"/>
                  </a:rPr>
                  <a:t>b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100" name="文字方塊 141">
                <a:extLst>
                  <a:ext uri="{FF2B5EF4-FFF2-40B4-BE49-F238E27FC236}">
                    <a16:creationId xmlns:a16="http://schemas.microsoft.com/office/drawing/2014/main" id="{6367A042-8BC3-FC86-E70D-5DE67A980BC5}"/>
                  </a:ext>
                </a:extLst>
              </p:cNvPr>
              <p:cNvSpPr txBox="1"/>
              <p:nvPr/>
            </p:nvSpPr>
            <p:spPr>
              <a:xfrm>
                <a:off x="2396151" y="5460495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solidFill>
                      <a:srgbClr val="66FFFF"/>
                    </a:solidFill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Calligraphy" panose="03010101010101010101" pitchFamily="66" charset="0"/>
                </a:endParaRPr>
              </a:p>
            </p:txBody>
          </p:sp>
        </p:grpSp>
        <p:sp>
          <p:nvSpPr>
            <p:cNvPr id="98" name="文字方塊 92">
              <a:extLst>
                <a:ext uri="{FF2B5EF4-FFF2-40B4-BE49-F238E27FC236}">
                  <a16:creationId xmlns:a16="http://schemas.microsoft.com/office/drawing/2014/main" id="{250993CE-8709-170F-55E3-0CC7C3C0B636}"/>
                </a:ext>
              </a:extLst>
            </p:cNvPr>
            <p:cNvSpPr txBox="1"/>
            <p:nvPr/>
          </p:nvSpPr>
          <p:spPr>
            <a:xfrm>
              <a:off x="6360834" y="2658150"/>
              <a:ext cx="2956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Handwriting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文字方塊 150">
                <a:extLst>
                  <a:ext uri="{FF2B5EF4-FFF2-40B4-BE49-F238E27FC236}">
                    <a16:creationId xmlns:a16="http://schemas.microsoft.com/office/drawing/2014/main" id="{59820400-F1BA-B8F2-23D0-4139F0A692A6}"/>
                  </a:ext>
                </a:extLst>
              </p:cNvPr>
              <p:cNvSpPr txBox="1"/>
              <p:nvPr/>
            </p:nvSpPr>
            <p:spPr>
              <a:xfrm>
                <a:off x="1420964" y="157091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3" name="文字方塊 150">
                <a:extLst>
                  <a:ext uri="{FF2B5EF4-FFF2-40B4-BE49-F238E27FC236}">
                    <a16:creationId xmlns:a16="http://schemas.microsoft.com/office/drawing/2014/main" id="{59820400-F1BA-B8F2-23D0-4139F0A69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964" y="1570917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文字方塊 150">
                <a:extLst>
                  <a:ext uri="{FF2B5EF4-FFF2-40B4-BE49-F238E27FC236}">
                    <a16:creationId xmlns:a16="http://schemas.microsoft.com/office/drawing/2014/main" id="{C8B438BE-EE8C-22C3-8076-726E7A732209}"/>
                  </a:ext>
                </a:extLst>
              </p:cNvPr>
              <p:cNvSpPr txBox="1"/>
              <p:nvPr/>
            </p:nvSpPr>
            <p:spPr>
              <a:xfrm>
                <a:off x="2416460" y="156180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4" name="文字方塊 150">
                <a:extLst>
                  <a:ext uri="{FF2B5EF4-FFF2-40B4-BE49-F238E27FC236}">
                    <a16:creationId xmlns:a16="http://schemas.microsoft.com/office/drawing/2014/main" id="{C8B438BE-EE8C-22C3-8076-726E7A732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460" y="1561809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7284A24-A7C9-F755-AF4F-2D8CBEFAD52F}"/>
              </a:ext>
            </a:extLst>
          </p:cNvPr>
          <p:cNvGrpSpPr/>
          <p:nvPr/>
        </p:nvGrpSpPr>
        <p:grpSpPr>
          <a:xfrm>
            <a:off x="2641060" y="1515895"/>
            <a:ext cx="665101" cy="470358"/>
            <a:chOff x="1745595" y="3071751"/>
            <a:chExt cx="665101" cy="470358"/>
          </a:xfrm>
        </p:grpSpPr>
        <p:grpSp>
          <p:nvGrpSpPr>
            <p:cNvPr id="106" name="群組 230">
              <a:extLst>
                <a:ext uri="{FF2B5EF4-FFF2-40B4-BE49-F238E27FC236}">
                  <a16:creationId xmlns:a16="http://schemas.microsoft.com/office/drawing/2014/main" id="{8E632968-ADC6-936B-4167-D322F360173C}"/>
                </a:ext>
              </a:extLst>
            </p:cNvPr>
            <p:cNvGrpSpPr/>
            <p:nvPr/>
          </p:nvGrpSpPr>
          <p:grpSpPr>
            <a:xfrm>
              <a:off x="1745595" y="3071751"/>
              <a:ext cx="665101" cy="470358"/>
              <a:chOff x="2149561" y="1747652"/>
              <a:chExt cx="665101" cy="47035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8" name="文字方塊 231">
                    <a:extLst>
                      <a:ext uri="{FF2B5EF4-FFF2-40B4-BE49-F238E27FC236}">
                        <a16:creationId xmlns:a16="http://schemas.microsoft.com/office/drawing/2014/main" id="{5D732FAC-7BCD-F9BD-31FE-5D29E7D7B113}"/>
                      </a:ext>
                    </a:extLst>
                  </p:cNvPr>
                  <p:cNvSpPr txBox="1"/>
                  <p:nvPr/>
                </p:nvSpPr>
                <p:spPr>
                  <a:xfrm>
                    <a:off x="2149561" y="1814053"/>
                    <a:ext cx="665101" cy="4039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(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66FFFF"/>
                            </a:solidFill>
                            <a:latin typeface="Lucida Calligraphy" panose="03010101010101010101" pitchFamily="66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Calligraphy" panose="03010101010101010101" pitchFamily="66" charset="0"/>
                          </a:rPr>
                          <m:t>)</m:t>
                        </m:r>
                      </m:oMath>
                    </a14:m>
                    <a:endParaRPr lang="en-HK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>
              <p:sp>
                <p:nvSpPr>
                  <p:cNvPr id="108" name="文字方塊 231">
                    <a:extLst>
                      <a:ext uri="{FF2B5EF4-FFF2-40B4-BE49-F238E27FC236}">
                        <a16:creationId xmlns:a16="http://schemas.microsoft.com/office/drawing/2014/main" id="{5D732FAC-7BCD-F9BD-31FE-5D29E7D7B1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49561" y="1814053"/>
                    <a:ext cx="665101" cy="40395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9" name="文字方塊 232">
                <a:extLst>
                  <a:ext uri="{FF2B5EF4-FFF2-40B4-BE49-F238E27FC236}">
                    <a16:creationId xmlns:a16="http://schemas.microsoft.com/office/drawing/2014/main" id="{59D5ED0A-1512-FB5A-3456-79DCAB982B32}"/>
                  </a:ext>
                </a:extLst>
              </p:cNvPr>
              <p:cNvSpPr txBox="1"/>
              <p:nvPr/>
            </p:nvSpPr>
            <p:spPr>
              <a:xfrm>
                <a:off x="2609218" y="1747652"/>
                <a:ext cx="20544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p:sp>
          <p:nvSpPr>
            <p:cNvPr id="107" name="文字方塊 232">
              <a:extLst>
                <a:ext uri="{FF2B5EF4-FFF2-40B4-BE49-F238E27FC236}">
                  <a16:creationId xmlns:a16="http://schemas.microsoft.com/office/drawing/2014/main" id="{52A0DBAA-151E-C0F7-E30A-F9FC7FE9FAE5}"/>
                </a:ext>
              </a:extLst>
            </p:cNvPr>
            <p:cNvSpPr txBox="1"/>
            <p:nvPr/>
          </p:nvSpPr>
          <p:spPr>
            <a:xfrm>
              <a:off x="2019112" y="3071751"/>
              <a:ext cx="205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文字方塊 150">
                <a:extLst>
                  <a:ext uri="{FF2B5EF4-FFF2-40B4-BE49-F238E27FC236}">
                    <a16:creationId xmlns:a16="http://schemas.microsoft.com/office/drawing/2014/main" id="{2BB51DDA-2B15-4F67-3DA8-DFFBDDE73DEF}"/>
                  </a:ext>
                </a:extLst>
              </p:cNvPr>
              <p:cNvSpPr txBox="1"/>
              <p:nvPr/>
            </p:nvSpPr>
            <p:spPr>
              <a:xfrm>
                <a:off x="3243522" y="156283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0" name="文字方塊 150">
                <a:extLst>
                  <a:ext uri="{FF2B5EF4-FFF2-40B4-BE49-F238E27FC236}">
                    <a16:creationId xmlns:a16="http://schemas.microsoft.com/office/drawing/2014/main" id="{2BB51DDA-2B15-4F67-3DA8-DFFBDDE73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522" y="1562835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1" name="群組 139">
            <a:extLst>
              <a:ext uri="{FF2B5EF4-FFF2-40B4-BE49-F238E27FC236}">
                <a16:creationId xmlns:a16="http://schemas.microsoft.com/office/drawing/2014/main" id="{15B8A651-1D65-E18C-529E-2CF15EA83842}"/>
              </a:ext>
            </a:extLst>
          </p:cNvPr>
          <p:cNvGrpSpPr/>
          <p:nvPr/>
        </p:nvGrpSpPr>
        <p:grpSpPr>
          <a:xfrm>
            <a:off x="3510011" y="1515582"/>
            <a:ext cx="526700" cy="474375"/>
            <a:chOff x="1739126" y="5463174"/>
            <a:chExt cx="526700" cy="474375"/>
          </a:xfrm>
        </p:grpSpPr>
        <p:sp>
          <p:nvSpPr>
            <p:cNvPr id="112" name="文字方塊 140">
              <a:extLst>
                <a:ext uri="{FF2B5EF4-FFF2-40B4-BE49-F238E27FC236}">
                  <a16:creationId xmlns:a16="http://schemas.microsoft.com/office/drawing/2014/main" id="{6FB06D70-F95E-406B-414B-9ACEC646D7F2}"/>
                </a:ext>
              </a:extLst>
            </p:cNvPr>
            <p:cNvSpPr txBox="1"/>
            <p:nvPr/>
          </p:nvSpPr>
          <p:spPr>
            <a:xfrm>
              <a:off x="1739126" y="5537439"/>
              <a:ext cx="47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rPr>
                <a:t>a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13" name="文字方塊 141">
              <a:extLst>
                <a:ext uri="{FF2B5EF4-FFF2-40B4-BE49-F238E27FC236}">
                  <a16:creationId xmlns:a16="http://schemas.microsoft.com/office/drawing/2014/main" id="{6347C9EB-AE48-C441-B800-27DF4D337A6C}"/>
                </a:ext>
              </a:extLst>
            </p:cNvPr>
            <p:cNvSpPr txBox="1"/>
            <p:nvPr/>
          </p:nvSpPr>
          <p:spPr>
            <a:xfrm>
              <a:off x="2013978" y="5463174"/>
              <a:ext cx="2518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文字方塊 148">
                <a:extLst>
                  <a:ext uri="{FF2B5EF4-FFF2-40B4-BE49-F238E27FC236}">
                    <a16:creationId xmlns:a16="http://schemas.microsoft.com/office/drawing/2014/main" id="{6472A656-5568-43C8-C4CE-419008EC1E53}"/>
                  </a:ext>
                </a:extLst>
              </p:cNvPr>
              <p:cNvSpPr txBox="1"/>
              <p:nvPr/>
            </p:nvSpPr>
            <p:spPr>
              <a:xfrm>
                <a:off x="3940480" y="1560551"/>
                <a:ext cx="2444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4" name="文字方塊 148">
                <a:extLst>
                  <a:ext uri="{FF2B5EF4-FFF2-40B4-BE49-F238E27FC236}">
                    <a16:creationId xmlns:a16="http://schemas.microsoft.com/office/drawing/2014/main" id="{6472A656-5568-43C8-C4CE-419008EC1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480" y="1560551"/>
                <a:ext cx="244477" cy="400110"/>
              </a:xfrm>
              <a:prstGeom prst="rect">
                <a:avLst/>
              </a:prstGeom>
              <a:blipFill>
                <a:blip r:embed="rId20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文字方塊 149">
            <a:extLst>
              <a:ext uri="{FF2B5EF4-FFF2-40B4-BE49-F238E27FC236}">
                <a16:creationId xmlns:a16="http://schemas.microsoft.com/office/drawing/2014/main" id="{33EAD762-EE36-1B4D-EA69-6B1FB4260311}"/>
              </a:ext>
            </a:extLst>
          </p:cNvPr>
          <p:cNvSpPr txBox="1"/>
          <p:nvPr/>
        </p:nvSpPr>
        <p:spPr>
          <a:xfrm>
            <a:off x="4195331" y="1586027"/>
            <a:ext cx="727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a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b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文字方塊 150">
                <a:extLst>
                  <a:ext uri="{FF2B5EF4-FFF2-40B4-BE49-F238E27FC236}">
                    <a16:creationId xmlns:a16="http://schemas.microsoft.com/office/drawing/2014/main" id="{C7434369-38DB-8C10-415E-52DEC1C9837B}"/>
                  </a:ext>
                </a:extLst>
              </p:cNvPr>
              <p:cNvSpPr txBox="1"/>
              <p:nvPr/>
            </p:nvSpPr>
            <p:spPr>
              <a:xfrm>
                <a:off x="4824775" y="15609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6" name="文字方塊 150">
                <a:extLst>
                  <a:ext uri="{FF2B5EF4-FFF2-40B4-BE49-F238E27FC236}">
                    <a16:creationId xmlns:a16="http://schemas.microsoft.com/office/drawing/2014/main" id="{C7434369-38DB-8C10-415E-52DEC1C98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775" y="1560912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7" name="群組 139">
            <a:extLst>
              <a:ext uri="{FF2B5EF4-FFF2-40B4-BE49-F238E27FC236}">
                <a16:creationId xmlns:a16="http://schemas.microsoft.com/office/drawing/2014/main" id="{4523F841-6A44-51FD-DD54-6067BB852F5B}"/>
              </a:ext>
            </a:extLst>
          </p:cNvPr>
          <p:cNvGrpSpPr/>
          <p:nvPr/>
        </p:nvGrpSpPr>
        <p:grpSpPr>
          <a:xfrm>
            <a:off x="5075101" y="1520206"/>
            <a:ext cx="544323" cy="479288"/>
            <a:chOff x="1739126" y="5458261"/>
            <a:chExt cx="544323" cy="479288"/>
          </a:xfrm>
        </p:grpSpPr>
        <p:sp>
          <p:nvSpPr>
            <p:cNvPr id="118" name="文字方塊 140">
              <a:extLst>
                <a:ext uri="{FF2B5EF4-FFF2-40B4-BE49-F238E27FC236}">
                  <a16:creationId xmlns:a16="http://schemas.microsoft.com/office/drawing/2014/main" id="{75FC21AD-8F67-1683-9928-869C5B6A0C1E}"/>
                </a:ext>
              </a:extLst>
            </p:cNvPr>
            <p:cNvSpPr txBox="1"/>
            <p:nvPr/>
          </p:nvSpPr>
          <p:spPr>
            <a:xfrm>
              <a:off x="1739126" y="5537439"/>
              <a:ext cx="5443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b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)</a:t>
              </a:r>
            </a:p>
          </p:txBody>
        </p:sp>
        <p:sp>
          <p:nvSpPr>
            <p:cNvPr id="119" name="文字方塊 141">
              <a:extLst>
                <a:ext uri="{FF2B5EF4-FFF2-40B4-BE49-F238E27FC236}">
                  <a16:creationId xmlns:a16="http://schemas.microsoft.com/office/drawing/2014/main" id="{ADE545BD-0A17-EB66-A39B-2F47560FB807}"/>
                </a:ext>
              </a:extLst>
            </p:cNvPr>
            <p:cNvSpPr txBox="1"/>
            <p:nvPr/>
          </p:nvSpPr>
          <p:spPr>
            <a:xfrm>
              <a:off x="1937887" y="5458261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448C462-0995-FA0A-754D-E2BDC80B894D}"/>
                  </a:ext>
                </a:extLst>
              </p:cNvPr>
              <p:cNvSpPr txBox="1"/>
              <p:nvPr/>
            </p:nvSpPr>
            <p:spPr>
              <a:xfrm>
                <a:off x="523606" y="2059741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448C462-0995-FA0A-754D-E2BDC80B8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06" y="2059741"/>
                <a:ext cx="382766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2" name="群組 139">
            <a:extLst>
              <a:ext uri="{FF2B5EF4-FFF2-40B4-BE49-F238E27FC236}">
                <a16:creationId xmlns:a16="http://schemas.microsoft.com/office/drawing/2014/main" id="{49FD7A42-CD1B-B8D6-3A04-FDAFFED4E75E}"/>
              </a:ext>
            </a:extLst>
          </p:cNvPr>
          <p:cNvGrpSpPr/>
          <p:nvPr/>
        </p:nvGrpSpPr>
        <p:grpSpPr>
          <a:xfrm>
            <a:off x="864426" y="2015865"/>
            <a:ext cx="526700" cy="474375"/>
            <a:chOff x="1739126" y="5463174"/>
            <a:chExt cx="526700" cy="474375"/>
          </a:xfrm>
        </p:grpSpPr>
        <p:sp>
          <p:nvSpPr>
            <p:cNvPr id="123" name="文字方塊 140">
              <a:extLst>
                <a:ext uri="{FF2B5EF4-FFF2-40B4-BE49-F238E27FC236}">
                  <a16:creationId xmlns:a16="http://schemas.microsoft.com/office/drawing/2014/main" id="{D99BC3F7-55F9-CDFD-3E2B-544565DDE001}"/>
                </a:ext>
              </a:extLst>
            </p:cNvPr>
            <p:cNvSpPr txBox="1"/>
            <p:nvPr/>
          </p:nvSpPr>
          <p:spPr>
            <a:xfrm>
              <a:off x="1739126" y="5537439"/>
              <a:ext cx="4776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24" name="文字方塊 141">
              <a:extLst>
                <a:ext uri="{FF2B5EF4-FFF2-40B4-BE49-F238E27FC236}">
                  <a16:creationId xmlns:a16="http://schemas.microsoft.com/office/drawing/2014/main" id="{928CF05E-76FB-F109-9BBC-55E1AF6FFC1F}"/>
                </a:ext>
              </a:extLst>
            </p:cNvPr>
            <p:cNvSpPr txBox="1"/>
            <p:nvPr/>
          </p:nvSpPr>
          <p:spPr>
            <a:xfrm>
              <a:off x="2013978" y="5463174"/>
              <a:ext cx="2518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文字方塊 148">
                <a:extLst>
                  <a:ext uri="{FF2B5EF4-FFF2-40B4-BE49-F238E27FC236}">
                    <a16:creationId xmlns:a16="http://schemas.microsoft.com/office/drawing/2014/main" id="{19EA2BE0-83FB-BFB9-10E1-FE0BDAB52667}"/>
                  </a:ext>
                </a:extLst>
              </p:cNvPr>
              <p:cNvSpPr txBox="1"/>
              <p:nvPr/>
            </p:nvSpPr>
            <p:spPr>
              <a:xfrm>
                <a:off x="1294895" y="2060834"/>
                <a:ext cx="2444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5" name="文字方塊 148">
                <a:extLst>
                  <a:ext uri="{FF2B5EF4-FFF2-40B4-BE49-F238E27FC236}">
                    <a16:creationId xmlns:a16="http://schemas.microsoft.com/office/drawing/2014/main" id="{19EA2BE0-83FB-BFB9-10E1-FE0BDAB52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895" y="2060834"/>
                <a:ext cx="244477" cy="400110"/>
              </a:xfrm>
              <a:prstGeom prst="rect">
                <a:avLst/>
              </a:prstGeom>
              <a:blipFill>
                <a:blip r:embed="rId23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282E8FE-E4FD-F0E9-53F8-15B0E49E44EC}"/>
              </a:ext>
            </a:extLst>
          </p:cNvPr>
          <p:cNvGrpSpPr/>
          <p:nvPr/>
        </p:nvGrpSpPr>
        <p:grpSpPr>
          <a:xfrm>
            <a:off x="1560844" y="2020489"/>
            <a:ext cx="572673" cy="479288"/>
            <a:chOff x="3424021" y="3650567"/>
            <a:chExt cx="572673" cy="479288"/>
          </a:xfrm>
        </p:grpSpPr>
        <p:grpSp>
          <p:nvGrpSpPr>
            <p:cNvPr id="128" name="群組 139">
              <a:extLst>
                <a:ext uri="{FF2B5EF4-FFF2-40B4-BE49-F238E27FC236}">
                  <a16:creationId xmlns:a16="http://schemas.microsoft.com/office/drawing/2014/main" id="{7163845A-7765-F99C-AE63-BCFBC3773E58}"/>
                </a:ext>
              </a:extLst>
            </p:cNvPr>
            <p:cNvGrpSpPr/>
            <p:nvPr/>
          </p:nvGrpSpPr>
          <p:grpSpPr>
            <a:xfrm>
              <a:off x="3424021" y="3650567"/>
              <a:ext cx="544323" cy="479288"/>
              <a:chOff x="1739126" y="5458261"/>
              <a:chExt cx="544323" cy="479288"/>
            </a:xfrm>
          </p:grpSpPr>
          <p:sp>
            <p:nvSpPr>
              <p:cNvPr id="129" name="文字方塊 140">
                <a:extLst>
                  <a:ext uri="{FF2B5EF4-FFF2-40B4-BE49-F238E27FC236}">
                    <a16:creationId xmlns:a16="http://schemas.microsoft.com/office/drawing/2014/main" id="{5AB1D3AE-AE28-C452-13B4-ABED621FD34A}"/>
                  </a:ext>
                </a:extLst>
              </p:cNvPr>
              <p:cNvSpPr txBox="1"/>
              <p:nvPr/>
            </p:nvSpPr>
            <p:spPr>
              <a:xfrm>
                <a:off x="1739126" y="5537439"/>
                <a:ext cx="5443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66FFFF"/>
                    </a:solidFill>
                    <a:latin typeface="Lucida Calligraphy" panose="03010101010101010101" pitchFamily="66" charset="0"/>
                  </a:rPr>
                  <a:t>b</a:t>
                </a:r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)</a:t>
                </a:r>
              </a:p>
            </p:txBody>
          </p:sp>
          <p:sp>
            <p:nvSpPr>
              <p:cNvPr id="130" name="文字方塊 141">
                <a:extLst>
                  <a:ext uri="{FF2B5EF4-FFF2-40B4-BE49-F238E27FC236}">
                    <a16:creationId xmlns:a16="http://schemas.microsoft.com/office/drawing/2014/main" id="{AA0E3C53-EBDD-9364-4D84-A6765D0D6163}"/>
                  </a:ext>
                </a:extLst>
              </p:cNvPr>
              <p:cNvSpPr txBox="1"/>
              <p:nvPr/>
            </p:nvSpPr>
            <p:spPr>
              <a:xfrm>
                <a:off x="1937887" y="5458261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solidFill>
                      <a:srgbClr val="66FFFF"/>
                    </a:solidFill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Calligraphy" panose="03010101010101010101" pitchFamily="66" charset="0"/>
                </a:endParaRPr>
              </a:p>
            </p:txBody>
          </p:sp>
        </p:grpSp>
        <p:sp>
          <p:nvSpPr>
            <p:cNvPr id="131" name="文字方塊 232">
              <a:extLst>
                <a:ext uri="{FF2B5EF4-FFF2-40B4-BE49-F238E27FC236}">
                  <a16:creationId xmlns:a16="http://schemas.microsoft.com/office/drawing/2014/main" id="{5EF5E751-7456-BB49-5B9F-54788D0D7A44}"/>
                </a:ext>
              </a:extLst>
            </p:cNvPr>
            <p:cNvSpPr txBox="1"/>
            <p:nvPr/>
          </p:nvSpPr>
          <p:spPr>
            <a:xfrm>
              <a:off x="3791250" y="3654271"/>
              <a:ext cx="2054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文字方塊 150">
                <a:extLst>
                  <a:ext uri="{FF2B5EF4-FFF2-40B4-BE49-F238E27FC236}">
                    <a16:creationId xmlns:a16="http://schemas.microsoft.com/office/drawing/2014/main" id="{CB6A4107-D7C2-FF05-AF7C-7E83D45BDCA5}"/>
                  </a:ext>
                </a:extLst>
              </p:cNvPr>
              <p:cNvSpPr txBox="1"/>
              <p:nvPr/>
            </p:nvSpPr>
            <p:spPr>
              <a:xfrm>
                <a:off x="2102511" y="20670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3" name="文字方塊 150">
                <a:extLst>
                  <a:ext uri="{FF2B5EF4-FFF2-40B4-BE49-F238E27FC236}">
                    <a16:creationId xmlns:a16="http://schemas.microsoft.com/office/drawing/2014/main" id="{CB6A4107-D7C2-FF05-AF7C-7E83D45BD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511" y="2067012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文字方塊 93">
            <a:extLst>
              <a:ext uri="{FF2B5EF4-FFF2-40B4-BE49-F238E27FC236}">
                <a16:creationId xmlns:a16="http://schemas.microsoft.com/office/drawing/2014/main" id="{15060B6B-C3B8-57EA-6219-86FEE2769203}"/>
              </a:ext>
            </a:extLst>
          </p:cNvPr>
          <p:cNvSpPr txBox="1"/>
          <p:nvPr/>
        </p:nvSpPr>
        <p:spPr>
          <a:xfrm>
            <a:off x="3267055" y="2020231"/>
            <a:ext cx="288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135" name="文字方塊 94">
            <a:extLst>
              <a:ext uri="{FF2B5EF4-FFF2-40B4-BE49-F238E27FC236}">
                <a16:creationId xmlns:a16="http://schemas.microsoft.com/office/drawing/2014/main" id="{AE1EC687-6F98-1628-9E17-3CF4945ADE50}"/>
              </a:ext>
            </a:extLst>
          </p:cNvPr>
          <p:cNvSpPr txBox="1"/>
          <p:nvPr/>
        </p:nvSpPr>
        <p:spPr>
          <a:xfrm>
            <a:off x="2362630" y="2082844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文字方塊 95">
                <a:extLst>
                  <a:ext uri="{FF2B5EF4-FFF2-40B4-BE49-F238E27FC236}">
                    <a16:creationId xmlns:a16="http://schemas.microsoft.com/office/drawing/2014/main" id="{520618DD-ED3E-E5D3-8E3A-F88FFF2DB312}"/>
                  </a:ext>
                </a:extLst>
              </p:cNvPr>
              <p:cNvSpPr txBox="1"/>
              <p:nvPr/>
            </p:nvSpPr>
            <p:spPr>
              <a:xfrm>
                <a:off x="2984692" y="2086605"/>
                <a:ext cx="44239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FF00"/>
                        </a:solidFill>
                        <a:latin typeface="Lucida Calligraphy" panose="03010101010101010101" pitchFamily="66" charset="0"/>
                      </a:rPr>
                      <m:t>b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36" name="文字方塊 95">
                <a:extLst>
                  <a:ext uri="{FF2B5EF4-FFF2-40B4-BE49-F238E27FC236}">
                    <a16:creationId xmlns:a16="http://schemas.microsoft.com/office/drawing/2014/main" id="{520618DD-ED3E-E5D3-8E3A-F88FFF2DB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692" y="2086605"/>
                <a:ext cx="442399" cy="4070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文字方塊 92">
                <a:extLst>
                  <a:ext uri="{FF2B5EF4-FFF2-40B4-BE49-F238E27FC236}">
                    <a16:creationId xmlns:a16="http://schemas.microsoft.com/office/drawing/2014/main" id="{9102B248-78FA-2E4D-EC3F-88635EE4B450}"/>
                  </a:ext>
                </a:extLst>
              </p:cNvPr>
              <p:cNvSpPr txBox="1"/>
              <p:nvPr/>
            </p:nvSpPr>
            <p:spPr>
              <a:xfrm>
                <a:off x="2728682" y="20689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7" name="文字方塊 92">
                <a:extLst>
                  <a:ext uri="{FF2B5EF4-FFF2-40B4-BE49-F238E27FC236}">
                    <a16:creationId xmlns:a16="http://schemas.microsoft.com/office/drawing/2014/main" id="{9102B248-78FA-2E4D-EC3F-88635EE4B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682" y="2068978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文字方塊 90">
                <a:extLst>
                  <a:ext uri="{FF2B5EF4-FFF2-40B4-BE49-F238E27FC236}">
                    <a16:creationId xmlns:a16="http://schemas.microsoft.com/office/drawing/2014/main" id="{99AFAC1F-DE8E-B447-F8B0-69A29646C7F4}"/>
                  </a:ext>
                </a:extLst>
              </p:cNvPr>
              <p:cNvSpPr txBox="1"/>
              <p:nvPr/>
            </p:nvSpPr>
            <p:spPr>
              <a:xfrm>
                <a:off x="2440415" y="2088326"/>
                <a:ext cx="3764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38" name="文字方塊 90">
                <a:extLst>
                  <a:ext uri="{FF2B5EF4-FFF2-40B4-BE49-F238E27FC236}">
                    <a16:creationId xmlns:a16="http://schemas.microsoft.com/office/drawing/2014/main" id="{99AFAC1F-DE8E-B447-F8B0-69A29646C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0415" y="2088326"/>
                <a:ext cx="376477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39C34134-5A77-43E4-976A-9A740E87AC1D}"/>
                  </a:ext>
                </a:extLst>
              </p:cNvPr>
              <p:cNvSpPr txBox="1"/>
              <p:nvPr/>
            </p:nvSpPr>
            <p:spPr>
              <a:xfrm>
                <a:off x="521749" y="2657428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39C34134-5A77-43E4-976A-9A740E87A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49" y="2657428"/>
                <a:ext cx="382766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Left Bracket 139">
            <a:extLst>
              <a:ext uri="{FF2B5EF4-FFF2-40B4-BE49-F238E27FC236}">
                <a16:creationId xmlns:a16="http://schemas.microsoft.com/office/drawing/2014/main" id="{3CF59937-E674-270E-F983-FC222ABD547B}"/>
              </a:ext>
            </a:extLst>
          </p:cNvPr>
          <p:cNvSpPr/>
          <p:nvPr/>
        </p:nvSpPr>
        <p:spPr>
          <a:xfrm>
            <a:off x="990207" y="2619833"/>
            <a:ext cx="55093" cy="506334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文字方塊 94">
            <a:extLst>
              <a:ext uri="{FF2B5EF4-FFF2-40B4-BE49-F238E27FC236}">
                <a16:creationId xmlns:a16="http://schemas.microsoft.com/office/drawing/2014/main" id="{37D5F940-B79D-7777-0EB4-F53256FD4A5B}"/>
              </a:ext>
            </a:extLst>
          </p:cNvPr>
          <p:cNvSpPr txBox="1"/>
          <p:nvPr/>
        </p:nvSpPr>
        <p:spPr>
          <a:xfrm>
            <a:off x="939906" y="2667703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文字方塊 95">
                <a:extLst>
                  <a:ext uri="{FF2B5EF4-FFF2-40B4-BE49-F238E27FC236}">
                    <a16:creationId xmlns:a16="http://schemas.microsoft.com/office/drawing/2014/main" id="{CFFAC420-AA14-B77B-BA6F-A56837FDB5F5}"/>
                  </a:ext>
                </a:extLst>
              </p:cNvPr>
              <p:cNvSpPr txBox="1"/>
              <p:nvPr/>
            </p:nvSpPr>
            <p:spPr>
              <a:xfrm>
                <a:off x="1561968" y="2677995"/>
                <a:ext cx="44239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b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43" name="文字方塊 95">
                <a:extLst>
                  <a:ext uri="{FF2B5EF4-FFF2-40B4-BE49-F238E27FC236}">
                    <a16:creationId xmlns:a16="http://schemas.microsoft.com/office/drawing/2014/main" id="{CFFAC420-AA14-B77B-BA6F-A56837FDB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1968" y="2677995"/>
                <a:ext cx="442399" cy="4070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文字方塊 92">
                <a:extLst>
                  <a:ext uri="{FF2B5EF4-FFF2-40B4-BE49-F238E27FC236}">
                    <a16:creationId xmlns:a16="http://schemas.microsoft.com/office/drawing/2014/main" id="{FD2621C2-EB4E-0252-B51C-B808A9D33993}"/>
                  </a:ext>
                </a:extLst>
              </p:cNvPr>
              <p:cNvSpPr txBox="1"/>
              <p:nvPr/>
            </p:nvSpPr>
            <p:spPr>
              <a:xfrm>
                <a:off x="1305958" y="266036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4" name="文字方塊 92">
                <a:extLst>
                  <a:ext uri="{FF2B5EF4-FFF2-40B4-BE49-F238E27FC236}">
                    <a16:creationId xmlns:a16="http://schemas.microsoft.com/office/drawing/2014/main" id="{FD2621C2-EB4E-0252-B51C-B808A9D33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958" y="2660368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文字方塊 90">
                <a:extLst>
                  <a:ext uri="{FF2B5EF4-FFF2-40B4-BE49-F238E27FC236}">
                    <a16:creationId xmlns:a16="http://schemas.microsoft.com/office/drawing/2014/main" id="{F1FA5710-347A-6568-3D1A-D0A23DF46EA5}"/>
                  </a:ext>
                </a:extLst>
              </p:cNvPr>
              <p:cNvSpPr txBox="1"/>
              <p:nvPr/>
            </p:nvSpPr>
            <p:spPr>
              <a:xfrm>
                <a:off x="1017691" y="2673185"/>
                <a:ext cx="3764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45" name="文字方塊 90">
                <a:extLst>
                  <a:ext uri="{FF2B5EF4-FFF2-40B4-BE49-F238E27FC236}">
                    <a16:creationId xmlns:a16="http://schemas.microsoft.com/office/drawing/2014/main" id="{F1FA5710-347A-6568-3D1A-D0A23DF46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691" y="2673185"/>
                <a:ext cx="376477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6" name="文字方塊 94">
            <a:extLst>
              <a:ext uri="{FF2B5EF4-FFF2-40B4-BE49-F238E27FC236}">
                <a16:creationId xmlns:a16="http://schemas.microsoft.com/office/drawing/2014/main" id="{893538E1-A1B5-67EC-BEE9-0E0CF92D4DAE}"/>
              </a:ext>
            </a:extLst>
          </p:cNvPr>
          <p:cNvSpPr txBox="1"/>
          <p:nvPr/>
        </p:nvSpPr>
        <p:spPr>
          <a:xfrm>
            <a:off x="1836371" y="2685330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95">
                <a:extLst>
                  <a:ext uri="{FF2B5EF4-FFF2-40B4-BE49-F238E27FC236}">
                    <a16:creationId xmlns:a16="http://schemas.microsoft.com/office/drawing/2014/main" id="{740E191E-567F-82B5-34E3-B3B457A1FE7E}"/>
                  </a:ext>
                </a:extLst>
              </p:cNvPr>
              <p:cNvSpPr txBox="1"/>
              <p:nvPr/>
            </p:nvSpPr>
            <p:spPr>
              <a:xfrm>
                <a:off x="2458433" y="2695622"/>
                <a:ext cx="44239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b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47" name="文字方塊 95">
                <a:extLst>
                  <a:ext uri="{FF2B5EF4-FFF2-40B4-BE49-F238E27FC236}">
                    <a16:creationId xmlns:a16="http://schemas.microsoft.com/office/drawing/2014/main" id="{740E191E-567F-82B5-34E3-B3B457A1F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433" y="2695622"/>
                <a:ext cx="442399" cy="407099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字方塊 92">
                <a:extLst>
                  <a:ext uri="{FF2B5EF4-FFF2-40B4-BE49-F238E27FC236}">
                    <a16:creationId xmlns:a16="http://schemas.microsoft.com/office/drawing/2014/main" id="{E0E2E534-6FB5-C1B7-A75F-BAA16E526C4F}"/>
                  </a:ext>
                </a:extLst>
              </p:cNvPr>
              <p:cNvSpPr txBox="1"/>
              <p:nvPr/>
            </p:nvSpPr>
            <p:spPr>
              <a:xfrm>
                <a:off x="2202423" y="267146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8" name="文字方塊 92">
                <a:extLst>
                  <a:ext uri="{FF2B5EF4-FFF2-40B4-BE49-F238E27FC236}">
                    <a16:creationId xmlns:a16="http://schemas.microsoft.com/office/drawing/2014/main" id="{E0E2E534-6FB5-C1B7-A75F-BAA16E526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423" y="2671464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90">
                <a:extLst>
                  <a:ext uri="{FF2B5EF4-FFF2-40B4-BE49-F238E27FC236}">
                    <a16:creationId xmlns:a16="http://schemas.microsoft.com/office/drawing/2014/main" id="{C390F39D-880C-E408-FD7A-C2E216E8ED3D}"/>
                  </a:ext>
                </a:extLst>
              </p:cNvPr>
              <p:cNvSpPr txBox="1"/>
              <p:nvPr/>
            </p:nvSpPr>
            <p:spPr>
              <a:xfrm>
                <a:off x="1914156" y="2690812"/>
                <a:ext cx="3764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49" name="文字方塊 90">
                <a:extLst>
                  <a:ext uri="{FF2B5EF4-FFF2-40B4-BE49-F238E27FC236}">
                    <a16:creationId xmlns:a16="http://schemas.microsoft.com/office/drawing/2014/main" id="{C390F39D-880C-E408-FD7A-C2E216E8E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156" y="2690812"/>
                <a:ext cx="376477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Left Bracket 149">
            <a:extLst>
              <a:ext uri="{FF2B5EF4-FFF2-40B4-BE49-F238E27FC236}">
                <a16:creationId xmlns:a16="http://schemas.microsoft.com/office/drawing/2014/main" id="{4EC1244A-CADD-93EC-8156-E9C5B279EE10}"/>
              </a:ext>
            </a:extLst>
          </p:cNvPr>
          <p:cNvSpPr/>
          <p:nvPr/>
        </p:nvSpPr>
        <p:spPr>
          <a:xfrm flipH="1">
            <a:off x="2815715" y="2614843"/>
            <a:ext cx="56711" cy="50297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文字方塊 93">
            <a:extLst>
              <a:ext uri="{FF2B5EF4-FFF2-40B4-BE49-F238E27FC236}">
                <a16:creationId xmlns:a16="http://schemas.microsoft.com/office/drawing/2014/main" id="{3C203FF6-0861-210E-F658-7BBE70AA42CB}"/>
              </a:ext>
            </a:extLst>
          </p:cNvPr>
          <p:cNvSpPr txBox="1"/>
          <p:nvPr/>
        </p:nvSpPr>
        <p:spPr>
          <a:xfrm>
            <a:off x="2843683" y="2453934"/>
            <a:ext cx="288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2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文字方塊 150">
                <a:extLst>
                  <a:ext uri="{FF2B5EF4-FFF2-40B4-BE49-F238E27FC236}">
                    <a16:creationId xmlns:a16="http://schemas.microsoft.com/office/drawing/2014/main" id="{87B7A572-F3E2-7112-04EB-AD79C1353550}"/>
                  </a:ext>
                </a:extLst>
              </p:cNvPr>
              <p:cNvSpPr txBox="1"/>
              <p:nvPr/>
            </p:nvSpPr>
            <p:spPr>
              <a:xfrm>
                <a:off x="2930704" y="266567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2" name="文字方塊 150">
                <a:extLst>
                  <a:ext uri="{FF2B5EF4-FFF2-40B4-BE49-F238E27FC236}">
                    <a16:creationId xmlns:a16="http://schemas.microsoft.com/office/drawing/2014/main" id="{87B7A572-F3E2-7112-04EB-AD79C1353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704" y="2665671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文字方塊 93">
            <a:extLst>
              <a:ext uri="{FF2B5EF4-FFF2-40B4-BE49-F238E27FC236}">
                <a16:creationId xmlns:a16="http://schemas.microsoft.com/office/drawing/2014/main" id="{E7E91EDD-8506-2938-1956-8D16ECAEB138}"/>
              </a:ext>
            </a:extLst>
          </p:cNvPr>
          <p:cNvSpPr txBox="1"/>
          <p:nvPr/>
        </p:nvSpPr>
        <p:spPr>
          <a:xfrm>
            <a:off x="4095248" y="2625421"/>
            <a:ext cx="288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154" name="文字方塊 94">
            <a:extLst>
              <a:ext uri="{FF2B5EF4-FFF2-40B4-BE49-F238E27FC236}">
                <a16:creationId xmlns:a16="http://schemas.microsoft.com/office/drawing/2014/main" id="{EF3E036C-5C33-393C-5023-A865C79DE0A9}"/>
              </a:ext>
            </a:extLst>
          </p:cNvPr>
          <p:cNvSpPr txBox="1"/>
          <p:nvPr/>
        </p:nvSpPr>
        <p:spPr>
          <a:xfrm>
            <a:off x="3190823" y="2681503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文字方塊 95">
                <a:extLst>
                  <a:ext uri="{FF2B5EF4-FFF2-40B4-BE49-F238E27FC236}">
                    <a16:creationId xmlns:a16="http://schemas.microsoft.com/office/drawing/2014/main" id="{9F0CF922-D787-DBCD-57D7-9F53208FAC66}"/>
                  </a:ext>
                </a:extLst>
              </p:cNvPr>
              <p:cNvSpPr txBox="1"/>
              <p:nvPr/>
            </p:nvSpPr>
            <p:spPr>
              <a:xfrm>
                <a:off x="3812885" y="2685264"/>
                <a:ext cx="44239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b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55" name="文字方塊 95">
                <a:extLst>
                  <a:ext uri="{FF2B5EF4-FFF2-40B4-BE49-F238E27FC236}">
                    <a16:creationId xmlns:a16="http://schemas.microsoft.com/office/drawing/2014/main" id="{9F0CF922-D787-DBCD-57D7-9F53208FA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885" y="2685264"/>
                <a:ext cx="442399" cy="40709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文字方塊 92">
                <a:extLst>
                  <a:ext uri="{FF2B5EF4-FFF2-40B4-BE49-F238E27FC236}">
                    <a16:creationId xmlns:a16="http://schemas.microsoft.com/office/drawing/2014/main" id="{21305FB5-A5DE-A7F5-54BC-091D929F674D}"/>
                  </a:ext>
                </a:extLst>
              </p:cNvPr>
              <p:cNvSpPr txBox="1"/>
              <p:nvPr/>
            </p:nvSpPr>
            <p:spPr>
              <a:xfrm>
                <a:off x="3556875" y="26676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6" name="文字方塊 92">
                <a:extLst>
                  <a:ext uri="{FF2B5EF4-FFF2-40B4-BE49-F238E27FC236}">
                    <a16:creationId xmlns:a16="http://schemas.microsoft.com/office/drawing/2014/main" id="{21305FB5-A5DE-A7F5-54BC-091D929F6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875" y="2667637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文字方塊 90">
                <a:extLst>
                  <a:ext uri="{FF2B5EF4-FFF2-40B4-BE49-F238E27FC236}">
                    <a16:creationId xmlns:a16="http://schemas.microsoft.com/office/drawing/2014/main" id="{3B7C2B92-25E1-5CE1-76C4-891C1677A370}"/>
                  </a:ext>
                </a:extLst>
              </p:cNvPr>
              <p:cNvSpPr txBox="1"/>
              <p:nvPr/>
            </p:nvSpPr>
            <p:spPr>
              <a:xfrm>
                <a:off x="3268608" y="2686985"/>
                <a:ext cx="3764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57" name="文字方塊 90">
                <a:extLst>
                  <a:ext uri="{FF2B5EF4-FFF2-40B4-BE49-F238E27FC236}">
                    <a16:creationId xmlns:a16="http://schemas.microsoft.com/office/drawing/2014/main" id="{3B7C2B92-25E1-5CE1-76C4-891C1677A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608" y="2686985"/>
                <a:ext cx="376477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48C7F4CC-4FCC-4CB5-0DD9-26A9BF68ABDF}"/>
                  </a:ext>
                </a:extLst>
              </p:cNvPr>
              <p:cNvSpPr txBox="1"/>
              <p:nvPr/>
            </p:nvSpPr>
            <p:spPr>
              <a:xfrm>
                <a:off x="524095" y="3315870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48C7F4CC-4FCC-4CB5-0DD9-26A9BF68A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95" y="3315870"/>
                <a:ext cx="382766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文字方塊 93">
            <a:extLst>
              <a:ext uri="{FF2B5EF4-FFF2-40B4-BE49-F238E27FC236}">
                <a16:creationId xmlns:a16="http://schemas.microsoft.com/office/drawing/2014/main" id="{EC883760-16AD-8B59-B062-CC494FD1815D}"/>
              </a:ext>
            </a:extLst>
          </p:cNvPr>
          <p:cNvSpPr txBox="1"/>
          <p:nvPr/>
        </p:nvSpPr>
        <p:spPr>
          <a:xfrm>
            <a:off x="1740897" y="3269664"/>
            <a:ext cx="288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160" name="文字方塊 94">
            <a:extLst>
              <a:ext uri="{FF2B5EF4-FFF2-40B4-BE49-F238E27FC236}">
                <a16:creationId xmlns:a16="http://schemas.microsoft.com/office/drawing/2014/main" id="{594FB22B-F344-414A-34B3-79A5649AF02E}"/>
              </a:ext>
            </a:extLst>
          </p:cNvPr>
          <p:cNvSpPr txBox="1"/>
          <p:nvPr/>
        </p:nvSpPr>
        <p:spPr>
          <a:xfrm>
            <a:off x="836472" y="3325746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文字方塊 95">
                <a:extLst>
                  <a:ext uri="{FF2B5EF4-FFF2-40B4-BE49-F238E27FC236}">
                    <a16:creationId xmlns:a16="http://schemas.microsoft.com/office/drawing/2014/main" id="{9B335B6D-41FA-86B7-00F2-1011076884C7}"/>
                  </a:ext>
                </a:extLst>
              </p:cNvPr>
              <p:cNvSpPr txBox="1"/>
              <p:nvPr/>
            </p:nvSpPr>
            <p:spPr>
              <a:xfrm>
                <a:off x="1458534" y="3329507"/>
                <a:ext cx="44239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b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61" name="文字方塊 95">
                <a:extLst>
                  <a:ext uri="{FF2B5EF4-FFF2-40B4-BE49-F238E27FC236}">
                    <a16:creationId xmlns:a16="http://schemas.microsoft.com/office/drawing/2014/main" id="{9B335B6D-41FA-86B7-00F2-101107688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534" y="3329507"/>
                <a:ext cx="442399" cy="407099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文字方塊 92">
                <a:extLst>
                  <a:ext uri="{FF2B5EF4-FFF2-40B4-BE49-F238E27FC236}">
                    <a16:creationId xmlns:a16="http://schemas.microsoft.com/office/drawing/2014/main" id="{2BD45C4C-14AF-A8AD-6FC3-E3C606BF80C2}"/>
                  </a:ext>
                </a:extLst>
              </p:cNvPr>
              <p:cNvSpPr txBox="1"/>
              <p:nvPr/>
            </p:nvSpPr>
            <p:spPr>
              <a:xfrm>
                <a:off x="1202524" y="331188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2" name="文字方塊 92">
                <a:extLst>
                  <a:ext uri="{FF2B5EF4-FFF2-40B4-BE49-F238E27FC236}">
                    <a16:creationId xmlns:a16="http://schemas.microsoft.com/office/drawing/2014/main" id="{2BD45C4C-14AF-A8AD-6FC3-E3C606BF8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524" y="3311880"/>
                <a:ext cx="295688" cy="40011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3" name="文字方塊 90">
                <a:extLst>
                  <a:ext uri="{FF2B5EF4-FFF2-40B4-BE49-F238E27FC236}">
                    <a16:creationId xmlns:a16="http://schemas.microsoft.com/office/drawing/2014/main" id="{0CF8BF3A-2E09-D8E0-2F01-7FE9DE954B70}"/>
                  </a:ext>
                </a:extLst>
              </p:cNvPr>
              <p:cNvSpPr txBox="1"/>
              <p:nvPr/>
            </p:nvSpPr>
            <p:spPr>
              <a:xfrm>
                <a:off x="914257" y="3331228"/>
                <a:ext cx="3764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63" name="文字方塊 90">
                <a:extLst>
                  <a:ext uri="{FF2B5EF4-FFF2-40B4-BE49-F238E27FC236}">
                    <a16:creationId xmlns:a16="http://schemas.microsoft.com/office/drawing/2014/main" id="{0CF8BF3A-2E09-D8E0-2F01-7FE9DE954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257" y="3331228"/>
                <a:ext cx="376477" cy="40011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" name="文字方塊 93">
            <a:extLst>
              <a:ext uri="{FF2B5EF4-FFF2-40B4-BE49-F238E27FC236}">
                <a16:creationId xmlns:a16="http://schemas.microsoft.com/office/drawing/2014/main" id="{6CFD3A4F-03BD-5314-DE59-A9050E06BB2A}"/>
              </a:ext>
            </a:extLst>
          </p:cNvPr>
          <p:cNvSpPr txBox="1"/>
          <p:nvPr/>
        </p:nvSpPr>
        <p:spPr>
          <a:xfrm>
            <a:off x="2732098" y="3276195"/>
            <a:ext cx="288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165" name="文字方塊 94">
            <a:extLst>
              <a:ext uri="{FF2B5EF4-FFF2-40B4-BE49-F238E27FC236}">
                <a16:creationId xmlns:a16="http://schemas.microsoft.com/office/drawing/2014/main" id="{1DC86E83-ADE5-9089-D57D-9FEA49B29BFA}"/>
              </a:ext>
            </a:extLst>
          </p:cNvPr>
          <p:cNvSpPr txBox="1"/>
          <p:nvPr/>
        </p:nvSpPr>
        <p:spPr>
          <a:xfrm>
            <a:off x="1827673" y="3332277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6" name="文字方塊 95">
                <a:extLst>
                  <a:ext uri="{FF2B5EF4-FFF2-40B4-BE49-F238E27FC236}">
                    <a16:creationId xmlns:a16="http://schemas.microsoft.com/office/drawing/2014/main" id="{3E85DC70-B411-BC82-E53D-503D67DE6013}"/>
                  </a:ext>
                </a:extLst>
              </p:cNvPr>
              <p:cNvSpPr txBox="1"/>
              <p:nvPr/>
            </p:nvSpPr>
            <p:spPr>
              <a:xfrm>
                <a:off x="2449735" y="3336038"/>
                <a:ext cx="44239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b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66" name="文字方塊 95">
                <a:extLst>
                  <a:ext uri="{FF2B5EF4-FFF2-40B4-BE49-F238E27FC236}">
                    <a16:creationId xmlns:a16="http://schemas.microsoft.com/office/drawing/2014/main" id="{3E85DC70-B411-BC82-E53D-503D67DE6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735" y="3336038"/>
                <a:ext cx="442399" cy="407099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文字方塊 92">
                <a:extLst>
                  <a:ext uri="{FF2B5EF4-FFF2-40B4-BE49-F238E27FC236}">
                    <a16:creationId xmlns:a16="http://schemas.microsoft.com/office/drawing/2014/main" id="{B1B2D1A8-56B6-E4C0-1B8D-B77C3A20CAF9}"/>
                  </a:ext>
                </a:extLst>
              </p:cNvPr>
              <p:cNvSpPr txBox="1"/>
              <p:nvPr/>
            </p:nvSpPr>
            <p:spPr>
              <a:xfrm>
                <a:off x="2193725" y="331841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7" name="文字方塊 92">
                <a:extLst>
                  <a:ext uri="{FF2B5EF4-FFF2-40B4-BE49-F238E27FC236}">
                    <a16:creationId xmlns:a16="http://schemas.microsoft.com/office/drawing/2014/main" id="{B1B2D1A8-56B6-E4C0-1B8D-B77C3A20C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725" y="3318411"/>
                <a:ext cx="295688" cy="4001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文字方塊 90">
                <a:extLst>
                  <a:ext uri="{FF2B5EF4-FFF2-40B4-BE49-F238E27FC236}">
                    <a16:creationId xmlns:a16="http://schemas.microsoft.com/office/drawing/2014/main" id="{C3BAA1DB-14F8-8470-513E-28C75E591A4D}"/>
                  </a:ext>
                </a:extLst>
              </p:cNvPr>
              <p:cNvSpPr txBox="1"/>
              <p:nvPr/>
            </p:nvSpPr>
            <p:spPr>
              <a:xfrm>
                <a:off x="1905458" y="3337759"/>
                <a:ext cx="3764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68" name="文字方塊 90">
                <a:extLst>
                  <a:ext uri="{FF2B5EF4-FFF2-40B4-BE49-F238E27FC236}">
                    <a16:creationId xmlns:a16="http://schemas.microsoft.com/office/drawing/2014/main" id="{C3BAA1DB-14F8-8470-513E-28C75E591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458" y="3337759"/>
                <a:ext cx="376477" cy="4001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文字方塊 150">
                <a:extLst>
                  <a:ext uri="{FF2B5EF4-FFF2-40B4-BE49-F238E27FC236}">
                    <a16:creationId xmlns:a16="http://schemas.microsoft.com/office/drawing/2014/main" id="{77081F83-B87C-CC39-E0C0-E1C5C80529AD}"/>
                  </a:ext>
                </a:extLst>
              </p:cNvPr>
              <p:cNvSpPr txBox="1"/>
              <p:nvPr/>
            </p:nvSpPr>
            <p:spPr>
              <a:xfrm>
                <a:off x="2838391" y="33190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0" name="文字方塊 150">
                <a:extLst>
                  <a:ext uri="{FF2B5EF4-FFF2-40B4-BE49-F238E27FC236}">
                    <a16:creationId xmlns:a16="http://schemas.microsoft.com/office/drawing/2014/main" id="{77081F83-B87C-CC39-E0C0-E1C5C8052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391" y="3319039"/>
                <a:ext cx="295688" cy="40011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文字方塊 93">
            <a:extLst>
              <a:ext uri="{FF2B5EF4-FFF2-40B4-BE49-F238E27FC236}">
                <a16:creationId xmlns:a16="http://schemas.microsoft.com/office/drawing/2014/main" id="{56A45855-3C9F-92B8-E781-F855B4BF8CD8}"/>
              </a:ext>
            </a:extLst>
          </p:cNvPr>
          <p:cNvSpPr txBox="1"/>
          <p:nvPr/>
        </p:nvSpPr>
        <p:spPr>
          <a:xfrm>
            <a:off x="4002935" y="3278789"/>
            <a:ext cx="288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172" name="文字方塊 94">
            <a:extLst>
              <a:ext uri="{FF2B5EF4-FFF2-40B4-BE49-F238E27FC236}">
                <a16:creationId xmlns:a16="http://schemas.microsoft.com/office/drawing/2014/main" id="{90CE7362-255E-3ABA-FA98-340E40533981}"/>
              </a:ext>
            </a:extLst>
          </p:cNvPr>
          <p:cNvSpPr txBox="1"/>
          <p:nvPr/>
        </p:nvSpPr>
        <p:spPr>
          <a:xfrm>
            <a:off x="3098510" y="3334871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3" name="文字方塊 95">
                <a:extLst>
                  <a:ext uri="{FF2B5EF4-FFF2-40B4-BE49-F238E27FC236}">
                    <a16:creationId xmlns:a16="http://schemas.microsoft.com/office/drawing/2014/main" id="{0B852AC1-76FF-944F-B82D-752D30499F23}"/>
                  </a:ext>
                </a:extLst>
              </p:cNvPr>
              <p:cNvSpPr txBox="1"/>
              <p:nvPr/>
            </p:nvSpPr>
            <p:spPr>
              <a:xfrm>
                <a:off x="3720572" y="3338632"/>
                <a:ext cx="44239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b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73" name="文字方塊 95">
                <a:extLst>
                  <a:ext uri="{FF2B5EF4-FFF2-40B4-BE49-F238E27FC236}">
                    <a16:creationId xmlns:a16="http://schemas.microsoft.com/office/drawing/2014/main" id="{0B852AC1-76FF-944F-B82D-752D30499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572" y="3338632"/>
                <a:ext cx="442399" cy="407099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4" name="文字方塊 92">
                <a:extLst>
                  <a:ext uri="{FF2B5EF4-FFF2-40B4-BE49-F238E27FC236}">
                    <a16:creationId xmlns:a16="http://schemas.microsoft.com/office/drawing/2014/main" id="{DC2052B7-33E6-7156-9440-07A575875FBE}"/>
                  </a:ext>
                </a:extLst>
              </p:cNvPr>
              <p:cNvSpPr txBox="1"/>
              <p:nvPr/>
            </p:nvSpPr>
            <p:spPr>
              <a:xfrm>
                <a:off x="3464562" y="33210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4" name="文字方塊 92">
                <a:extLst>
                  <a:ext uri="{FF2B5EF4-FFF2-40B4-BE49-F238E27FC236}">
                    <a16:creationId xmlns:a16="http://schemas.microsoft.com/office/drawing/2014/main" id="{DC2052B7-33E6-7156-9440-07A575875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4562" y="3321005"/>
                <a:ext cx="295688" cy="400110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5" name="文字方塊 90">
                <a:extLst>
                  <a:ext uri="{FF2B5EF4-FFF2-40B4-BE49-F238E27FC236}">
                    <a16:creationId xmlns:a16="http://schemas.microsoft.com/office/drawing/2014/main" id="{431CDAD8-8891-3BFD-9C32-4C70D9CA3706}"/>
                  </a:ext>
                </a:extLst>
              </p:cNvPr>
              <p:cNvSpPr txBox="1"/>
              <p:nvPr/>
            </p:nvSpPr>
            <p:spPr>
              <a:xfrm>
                <a:off x="3176295" y="3340353"/>
                <a:ext cx="3764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75" name="文字方塊 90">
                <a:extLst>
                  <a:ext uri="{FF2B5EF4-FFF2-40B4-BE49-F238E27FC236}">
                    <a16:creationId xmlns:a16="http://schemas.microsoft.com/office/drawing/2014/main" id="{431CDAD8-8891-3BFD-9C32-4C70D9CA3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295" y="3340353"/>
                <a:ext cx="376477" cy="400110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084E6F0D-F8BA-446F-A16C-875EE4495F37}"/>
                  </a:ext>
                </a:extLst>
              </p:cNvPr>
              <p:cNvSpPr txBox="1"/>
              <p:nvPr/>
            </p:nvSpPr>
            <p:spPr>
              <a:xfrm>
                <a:off x="524095" y="3989022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084E6F0D-F8BA-446F-A16C-875EE4495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95" y="3989022"/>
                <a:ext cx="382766" cy="40011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2" name="文字方塊 93">
            <a:extLst>
              <a:ext uri="{FF2B5EF4-FFF2-40B4-BE49-F238E27FC236}">
                <a16:creationId xmlns:a16="http://schemas.microsoft.com/office/drawing/2014/main" id="{B405C9A6-7FC4-6D66-8BF3-9FD83161FB37}"/>
              </a:ext>
            </a:extLst>
          </p:cNvPr>
          <p:cNvSpPr txBox="1"/>
          <p:nvPr/>
        </p:nvSpPr>
        <p:spPr>
          <a:xfrm>
            <a:off x="1740897" y="3942816"/>
            <a:ext cx="288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183" name="文字方塊 94">
            <a:extLst>
              <a:ext uri="{FF2B5EF4-FFF2-40B4-BE49-F238E27FC236}">
                <a16:creationId xmlns:a16="http://schemas.microsoft.com/office/drawing/2014/main" id="{947CD5F2-BC4D-5B09-693A-C4CCD2AD307C}"/>
              </a:ext>
            </a:extLst>
          </p:cNvPr>
          <p:cNvSpPr txBox="1"/>
          <p:nvPr/>
        </p:nvSpPr>
        <p:spPr>
          <a:xfrm>
            <a:off x="836472" y="3998898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4" name="文字方塊 95">
                <a:extLst>
                  <a:ext uri="{FF2B5EF4-FFF2-40B4-BE49-F238E27FC236}">
                    <a16:creationId xmlns:a16="http://schemas.microsoft.com/office/drawing/2014/main" id="{2BB85DC7-D0A9-123A-E7AC-0EE611DC20CF}"/>
                  </a:ext>
                </a:extLst>
              </p:cNvPr>
              <p:cNvSpPr txBox="1"/>
              <p:nvPr/>
            </p:nvSpPr>
            <p:spPr>
              <a:xfrm>
                <a:off x="1458534" y="4002659"/>
                <a:ext cx="44239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b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84" name="文字方塊 95">
                <a:extLst>
                  <a:ext uri="{FF2B5EF4-FFF2-40B4-BE49-F238E27FC236}">
                    <a16:creationId xmlns:a16="http://schemas.microsoft.com/office/drawing/2014/main" id="{2BB85DC7-D0A9-123A-E7AC-0EE611DC2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534" y="4002659"/>
                <a:ext cx="442399" cy="407099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5" name="文字方塊 92">
                <a:extLst>
                  <a:ext uri="{FF2B5EF4-FFF2-40B4-BE49-F238E27FC236}">
                    <a16:creationId xmlns:a16="http://schemas.microsoft.com/office/drawing/2014/main" id="{F217F331-32E2-7508-5663-4E4B2FCB588A}"/>
                  </a:ext>
                </a:extLst>
              </p:cNvPr>
              <p:cNvSpPr txBox="1"/>
              <p:nvPr/>
            </p:nvSpPr>
            <p:spPr>
              <a:xfrm>
                <a:off x="1202524" y="398503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5" name="文字方塊 92">
                <a:extLst>
                  <a:ext uri="{FF2B5EF4-FFF2-40B4-BE49-F238E27FC236}">
                    <a16:creationId xmlns:a16="http://schemas.microsoft.com/office/drawing/2014/main" id="{F217F331-32E2-7508-5663-4E4B2FCB5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524" y="3985032"/>
                <a:ext cx="295688" cy="400110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文字方塊 90">
                <a:extLst>
                  <a:ext uri="{FF2B5EF4-FFF2-40B4-BE49-F238E27FC236}">
                    <a16:creationId xmlns:a16="http://schemas.microsoft.com/office/drawing/2014/main" id="{51052909-788F-BCC9-FF3C-B803A3A5295F}"/>
                  </a:ext>
                </a:extLst>
              </p:cNvPr>
              <p:cNvSpPr txBox="1"/>
              <p:nvPr/>
            </p:nvSpPr>
            <p:spPr>
              <a:xfrm>
                <a:off x="914257" y="4004380"/>
                <a:ext cx="3764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86" name="文字方塊 90">
                <a:extLst>
                  <a:ext uri="{FF2B5EF4-FFF2-40B4-BE49-F238E27FC236}">
                    <a16:creationId xmlns:a16="http://schemas.microsoft.com/office/drawing/2014/main" id="{51052909-788F-BCC9-FF3C-B803A3A52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257" y="4004380"/>
                <a:ext cx="376477" cy="400110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Left Bracket 187">
            <a:extLst>
              <a:ext uri="{FF2B5EF4-FFF2-40B4-BE49-F238E27FC236}">
                <a16:creationId xmlns:a16="http://schemas.microsoft.com/office/drawing/2014/main" id="{D0E00E84-C357-AB91-CB2F-B4A6556C289F}"/>
              </a:ext>
            </a:extLst>
          </p:cNvPr>
          <p:cNvSpPr/>
          <p:nvPr/>
        </p:nvSpPr>
        <p:spPr>
          <a:xfrm>
            <a:off x="2008587" y="3919871"/>
            <a:ext cx="60043" cy="556899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文字方塊 93">
            <a:extLst>
              <a:ext uri="{FF2B5EF4-FFF2-40B4-BE49-F238E27FC236}">
                <a16:creationId xmlns:a16="http://schemas.microsoft.com/office/drawing/2014/main" id="{064208CB-C27C-80F0-C55D-3CF1F3408442}"/>
              </a:ext>
            </a:extLst>
          </p:cNvPr>
          <p:cNvSpPr txBox="1"/>
          <p:nvPr/>
        </p:nvSpPr>
        <p:spPr>
          <a:xfrm>
            <a:off x="2865023" y="3952617"/>
            <a:ext cx="288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190" name="文字方塊 94">
            <a:extLst>
              <a:ext uri="{FF2B5EF4-FFF2-40B4-BE49-F238E27FC236}">
                <a16:creationId xmlns:a16="http://schemas.microsoft.com/office/drawing/2014/main" id="{D2DD6A13-1AD1-4D9D-64BD-630CAAC0A474}"/>
              </a:ext>
            </a:extLst>
          </p:cNvPr>
          <p:cNvSpPr txBox="1"/>
          <p:nvPr/>
        </p:nvSpPr>
        <p:spPr>
          <a:xfrm>
            <a:off x="1960598" y="4008699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1" name="文字方塊 95">
                <a:extLst>
                  <a:ext uri="{FF2B5EF4-FFF2-40B4-BE49-F238E27FC236}">
                    <a16:creationId xmlns:a16="http://schemas.microsoft.com/office/drawing/2014/main" id="{3A9DBF78-37C3-D16C-53DC-AE2A31E9A0BD}"/>
                  </a:ext>
                </a:extLst>
              </p:cNvPr>
              <p:cNvSpPr txBox="1"/>
              <p:nvPr/>
            </p:nvSpPr>
            <p:spPr>
              <a:xfrm>
                <a:off x="2582660" y="4012460"/>
                <a:ext cx="44239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b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91" name="文字方塊 95">
                <a:extLst>
                  <a:ext uri="{FF2B5EF4-FFF2-40B4-BE49-F238E27FC236}">
                    <a16:creationId xmlns:a16="http://schemas.microsoft.com/office/drawing/2014/main" id="{3A9DBF78-37C3-D16C-53DC-AE2A31E9A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660" y="4012460"/>
                <a:ext cx="442399" cy="407099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2" name="文字方塊 92">
                <a:extLst>
                  <a:ext uri="{FF2B5EF4-FFF2-40B4-BE49-F238E27FC236}">
                    <a16:creationId xmlns:a16="http://schemas.microsoft.com/office/drawing/2014/main" id="{1C13F5B9-B824-2F2B-81B9-FF7E395C22E7}"/>
                  </a:ext>
                </a:extLst>
              </p:cNvPr>
              <p:cNvSpPr txBox="1"/>
              <p:nvPr/>
            </p:nvSpPr>
            <p:spPr>
              <a:xfrm>
                <a:off x="2326650" y="399483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2" name="文字方塊 92">
                <a:extLst>
                  <a:ext uri="{FF2B5EF4-FFF2-40B4-BE49-F238E27FC236}">
                    <a16:creationId xmlns:a16="http://schemas.microsoft.com/office/drawing/2014/main" id="{1C13F5B9-B824-2F2B-81B9-FF7E395C2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650" y="3994833"/>
                <a:ext cx="295688" cy="400110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文字方塊 90">
                <a:extLst>
                  <a:ext uri="{FF2B5EF4-FFF2-40B4-BE49-F238E27FC236}">
                    <a16:creationId xmlns:a16="http://schemas.microsoft.com/office/drawing/2014/main" id="{A9DE6C63-08F0-096F-70FB-CA9517960BDB}"/>
                  </a:ext>
                </a:extLst>
              </p:cNvPr>
              <p:cNvSpPr txBox="1"/>
              <p:nvPr/>
            </p:nvSpPr>
            <p:spPr>
              <a:xfrm>
                <a:off x="2038383" y="4014181"/>
                <a:ext cx="3764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93" name="文字方塊 90">
                <a:extLst>
                  <a:ext uri="{FF2B5EF4-FFF2-40B4-BE49-F238E27FC236}">
                    <a16:creationId xmlns:a16="http://schemas.microsoft.com/office/drawing/2014/main" id="{A9DE6C63-08F0-096F-70FB-CA9517960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8383" y="4014181"/>
                <a:ext cx="376477" cy="400110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文字方塊 150">
                <a:extLst>
                  <a:ext uri="{FF2B5EF4-FFF2-40B4-BE49-F238E27FC236}">
                    <a16:creationId xmlns:a16="http://schemas.microsoft.com/office/drawing/2014/main" id="{9C5E52F5-684F-D5C3-BE5E-EEDC95537666}"/>
                  </a:ext>
                </a:extLst>
              </p:cNvPr>
              <p:cNvSpPr txBox="1"/>
              <p:nvPr/>
            </p:nvSpPr>
            <p:spPr>
              <a:xfrm>
                <a:off x="3002444" y="39979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4" name="文字方塊 150">
                <a:extLst>
                  <a:ext uri="{FF2B5EF4-FFF2-40B4-BE49-F238E27FC236}">
                    <a16:creationId xmlns:a16="http://schemas.microsoft.com/office/drawing/2014/main" id="{9C5E52F5-684F-D5C3-BE5E-EEDC95537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444" y="3997946"/>
                <a:ext cx="295688" cy="400110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5" name="文字方塊 10">
                <a:extLst>
                  <a:ext uri="{FF2B5EF4-FFF2-40B4-BE49-F238E27FC236}">
                    <a16:creationId xmlns:a16="http://schemas.microsoft.com/office/drawing/2014/main" id="{02000F3E-B566-4156-348D-33F13B8E8D06}"/>
                  </a:ext>
                </a:extLst>
              </p:cNvPr>
              <p:cNvSpPr txBox="1"/>
              <p:nvPr/>
            </p:nvSpPr>
            <p:spPr>
              <a:xfrm>
                <a:off x="3239639" y="4017035"/>
                <a:ext cx="3461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95" name="文字方塊 10">
                <a:extLst>
                  <a:ext uri="{FF2B5EF4-FFF2-40B4-BE49-F238E27FC236}">
                    <a16:creationId xmlns:a16="http://schemas.microsoft.com/office/drawing/2014/main" id="{02000F3E-B566-4156-348D-33F13B8E8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9639" y="4017035"/>
                <a:ext cx="346126" cy="400110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6" name="Left Bracket 195">
            <a:extLst>
              <a:ext uri="{FF2B5EF4-FFF2-40B4-BE49-F238E27FC236}">
                <a16:creationId xmlns:a16="http://schemas.microsoft.com/office/drawing/2014/main" id="{1F2C4AF9-7184-2AFE-40FD-48E1FFD14874}"/>
              </a:ext>
            </a:extLst>
          </p:cNvPr>
          <p:cNvSpPr/>
          <p:nvPr/>
        </p:nvSpPr>
        <p:spPr>
          <a:xfrm flipH="1">
            <a:off x="3494088" y="3916438"/>
            <a:ext cx="60043" cy="556899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73718155-B2A6-071F-1230-2790B4A63B18}"/>
                  </a:ext>
                </a:extLst>
              </p:cNvPr>
              <p:cNvSpPr txBox="1"/>
              <p:nvPr/>
            </p:nvSpPr>
            <p:spPr>
              <a:xfrm>
                <a:off x="521749" y="4783663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73718155-B2A6-071F-1230-2790B4A63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49" y="4783663"/>
                <a:ext cx="382766" cy="400110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文字方塊 93">
            <a:extLst>
              <a:ext uri="{FF2B5EF4-FFF2-40B4-BE49-F238E27FC236}">
                <a16:creationId xmlns:a16="http://schemas.microsoft.com/office/drawing/2014/main" id="{3C0E551A-EA9A-2161-3928-B6272D0975FD}"/>
              </a:ext>
            </a:extLst>
          </p:cNvPr>
          <p:cNvSpPr txBox="1"/>
          <p:nvPr/>
        </p:nvSpPr>
        <p:spPr>
          <a:xfrm>
            <a:off x="1738551" y="4737457"/>
            <a:ext cx="288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199" name="文字方塊 94">
            <a:extLst>
              <a:ext uri="{FF2B5EF4-FFF2-40B4-BE49-F238E27FC236}">
                <a16:creationId xmlns:a16="http://schemas.microsoft.com/office/drawing/2014/main" id="{F2C9CC63-00A9-818D-681E-E1616BC77069}"/>
              </a:ext>
            </a:extLst>
          </p:cNvPr>
          <p:cNvSpPr txBox="1"/>
          <p:nvPr/>
        </p:nvSpPr>
        <p:spPr>
          <a:xfrm>
            <a:off x="834126" y="4793539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文字方塊 95">
                <a:extLst>
                  <a:ext uri="{FF2B5EF4-FFF2-40B4-BE49-F238E27FC236}">
                    <a16:creationId xmlns:a16="http://schemas.microsoft.com/office/drawing/2014/main" id="{4E725DB0-8F06-FE6F-643D-2522BD4F2FBA}"/>
                  </a:ext>
                </a:extLst>
              </p:cNvPr>
              <p:cNvSpPr txBox="1"/>
              <p:nvPr/>
            </p:nvSpPr>
            <p:spPr>
              <a:xfrm>
                <a:off x="1456188" y="4797300"/>
                <a:ext cx="44239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b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200" name="文字方塊 95">
                <a:extLst>
                  <a:ext uri="{FF2B5EF4-FFF2-40B4-BE49-F238E27FC236}">
                    <a16:creationId xmlns:a16="http://schemas.microsoft.com/office/drawing/2014/main" id="{4E725DB0-8F06-FE6F-643D-2522BD4F2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188" y="4797300"/>
                <a:ext cx="442399" cy="407099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文字方塊 92">
                <a:extLst>
                  <a:ext uri="{FF2B5EF4-FFF2-40B4-BE49-F238E27FC236}">
                    <a16:creationId xmlns:a16="http://schemas.microsoft.com/office/drawing/2014/main" id="{CDDAABEC-CB0D-B7E4-B670-B3F2854F0C65}"/>
                  </a:ext>
                </a:extLst>
              </p:cNvPr>
              <p:cNvSpPr txBox="1"/>
              <p:nvPr/>
            </p:nvSpPr>
            <p:spPr>
              <a:xfrm>
                <a:off x="1200178" y="477967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1" name="文字方塊 92">
                <a:extLst>
                  <a:ext uri="{FF2B5EF4-FFF2-40B4-BE49-F238E27FC236}">
                    <a16:creationId xmlns:a16="http://schemas.microsoft.com/office/drawing/2014/main" id="{CDDAABEC-CB0D-B7E4-B670-B3F2854F0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178" y="4779673"/>
                <a:ext cx="295688" cy="400110"/>
              </a:xfrm>
              <a:prstGeom prst="rect">
                <a:avLst/>
              </a:prstGeom>
              <a:blipFill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文字方塊 90">
                <a:extLst>
                  <a:ext uri="{FF2B5EF4-FFF2-40B4-BE49-F238E27FC236}">
                    <a16:creationId xmlns:a16="http://schemas.microsoft.com/office/drawing/2014/main" id="{F0860ECC-E2DD-5747-F931-24BCA8FED187}"/>
                  </a:ext>
                </a:extLst>
              </p:cNvPr>
              <p:cNvSpPr txBox="1"/>
              <p:nvPr/>
            </p:nvSpPr>
            <p:spPr>
              <a:xfrm>
                <a:off x="911911" y="4799021"/>
                <a:ext cx="3764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02" name="文字方塊 90">
                <a:extLst>
                  <a:ext uri="{FF2B5EF4-FFF2-40B4-BE49-F238E27FC236}">
                    <a16:creationId xmlns:a16="http://schemas.microsoft.com/office/drawing/2014/main" id="{F0860ECC-E2DD-5747-F931-24BCA8FED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911" y="4799021"/>
                <a:ext cx="376477" cy="400110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Left Bracket 202">
            <a:extLst>
              <a:ext uri="{FF2B5EF4-FFF2-40B4-BE49-F238E27FC236}">
                <a16:creationId xmlns:a16="http://schemas.microsoft.com/office/drawing/2014/main" id="{A567057E-27DC-4C79-0347-3EE3786060D7}"/>
              </a:ext>
            </a:extLst>
          </p:cNvPr>
          <p:cNvSpPr/>
          <p:nvPr/>
        </p:nvSpPr>
        <p:spPr>
          <a:xfrm>
            <a:off x="2006242" y="4714512"/>
            <a:ext cx="57282" cy="556899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文字方塊 93">
            <a:extLst>
              <a:ext uri="{FF2B5EF4-FFF2-40B4-BE49-F238E27FC236}">
                <a16:creationId xmlns:a16="http://schemas.microsoft.com/office/drawing/2014/main" id="{4C0FC91B-170E-89A6-9EF9-AF34D9DB3A85}"/>
              </a:ext>
            </a:extLst>
          </p:cNvPr>
          <p:cNvSpPr txBox="1"/>
          <p:nvPr/>
        </p:nvSpPr>
        <p:spPr>
          <a:xfrm>
            <a:off x="2862677" y="4747258"/>
            <a:ext cx="288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205" name="文字方塊 94">
            <a:extLst>
              <a:ext uri="{FF2B5EF4-FFF2-40B4-BE49-F238E27FC236}">
                <a16:creationId xmlns:a16="http://schemas.microsoft.com/office/drawing/2014/main" id="{D673709E-848D-8FC4-404D-5457407C9287}"/>
              </a:ext>
            </a:extLst>
          </p:cNvPr>
          <p:cNvSpPr txBox="1"/>
          <p:nvPr/>
        </p:nvSpPr>
        <p:spPr>
          <a:xfrm>
            <a:off x="1958252" y="4803340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文字方塊 95">
                <a:extLst>
                  <a:ext uri="{FF2B5EF4-FFF2-40B4-BE49-F238E27FC236}">
                    <a16:creationId xmlns:a16="http://schemas.microsoft.com/office/drawing/2014/main" id="{7780E762-919E-7BE2-9F1E-DF730C10D489}"/>
                  </a:ext>
                </a:extLst>
              </p:cNvPr>
              <p:cNvSpPr txBox="1"/>
              <p:nvPr/>
            </p:nvSpPr>
            <p:spPr>
              <a:xfrm>
                <a:off x="2580314" y="4807101"/>
                <a:ext cx="44239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b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206" name="文字方塊 95">
                <a:extLst>
                  <a:ext uri="{FF2B5EF4-FFF2-40B4-BE49-F238E27FC236}">
                    <a16:creationId xmlns:a16="http://schemas.microsoft.com/office/drawing/2014/main" id="{7780E762-919E-7BE2-9F1E-DF730C10D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314" y="4807101"/>
                <a:ext cx="442399" cy="407099"/>
              </a:xfrm>
              <a:prstGeom prst="rect">
                <a:avLst/>
              </a:prstGeom>
              <a:blipFill>
                <a:blip r:embed="rId6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7" name="文字方塊 92">
                <a:extLst>
                  <a:ext uri="{FF2B5EF4-FFF2-40B4-BE49-F238E27FC236}">
                    <a16:creationId xmlns:a16="http://schemas.microsoft.com/office/drawing/2014/main" id="{88679058-1D04-AC15-D1CD-B74E473F704B}"/>
                  </a:ext>
                </a:extLst>
              </p:cNvPr>
              <p:cNvSpPr txBox="1"/>
              <p:nvPr/>
            </p:nvSpPr>
            <p:spPr>
              <a:xfrm>
                <a:off x="2324304" y="478947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7" name="文字方塊 92">
                <a:extLst>
                  <a:ext uri="{FF2B5EF4-FFF2-40B4-BE49-F238E27FC236}">
                    <a16:creationId xmlns:a16="http://schemas.microsoft.com/office/drawing/2014/main" id="{88679058-1D04-AC15-D1CD-B74E473F7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304" y="4789474"/>
                <a:ext cx="295688" cy="400110"/>
              </a:xfrm>
              <a:prstGeom prst="rect">
                <a:avLst/>
              </a:prstGeom>
              <a:blipFill>
                <a:blip r:embed="rId6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8" name="文字方塊 90">
                <a:extLst>
                  <a:ext uri="{FF2B5EF4-FFF2-40B4-BE49-F238E27FC236}">
                    <a16:creationId xmlns:a16="http://schemas.microsoft.com/office/drawing/2014/main" id="{D789A1C7-0B3C-D181-CD3B-090436F634FE}"/>
                  </a:ext>
                </a:extLst>
              </p:cNvPr>
              <p:cNvSpPr txBox="1"/>
              <p:nvPr/>
            </p:nvSpPr>
            <p:spPr>
              <a:xfrm>
                <a:off x="2036037" y="4808822"/>
                <a:ext cx="3764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08" name="文字方塊 90">
                <a:extLst>
                  <a:ext uri="{FF2B5EF4-FFF2-40B4-BE49-F238E27FC236}">
                    <a16:creationId xmlns:a16="http://schemas.microsoft.com/office/drawing/2014/main" id="{D789A1C7-0B3C-D181-CD3B-090436F63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037" y="4808822"/>
                <a:ext cx="376477" cy="400110"/>
              </a:xfrm>
              <a:prstGeom prst="rect">
                <a:avLst/>
              </a:prstGeom>
              <a:blipFill>
                <a:blip r:embed="rId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文字方塊 150">
                <a:extLst>
                  <a:ext uri="{FF2B5EF4-FFF2-40B4-BE49-F238E27FC236}">
                    <a16:creationId xmlns:a16="http://schemas.microsoft.com/office/drawing/2014/main" id="{978DB638-F0AE-608A-CFBF-2BC302DB1D75}"/>
                  </a:ext>
                </a:extLst>
              </p:cNvPr>
              <p:cNvSpPr txBox="1"/>
              <p:nvPr/>
            </p:nvSpPr>
            <p:spPr>
              <a:xfrm>
                <a:off x="3000098" y="479258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9" name="文字方塊 150">
                <a:extLst>
                  <a:ext uri="{FF2B5EF4-FFF2-40B4-BE49-F238E27FC236}">
                    <a16:creationId xmlns:a16="http://schemas.microsoft.com/office/drawing/2014/main" id="{978DB638-F0AE-608A-CFBF-2BC302DB1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098" y="4792587"/>
                <a:ext cx="295688" cy="400110"/>
              </a:xfrm>
              <a:prstGeom prst="rect">
                <a:avLst/>
              </a:prstGeom>
              <a:blipFill>
                <a:blip r:embed="rId6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0" name="群組 39">
            <a:extLst>
              <a:ext uri="{FF2B5EF4-FFF2-40B4-BE49-F238E27FC236}">
                <a16:creationId xmlns:a16="http://schemas.microsoft.com/office/drawing/2014/main" id="{D0F90598-A8E4-A3A1-CCA4-838278539EC9}"/>
              </a:ext>
            </a:extLst>
          </p:cNvPr>
          <p:cNvGrpSpPr/>
          <p:nvPr/>
        </p:nvGrpSpPr>
        <p:grpSpPr>
          <a:xfrm>
            <a:off x="3264622" y="4754663"/>
            <a:ext cx="511839" cy="477054"/>
            <a:chOff x="6376249" y="620688"/>
            <a:chExt cx="511839" cy="477054"/>
          </a:xfrm>
        </p:grpSpPr>
        <p:sp>
          <p:nvSpPr>
            <p:cNvPr id="211" name="文字方塊 40">
              <a:extLst>
                <a:ext uri="{FF2B5EF4-FFF2-40B4-BE49-F238E27FC236}">
                  <a16:creationId xmlns:a16="http://schemas.microsoft.com/office/drawing/2014/main" id="{70321E83-B3F6-87C0-6C31-13D8414CBBA8}"/>
                </a:ext>
              </a:extLst>
            </p:cNvPr>
            <p:cNvSpPr txBox="1"/>
            <p:nvPr/>
          </p:nvSpPr>
          <p:spPr>
            <a:xfrm>
              <a:off x="6376249" y="697632"/>
              <a:ext cx="3674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Handwriting" panose="03010101010101010101" pitchFamily="66" charset="0"/>
                </a:rPr>
                <a:t>1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12" name="文字方塊 41">
              <a:extLst>
                <a:ext uri="{FF2B5EF4-FFF2-40B4-BE49-F238E27FC236}">
                  <a16:creationId xmlns:a16="http://schemas.microsoft.com/office/drawing/2014/main" id="{387D1843-9459-4155-9DF6-40D4D9901D1F}"/>
                </a:ext>
              </a:extLst>
            </p:cNvPr>
            <p:cNvSpPr txBox="1"/>
            <p:nvPr/>
          </p:nvSpPr>
          <p:spPr>
            <a:xfrm>
              <a:off x="6599226" y="620688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213" name="Left Bracket 212">
            <a:extLst>
              <a:ext uri="{FF2B5EF4-FFF2-40B4-BE49-F238E27FC236}">
                <a16:creationId xmlns:a16="http://schemas.microsoft.com/office/drawing/2014/main" id="{43042B47-56C8-187B-0714-E4E5B59EBBA4}"/>
              </a:ext>
            </a:extLst>
          </p:cNvPr>
          <p:cNvSpPr/>
          <p:nvPr/>
        </p:nvSpPr>
        <p:spPr>
          <a:xfrm flipH="1">
            <a:off x="3697861" y="4704837"/>
            <a:ext cx="60043" cy="556899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C9DC54E1-0706-8118-7E49-7D74404FC7A0}"/>
                  </a:ext>
                </a:extLst>
              </p:cNvPr>
              <p:cNvSpPr txBox="1"/>
              <p:nvPr/>
            </p:nvSpPr>
            <p:spPr>
              <a:xfrm>
                <a:off x="521749" y="5500737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C9DC54E1-0706-8118-7E49-7D74404FC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49" y="5500737"/>
                <a:ext cx="382766" cy="400110"/>
              </a:xfrm>
              <a:prstGeom prst="rect">
                <a:avLst/>
              </a:prstGeom>
              <a:blipFill>
                <a:blip r:embed="rId6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1" name="文字方塊 93">
            <a:extLst>
              <a:ext uri="{FF2B5EF4-FFF2-40B4-BE49-F238E27FC236}">
                <a16:creationId xmlns:a16="http://schemas.microsoft.com/office/drawing/2014/main" id="{8BAE839B-88BE-1B52-9EB9-AA44833467F5}"/>
              </a:ext>
            </a:extLst>
          </p:cNvPr>
          <p:cNvSpPr txBox="1"/>
          <p:nvPr/>
        </p:nvSpPr>
        <p:spPr>
          <a:xfrm>
            <a:off x="1738551" y="5454531"/>
            <a:ext cx="288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222" name="文字方塊 94">
            <a:extLst>
              <a:ext uri="{FF2B5EF4-FFF2-40B4-BE49-F238E27FC236}">
                <a16:creationId xmlns:a16="http://schemas.microsoft.com/office/drawing/2014/main" id="{101BC624-8D78-CABA-7800-274F6C50B23C}"/>
              </a:ext>
            </a:extLst>
          </p:cNvPr>
          <p:cNvSpPr txBox="1"/>
          <p:nvPr/>
        </p:nvSpPr>
        <p:spPr>
          <a:xfrm>
            <a:off x="834126" y="5510613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3" name="文字方塊 95">
                <a:extLst>
                  <a:ext uri="{FF2B5EF4-FFF2-40B4-BE49-F238E27FC236}">
                    <a16:creationId xmlns:a16="http://schemas.microsoft.com/office/drawing/2014/main" id="{EB16D1EA-383F-C270-73BA-0E5073FE9FF5}"/>
                  </a:ext>
                </a:extLst>
              </p:cNvPr>
              <p:cNvSpPr txBox="1"/>
              <p:nvPr/>
            </p:nvSpPr>
            <p:spPr>
              <a:xfrm>
                <a:off x="1456188" y="5514374"/>
                <a:ext cx="44239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b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223" name="文字方塊 95">
                <a:extLst>
                  <a:ext uri="{FF2B5EF4-FFF2-40B4-BE49-F238E27FC236}">
                    <a16:creationId xmlns:a16="http://schemas.microsoft.com/office/drawing/2014/main" id="{EB16D1EA-383F-C270-73BA-0E5073FE9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188" y="5514374"/>
                <a:ext cx="442399" cy="407099"/>
              </a:xfrm>
              <a:prstGeom prst="rect">
                <a:avLst/>
              </a:prstGeom>
              <a:blipFill>
                <a:blip r:embed="rId6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4" name="文字方塊 92">
                <a:extLst>
                  <a:ext uri="{FF2B5EF4-FFF2-40B4-BE49-F238E27FC236}">
                    <a16:creationId xmlns:a16="http://schemas.microsoft.com/office/drawing/2014/main" id="{BE783D34-15C9-31F1-414F-7F6DF1C2FDD8}"/>
                  </a:ext>
                </a:extLst>
              </p:cNvPr>
              <p:cNvSpPr txBox="1"/>
              <p:nvPr/>
            </p:nvSpPr>
            <p:spPr>
              <a:xfrm>
                <a:off x="1200178" y="54967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4" name="文字方塊 92">
                <a:extLst>
                  <a:ext uri="{FF2B5EF4-FFF2-40B4-BE49-F238E27FC236}">
                    <a16:creationId xmlns:a16="http://schemas.microsoft.com/office/drawing/2014/main" id="{BE783D34-15C9-31F1-414F-7F6DF1C2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178" y="5496747"/>
                <a:ext cx="295688" cy="400110"/>
              </a:xfrm>
              <a:prstGeom prst="rect">
                <a:avLst/>
              </a:prstGeom>
              <a:blipFill>
                <a:blip r:embed="rId6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" name="文字方塊 90">
                <a:extLst>
                  <a:ext uri="{FF2B5EF4-FFF2-40B4-BE49-F238E27FC236}">
                    <a16:creationId xmlns:a16="http://schemas.microsoft.com/office/drawing/2014/main" id="{FB91C9AA-3C44-09FF-D244-03344F8CA11F}"/>
                  </a:ext>
                </a:extLst>
              </p:cNvPr>
              <p:cNvSpPr txBox="1"/>
              <p:nvPr/>
            </p:nvSpPr>
            <p:spPr>
              <a:xfrm>
                <a:off x="911911" y="5516095"/>
                <a:ext cx="3764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25" name="文字方塊 90">
                <a:extLst>
                  <a:ext uri="{FF2B5EF4-FFF2-40B4-BE49-F238E27FC236}">
                    <a16:creationId xmlns:a16="http://schemas.microsoft.com/office/drawing/2014/main" id="{FB91C9AA-3C44-09FF-D244-03344F8CA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911" y="5516095"/>
                <a:ext cx="376477" cy="400110"/>
              </a:xfrm>
              <a:prstGeom prst="rect">
                <a:avLst/>
              </a:prstGeom>
              <a:blipFill>
                <a:blip r:embed="rId7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7" name="Left Bracket 226">
            <a:extLst>
              <a:ext uri="{FF2B5EF4-FFF2-40B4-BE49-F238E27FC236}">
                <a16:creationId xmlns:a16="http://schemas.microsoft.com/office/drawing/2014/main" id="{B2802F13-63E5-1264-7E99-9B3B3DD9DA15}"/>
              </a:ext>
            </a:extLst>
          </p:cNvPr>
          <p:cNvSpPr/>
          <p:nvPr/>
        </p:nvSpPr>
        <p:spPr>
          <a:xfrm>
            <a:off x="1995005" y="5438244"/>
            <a:ext cx="55093" cy="506334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文字方塊 94">
            <a:extLst>
              <a:ext uri="{FF2B5EF4-FFF2-40B4-BE49-F238E27FC236}">
                <a16:creationId xmlns:a16="http://schemas.microsoft.com/office/drawing/2014/main" id="{24C1C5C3-1CD1-6025-D0D3-DBD35D2D464A}"/>
              </a:ext>
            </a:extLst>
          </p:cNvPr>
          <p:cNvSpPr txBox="1"/>
          <p:nvPr/>
        </p:nvSpPr>
        <p:spPr>
          <a:xfrm>
            <a:off x="1954153" y="5515611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文字方塊 95">
                <a:extLst>
                  <a:ext uri="{FF2B5EF4-FFF2-40B4-BE49-F238E27FC236}">
                    <a16:creationId xmlns:a16="http://schemas.microsoft.com/office/drawing/2014/main" id="{BB53466B-3E4F-699D-26C4-FE18F9CD4D7B}"/>
                  </a:ext>
                </a:extLst>
              </p:cNvPr>
              <p:cNvSpPr txBox="1"/>
              <p:nvPr/>
            </p:nvSpPr>
            <p:spPr>
              <a:xfrm>
                <a:off x="2576215" y="5518088"/>
                <a:ext cx="44239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b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230" name="文字方塊 95">
                <a:extLst>
                  <a:ext uri="{FF2B5EF4-FFF2-40B4-BE49-F238E27FC236}">
                    <a16:creationId xmlns:a16="http://schemas.microsoft.com/office/drawing/2014/main" id="{BB53466B-3E4F-699D-26C4-FE18F9CD4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215" y="5518088"/>
                <a:ext cx="442399" cy="407099"/>
              </a:xfrm>
              <a:prstGeom prst="rect">
                <a:avLst/>
              </a:prstGeom>
              <a:blipFill>
                <a:blip r:embed="rId7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1" name="文字方塊 92">
                <a:extLst>
                  <a:ext uri="{FF2B5EF4-FFF2-40B4-BE49-F238E27FC236}">
                    <a16:creationId xmlns:a16="http://schemas.microsoft.com/office/drawing/2014/main" id="{32DCD55C-2B2F-482A-990A-6BD6D944978B}"/>
                  </a:ext>
                </a:extLst>
              </p:cNvPr>
              <p:cNvSpPr txBox="1"/>
              <p:nvPr/>
            </p:nvSpPr>
            <p:spPr>
              <a:xfrm>
                <a:off x="2320205" y="549393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1" name="文字方塊 92">
                <a:extLst>
                  <a:ext uri="{FF2B5EF4-FFF2-40B4-BE49-F238E27FC236}">
                    <a16:creationId xmlns:a16="http://schemas.microsoft.com/office/drawing/2014/main" id="{32DCD55C-2B2F-482A-990A-6BD6D9449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205" y="5493930"/>
                <a:ext cx="295688" cy="400110"/>
              </a:xfrm>
              <a:prstGeom prst="rect">
                <a:avLst/>
              </a:prstGeom>
              <a:blipFill>
                <a:blip r:embed="rId7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2" name="文字方塊 90">
                <a:extLst>
                  <a:ext uri="{FF2B5EF4-FFF2-40B4-BE49-F238E27FC236}">
                    <a16:creationId xmlns:a16="http://schemas.microsoft.com/office/drawing/2014/main" id="{C16FDA0C-E9CE-5CFE-AD14-7AE81BD7CACE}"/>
                  </a:ext>
                </a:extLst>
              </p:cNvPr>
              <p:cNvSpPr txBox="1"/>
              <p:nvPr/>
            </p:nvSpPr>
            <p:spPr>
              <a:xfrm>
                <a:off x="2031938" y="5513278"/>
                <a:ext cx="3764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32" name="文字方塊 90">
                <a:extLst>
                  <a:ext uri="{FF2B5EF4-FFF2-40B4-BE49-F238E27FC236}">
                    <a16:creationId xmlns:a16="http://schemas.microsoft.com/office/drawing/2014/main" id="{C16FDA0C-E9CE-5CFE-AD14-7AE81BD7C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938" y="5513278"/>
                <a:ext cx="376477" cy="400110"/>
              </a:xfrm>
              <a:prstGeom prst="rect">
                <a:avLst/>
              </a:prstGeom>
              <a:blipFill>
                <a:blip r:embed="rId7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4" name="文字方塊 150">
                <a:extLst>
                  <a:ext uri="{FF2B5EF4-FFF2-40B4-BE49-F238E27FC236}">
                    <a16:creationId xmlns:a16="http://schemas.microsoft.com/office/drawing/2014/main" id="{3045F16A-730C-2321-E931-CD69A560F56B}"/>
                  </a:ext>
                </a:extLst>
              </p:cNvPr>
              <p:cNvSpPr txBox="1"/>
              <p:nvPr/>
            </p:nvSpPr>
            <p:spPr>
              <a:xfrm>
                <a:off x="2930125" y="549558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4" name="文字方塊 150">
                <a:extLst>
                  <a:ext uri="{FF2B5EF4-FFF2-40B4-BE49-F238E27FC236}">
                    <a16:creationId xmlns:a16="http://schemas.microsoft.com/office/drawing/2014/main" id="{3045F16A-730C-2321-E931-CD69A560F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125" y="5495587"/>
                <a:ext cx="295688" cy="400110"/>
              </a:xfrm>
              <a:prstGeom prst="rect">
                <a:avLst/>
              </a:prstGeom>
              <a:blipFill>
                <a:blip r:embed="rId7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5" name="文字方塊 10">
                <a:extLst>
                  <a:ext uri="{FF2B5EF4-FFF2-40B4-BE49-F238E27FC236}">
                    <a16:creationId xmlns:a16="http://schemas.microsoft.com/office/drawing/2014/main" id="{BD599D18-C622-F3E0-183A-3FB9715CD9E2}"/>
                  </a:ext>
                </a:extLst>
              </p:cNvPr>
              <p:cNvSpPr txBox="1"/>
              <p:nvPr/>
            </p:nvSpPr>
            <p:spPr>
              <a:xfrm>
                <a:off x="3167320" y="5514676"/>
                <a:ext cx="3461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Lucida Handwriting" panose="03010101010101010101" pitchFamily="66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rgbClr val="66FFFF"/>
                  </a:solidFill>
                </a:endParaRPr>
              </a:p>
            </p:txBody>
          </p:sp>
        </mc:Choice>
        <mc:Fallback>
          <p:sp>
            <p:nvSpPr>
              <p:cNvPr id="235" name="文字方塊 10">
                <a:extLst>
                  <a:ext uri="{FF2B5EF4-FFF2-40B4-BE49-F238E27FC236}">
                    <a16:creationId xmlns:a16="http://schemas.microsoft.com/office/drawing/2014/main" id="{BD599D18-C622-F3E0-183A-3FB9715CD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320" y="5514676"/>
                <a:ext cx="346126" cy="400110"/>
              </a:xfrm>
              <a:prstGeom prst="rect">
                <a:avLst/>
              </a:prstGeom>
              <a:blipFill>
                <a:blip r:embed="rId7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6" name="Left Bracket 235">
            <a:extLst>
              <a:ext uri="{FF2B5EF4-FFF2-40B4-BE49-F238E27FC236}">
                <a16:creationId xmlns:a16="http://schemas.microsoft.com/office/drawing/2014/main" id="{0CA2649E-3337-4AB9-4E6E-3D51BB72D5EF}"/>
              </a:ext>
            </a:extLst>
          </p:cNvPr>
          <p:cNvSpPr/>
          <p:nvPr/>
        </p:nvSpPr>
        <p:spPr>
          <a:xfrm flipH="1">
            <a:off x="3443747" y="5445126"/>
            <a:ext cx="72772" cy="510473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Left Bracket 236">
            <a:extLst>
              <a:ext uri="{FF2B5EF4-FFF2-40B4-BE49-F238E27FC236}">
                <a16:creationId xmlns:a16="http://schemas.microsoft.com/office/drawing/2014/main" id="{AB68EF49-DED6-D933-E8E1-72081B958FD2}"/>
              </a:ext>
            </a:extLst>
          </p:cNvPr>
          <p:cNvSpPr/>
          <p:nvPr/>
        </p:nvSpPr>
        <p:spPr>
          <a:xfrm>
            <a:off x="3615192" y="5445537"/>
            <a:ext cx="55093" cy="506334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文字方塊 94">
            <a:extLst>
              <a:ext uri="{FF2B5EF4-FFF2-40B4-BE49-F238E27FC236}">
                <a16:creationId xmlns:a16="http://schemas.microsoft.com/office/drawing/2014/main" id="{54D11FB3-B8B3-5F2D-4B49-C999C5E36325}"/>
              </a:ext>
            </a:extLst>
          </p:cNvPr>
          <p:cNvSpPr txBox="1"/>
          <p:nvPr/>
        </p:nvSpPr>
        <p:spPr>
          <a:xfrm>
            <a:off x="3550426" y="5531216"/>
            <a:ext cx="287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9" name="文字方塊 95">
                <a:extLst>
                  <a:ext uri="{FF2B5EF4-FFF2-40B4-BE49-F238E27FC236}">
                    <a16:creationId xmlns:a16="http://schemas.microsoft.com/office/drawing/2014/main" id="{FA48AF2B-5CF5-2171-B534-BA0F12CF2830}"/>
                  </a:ext>
                </a:extLst>
              </p:cNvPr>
              <p:cNvSpPr txBox="1"/>
              <p:nvPr/>
            </p:nvSpPr>
            <p:spPr>
              <a:xfrm>
                <a:off x="4185223" y="5533693"/>
                <a:ext cx="44239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b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239" name="文字方塊 95">
                <a:extLst>
                  <a:ext uri="{FF2B5EF4-FFF2-40B4-BE49-F238E27FC236}">
                    <a16:creationId xmlns:a16="http://schemas.microsoft.com/office/drawing/2014/main" id="{FA48AF2B-5CF5-2171-B534-BA0F12CF2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223" y="5533693"/>
                <a:ext cx="442399" cy="407099"/>
              </a:xfrm>
              <a:prstGeom prst="rect">
                <a:avLst/>
              </a:prstGeom>
              <a:blipFill>
                <a:blip r:embed="rId7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0" name="文字方塊 92">
                <a:extLst>
                  <a:ext uri="{FF2B5EF4-FFF2-40B4-BE49-F238E27FC236}">
                    <a16:creationId xmlns:a16="http://schemas.microsoft.com/office/drawing/2014/main" id="{29710AAF-2CEB-EE79-D44F-9220E568E571}"/>
                  </a:ext>
                </a:extLst>
              </p:cNvPr>
              <p:cNvSpPr txBox="1"/>
              <p:nvPr/>
            </p:nvSpPr>
            <p:spPr>
              <a:xfrm>
                <a:off x="3929213" y="550953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0" name="文字方塊 92">
                <a:extLst>
                  <a:ext uri="{FF2B5EF4-FFF2-40B4-BE49-F238E27FC236}">
                    <a16:creationId xmlns:a16="http://schemas.microsoft.com/office/drawing/2014/main" id="{29710AAF-2CEB-EE79-D44F-9220E568E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9213" y="5509535"/>
                <a:ext cx="295688" cy="400110"/>
              </a:xfrm>
              <a:prstGeom prst="rect">
                <a:avLst/>
              </a:prstGeom>
              <a:blipFill>
                <a:blip r:embed="rId7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1" name="文字方塊 90">
                <a:extLst>
                  <a:ext uri="{FF2B5EF4-FFF2-40B4-BE49-F238E27FC236}">
                    <a16:creationId xmlns:a16="http://schemas.microsoft.com/office/drawing/2014/main" id="{9E2A9323-151E-3128-208D-00549749F7C1}"/>
                  </a:ext>
                </a:extLst>
              </p:cNvPr>
              <p:cNvSpPr txBox="1"/>
              <p:nvPr/>
            </p:nvSpPr>
            <p:spPr>
              <a:xfrm>
                <a:off x="3640946" y="5528883"/>
                <a:ext cx="3764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41" name="文字方塊 90">
                <a:extLst>
                  <a:ext uri="{FF2B5EF4-FFF2-40B4-BE49-F238E27FC236}">
                    <a16:creationId xmlns:a16="http://schemas.microsoft.com/office/drawing/2014/main" id="{9E2A9323-151E-3128-208D-00549749F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946" y="5528883"/>
                <a:ext cx="376477" cy="400110"/>
              </a:xfrm>
              <a:prstGeom prst="rect">
                <a:avLst/>
              </a:prstGeom>
              <a:blipFill>
                <a:blip r:embed="rId7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2" name="文字方塊 150">
                <a:extLst>
                  <a:ext uri="{FF2B5EF4-FFF2-40B4-BE49-F238E27FC236}">
                    <a16:creationId xmlns:a16="http://schemas.microsoft.com/office/drawing/2014/main" id="{231492CF-DAC6-486D-9C31-4EBDF3C787AF}"/>
                  </a:ext>
                </a:extLst>
              </p:cNvPr>
              <p:cNvSpPr txBox="1"/>
              <p:nvPr/>
            </p:nvSpPr>
            <p:spPr>
              <a:xfrm>
                <a:off x="4539133" y="55111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2" name="文字方塊 150">
                <a:extLst>
                  <a:ext uri="{FF2B5EF4-FFF2-40B4-BE49-F238E27FC236}">
                    <a16:creationId xmlns:a16="http://schemas.microsoft.com/office/drawing/2014/main" id="{231492CF-DAC6-486D-9C31-4EBDF3C78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133" y="5511192"/>
                <a:ext cx="295688" cy="400110"/>
              </a:xfrm>
              <a:prstGeom prst="rect">
                <a:avLst/>
              </a:prstGeom>
              <a:blipFill>
                <a:blip r:embed="rId7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3" name="文字方塊 10">
                <a:extLst>
                  <a:ext uri="{FF2B5EF4-FFF2-40B4-BE49-F238E27FC236}">
                    <a16:creationId xmlns:a16="http://schemas.microsoft.com/office/drawing/2014/main" id="{45FEE3EC-8FCE-540B-6390-46ECACC6E55A}"/>
                  </a:ext>
                </a:extLst>
              </p:cNvPr>
              <p:cNvSpPr txBox="1"/>
              <p:nvPr/>
            </p:nvSpPr>
            <p:spPr>
              <a:xfrm>
                <a:off x="4776328" y="5530281"/>
                <a:ext cx="3461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Lucida Handwriting" panose="03010101010101010101" pitchFamily="66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rgbClr val="66FFFF"/>
                  </a:solidFill>
                </a:endParaRPr>
              </a:p>
            </p:txBody>
          </p:sp>
        </mc:Choice>
        <mc:Fallback>
          <p:sp>
            <p:nvSpPr>
              <p:cNvPr id="243" name="文字方塊 10">
                <a:extLst>
                  <a:ext uri="{FF2B5EF4-FFF2-40B4-BE49-F238E27FC236}">
                    <a16:creationId xmlns:a16="http://schemas.microsoft.com/office/drawing/2014/main" id="{45FEE3EC-8FCE-540B-6390-46ECACC6E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328" y="5530281"/>
                <a:ext cx="346126" cy="400110"/>
              </a:xfrm>
              <a:prstGeom prst="rect">
                <a:avLst/>
              </a:prstGeom>
              <a:blipFill>
                <a:blip r:embed="rId8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4" name="Left Bracket 243">
            <a:extLst>
              <a:ext uri="{FF2B5EF4-FFF2-40B4-BE49-F238E27FC236}">
                <a16:creationId xmlns:a16="http://schemas.microsoft.com/office/drawing/2014/main" id="{4A4C8D9C-476D-312B-60D7-4AA58FE14C05}"/>
              </a:ext>
            </a:extLst>
          </p:cNvPr>
          <p:cNvSpPr/>
          <p:nvPr/>
        </p:nvSpPr>
        <p:spPr>
          <a:xfrm flipH="1">
            <a:off x="5059154" y="5460731"/>
            <a:ext cx="72772" cy="510473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59AFC508-DC0D-287D-FDB3-E242F7A6620B}"/>
                  </a:ext>
                </a:extLst>
              </p:cNvPr>
              <p:cNvSpPr txBox="1"/>
              <p:nvPr/>
            </p:nvSpPr>
            <p:spPr>
              <a:xfrm>
                <a:off x="521749" y="6116930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59AFC508-DC0D-287D-FDB3-E242F7A66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49" y="6116930"/>
                <a:ext cx="382766" cy="400110"/>
              </a:xfrm>
              <a:prstGeom prst="rect">
                <a:avLst/>
              </a:prstGeom>
              <a:blipFill>
                <a:blip r:embed="rId8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6" name="文字方塊 93">
            <a:extLst>
              <a:ext uri="{FF2B5EF4-FFF2-40B4-BE49-F238E27FC236}">
                <a16:creationId xmlns:a16="http://schemas.microsoft.com/office/drawing/2014/main" id="{51214B62-02FB-5E16-9D8C-EA2E549E1CB9}"/>
              </a:ext>
            </a:extLst>
          </p:cNvPr>
          <p:cNvSpPr txBox="1"/>
          <p:nvPr/>
        </p:nvSpPr>
        <p:spPr>
          <a:xfrm>
            <a:off x="1738551" y="6070724"/>
            <a:ext cx="288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247" name="文字方塊 94">
            <a:extLst>
              <a:ext uri="{FF2B5EF4-FFF2-40B4-BE49-F238E27FC236}">
                <a16:creationId xmlns:a16="http://schemas.microsoft.com/office/drawing/2014/main" id="{D9074187-2929-F355-C1C8-921F137E8B58}"/>
              </a:ext>
            </a:extLst>
          </p:cNvPr>
          <p:cNvSpPr txBox="1"/>
          <p:nvPr/>
        </p:nvSpPr>
        <p:spPr>
          <a:xfrm>
            <a:off x="834126" y="6126806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8" name="文字方塊 95">
                <a:extLst>
                  <a:ext uri="{FF2B5EF4-FFF2-40B4-BE49-F238E27FC236}">
                    <a16:creationId xmlns:a16="http://schemas.microsoft.com/office/drawing/2014/main" id="{D59C6E8C-AB3F-2A6D-4098-124A60030B4E}"/>
                  </a:ext>
                </a:extLst>
              </p:cNvPr>
              <p:cNvSpPr txBox="1"/>
              <p:nvPr/>
            </p:nvSpPr>
            <p:spPr>
              <a:xfrm>
                <a:off x="1456188" y="6130567"/>
                <a:ext cx="44239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b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248" name="文字方塊 95">
                <a:extLst>
                  <a:ext uri="{FF2B5EF4-FFF2-40B4-BE49-F238E27FC236}">
                    <a16:creationId xmlns:a16="http://schemas.microsoft.com/office/drawing/2014/main" id="{D59C6E8C-AB3F-2A6D-4098-124A60030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188" y="6130567"/>
                <a:ext cx="442399" cy="407099"/>
              </a:xfrm>
              <a:prstGeom prst="rect">
                <a:avLst/>
              </a:prstGeom>
              <a:blipFill>
                <a:blip r:embed="rId8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9" name="文字方塊 92">
                <a:extLst>
                  <a:ext uri="{FF2B5EF4-FFF2-40B4-BE49-F238E27FC236}">
                    <a16:creationId xmlns:a16="http://schemas.microsoft.com/office/drawing/2014/main" id="{7C7FB04B-0A87-C6EC-E165-984820EAF37B}"/>
                  </a:ext>
                </a:extLst>
              </p:cNvPr>
              <p:cNvSpPr txBox="1"/>
              <p:nvPr/>
            </p:nvSpPr>
            <p:spPr>
              <a:xfrm>
                <a:off x="1200178" y="611294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9" name="文字方塊 92">
                <a:extLst>
                  <a:ext uri="{FF2B5EF4-FFF2-40B4-BE49-F238E27FC236}">
                    <a16:creationId xmlns:a16="http://schemas.microsoft.com/office/drawing/2014/main" id="{7C7FB04B-0A87-C6EC-E165-984820EAF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178" y="6112940"/>
                <a:ext cx="295688" cy="400110"/>
              </a:xfrm>
              <a:prstGeom prst="rect">
                <a:avLst/>
              </a:prstGeom>
              <a:blipFill>
                <a:blip r:embed="rId8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文字方塊 90">
                <a:extLst>
                  <a:ext uri="{FF2B5EF4-FFF2-40B4-BE49-F238E27FC236}">
                    <a16:creationId xmlns:a16="http://schemas.microsoft.com/office/drawing/2014/main" id="{1C7593A5-7683-CEBA-8AFF-1A1831BAF7F1}"/>
                  </a:ext>
                </a:extLst>
              </p:cNvPr>
              <p:cNvSpPr txBox="1"/>
              <p:nvPr/>
            </p:nvSpPr>
            <p:spPr>
              <a:xfrm>
                <a:off x="911911" y="6132288"/>
                <a:ext cx="3764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50" name="文字方塊 90">
                <a:extLst>
                  <a:ext uri="{FF2B5EF4-FFF2-40B4-BE49-F238E27FC236}">
                    <a16:creationId xmlns:a16="http://schemas.microsoft.com/office/drawing/2014/main" id="{1C7593A5-7683-CEBA-8AFF-1A1831BAF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911" y="6132288"/>
                <a:ext cx="376477" cy="400110"/>
              </a:xfrm>
              <a:prstGeom prst="rect">
                <a:avLst/>
              </a:prstGeom>
              <a:blipFill>
                <a:blip r:embed="rId8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2" name="文字方塊 94">
            <a:extLst>
              <a:ext uri="{FF2B5EF4-FFF2-40B4-BE49-F238E27FC236}">
                <a16:creationId xmlns:a16="http://schemas.microsoft.com/office/drawing/2014/main" id="{B4273E29-3A65-B9FA-288D-8FC43927D4B5}"/>
              </a:ext>
            </a:extLst>
          </p:cNvPr>
          <p:cNvSpPr txBox="1"/>
          <p:nvPr/>
        </p:nvSpPr>
        <p:spPr>
          <a:xfrm>
            <a:off x="1843857" y="6142509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3" name="文字方塊 95">
                <a:extLst>
                  <a:ext uri="{FF2B5EF4-FFF2-40B4-BE49-F238E27FC236}">
                    <a16:creationId xmlns:a16="http://schemas.microsoft.com/office/drawing/2014/main" id="{C790BCF0-52F6-3613-4F8E-0DBBB425B4FD}"/>
                  </a:ext>
                </a:extLst>
              </p:cNvPr>
              <p:cNvSpPr txBox="1"/>
              <p:nvPr/>
            </p:nvSpPr>
            <p:spPr>
              <a:xfrm>
                <a:off x="2503412" y="6132487"/>
                <a:ext cx="373496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b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53" name="文字方塊 95">
                <a:extLst>
                  <a:ext uri="{FF2B5EF4-FFF2-40B4-BE49-F238E27FC236}">
                    <a16:creationId xmlns:a16="http://schemas.microsoft.com/office/drawing/2014/main" id="{C790BCF0-52F6-3613-4F8E-0DBBB425B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412" y="6132487"/>
                <a:ext cx="373496" cy="417807"/>
              </a:xfrm>
              <a:prstGeom prst="rect">
                <a:avLst/>
              </a:prstGeom>
              <a:blipFill>
                <a:blip r:embed="rId8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4" name="文字方塊 92">
                <a:extLst>
                  <a:ext uri="{FF2B5EF4-FFF2-40B4-BE49-F238E27FC236}">
                    <a16:creationId xmlns:a16="http://schemas.microsoft.com/office/drawing/2014/main" id="{BD91B825-E857-3F89-59BF-4FB11ADD39B8}"/>
                  </a:ext>
                </a:extLst>
              </p:cNvPr>
              <p:cNvSpPr txBox="1"/>
              <p:nvPr/>
            </p:nvSpPr>
            <p:spPr>
              <a:xfrm>
                <a:off x="2247400" y="61244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54" name="文字方塊 92">
                <a:extLst>
                  <a:ext uri="{FF2B5EF4-FFF2-40B4-BE49-F238E27FC236}">
                    <a16:creationId xmlns:a16="http://schemas.microsoft.com/office/drawing/2014/main" id="{BD91B825-E857-3F89-59BF-4FB11ADD3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400" y="6124467"/>
                <a:ext cx="295688" cy="400110"/>
              </a:xfrm>
              <a:prstGeom prst="rect">
                <a:avLst/>
              </a:prstGeom>
              <a:blipFill>
                <a:blip r:embed="rId8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5" name="文字方塊 90">
                <a:extLst>
                  <a:ext uri="{FF2B5EF4-FFF2-40B4-BE49-F238E27FC236}">
                    <a16:creationId xmlns:a16="http://schemas.microsoft.com/office/drawing/2014/main" id="{6B193D7B-E590-9DE1-4FE4-B81136FFF8F0}"/>
                  </a:ext>
                </a:extLst>
              </p:cNvPr>
              <p:cNvSpPr txBox="1"/>
              <p:nvPr/>
            </p:nvSpPr>
            <p:spPr>
              <a:xfrm>
                <a:off x="1944328" y="6129787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55" name="文字方塊 90">
                <a:extLst>
                  <a:ext uri="{FF2B5EF4-FFF2-40B4-BE49-F238E27FC236}">
                    <a16:creationId xmlns:a16="http://schemas.microsoft.com/office/drawing/2014/main" id="{6B193D7B-E590-9DE1-4FE4-B81136FFF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328" y="6129787"/>
                <a:ext cx="274435" cy="400110"/>
              </a:xfrm>
              <a:prstGeom prst="rect">
                <a:avLst/>
              </a:prstGeom>
              <a:blipFill>
                <a:blip r:embed="rId87"/>
                <a:stretch>
                  <a:fillRect r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6" name="文字方塊 148">
                <a:extLst>
                  <a:ext uri="{FF2B5EF4-FFF2-40B4-BE49-F238E27FC236}">
                    <a16:creationId xmlns:a16="http://schemas.microsoft.com/office/drawing/2014/main" id="{D101F39E-4D15-558B-46FD-A3DB92351D68}"/>
                  </a:ext>
                </a:extLst>
              </p:cNvPr>
              <p:cNvSpPr txBox="1"/>
              <p:nvPr/>
            </p:nvSpPr>
            <p:spPr>
              <a:xfrm>
                <a:off x="2778654" y="61233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56" name="文字方塊 148">
                <a:extLst>
                  <a:ext uri="{FF2B5EF4-FFF2-40B4-BE49-F238E27FC236}">
                    <a16:creationId xmlns:a16="http://schemas.microsoft.com/office/drawing/2014/main" id="{D101F39E-4D15-558B-46FD-A3DB92351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8654" y="6123356"/>
                <a:ext cx="295688" cy="400110"/>
              </a:xfrm>
              <a:prstGeom prst="rect">
                <a:avLst/>
              </a:prstGeom>
              <a:blipFill>
                <a:blip r:embed="rId8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7" name="文字方塊 149">
            <a:extLst>
              <a:ext uri="{FF2B5EF4-FFF2-40B4-BE49-F238E27FC236}">
                <a16:creationId xmlns:a16="http://schemas.microsoft.com/office/drawing/2014/main" id="{821DF27F-E4AF-D95C-B0C1-9AEF1DB796D1}"/>
              </a:ext>
            </a:extLst>
          </p:cNvPr>
          <p:cNvSpPr txBox="1"/>
          <p:nvPr/>
        </p:nvSpPr>
        <p:spPr>
          <a:xfrm>
            <a:off x="3030884" y="6139470"/>
            <a:ext cx="569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258" name="文字方塊 94">
            <a:extLst>
              <a:ext uri="{FF2B5EF4-FFF2-40B4-BE49-F238E27FC236}">
                <a16:creationId xmlns:a16="http://schemas.microsoft.com/office/drawing/2014/main" id="{CA8E2238-49FC-3D62-2CC4-14296AA715A0}"/>
              </a:ext>
            </a:extLst>
          </p:cNvPr>
          <p:cNvSpPr txBox="1"/>
          <p:nvPr/>
        </p:nvSpPr>
        <p:spPr>
          <a:xfrm>
            <a:off x="3319030" y="6140101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9" name="文字方塊 95">
                <a:extLst>
                  <a:ext uri="{FF2B5EF4-FFF2-40B4-BE49-F238E27FC236}">
                    <a16:creationId xmlns:a16="http://schemas.microsoft.com/office/drawing/2014/main" id="{55F4290A-DC7F-21F7-465A-EE1B7502631F}"/>
                  </a:ext>
                </a:extLst>
              </p:cNvPr>
              <p:cNvSpPr txBox="1"/>
              <p:nvPr/>
            </p:nvSpPr>
            <p:spPr>
              <a:xfrm>
                <a:off x="3978585" y="6130079"/>
                <a:ext cx="373496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b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59" name="文字方塊 95">
                <a:extLst>
                  <a:ext uri="{FF2B5EF4-FFF2-40B4-BE49-F238E27FC236}">
                    <a16:creationId xmlns:a16="http://schemas.microsoft.com/office/drawing/2014/main" id="{55F4290A-DC7F-21F7-465A-EE1B75026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585" y="6130079"/>
                <a:ext cx="373496" cy="417807"/>
              </a:xfrm>
              <a:prstGeom prst="rect">
                <a:avLst/>
              </a:prstGeom>
              <a:blipFill>
                <a:blip r:embed="rId8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0" name="文字方塊 92">
                <a:extLst>
                  <a:ext uri="{FF2B5EF4-FFF2-40B4-BE49-F238E27FC236}">
                    <a16:creationId xmlns:a16="http://schemas.microsoft.com/office/drawing/2014/main" id="{656931AA-FC8F-DD04-BEE0-6C1523C5B3D6}"/>
                  </a:ext>
                </a:extLst>
              </p:cNvPr>
              <p:cNvSpPr txBox="1"/>
              <p:nvPr/>
            </p:nvSpPr>
            <p:spPr>
              <a:xfrm>
                <a:off x="3722573" y="612205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0" name="文字方塊 92">
                <a:extLst>
                  <a:ext uri="{FF2B5EF4-FFF2-40B4-BE49-F238E27FC236}">
                    <a16:creationId xmlns:a16="http://schemas.microsoft.com/office/drawing/2014/main" id="{656931AA-FC8F-DD04-BEE0-6C1523C5B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2573" y="6122059"/>
                <a:ext cx="295688" cy="400110"/>
              </a:xfrm>
              <a:prstGeom prst="rect">
                <a:avLst/>
              </a:prstGeom>
              <a:blipFill>
                <a:blip r:embed="rId9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1" name="文字方塊 90">
                <a:extLst>
                  <a:ext uri="{FF2B5EF4-FFF2-40B4-BE49-F238E27FC236}">
                    <a16:creationId xmlns:a16="http://schemas.microsoft.com/office/drawing/2014/main" id="{9598B831-70CB-CF07-CDDE-EF44336D23A4}"/>
                  </a:ext>
                </a:extLst>
              </p:cNvPr>
              <p:cNvSpPr txBox="1"/>
              <p:nvPr/>
            </p:nvSpPr>
            <p:spPr>
              <a:xfrm>
                <a:off x="3419501" y="6127379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61" name="文字方塊 90">
                <a:extLst>
                  <a:ext uri="{FF2B5EF4-FFF2-40B4-BE49-F238E27FC236}">
                    <a16:creationId xmlns:a16="http://schemas.microsoft.com/office/drawing/2014/main" id="{9598B831-70CB-CF07-CDDE-EF44336D2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501" y="6127379"/>
                <a:ext cx="274435" cy="400110"/>
              </a:xfrm>
              <a:prstGeom prst="rect">
                <a:avLst/>
              </a:prstGeom>
              <a:blipFill>
                <a:blip r:embed="rId91"/>
                <a:stretch>
                  <a:fillRect r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2" name="文字方塊 148">
                <a:extLst>
                  <a:ext uri="{FF2B5EF4-FFF2-40B4-BE49-F238E27FC236}">
                    <a16:creationId xmlns:a16="http://schemas.microsoft.com/office/drawing/2014/main" id="{401AB00D-2990-D7B5-F4E3-4F8DBB6150BB}"/>
                  </a:ext>
                </a:extLst>
              </p:cNvPr>
              <p:cNvSpPr txBox="1"/>
              <p:nvPr/>
            </p:nvSpPr>
            <p:spPr>
              <a:xfrm>
                <a:off x="4253827" y="612094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2" name="文字方塊 148">
                <a:extLst>
                  <a:ext uri="{FF2B5EF4-FFF2-40B4-BE49-F238E27FC236}">
                    <a16:creationId xmlns:a16="http://schemas.microsoft.com/office/drawing/2014/main" id="{401AB00D-2990-D7B5-F4E3-4F8DBB615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827" y="6120948"/>
                <a:ext cx="295688" cy="400110"/>
              </a:xfrm>
              <a:prstGeom prst="rect">
                <a:avLst/>
              </a:prstGeom>
              <a:blipFill>
                <a:blip r:embed="rId9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3" name="文字方塊 149">
            <a:extLst>
              <a:ext uri="{FF2B5EF4-FFF2-40B4-BE49-F238E27FC236}">
                <a16:creationId xmlns:a16="http://schemas.microsoft.com/office/drawing/2014/main" id="{632C0A72-6976-EF03-E62F-67CA935ED7CD}"/>
              </a:ext>
            </a:extLst>
          </p:cNvPr>
          <p:cNvSpPr txBox="1"/>
          <p:nvPr/>
        </p:nvSpPr>
        <p:spPr>
          <a:xfrm>
            <a:off x="4506057" y="6139543"/>
            <a:ext cx="569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Calligraphy" panose="03010101010101010101" pitchFamily="66" charset="0"/>
              </a:rPr>
              <a:t>)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86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4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8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4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5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8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3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8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1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6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1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4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9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4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indefinite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5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8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3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8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1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2" fill="hold">
                      <p:stCondLst>
                        <p:cond delay="indefinite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id="4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1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4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9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0" fill="hold">
                      <p:stCondLst>
                        <p:cond delay="indefinite"/>
                      </p:stCondLst>
                      <p:childTnLst>
                        <p:par>
                          <p:cTn id="471" fill="hold">
                            <p:stCondLst>
                              <p:cond delay="0"/>
                            </p:stCondLst>
                            <p:childTnLst>
                              <p:par>
                                <p:cTn id="4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8" fill="hold">
                      <p:stCondLst>
                        <p:cond delay="indefinite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id="4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7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0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3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4" fill="hold">
                      <p:stCondLst>
                        <p:cond delay="indefinite"/>
                      </p:stCondLst>
                      <p:childTnLst>
                        <p:par>
                          <p:cTn id="495" fill="hold">
                            <p:stCondLst>
                              <p:cond delay="0"/>
                            </p:stCondLst>
                            <p:childTnLst>
                              <p:par>
                                <p:cTn id="4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8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1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>
                      <p:stCondLst>
                        <p:cond delay="indefinite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6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1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4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5" fill="hold">
                      <p:stCondLst>
                        <p:cond delay="indefinite"/>
                      </p:stCondLst>
                      <p:childTnLst>
                        <p:par>
                          <p:cTn id="516" fill="hold">
                            <p:stCondLst>
                              <p:cond delay="0"/>
                            </p:stCondLst>
                            <p:childTnLst>
                              <p:par>
                                <p:cTn id="5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0" fill="hold">
                      <p:stCondLst>
                        <p:cond delay="indefinite"/>
                      </p:stCondLst>
                      <p:childTnLst>
                        <p:par>
                          <p:cTn id="521" fill="hold">
                            <p:stCondLst>
                              <p:cond delay="0"/>
                            </p:stCondLst>
                            <p:childTnLst>
                              <p:par>
                                <p:cTn id="5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4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8" fill="hold">
                      <p:stCondLst>
                        <p:cond delay="indefinite"/>
                      </p:stCondLst>
                      <p:childTnLst>
                        <p:par>
                          <p:cTn id="529" fill="hold">
                            <p:stCondLst>
                              <p:cond delay="0"/>
                            </p:stCondLst>
                            <p:childTnLst>
                              <p:par>
                                <p:cTn id="5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5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6" fill="hold">
                      <p:stCondLst>
                        <p:cond delay="indefinite"/>
                      </p:stCondLst>
                      <p:childTnLst>
                        <p:par>
                          <p:cTn id="537" fill="hold">
                            <p:stCondLst>
                              <p:cond delay="0"/>
                            </p:stCondLst>
                            <p:childTnLst>
                              <p:par>
                                <p:cTn id="5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0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1" fill="hold">
                      <p:stCondLst>
                        <p:cond delay="indefinite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5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8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9" fill="hold">
                      <p:stCondLst>
                        <p:cond delay="indefinite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3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4" fill="hold">
                      <p:stCondLst>
                        <p:cond delay="indefinite"/>
                      </p:stCondLst>
                      <p:childTnLst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1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2" fill="hold">
                      <p:stCondLst>
                        <p:cond delay="indefinite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par>
                                <p:cTn id="5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6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9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0" fill="hold">
                      <p:stCondLst>
                        <p:cond delay="indefinite"/>
                      </p:stCondLst>
                      <p:childTnLst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id="5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5" fill="hold">
                      <p:stCondLst>
                        <p:cond delay="indefinite"/>
                      </p:stCondLst>
                      <p:childTnLst>
                        <p:par>
                          <p:cTn id="576" fill="hold">
                            <p:stCondLst>
                              <p:cond delay="0"/>
                            </p:stCondLst>
                            <p:childTnLst>
                              <p:par>
                                <p:cTn id="5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9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2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5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6" fill="hold">
                      <p:stCondLst>
                        <p:cond delay="indefinite"/>
                      </p:stCondLst>
                      <p:childTnLst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par>
                                <p:cTn id="5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3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4" fill="hold">
                      <p:stCondLst>
                        <p:cond delay="indefinite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id="5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8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9" fill="hold">
                      <p:stCondLst>
                        <p:cond delay="indefinite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6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7" fill="hold">
                      <p:stCondLst>
                        <p:cond delay="indefinite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1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4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5" fill="hold">
                      <p:stCondLst>
                        <p:cond delay="indefinite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9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0" fill="hold">
                      <p:stCondLst>
                        <p:cond delay="indefinite"/>
                      </p:stCondLst>
                      <p:childTnLst>
                        <p:par>
                          <p:cTn id="621" fill="hold">
                            <p:stCondLst>
                              <p:cond delay="0"/>
                            </p:stCondLst>
                            <p:childTnLst>
                              <p:par>
                                <p:cTn id="6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4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5" fill="hold">
                      <p:stCondLst>
                        <p:cond delay="indefinite"/>
                      </p:stCondLst>
                      <p:childTnLst>
                        <p:par>
                          <p:cTn id="626" fill="hold">
                            <p:stCondLst>
                              <p:cond delay="0"/>
                            </p:stCondLst>
                            <p:childTnLst>
                              <p:par>
                                <p:cTn id="6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9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0" fill="hold">
                      <p:stCondLst>
                        <p:cond delay="indefinite"/>
                      </p:stCondLst>
                      <p:childTnLst>
                        <p:par>
                          <p:cTn id="631" fill="hold">
                            <p:stCondLst>
                              <p:cond delay="0"/>
                            </p:stCondLst>
                            <p:childTnLst>
                              <p:par>
                                <p:cTn id="6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4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5" fill="hold">
                      <p:stCondLst>
                        <p:cond delay="indefinite"/>
                      </p:stCondLst>
                      <p:childTnLst>
                        <p:par>
                          <p:cTn id="636" fill="hold">
                            <p:stCondLst>
                              <p:cond delay="0"/>
                            </p:stCondLst>
                            <p:childTnLst>
                              <p:par>
                                <p:cTn id="6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9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2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3" fill="hold">
                      <p:stCondLst>
                        <p:cond delay="indefinite"/>
                      </p:stCondLst>
                      <p:childTnLst>
                        <p:par>
                          <p:cTn id="644" fill="hold">
                            <p:stCondLst>
                              <p:cond delay="0"/>
                            </p:stCondLst>
                            <p:childTnLst>
                              <p:par>
                                <p:cTn id="6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7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8" fill="hold">
                      <p:stCondLst>
                        <p:cond delay="indefinite"/>
                      </p:stCondLst>
                      <p:childTnLst>
                        <p:par>
                          <p:cTn id="649" fill="hold">
                            <p:stCondLst>
                              <p:cond delay="0"/>
                            </p:stCondLst>
                            <p:childTnLst>
                              <p:par>
                                <p:cTn id="6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2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3" fill="hold">
                      <p:stCondLst>
                        <p:cond delay="indefinite"/>
                      </p:stCondLst>
                      <p:childTnLst>
                        <p:par>
                          <p:cTn id="654" fill="hold">
                            <p:stCondLst>
                              <p:cond delay="0"/>
                            </p:stCondLst>
                            <p:childTnLst>
                              <p:par>
                                <p:cTn id="6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7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8" fill="hold">
                      <p:stCondLst>
                        <p:cond delay="indefinite"/>
                      </p:stCondLst>
                      <p:childTnLst>
                        <p:par>
                          <p:cTn id="659" fill="hold">
                            <p:stCondLst>
                              <p:cond delay="0"/>
                            </p:stCondLst>
                            <p:childTnLst>
                              <p:par>
                                <p:cTn id="6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1" grpId="0"/>
      <p:bldP spid="23" grpId="0"/>
      <p:bldP spid="24" grpId="0"/>
      <p:bldP spid="25" grpId="0"/>
      <p:bldP spid="29" grpId="0"/>
      <p:bldP spid="33" grpId="0"/>
      <p:bldP spid="66" grpId="0"/>
      <p:bldP spid="67" grpId="0"/>
      <p:bldP spid="71" grpId="0"/>
      <p:bldP spid="75" grpId="0"/>
      <p:bldP spid="76" grpId="0"/>
      <p:bldP spid="77" grpId="0"/>
      <p:bldP spid="81" grpId="0"/>
      <p:bldP spid="103" grpId="0"/>
      <p:bldP spid="104" grpId="0"/>
      <p:bldP spid="110" grpId="0"/>
      <p:bldP spid="114" grpId="0"/>
      <p:bldP spid="115" grpId="0"/>
      <p:bldP spid="116" grpId="0"/>
      <p:bldP spid="121" grpId="0"/>
      <p:bldP spid="125" grpId="0"/>
      <p:bldP spid="133" grpId="0"/>
      <p:bldP spid="134" grpId="0"/>
      <p:bldP spid="135" grpId="0"/>
      <p:bldP spid="136" grpId="0"/>
      <p:bldP spid="137" grpId="0"/>
      <p:bldP spid="138" grpId="0"/>
      <p:bldP spid="139" grpId="0"/>
      <p:bldP spid="140" grpId="0" animBg="1"/>
      <p:bldP spid="142" grpId="0"/>
      <p:bldP spid="143" grpId="0"/>
      <p:bldP spid="144" grpId="0"/>
      <p:bldP spid="145" grpId="0"/>
      <p:bldP spid="146" grpId="0"/>
      <p:bldP spid="147" grpId="0"/>
      <p:bldP spid="148" grpId="0"/>
      <p:bldP spid="149" grpId="0"/>
      <p:bldP spid="150" grpId="0" animBg="1"/>
      <p:bldP spid="151" grpId="0"/>
      <p:bldP spid="152" grpId="0"/>
      <p:bldP spid="153" grpId="0"/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3" grpId="0"/>
      <p:bldP spid="164" grpId="0"/>
      <p:bldP spid="165" grpId="0"/>
      <p:bldP spid="166" grpId="0"/>
      <p:bldP spid="167" grpId="0"/>
      <p:bldP spid="168" grpId="0"/>
      <p:bldP spid="170" grpId="0"/>
      <p:bldP spid="171" grpId="0"/>
      <p:bldP spid="172" grpId="0"/>
      <p:bldP spid="173" grpId="0"/>
      <p:bldP spid="174" grpId="0"/>
      <p:bldP spid="175" grpId="0"/>
      <p:bldP spid="181" grpId="0"/>
      <p:bldP spid="182" grpId="0"/>
      <p:bldP spid="183" grpId="0"/>
      <p:bldP spid="184" grpId="0"/>
      <p:bldP spid="185" grpId="0"/>
      <p:bldP spid="186" grpId="0"/>
      <p:bldP spid="188" grpId="0" animBg="1"/>
      <p:bldP spid="189" grpId="0"/>
      <p:bldP spid="190" grpId="0"/>
      <p:bldP spid="191" grpId="0"/>
      <p:bldP spid="192" grpId="0"/>
      <p:bldP spid="193" grpId="0"/>
      <p:bldP spid="194" grpId="0"/>
      <p:bldP spid="195" grpId="0"/>
      <p:bldP spid="196" grpId="0" animBg="1"/>
      <p:bldP spid="197" grpId="0"/>
      <p:bldP spid="198" grpId="0"/>
      <p:bldP spid="199" grpId="0"/>
      <p:bldP spid="200" grpId="0"/>
      <p:bldP spid="201" grpId="0"/>
      <p:bldP spid="202" grpId="0"/>
      <p:bldP spid="203" grpId="0" animBg="1"/>
      <p:bldP spid="204" grpId="0"/>
      <p:bldP spid="205" grpId="0"/>
      <p:bldP spid="206" grpId="0"/>
      <p:bldP spid="207" grpId="0"/>
      <p:bldP spid="208" grpId="0"/>
      <p:bldP spid="209" grpId="0"/>
      <p:bldP spid="213" grpId="0" animBg="1"/>
      <p:bldP spid="220" grpId="0"/>
      <p:bldP spid="221" grpId="0"/>
      <p:bldP spid="222" grpId="0"/>
      <p:bldP spid="223" grpId="0"/>
      <p:bldP spid="224" grpId="0"/>
      <p:bldP spid="225" grpId="0"/>
      <p:bldP spid="227" grpId="0" animBg="1"/>
      <p:bldP spid="229" grpId="0"/>
      <p:bldP spid="230" grpId="0"/>
      <p:bldP spid="231" grpId="0"/>
      <p:bldP spid="232" grpId="0"/>
      <p:bldP spid="234" grpId="0"/>
      <p:bldP spid="235" grpId="0"/>
      <p:bldP spid="236" grpId="0" animBg="1"/>
      <p:bldP spid="237" grpId="0" animBg="1"/>
      <p:bldP spid="238" grpId="0"/>
      <p:bldP spid="239" grpId="0"/>
      <p:bldP spid="240" grpId="0"/>
      <p:bldP spid="241" grpId="0"/>
      <p:bldP spid="242" grpId="0"/>
      <p:bldP spid="243" grpId="0"/>
      <p:bldP spid="244" grpId="0" animBg="1"/>
      <p:bldP spid="245" grpId="0"/>
      <p:bldP spid="246" grpId="0"/>
      <p:bldP spid="247" grpId="0"/>
      <p:bldP spid="248" grpId="0"/>
      <p:bldP spid="249" grpId="0"/>
      <p:bldP spid="250" grpId="0"/>
      <p:bldP spid="252" grpId="0"/>
      <p:bldP spid="253" grpId="0"/>
      <p:bldP spid="254" grpId="0"/>
      <p:bldP spid="255" grpId="0"/>
      <p:bldP spid="256" grpId="0"/>
      <p:bldP spid="257" grpId="0"/>
      <p:bldP spid="258" grpId="0"/>
      <p:bldP spid="259" grpId="0"/>
      <p:bldP spid="260" grpId="0"/>
      <p:bldP spid="261" grpId="0"/>
      <p:bldP spid="262" grpId="0"/>
      <p:bldP spid="26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F39B4195558549BAA2D9ED0F600B76" ma:contentTypeVersion="18" ma:contentTypeDescription="Create a new document." ma:contentTypeScope="" ma:versionID="ec6c30f03388732c909f8cb84600a8b2">
  <xsd:schema xmlns:xsd="http://www.w3.org/2001/XMLSchema" xmlns:xs="http://www.w3.org/2001/XMLSchema" xmlns:p="http://schemas.microsoft.com/office/2006/metadata/properties" xmlns:ns2="1d17fa38-d5b6-4a8b-82e7-5ce3b2398ac5" xmlns:ns3="53703969-f457-4a88-8c40-86a712be61e1" targetNamespace="http://schemas.microsoft.com/office/2006/metadata/properties" ma:root="true" ma:fieldsID="2fdee7867666b091263649bbf66f5c57" ns2:_="" ns3:_="">
    <xsd:import namespace="1d17fa38-d5b6-4a8b-82e7-5ce3b2398ac5"/>
    <xsd:import namespace="53703969-f457-4a88-8c40-86a712be6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17fa38-d5b6-4a8b-82e7-5ce3b2398a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75a5334-e04d-42b4-bc80-e2853803ec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03969-f457-4a88-8c40-86a712be61e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fe542f8-823f-433b-b226-4f6bee85bbe1}" ma:internalName="TaxCatchAll" ma:showField="CatchAllData" ma:web="53703969-f457-4a88-8c40-86a712be61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703969-f457-4a88-8c40-86a712be61e1" xsi:nil="true"/>
    <lcf76f155ced4ddcb4097134ff3c332f xmlns="1d17fa38-d5b6-4a8b-82e7-5ce3b2398ac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662671A-8357-4184-B80A-88FDAC944903}"/>
</file>

<file path=customXml/itemProps2.xml><?xml version="1.0" encoding="utf-8"?>
<ds:datastoreItem xmlns:ds="http://schemas.openxmlformats.org/officeDocument/2006/customXml" ds:itemID="{A47B4B7A-59BB-4215-976A-1BF3EBA1AEBE}"/>
</file>

<file path=customXml/itemProps3.xml><?xml version="1.0" encoding="utf-8"?>
<ds:datastoreItem xmlns:ds="http://schemas.openxmlformats.org/officeDocument/2006/customXml" ds:itemID="{A6503696-9E91-46F1-AD71-E4F3FFAD58FF}"/>
</file>

<file path=docProps/app.xml><?xml version="1.0" encoding="utf-8"?>
<Properties xmlns="http://schemas.openxmlformats.org/officeDocument/2006/extended-properties" xmlns:vt="http://schemas.openxmlformats.org/officeDocument/2006/docPropsVTypes">
  <TotalTime>5599</TotalTime>
  <Words>742</Words>
  <Application>Microsoft Office PowerPoint</Application>
  <PresentationFormat>Widescreen</PresentationFormat>
  <Paragraphs>603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Lucida Calligraphy</vt:lpstr>
      <vt:lpstr>Lucida Handwriting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CSPT02</dc:creator>
  <cp:lastModifiedBy>CSPT02</cp:lastModifiedBy>
  <cp:revision>2</cp:revision>
  <dcterms:created xsi:type="dcterms:W3CDTF">2025-08-22T09:24:32Z</dcterms:created>
  <dcterms:modified xsi:type="dcterms:W3CDTF">2025-08-26T06:43:46Z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0x010100C1F39B4195558549BAA2D9ED0F600B76</vt:lpwstr>
  </property>
</Properties>
</file>