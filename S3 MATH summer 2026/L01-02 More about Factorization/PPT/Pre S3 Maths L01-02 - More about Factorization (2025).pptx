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87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408" r:id="rId13"/>
    <p:sldId id="296" r:id="rId14"/>
    <p:sldId id="410" r:id="rId15"/>
    <p:sldId id="411" r:id="rId16"/>
    <p:sldId id="413" r:id="rId17"/>
    <p:sldId id="414" r:id="rId18"/>
    <p:sldId id="415" r:id="rId19"/>
    <p:sldId id="416" r:id="rId20"/>
    <p:sldId id="418" r:id="rId21"/>
    <p:sldId id="417" r:id="rId22"/>
    <p:sldId id="419" r:id="rId23"/>
    <p:sldId id="420" r:id="rId24"/>
    <p:sldId id="421" r:id="rId25"/>
    <p:sldId id="422" r:id="rId26"/>
    <p:sldId id="423" r:id="rId27"/>
    <p:sldId id="424" r:id="rId28"/>
    <p:sldId id="42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L1" id="{B0A03ADF-4EC6-4296-83ED-8AC79C4E44C2}">
          <p14:sldIdLst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408"/>
            <p14:sldId id="296"/>
            <p14:sldId id="410"/>
            <p14:sldId id="411"/>
            <p14:sldId id="413"/>
            <p14:sldId id="414"/>
            <p14:sldId id="415"/>
          </p14:sldIdLst>
        </p14:section>
        <p14:section name="Pre S3 L2" id="{175CBC89-2622-4E9B-A51B-58991C007D9B}">
          <p14:sldIdLst>
            <p14:sldId id="416"/>
            <p14:sldId id="418"/>
            <p14:sldId id="417"/>
            <p14:sldId id="419"/>
            <p14:sldId id="420"/>
            <p14:sldId id="421"/>
            <p14:sldId id="422"/>
            <p14:sldId id="423"/>
            <p14:sldId id="424"/>
            <p14:sldId id="4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E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C0290-4532-490B-AC7F-65A90858608B}" v="8" dt="2025-07-11T09:07:19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PT02" userId="21f640c2-b5d5-40ed-b03e-b88c15baf445" providerId="ADAL" clId="{5E4C0290-4532-490B-AC7F-65A90858608B}"/>
    <pc:docChg chg="custSel modSld">
      <pc:chgData name="CSPT02" userId="21f640c2-b5d5-40ed-b03e-b88c15baf445" providerId="ADAL" clId="{5E4C0290-4532-490B-AC7F-65A90858608B}" dt="2025-07-11T09:07:19.962" v="9"/>
      <pc:docMkLst>
        <pc:docMk/>
      </pc:docMkLst>
      <pc:sldChg chg="delSp mod delAnim">
        <pc:chgData name="CSPT02" userId="21f640c2-b5d5-40ed-b03e-b88c15baf445" providerId="ADAL" clId="{5E4C0290-4532-490B-AC7F-65A90858608B}" dt="2025-07-11T09:02:33.034" v="7" actId="478"/>
        <pc:sldMkLst>
          <pc:docMk/>
          <pc:sldMk cId="2379145913" sldId="292"/>
        </pc:sldMkLst>
        <pc:spChg chg="del">
          <ac:chgData name="CSPT02" userId="21f640c2-b5d5-40ed-b03e-b88c15baf445" providerId="ADAL" clId="{5E4C0290-4532-490B-AC7F-65A90858608B}" dt="2025-07-11T09:02:32.082" v="6" actId="478"/>
          <ac:spMkLst>
            <pc:docMk/>
            <pc:sldMk cId="2379145913" sldId="292"/>
            <ac:spMk id="24" creationId="{00000000-0000-0000-0000-000000000000}"/>
          </ac:spMkLst>
        </pc:spChg>
        <pc:spChg chg="del">
          <ac:chgData name="CSPT02" userId="21f640c2-b5d5-40ed-b03e-b88c15baf445" providerId="ADAL" clId="{5E4C0290-4532-490B-AC7F-65A90858608B}" dt="2025-07-11T09:02:33.034" v="7" actId="478"/>
          <ac:spMkLst>
            <pc:docMk/>
            <pc:sldMk cId="2379145913" sldId="292"/>
            <ac:spMk id="26" creationId="{00000000-0000-0000-0000-000000000000}"/>
          </ac:spMkLst>
        </pc:spChg>
      </pc:sldChg>
      <pc:sldChg chg="modAnim">
        <pc:chgData name="CSPT02" userId="21f640c2-b5d5-40ed-b03e-b88c15baf445" providerId="ADAL" clId="{5E4C0290-4532-490B-AC7F-65A90858608B}" dt="2025-07-11T09:07:19.962" v="9"/>
        <pc:sldMkLst>
          <pc:docMk/>
          <pc:sldMk cId="2843462129" sldId="418"/>
        </pc:sldMkLst>
      </pc:sldChg>
      <pc:sldChg chg="modSp">
        <pc:chgData name="CSPT02" userId="21f640c2-b5d5-40ed-b03e-b88c15baf445" providerId="ADAL" clId="{5E4C0290-4532-490B-AC7F-65A90858608B}" dt="2025-07-08T10:37:30.962" v="5"/>
        <pc:sldMkLst>
          <pc:docMk/>
          <pc:sldMk cId="3698042659" sldId="422"/>
        </pc:sldMkLst>
        <pc:spChg chg="mod">
          <ac:chgData name="CSPT02" userId="21f640c2-b5d5-40ed-b03e-b88c15baf445" providerId="ADAL" clId="{5E4C0290-4532-490B-AC7F-65A90858608B}" dt="2025-07-08T10:37:17.613" v="1" actId="207"/>
          <ac:spMkLst>
            <pc:docMk/>
            <pc:sldMk cId="3698042659" sldId="422"/>
            <ac:spMk id="84" creationId="{1B0739D9-C7EC-BA10-3EEB-3778C303C88C}"/>
          </ac:spMkLst>
        </pc:spChg>
        <pc:spChg chg="mod">
          <ac:chgData name="CSPT02" userId="21f640c2-b5d5-40ed-b03e-b88c15baf445" providerId="ADAL" clId="{5E4C0290-4532-490B-AC7F-65A90858608B}" dt="2025-07-08T10:37:21.455" v="2" actId="207"/>
          <ac:spMkLst>
            <pc:docMk/>
            <pc:sldMk cId="3698042659" sldId="422"/>
            <ac:spMk id="86" creationId="{5799F433-C813-B686-FF06-B7ABAF280FCC}"/>
          </ac:spMkLst>
        </pc:spChg>
        <pc:spChg chg="mod">
          <ac:chgData name="CSPT02" userId="21f640c2-b5d5-40ed-b03e-b88c15baf445" providerId="ADAL" clId="{5E4C0290-4532-490B-AC7F-65A90858608B}" dt="2025-07-08T10:37:27.308" v="3"/>
          <ac:spMkLst>
            <pc:docMk/>
            <pc:sldMk cId="3698042659" sldId="422"/>
            <ac:spMk id="107" creationId="{9AC9B53F-B853-4A23-A76F-A436F8CA9CDA}"/>
          </ac:spMkLst>
        </pc:spChg>
        <pc:spChg chg="mod">
          <ac:chgData name="CSPT02" userId="21f640c2-b5d5-40ed-b03e-b88c15baf445" providerId="ADAL" clId="{5E4C0290-4532-490B-AC7F-65A90858608B}" dt="2025-07-08T10:37:30.962" v="5"/>
          <ac:spMkLst>
            <pc:docMk/>
            <pc:sldMk cId="3698042659" sldId="422"/>
            <ac:spMk id="110" creationId="{24840800-69C8-32B6-D595-2931647D314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25:41.64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0:48.34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0,'7347'0,"-7254"0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0:50:34.34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4:05:47.60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4:39:04.62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6:05:31.28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6:23:44.35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4:25.16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0,'4968'0,"-4905"0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4:33.45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0,'4968'0,"-4905"0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6:19:59.81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7:10:54.07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7:28:37.44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0,'2430'0,"-2399"0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8:23.17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0,'2430'0,"-2399"0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8:46.692"/>
    </inkml:context>
    <inkml:brush xml:id="br0">
      <inkml:brushProperty name="width" value="0.3" units="cm"/>
      <inkml:brushProperty name="height" value="0.6" units="cm"/>
      <inkml:brushProperty name="color" value="#8EE0F3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0,'4110'0,"-4058"0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7:51:17.81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7:39.45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0,'2369'0,"-2339"0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39:26.642"/>
    </inkml:context>
    <inkml:brush xml:id="br0">
      <inkml:brushProperty name="width" value="0.3" units="cm"/>
      <inkml:brushProperty name="height" value="0.6" units="cm"/>
      <inkml:brushProperty name="color" value="#8EE0F3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0,'4005'0,"-3954"0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8:21:41.08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0,'5921'0,"-5846"0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9:07:55.86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0,'7307'0,"-7214"0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09:41:20.53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0,'7307'0,"-7214"0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07:31.38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0,'2728'0,"-2693"0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07:38.069"/>
    </inkml:context>
    <inkml:brush xml:id="br0">
      <inkml:brushProperty name="width" value="0.3" units="cm"/>
      <inkml:brushProperty name="height" value="0.6" units="cm"/>
      <inkml:brushProperty name="color" value="#8EE0F3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0,'4670'0,"-4611"0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09:32.226"/>
    </inkml:context>
    <inkml:brush xml:id="br0">
      <inkml:brushProperty name="width" value="0.3" units="cm"/>
      <inkml:brushProperty name="height" value="0.6" units="cm"/>
      <inkml:brushProperty name="color" value="#8EE0F3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0,'4495'0,"-4438"0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09:48.38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0,'2868'0,"-2832"0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11:12.404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0,'2700'0,"-2667"0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11:12.40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0,'2835'0,"-2799"0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11:12.406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0,'3061'0,"-3023"0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11:12.407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0,'2847'0,"-2811"0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22:48.07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0,'231'0,"-228"0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4T10:22:48.07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0,'172'0,"-170"0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B03E9-AF29-4C12-A566-444350E9C08F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B4273-4DF6-49A9-85D6-90EFCB35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0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0B4273-4DF6-49A9-85D6-90EFCB356C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88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75BC8-67AF-4069-89B7-E9DEE6CC1B06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7152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99C9-AC67-8AFE-C682-C6B1EFEE0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D722C-A2BE-CC9E-DD84-6F715DA1E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5546-B0E2-41D2-CCE0-180F6E20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E8559-425D-9C11-5848-910E395B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07AE-85D7-A21B-E9B0-80D72370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3533-4FB6-C900-4FDE-C2F9BCD2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9001E-E194-0D6D-FB77-9600E2D2F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D4A9-4075-0DAE-6DA1-79E20016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CDA81-A7B8-4F66-805D-931971FA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9C6A7-C84F-054F-FEC5-E36BCBB2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5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B63E-F63F-F693-89C9-35B20E92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888DA-7DC9-2889-B5E2-4632307F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32B4-F568-7578-64E6-35F645D0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A3A7D-358B-3F11-4110-6022AAD7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2340-F078-4119-E252-7C33A413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8FB3-86BE-5F12-70B2-2ADBD3B9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D2C4-F897-3083-3F51-86AB2881B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D7EC0-A3E3-D7B2-6803-26367C582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4D6E7-FBFD-8EA5-9D0D-C2472420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C6F0C-3D0B-9C2D-E281-BF84B08D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8543C-AF70-F026-A565-A607DEED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7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D20E-2DED-CA95-CFC4-07E873A8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6FC9D-05F0-0F21-C9F4-9E1388377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C5B43-89B8-632D-94B0-3F364F642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A72B1-A6F6-0B03-9EE2-15B37F500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96537-6825-6F4E-8465-858F88CA4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22B29-AF3F-35B5-1A1E-1FF2FC05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B3340-CE3F-439B-7ED4-5D34D16F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CF588-6884-C71C-24CD-0E2E68A7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6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72BC-AE83-B18E-FB59-EFB32704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04638B-7BFD-2EED-C6CA-32C8A3AF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2C8EB-CDF9-9AC5-5F7F-A6C37A33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75793-1CE3-5FC9-B935-C29E048D4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A3200-72AA-6E47-4C93-5671A303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E31F2-C126-78C9-2652-454E76D27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D8FA9-80F8-B82C-C4C3-CACA82E9F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D023-CEB7-28E1-285B-933274CD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34E1-3A63-AA05-83D3-00A66A8BC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E7A8D-AB54-2049-D290-8051BCCDD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7D417-3D0D-3006-7F59-BECCADF5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5E192-FCBD-60A9-3CFB-87C26CBD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515A0-88A9-5F22-A82D-7997B9B4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8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9F58-B2B7-D2E0-9FFF-6FE59DD7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8A3BB-367A-0782-E521-FE95CA947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5F91D-3214-43C9-5E39-4EAE27687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0D1FD-28EC-60A9-3163-587B9407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8603E-7E86-F2E0-9F18-853180D6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3D289-26D1-25A0-399B-BD2F1AE9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FAE4-0BDE-9248-0A03-39A0B399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E5F71-27D5-2BC7-A076-9DD125A7E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A2262-A6E5-AE8A-277C-656B0E6D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DD670-2203-63B9-CB9A-7E9F27AB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2A2F9-9CCD-05B0-540E-23681CF3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4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7913A-5400-52B9-59A9-CAF75C6D1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99D6D-35F6-7212-3D64-30D2D2EFD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2BE18-96F0-A404-365A-92CDFC93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6E3E3-A353-12D4-53B2-51CCBEE3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3F9B-46E7-DAAC-E714-952A2468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E542C-6BC9-68EB-33A8-6C19E035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FE431-AE51-1B53-CD4D-47051F700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A67EE-92E3-7A27-FA83-6AE994937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116A6-18A6-423F-8D5F-3CE73B7A232C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0CB67-888F-F840-06D3-E87EF4DD8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817D-C58B-9D3F-1EB1-E700F1773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D38A2-F2B8-4CB1-96F2-2B36C053D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customXml" Target="../ink/ink1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2.png"/><Relationship Id="rId39" Type="http://schemas.openxmlformats.org/officeDocument/2006/relationships/image" Target="../media/image115.png"/><Relationship Id="rId21" Type="http://schemas.openxmlformats.org/officeDocument/2006/relationships/image" Target="../media/image97.png"/><Relationship Id="rId34" Type="http://schemas.openxmlformats.org/officeDocument/2006/relationships/image" Target="../media/image110.png"/><Relationship Id="rId42" Type="http://schemas.openxmlformats.org/officeDocument/2006/relationships/image" Target="../media/image118.png"/><Relationship Id="rId47" Type="http://schemas.openxmlformats.org/officeDocument/2006/relationships/image" Target="../media/image123.png"/><Relationship Id="rId50" Type="http://schemas.openxmlformats.org/officeDocument/2006/relationships/image" Target="../media/image126.png"/><Relationship Id="rId55" Type="http://schemas.openxmlformats.org/officeDocument/2006/relationships/image" Target="../media/image130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2.png"/><Relationship Id="rId29" Type="http://schemas.openxmlformats.org/officeDocument/2006/relationships/image" Target="../media/image105.png"/><Relationship Id="rId11" Type="http://schemas.openxmlformats.org/officeDocument/2006/relationships/image" Target="../media/image87.png"/><Relationship Id="rId24" Type="http://schemas.openxmlformats.org/officeDocument/2006/relationships/image" Target="../media/image100.png"/><Relationship Id="rId32" Type="http://schemas.openxmlformats.org/officeDocument/2006/relationships/image" Target="../media/image108.png"/><Relationship Id="rId37" Type="http://schemas.openxmlformats.org/officeDocument/2006/relationships/image" Target="../media/image113.png"/><Relationship Id="rId40" Type="http://schemas.openxmlformats.org/officeDocument/2006/relationships/image" Target="../media/image116.png"/><Relationship Id="rId45" Type="http://schemas.openxmlformats.org/officeDocument/2006/relationships/image" Target="../media/image121.png"/><Relationship Id="rId53" Type="http://schemas.openxmlformats.org/officeDocument/2006/relationships/image" Target="../media/image129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31" Type="http://schemas.openxmlformats.org/officeDocument/2006/relationships/image" Target="../media/image107.png"/><Relationship Id="rId44" Type="http://schemas.openxmlformats.org/officeDocument/2006/relationships/image" Target="../media/image120.png"/><Relationship Id="rId52" Type="http://schemas.openxmlformats.org/officeDocument/2006/relationships/image" Target="../media/image128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Relationship Id="rId27" Type="http://schemas.openxmlformats.org/officeDocument/2006/relationships/image" Target="../media/image103.png"/><Relationship Id="rId30" Type="http://schemas.openxmlformats.org/officeDocument/2006/relationships/image" Target="../media/image106.png"/><Relationship Id="rId35" Type="http://schemas.openxmlformats.org/officeDocument/2006/relationships/image" Target="../media/image111.png"/><Relationship Id="rId43" Type="http://schemas.openxmlformats.org/officeDocument/2006/relationships/image" Target="../media/image119.png"/><Relationship Id="rId48" Type="http://schemas.openxmlformats.org/officeDocument/2006/relationships/image" Target="../media/image124.png"/><Relationship Id="rId8" Type="http://schemas.openxmlformats.org/officeDocument/2006/relationships/image" Target="../media/image84.png"/><Relationship Id="rId51" Type="http://schemas.openxmlformats.org/officeDocument/2006/relationships/image" Target="../media/image127.png"/><Relationship Id="rId3" Type="http://schemas.openxmlformats.org/officeDocument/2006/relationships/image" Target="../media/image59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1.png"/><Relationship Id="rId33" Type="http://schemas.openxmlformats.org/officeDocument/2006/relationships/image" Target="../media/image109.png"/><Relationship Id="rId38" Type="http://schemas.openxmlformats.org/officeDocument/2006/relationships/image" Target="../media/image114.png"/><Relationship Id="rId46" Type="http://schemas.openxmlformats.org/officeDocument/2006/relationships/image" Target="../media/image122.png"/><Relationship Id="rId20" Type="http://schemas.openxmlformats.org/officeDocument/2006/relationships/image" Target="../media/image96.png"/><Relationship Id="rId41" Type="http://schemas.openxmlformats.org/officeDocument/2006/relationships/image" Target="../media/image117.png"/><Relationship Id="rId54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28" Type="http://schemas.openxmlformats.org/officeDocument/2006/relationships/image" Target="../media/image104.png"/><Relationship Id="rId36" Type="http://schemas.openxmlformats.org/officeDocument/2006/relationships/image" Target="../media/image112.png"/><Relationship Id="rId49" Type="http://schemas.openxmlformats.org/officeDocument/2006/relationships/image" Target="../media/image1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60.png"/><Relationship Id="rId7" Type="http://schemas.openxmlformats.org/officeDocument/2006/relationships/image" Target="../media/image133.png"/><Relationship Id="rId12" Type="http://schemas.openxmlformats.org/officeDocument/2006/relationships/image" Target="../media/image134.png"/><Relationship Id="rId17" Type="http://schemas.openxmlformats.org/officeDocument/2006/relationships/image" Target="../media/image14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9.png"/><Relationship Id="rId5" Type="http://schemas.openxmlformats.org/officeDocument/2006/relationships/image" Target="../media/image131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4" Type="http://schemas.openxmlformats.org/officeDocument/2006/relationships/image" Target="../media/image79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61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3" Type="http://schemas.openxmlformats.org/officeDocument/2006/relationships/image" Target="../media/image140.png"/><Relationship Id="rId21" Type="http://schemas.openxmlformats.org/officeDocument/2006/relationships/image" Target="../media/image175.png"/><Relationship Id="rId7" Type="http://schemas.openxmlformats.org/officeDocument/2006/relationships/image" Target="../media/image162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" Type="http://schemas.openxmlformats.org/officeDocument/2006/relationships/image" Target="../media/image135.png"/><Relationship Id="rId16" Type="http://schemas.openxmlformats.org/officeDocument/2006/relationships/image" Target="../media/image172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61.png"/><Relationship Id="rId15" Type="http://schemas.openxmlformats.org/officeDocument/2006/relationships/image" Target="../media/image163.png"/><Relationship Id="rId10" Type="http://schemas.openxmlformats.org/officeDocument/2006/relationships/image" Target="../media/image167.png"/><Relationship Id="rId19" Type="http://schemas.openxmlformats.org/officeDocument/2006/relationships/image" Target="../media/image144.png"/><Relationship Id="rId4" Type="http://schemas.openxmlformats.org/officeDocument/2006/relationships/image" Target="../media/image160.png"/><Relationship Id="rId9" Type="http://schemas.openxmlformats.org/officeDocument/2006/relationships/image" Target="../media/image166.png"/><Relationship Id="rId14" Type="http://schemas.openxmlformats.org/officeDocument/2006/relationships/image" Target="../media/image170.png"/><Relationship Id="rId22" Type="http://schemas.openxmlformats.org/officeDocument/2006/relationships/image" Target="../media/image1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78.png"/><Relationship Id="rId21" Type="http://schemas.openxmlformats.org/officeDocument/2006/relationships/image" Target="../media/image194.png"/><Relationship Id="rId7" Type="http://schemas.openxmlformats.org/officeDocument/2006/relationships/image" Target="../media/image61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2" Type="http://schemas.openxmlformats.org/officeDocument/2006/relationships/image" Target="../media/image177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5" Type="http://schemas.openxmlformats.org/officeDocument/2006/relationships/image" Target="../media/image180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79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image" Target="../media/image171.png"/><Relationship Id="rId21" Type="http://schemas.openxmlformats.org/officeDocument/2006/relationships/image" Target="../media/image212.png"/><Relationship Id="rId7" Type="http://schemas.openxmlformats.org/officeDocument/2006/relationships/image" Target="../media/image207.png"/><Relationship Id="rId12" Type="http://schemas.openxmlformats.org/officeDocument/2006/relationships/image" Target="../media/image205.png"/><Relationship Id="rId17" Type="http://schemas.openxmlformats.org/officeDocument/2006/relationships/image" Target="../media/image217.png"/><Relationship Id="rId2" Type="http://schemas.openxmlformats.org/officeDocument/2006/relationships/image" Target="../media/image164.png"/><Relationship Id="rId16" Type="http://schemas.openxmlformats.org/officeDocument/2006/relationships/image" Target="../media/image211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image" Target="../media/image204.png"/><Relationship Id="rId5" Type="http://schemas.openxmlformats.org/officeDocument/2006/relationships/image" Target="../media/image203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19" Type="http://schemas.openxmlformats.org/officeDocument/2006/relationships/image" Target="../media/image219.png"/><Relationship Id="rId4" Type="http://schemas.openxmlformats.org/officeDocument/2006/relationships/image" Target="../media/image202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Relationship Id="rId22" Type="http://schemas.openxmlformats.org/officeDocument/2006/relationships/image" Target="../media/image2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222.png"/><Relationship Id="rId7" Type="http://schemas.openxmlformats.org/officeDocument/2006/relationships/image" Target="../media/image225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8.png"/><Relationship Id="rId18" Type="http://schemas.openxmlformats.org/officeDocument/2006/relationships/image" Target="../media/image243.png"/><Relationship Id="rId26" Type="http://schemas.openxmlformats.org/officeDocument/2006/relationships/image" Target="../media/image251.png"/><Relationship Id="rId39" Type="http://schemas.openxmlformats.org/officeDocument/2006/relationships/image" Target="../media/image264.png"/><Relationship Id="rId21" Type="http://schemas.openxmlformats.org/officeDocument/2006/relationships/image" Target="../media/image246.png"/><Relationship Id="rId34" Type="http://schemas.openxmlformats.org/officeDocument/2006/relationships/image" Target="../media/image259.png"/><Relationship Id="rId42" Type="http://schemas.openxmlformats.org/officeDocument/2006/relationships/image" Target="../media/image267.png"/><Relationship Id="rId47" Type="http://schemas.openxmlformats.org/officeDocument/2006/relationships/image" Target="../media/image272.png"/><Relationship Id="rId50" Type="http://schemas.openxmlformats.org/officeDocument/2006/relationships/image" Target="../media/image275.png"/><Relationship Id="rId55" Type="http://schemas.openxmlformats.org/officeDocument/2006/relationships/image" Target="../media/image280.png"/><Relationship Id="rId7" Type="http://schemas.openxmlformats.org/officeDocument/2006/relationships/image" Target="../media/image61.png"/><Relationship Id="rId2" Type="http://schemas.openxmlformats.org/officeDocument/2006/relationships/image" Target="../media/image229.png"/><Relationship Id="rId16" Type="http://schemas.openxmlformats.org/officeDocument/2006/relationships/image" Target="../media/image241.png"/><Relationship Id="rId29" Type="http://schemas.openxmlformats.org/officeDocument/2006/relationships/image" Target="../media/image254.png"/><Relationship Id="rId11" Type="http://schemas.openxmlformats.org/officeDocument/2006/relationships/image" Target="../media/image236.png"/><Relationship Id="rId24" Type="http://schemas.openxmlformats.org/officeDocument/2006/relationships/image" Target="../media/image249.png"/><Relationship Id="rId32" Type="http://schemas.openxmlformats.org/officeDocument/2006/relationships/image" Target="../media/image257.png"/><Relationship Id="rId37" Type="http://schemas.openxmlformats.org/officeDocument/2006/relationships/image" Target="../media/image262.png"/><Relationship Id="rId40" Type="http://schemas.openxmlformats.org/officeDocument/2006/relationships/image" Target="../media/image265.png"/><Relationship Id="rId45" Type="http://schemas.openxmlformats.org/officeDocument/2006/relationships/image" Target="../media/image270.png"/><Relationship Id="rId53" Type="http://schemas.openxmlformats.org/officeDocument/2006/relationships/image" Target="../media/image278.png"/><Relationship Id="rId5" Type="http://schemas.openxmlformats.org/officeDocument/2006/relationships/image" Target="../media/image232.png"/><Relationship Id="rId10" Type="http://schemas.openxmlformats.org/officeDocument/2006/relationships/image" Target="../media/image235.png"/><Relationship Id="rId19" Type="http://schemas.openxmlformats.org/officeDocument/2006/relationships/image" Target="../media/image244.png"/><Relationship Id="rId31" Type="http://schemas.openxmlformats.org/officeDocument/2006/relationships/image" Target="../media/image256.png"/><Relationship Id="rId44" Type="http://schemas.openxmlformats.org/officeDocument/2006/relationships/image" Target="../media/image269.png"/><Relationship Id="rId52" Type="http://schemas.openxmlformats.org/officeDocument/2006/relationships/image" Target="../media/image277.png"/><Relationship Id="rId4" Type="http://schemas.openxmlformats.org/officeDocument/2006/relationships/image" Target="../media/image231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Relationship Id="rId22" Type="http://schemas.openxmlformats.org/officeDocument/2006/relationships/image" Target="../media/image247.png"/><Relationship Id="rId27" Type="http://schemas.openxmlformats.org/officeDocument/2006/relationships/image" Target="../media/image252.png"/><Relationship Id="rId30" Type="http://schemas.openxmlformats.org/officeDocument/2006/relationships/image" Target="../media/image255.png"/><Relationship Id="rId35" Type="http://schemas.openxmlformats.org/officeDocument/2006/relationships/image" Target="../media/image260.png"/><Relationship Id="rId43" Type="http://schemas.openxmlformats.org/officeDocument/2006/relationships/image" Target="../media/image268.png"/><Relationship Id="rId48" Type="http://schemas.openxmlformats.org/officeDocument/2006/relationships/image" Target="../media/image273.png"/><Relationship Id="rId56" Type="http://schemas.openxmlformats.org/officeDocument/2006/relationships/image" Target="../media/image281.png"/><Relationship Id="rId8" Type="http://schemas.openxmlformats.org/officeDocument/2006/relationships/image" Target="../media/image233.png"/><Relationship Id="rId51" Type="http://schemas.openxmlformats.org/officeDocument/2006/relationships/image" Target="../media/image276.png"/><Relationship Id="rId3" Type="http://schemas.openxmlformats.org/officeDocument/2006/relationships/image" Target="../media/image230.png"/><Relationship Id="rId12" Type="http://schemas.openxmlformats.org/officeDocument/2006/relationships/image" Target="../media/image237.png"/><Relationship Id="rId17" Type="http://schemas.openxmlformats.org/officeDocument/2006/relationships/image" Target="../media/image242.png"/><Relationship Id="rId25" Type="http://schemas.openxmlformats.org/officeDocument/2006/relationships/image" Target="../media/image250.png"/><Relationship Id="rId33" Type="http://schemas.openxmlformats.org/officeDocument/2006/relationships/image" Target="../media/image258.png"/><Relationship Id="rId38" Type="http://schemas.openxmlformats.org/officeDocument/2006/relationships/image" Target="../media/image263.png"/><Relationship Id="rId46" Type="http://schemas.openxmlformats.org/officeDocument/2006/relationships/image" Target="../media/image271.png"/><Relationship Id="rId20" Type="http://schemas.openxmlformats.org/officeDocument/2006/relationships/image" Target="../media/image245.png"/><Relationship Id="rId41" Type="http://schemas.openxmlformats.org/officeDocument/2006/relationships/image" Target="../media/image266.png"/><Relationship Id="rId54" Type="http://schemas.openxmlformats.org/officeDocument/2006/relationships/image" Target="../media/image27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15" Type="http://schemas.openxmlformats.org/officeDocument/2006/relationships/image" Target="../media/image240.png"/><Relationship Id="rId23" Type="http://schemas.openxmlformats.org/officeDocument/2006/relationships/image" Target="../media/image248.png"/><Relationship Id="rId28" Type="http://schemas.openxmlformats.org/officeDocument/2006/relationships/image" Target="../media/image253.png"/><Relationship Id="rId36" Type="http://schemas.openxmlformats.org/officeDocument/2006/relationships/image" Target="../media/image261.png"/><Relationship Id="rId49" Type="http://schemas.openxmlformats.org/officeDocument/2006/relationships/image" Target="../media/image27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290.png"/><Relationship Id="rId18" Type="http://schemas.openxmlformats.org/officeDocument/2006/relationships/image" Target="../media/image295.png"/><Relationship Id="rId3" Type="http://schemas.openxmlformats.org/officeDocument/2006/relationships/image" Target="../media/image61.png"/><Relationship Id="rId7" Type="http://schemas.openxmlformats.org/officeDocument/2006/relationships/image" Target="../media/image284.png"/><Relationship Id="rId12" Type="http://schemas.openxmlformats.org/officeDocument/2006/relationships/image" Target="../media/image289.png"/><Relationship Id="rId17" Type="http://schemas.openxmlformats.org/officeDocument/2006/relationships/image" Target="../media/image294.png"/><Relationship Id="rId2" Type="http://schemas.openxmlformats.org/officeDocument/2006/relationships/customXml" Target="../ink/ink6.xml"/><Relationship Id="rId16" Type="http://schemas.openxmlformats.org/officeDocument/2006/relationships/image" Target="../media/image2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3.png"/><Relationship Id="rId11" Type="http://schemas.openxmlformats.org/officeDocument/2006/relationships/image" Target="../media/image288.png"/><Relationship Id="rId5" Type="http://schemas.openxmlformats.org/officeDocument/2006/relationships/image" Target="../media/image282.png"/><Relationship Id="rId15" Type="http://schemas.openxmlformats.org/officeDocument/2006/relationships/image" Target="../media/image292.png"/><Relationship Id="rId10" Type="http://schemas.openxmlformats.org/officeDocument/2006/relationships/image" Target="../media/image287.png"/><Relationship Id="rId4" Type="http://schemas.openxmlformats.org/officeDocument/2006/relationships/image" Target="../media/image233.png"/><Relationship Id="rId9" Type="http://schemas.openxmlformats.org/officeDocument/2006/relationships/image" Target="../media/image286.png"/><Relationship Id="rId14" Type="http://schemas.openxmlformats.org/officeDocument/2006/relationships/image" Target="../media/image2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05.png"/><Relationship Id="rId18" Type="http://schemas.openxmlformats.org/officeDocument/2006/relationships/image" Target="../media/image310.png"/><Relationship Id="rId3" Type="http://schemas.openxmlformats.org/officeDocument/2006/relationships/image" Target="../media/image61.png"/><Relationship Id="rId21" Type="http://schemas.openxmlformats.org/officeDocument/2006/relationships/image" Target="../media/image313.png"/><Relationship Id="rId7" Type="http://schemas.openxmlformats.org/officeDocument/2006/relationships/image" Target="../media/image299.png"/><Relationship Id="rId12" Type="http://schemas.openxmlformats.org/officeDocument/2006/relationships/image" Target="../media/image304.png"/><Relationship Id="rId17" Type="http://schemas.openxmlformats.org/officeDocument/2006/relationships/image" Target="../media/image309.png"/><Relationship Id="rId2" Type="http://schemas.openxmlformats.org/officeDocument/2006/relationships/customXml" Target="../ink/ink7.xml"/><Relationship Id="rId16" Type="http://schemas.openxmlformats.org/officeDocument/2006/relationships/image" Target="../media/image308.png"/><Relationship Id="rId20" Type="http://schemas.openxmlformats.org/officeDocument/2006/relationships/image" Target="../media/image3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8.png"/><Relationship Id="rId11" Type="http://schemas.openxmlformats.org/officeDocument/2006/relationships/image" Target="../media/image303.png"/><Relationship Id="rId24" Type="http://schemas.openxmlformats.org/officeDocument/2006/relationships/customXml" Target="../ink/ink9.xml"/><Relationship Id="rId5" Type="http://schemas.openxmlformats.org/officeDocument/2006/relationships/image" Target="../media/image297.png"/><Relationship Id="rId15" Type="http://schemas.openxmlformats.org/officeDocument/2006/relationships/image" Target="../media/image307.png"/><Relationship Id="rId23" Type="http://schemas.openxmlformats.org/officeDocument/2006/relationships/image" Target="../media/image314.png"/><Relationship Id="rId10" Type="http://schemas.openxmlformats.org/officeDocument/2006/relationships/image" Target="../media/image302.png"/><Relationship Id="rId19" Type="http://schemas.openxmlformats.org/officeDocument/2006/relationships/image" Target="../media/image311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Relationship Id="rId14" Type="http://schemas.openxmlformats.org/officeDocument/2006/relationships/image" Target="../media/image306.png"/><Relationship Id="rId22" Type="http://schemas.openxmlformats.org/officeDocument/2006/relationships/customXml" Target="../ink/ink8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4.png"/><Relationship Id="rId18" Type="http://schemas.openxmlformats.org/officeDocument/2006/relationships/image" Target="../media/image329.png"/><Relationship Id="rId26" Type="http://schemas.openxmlformats.org/officeDocument/2006/relationships/image" Target="../media/image337.png"/><Relationship Id="rId39" Type="http://schemas.openxmlformats.org/officeDocument/2006/relationships/image" Target="../media/image350.png"/><Relationship Id="rId21" Type="http://schemas.openxmlformats.org/officeDocument/2006/relationships/image" Target="../media/image332.png"/><Relationship Id="rId34" Type="http://schemas.openxmlformats.org/officeDocument/2006/relationships/image" Target="../media/image345.png"/><Relationship Id="rId42" Type="http://schemas.openxmlformats.org/officeDocument/2006/relationships/image" Target="../media/image353.png"/><Relationship Id="rId7" Type="http://schemas.openxmlformats.org/officeDocument/2006/relationships/image" Target="../media/image318.png"/><Relationship Id="rId2" Type="http://schemas.openxmlformats.org/officeDocument/2006/relationships/customXml" Target="../ink/ink10.xml"/><Relationship Id="rId16" Type="http://schemas.openxmlformats.org/officeDocument/2006/relationships/image" Target="../media/image327.png"/><Relationship Id="rId20" Type="http://schemas.openxmlformats.org/officeDocument/2006/relationships/image" Target="../media/image331.png"/><Relationship Id="rId29" Type="http://schemas.openxmlformats.org/officeDocument/2006/relationships/image" Target="../media/image340.png"/><Relationship Id="rId41" Type="http://schemas.openxmlformats.org/officeDocument/2006/relationships/image" Target="../media/image3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7.png"/><Relationship Id="rId11" Type="http://schemas.openxmlformats.org/officeDocument/2006/relationships/image" Target="../media/image322.png"/><Relationship Id="rId24" Type="http://schemas.openxmlformats.org/officeDocument/2006/relationships/image" Target="../media/image335.png"/><Relationship Id="rId32" Type="http://schemas.openxmlformats.org/officeDocument/2006/relationships/image" Target="../media/image343.png"/><Relationship Id="rId37" Type="http://schemas.openxmlformats.org/officeDocument/2006/relationships/image" Target="../media/image348.png"/><Relationship Id="rId40" Type="http://schemas.openxmlformats.org/officeDocument/2006/relationships/image" Target="../media/image351.png"/><Relationship Id="rId5" Type="http://schemas.openxmlformats.org/officeDocument/2006/relationships/image" Target="../media/image316.png"/><Relationship Id="rId15" Type="http://schemas.openxmlformats.org/officeDocument/2006/relationships/image" Target="../media/image326.png"/><Relationship Id="rId23" Type="http://schemas.openxmlformats.org/officeDocument/2006/relationships/image" Target="../media/image334.png"/><Relationship Id="rId28" Type="http://schemas.openxmlformats.org/officeDocument/2006/relationships/image" Target="../media/image339.png"/><Relationship Id="rId36" Type="http://schemas.openxmlformats.org/officeDocument/2006/relationships/image" Target="../media/image347.png"/><Relationship Id="rId10" Type="http://schemas.openxmlformats.org/officeDocument/2006/relationships/image" Target="../media/image321.png"/><Relationship Id="rId19" Type="http://schemas.openxmlformats.org/officeDocument/2006/relationships/image" Target="../media/image330.png"/><Relationship Id="rId31" Type="http://schemas.openxmlformats.org/officeDocument/2006/relationships/image" Target="../media/image342.png"/><Relationship Id="rId4" Type="http://schemas.openxmlformats.org/officeDocument/2006/relationships/image" Target="../media/image315.png"/><Relationship Id="rId9" Type="http://schemas.openxmlformats.org/officeDocument/2006/relationships/image" Target="../media/image320.png"/><Relationship Id="rId14" Type="http://schemas.openxmlformats.org/officeDocument/2006/relationships/image" Target="../media/image325.png"/><Relationship Id="rId22" Type="http://schemas.openxmlformats.org/officeDocument/2006/relationships/image" Target="../media/image333.png"/><Relationship Id="rId27" Type="http://schemas.openxmlformats.org/officeDocument/2006/relationships/image" Target="../media/image338.png"/><Relationship Id="rId30" Type="http://schemas.openxmlformats.org/officeDocument/2006/relationships/image" Target="../media/image341.png"/><Relationship Id="rId35" Type="http://schemas.openxmlformats.org/officeDocument/2006/relationships/image" Target="../media/image346.png"/><Relationship Id="rId43" Type="http://schemas.openxmlformats.org/officeDocument/2006/relationships/image" Target="../media/image354.png"/><Relationship Id="rId8" Type="http://schemas.openxmlformats.org/officeDocument/2006/relationships/image" Target="../media/image319.png"/><Relationship Id="rId3" Type="http://schemas.openxmlformats.org/officeDocument/2006/relationships/image" Target="../media/image61.png"/><Relationship Id="rId12" Type="http://schemas.openxmlformats.org/officeDocument/2006/relationships/image" Target="../media/image323.png"/><Relationship Id="rId17" Type="http://schemas.openxmlformats.org/officeDocument/2006/relationships/image" Target="../media/image328.png"/><Relationship Id="rId25" Type="http://schemas.openxmlformats.org/officeDocument/2006/relationships/image" Target="../media/image336.png"/><Relationship Id="rId33" Type="http://schemas.openxmlformats.org/officeDocument/2006/relationships/image" Target="../media/image344.png"/><Relationship Id="rId38" Type="http://schemas.openxmlformats.org/officeDocument/2006/relationships/image" Target="../media/image3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png"/><Relationship Id="rId13" Type="http://schemas.openxmlformats.org/officeDocument/2006/relationships/image" Target="../media/image364.png"/><Relationship Id="rId18" Type="http://schemas.openxmlformats.org/officeDocument/2006/relationships/image" Target="../media/image369.png"/><Relationship Id="rId26" Type="http://schemas.openxmlformats.org/officeDocument/2006/relationships/image" Target="../media/image377.png"/><Relationship Id="rId3" Type="http://schemas.openxmlformats.org/officeDocument/2006/relationships/image" Target="../media/image61.png"/><Relationship Id="rId21" Type="http://schemas.openxmlformats.org/officeDocument/2006/relationships/image" Target="../media/image372.png"/><Relationship Id="rId7" Type="http://schemas.openxmlformats.org/officeDocument/2006/relationships/image" Target="../media/image358.png"/><Relationship Id="rId12" Type="http://schemas.openxmlformats.org/officeDocument/2006/relationships/image" Target="../media/image363.png"/><Relationship Id="rId17" Type="http://schemas.openxmlformats.org/officeDocument/2006/relationships/image" Target="../media/image368.png"/><Relationship Id="rId25" Type="http://schemas.openxmlformats.org/officeDocument/2006/relationships/image" Target="../media/image376.png"/><Relationship Id="rId2" Type="http://schemas.openxmlformats.org/officeDocument/2006/relationships/customXml" Target="../ink/ink11.xml"/><Relationship Id="rId16" Type="http://schemas.openxmlformats.org/officeDocument/2006/relationships/image" Target="../media/image367.png"/><Relationship Id="rId20" Type="http://schemas.openxmlformats.org/officeDocument/2006/relationships/image" Target="../media/image3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7.png"/><Relationship Id="rId11" Type="http://schemas.openxmlformats.org/officeDocument/2006/relationships/image" Target="../media/image362.png"/><Relationship Id="rId24" Type="http://schemas.openxmlformats.org/officeDocument/2006/relationships/image" Target="../media/image375.png"/><Relationship Id="rId5" Type="http://schemas.openxmlformats.org/officeDocument/2006/relationships/image" Target="../media/image356.png"/><Relationship Id="rId15" Type="http://schemas.openxmlformats.org/officeDocument/2006/relationships/image" Target="../media/image366.png"/><Relationship Id="rId23" Type="http://schemas.openxmlformats.org/officeDocument/2006/relationships/image" Target="../media/image374.png"/><Relationship Id="rId28" Type="http://schemas.openxmlformats.org/officeDocument/2006/relationships/image" Target="../media/image379.png"/><Relationship Id="rId10" Type="http://schemas.openxmlformats.org/officeDocument/2006/relationships/image" Target="../media/image361.png"/><Relationship Id="rId19" Type="http://schemas.openxmlformats.org/officeDocument/2006/relationships/image" Target="../media/image370.png"/><Relationship Id="rId4" Type="http://schemas.openxmlformats.org/officeDocument/2006/relationships/image" Target="../media/image355.png"/><Relationship Id="rId9" Type="http://schemas.openxmlformats.org/officeDocument/2006/relationships/image" Target="../media/image360.png"/><Relationship Id="rId14" Type="http://schemas.openxmlformats.org/officeDocument/2006/relationships/image" Target="../media/image365.png"/><Relationship Id="rId22" Type="http://schemas.openxmlformats.org/officeDocument/2006/relationships/image" Target="../media/image373.png"/><Relationship Id="rId27" Type="http://schemas.openxmlformats.org/officeDocument/2006/relationships/image" Target="../media/image3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13" Type="http://schemas.openxmlformats.org/officeDocument/2006/relationships/image" Target="../media/image390.png"/><Relationship Id="rId18" Type="http://schemas.openxmlformats.org/officeDocument/2006/relationships/image" Target="../media/image394.png"/><Relationship Id="rId26" Type="http://schemas.openxmlformats.org/officeDocument/2006/relationships/image" Target="../media/image400.png"/><Relationship Id="rId3" Type="http://schemas.openxmlformats.org/officeDocument/2006/relationships/customXml" Target="../ink/ink12.xml"/><Relationship Id="rId21" Type="http://schemas.openxmlformats.org/officeDocument/2006/relationships/image" Target="../media/image397.png"/><Relationship Id="rId7" Type="http://schemas.openxmlformats.org/officeDocument/2006/relationships/image" Target="../media/image384.png"/><Relationship Id="rId12" Type="http://schemas.openxmlformats.org/officeDocument/2006/relationships/image" Target="../media/image389.png"/><Relationship Id="rId17" Type="http://schemas.openxmlformats.org/officeDocument/2006/relationships/image" Target="../media/image393.png"/><Relationship Id="rId25" Type="http://schemas.openxmlformats.org/officeDocument/2006/relationships/customXml" Target="../ink/ink14.xml"/><Relationship Id="rId2" Type="http://schemas.openxmlformats.org/officeDocument/2006/relationships/image" Target="../media/image227.png"/><Relationship Id="rId16" Type="http://schemas.openxmlformats.org/officeDocument/2006/relationships/image" Target="../media/image392.png"/><Relationship Id="rId20" Type="http://schemas.openxmlformats.org/officeDocument/2006/relationships/image" Target="../media/image3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3.png"/><Relationship Id="rId11" Type="http://schemas.openxmlformats.org/officeDocument/2006/relationships/image" Target="../media/image388.png"/><Relationship Id="rId24" Type="http://schemas.openxmlformats.org/officeDocument/2006/relationships/customXml" Target="../ink/ink13.xml"/><Relationship Id="rId5" Type="http://schemas.openxmlformats.org/officeDocument/2006/relationships/image" Target="../media/image382.png"/><Relationship Id="rId15" Type="http://schemas.openxmlformats.org/officeDocument/2006/relationships/image" Target="../media/image137.png"/><Relationship Id="rId23" Type="http://schemas.openxmlformats.org/officeDocument/2006/relationships/image" Target="../media/image399.png"/><Relationship Id="rId10" Type="http://schemas.openxmlformats.org/officeDocument/2006/relationships/image" Target="../media/image387.png"/><Relationship Id="rId19" Type="http://schemas.openxmlformats.org/officeDocument/2006/relationships/image" Target="../media/image395.png"/><Relationship Id="rId4" Type="http://schemas.openxmlformats.org/officeDocument/2006/relationships/image" Target="../media/image381.png"/><Relationship Id="rId9" Type="http://schemas.openxmlformats.org/officeDocument/2006/relationships/image" Target="../media/image386.png"/><Relationship Id="rId14" Type="http://schemas.openxmlformats.org/officeDocument/2006/relationships/image" Target="../media/image391.png"/><Relationship Id="rId22" Type="http://schemas.openxmlformats.org/officeDocument/2006/relationships/image" Target="../media/image398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png"/><Relationship Id="rId18" Type="http://schemas.openxmlformats.org/officeDocument/2006/relationships/image" Target="../media/image415.png"/><Relationship Id="rId26" Type="http://schemas.openxmlformats.org/officeDocument/2006/relationships/image" Target="../media/image423.png"/><Relationship Id="rId39" Type="http://schemas.openxmlformats.org/officeDocument/2006/relationships/image" Target="../media/image436.png"/><Relationship Id="rId21" Type="http://schemas.openxmlformats.org/officeDocument/2006/relationships/image" Target="../media/image418.png"/><Relationship Id="rId34" Type="http://schemas.openxmlformats.org/officeDocument/2006/relationships/image" Target="../media/image431.png"/><Relationship Id="rId42" Type="http://schemas.openxmlformats.org/officeDocument/2006/relationships/image" Target="../media/image439.png"/><Relationship Id="rId47" Type="http://schemas.openxmlformats.org/officeDocument/2006/relationships/customXml" Target="../ink/ink17.xml"/><Relationship Id="rId7" Type="http://schemas.openxmlformats.org/officeDocument/2006/relationships/image" Target="../media/image404.png"/><Relationship Id="rId2" Type="http://schemas.openxmlformats.org/officeDocument/2006/relationships/image" Target="../media/image228.png"/><Relationship Id="rId16" Type="http://schemas.openxmlformats.org/officeDocument/2006/relationships/image" Target="../media/image413.png"/><Relationship Id="rId29" Type="http://schemas.openxmlformats.org/officeDocument/2006/relationships/image" Target="../media/image4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3.png"/><Relationship Id="rId11" Type="http://schemas.openxmlformats.org/officeDocument/2006/relationships/image" Target="../media/image408.png"/><Relationship Id="rId24" Type="http://schemas.openxmlformats.org/officeDocument/2006/relationships/image" Target="../media/image421.png"/><Relationship Id="rId32" Type="http://schemas.openxmlformats.org/officeDocument/2006/relationships/image" Target="../media/image429.png"/><Relationship Id="rId37" Type="http://schemas.openxmlformats.org/officeDocument/2006/relationships/image" Target="../media/image434.png"/><Relationship Id="rId40" Type="http://schemas.openxmlformats.org/officeDocument/2006/relationships/image" Target="../media/image437.png"/><Relationship Id="rId45" Type="http://schemas.openxmlformats.org/officeDocument/2006/relationships/image" Target="../media/image442.png"/><Relationship Id="rId5" Type="http://schemas.openxmlformats.org/officeDocument/2006/relationships/image" Target="../media/image402.png"/><Relationship Id="rId15" Type="http://schemas.openxmlformats.org/officeDocument/2006/relationships/image" Target="../media/image412.png"/><Relationship Id="rId23" Type="http://schemas.openxmlformats.org/officeDocument/2006/relationships/image" Target="../media/image420.png"/><Relationship Id="rId28" Type="http://schemas.openxmlformats.org/officeDocument/2006/relationships/image" Target="../media/image425.png"/><Relationship Id="rId36" Type="http://schemas.openxmlformats.org/officeDocument/2006/relationships/image" Target="../media/image433.png"/><Relationship Id="rId10" Type="http://schemas.openxmlformats.org/officeDocument/2006/relationships/image" Target="../media/image407.png"/><Relationship Id="rId19" Type="http://schemas.openxmlformats.org/officeDocument/2006/relationships/image" Target="../media/image416.png"/><Relationship Id="rId31" Type="http://schemas.openxmlformats.org/officeDocument/2006/relationships/image" Target="../media/image428.png"/><Relationship Id="rId44" Type="http://schemas.openxmlformats.org/officeDocument/2006/relationships/image" Target="../media/image441.png"/><Relationship Id="rId4" Type="http://schemas.openxmlformats.org/officeDocument/2006/relationships/image" Target="../media/image61.png"/><Relationship Id="rId9" Type="http://schemas.openxmlformats.org/officeDocument/2006/relationships/image" Target="../media/image406.png"/><Relationship Id="rId14" Type="http://schemas.openxmlformats.org/officeDocument/2006/relationships/image" Target="../media/image411.png"/><Relationship Id="rId22" Type="http://schemas.openxmlformats.org/officeDocument/2006/relationships/image" Target="../media/image419.png"/><Relationship Id="rId27" Type="http://schemas.openxmlformats.org/officeDocument/2006/relationships/image" Target="../media/image424.png"/><Relationship Id="rId30" Type="http://schemas.openxmlformats.org/officeDocument/2006/relationships/image" Target="../media/image427.png"/><Relationship Id="rId35" Type="http://schemas.openxmlformats.org/officeDocument/2006/relationships/image" Target="../media/image432.png"/><Relationship Id="rId43" Type="http://schemas.openxmlformats.org/officeDocument/2006/relationships/image" Target="../media/image440.png"/><Relationship Id="rId48" Type="http://schemas.openxmlformats.org/officeDocument/2006/relationships/image" Target="../media/image443.png"/><Relationship Id="rId8" Type="http://schemas.openxmlformats.org/officeDocument/2006/relationships/image" Target="../media/image405.png"/><Relationship Id="rId3" Type="http://schemas.openxmlformats.org/officeDocument/2006/relationships/customXml" Target="../ink/ink15.xml"/><Relationship Id="rId12" Type="http://schemas.openxmlformats.org/officeDocument/2006/relationships/image" Target="../media/image409.png"/><Relationship Id="rId17" Type="http://schemas.openxmlformats.org/officeDocument/2006/relationships/image" Target="../media/image414.png"/><Relationship Id="rId25" Type="http://schemas.openxmlformats.org/officeDocument/2006/relationships/image" Target="../media/image422.png"/><Relationship Id="rId33" Type="http://schemas.openxmlformats.org/officeDocument/2006/relationships/image" Target="../media/image430.png"/><Relationship Id="rId38" Type="http://schemas.openxmlformats.org/officeDocument/2006/relationships/image" Target="../media/image435.png"/><Relationship Id="rId46" Type="http://schemas.openxmlformats.org/officeDocument/2006/relationships/customXml" Target="../ink/ink16.xml"/><Relationship Id="rId20" Type="http://schemas.openxmlformats.org/officeDocument/2006/relationships/image" Target="../media/image417.png"/><Relationship Id="rId41" Type="http://schemas.openxmlformats.org/officeDocument/2006/relationships/image" Target="../media/image438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4.png"/><Relationship Id="rId18" Type="http://schemas.openxmlformats.org/officeDocument/2006/relationships/image" Target="../media/image459.png"/><Relationship Id="rId26" Type="http://schemas.openxmlformats.org/officeDocument/2006/relationships/image" Target="../media/image467.png"/><Relationship Id="rId3" Type="http://schemas.openxmlformats.org/officeDocument/2006/relationships/customXml" Target="../ink/ink18.xml"/><Relationship Id="rId21" Type="http://schemas.openxmlformats.org/officeDocument/2006/relationships/image" Target="../media/image462.png"/><Relationship Id="rId34" Type="http://schemas.openxmlformats.org/officeDocument/2006/relationships/image" Target="../media/image475.png"/><Relationship Id="rId7" Type="http://schemas.openxmlformats.org/officeDocument/2006/relationships/image" Target="../media/image448.png"/><Relationship Id="rId12" Type="http://schemas.openxmlformats.org/officeDocument/2006/relationships/image" Target="../media/image453.png"/><Relationship Id="rId17" Type="http://schemas.openxmlformats.org/officeDocument/2006/relationships/image" Target="../media/image458.png"/><Relationship Id="rId25" Type="http://schemas.openxmlformats.org/officeDocument/2006/relationships/image" Target="../media/image466.png"/><Relationship Id="rId33" Type="http://schemas.openxmlformats.org/officeDocument/2006/relationships/image" Target="../media/image474.png"/><Relationship Id="rId2" Type="http://schemas.openxmlformats.org/officeDocument/2006/relationships/image" Target="../media/image380.png"/><Relationship Id="rId16" Type="http://schemas.openxmlformats.org/officeDocument/2006/relationships/image" Target="../media/image457.png"/><Relationship Id="rId20" Type="http://schemas.openxmlformats.org/officeDocument/2006/relationships/image" Target="../media/image461.png"/><Relationship Id="rId29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7.png"/><Relationship Id="rId11" Type="http://schemas.openxmlformats.org/officeDocument/2006/relationships/image" Target="../media/image452.png"/><Relationship Id="rId24" Type="http://schemas.openxmlformats.org/officeDocument/2006/relationships/image" Target="../media/image465.png"/><Relationship Id="rId32" Type="http://schemas.openxmlformats.org/officeDocument/2006/relationships/image" Target="../media/image473.png"/><Relationship Id="rId5" Type="http://schemas.openxmlformats.org/officeDocument/2006/relationships/image" Target="../media/image446.png"/><Relationship Id="rId15" Type="http://schemas.openxmlformats.org/officeDocument/2006/relationships/image" Target="../media/image456.png"/><Relationship Id="rId23" Type="http://schemas.openxmlformats.org/officeDocument/2006/relationships/image" Target="../media/image464.png"/><Relationship Id="rId28" Type="http://schemas.openxmlformats.org/officeDocument/2006/relationships/image" Target="../media/image469.png"/><Relationship Id="rId10" Type="http://schemas.openxmlformats.org/officeDocument/2006/relationships/image" Target="../media/image451.png"/><Relationship Id="rId19" Type="http://schemas.openxmlformats.org/officeDocument/2006/relationships/image" Target="../media/image460.png"/><Relationship Id="rId31" Type="http://schemas.openxmlformats.org/officeDocument/2006/relationships/image" Target="../media/image472.png"/><Relationship Id="rId4" Type="http://schemas.openxmlformats.org/officeDocument/2006/relationships/image" Target="../media/image445.png"/><Relationship Id="rId9" Type="http://schemas.openxmlformats.org/officeDocument/2006/relationships/image" Target="../media/image450.png"/><Relationship Id="rId14" Type="http://schemas.openxmlformats.org/officeDocument/2006/relationships/image" Target="../media/image455.png"/><Relationship Id="rId22" Type="http://schemas.openxmlformats.org/officeDocument/2006/relationships/image" Target="../media/image463.png"/><Relationship Id="rId27" Type="http://schemas.openxmlformats.org/officeDocument/2006/relationships/image" Target="../media/image468.png"/><Relationship Id="rId30" Type="http://schemas.openxmlformats.org/officeDocument/2006/relationships/image" Target="../media/image471.png"/><Relationship Id="rId35" Type="http://schemas.openxmlformats.org/officeDocument/2006/relationships/image" Target="../media/image476.png"/><Relationship Id="rId8" Type="http://schemas.openxmlformats.org/officeDocument/2006/relationships/image" Target="../media/image4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png"/><Relationship Id="rId13" Type="http://schemas.openxmlformats.org/officeDocument/2006/relationships/image" Target="../media/image487.png"/><Relationship Id="rId18" Type="http://schemas.openxmlformats.org/officeDocument/2006/relationships/image" Target="../media/image492.png"/><Relationship Id="rId26" Type="http://schemas.openxmlformats.org/officeDocument/2006/relationships/image" Target="../media/image500.png"/><Relationship Id="rId3" Type="http://schemas.openxmlformats.org/officeDocument/2006/relationships/customXml" Target="../ink/ink19.xml"/><Relationship Id="rId21" Type="http://schemas.openxmlformats.org/officeDocument/2006/relationships/image" Target="../media/image495.png"/><Relationship Id="rId7" Type="http://schemas.openxmlformats.org/officeDocument/2006/relationships/image" Target="../media/image481.png"/><Relationship Id="rId12" Type="http://schemas.openxmlformats.org/officeDocument/2006/relationships/image" Target="../media/image486.png"/><Relationship Id="rId17" Type="http://schemas.openxmlformats.org/officeDocument/2006/relationships/image" Target="../media/image491.png"/><Relationship Id="rId25" Type="http://schemas.openxmlformats.org/officeDocument/2006/relationships/image" Target="../media/image499.png"/><Relationship Id="rId2" Type="http://schemas.openxmlformats.org/officeDocument/2006/relationships/image" Target="../media/image401.png"/><Relationship Id="rId16" Type="http://schemas.openxmlformats.org/officeDocument/2006/relationships/image" Target="../media/image490.png"/><Relationship Id="rId20" Type="http://schemas.openxmlformats.org/officeDocument/2006/relationships/image" Target="../media/image4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0.png"/><Relationship Id="rId11" Type="http://schemas.openxmlformats.org/officeDocument/2006/relationships/image" Target="../media/image485.png"/><Relationship Id="rId24" Type="http://schemas.openxmlformats.org/officeDocument/2006/relationships/image" Target="../media/image498.png"/><Relationship Id="rId5" Type="http://schemas.openxmlformats.org/officeDocument/2006/relationships/image" Target="../media/image479.png"/><Relationship Id="rId15" Type="http://schemas.openxmlformats.org/officeDocument/2006/relationships/image" Target="../media/image489.png"/><Relationship Id="rId23" Type="http://schemas.openxmlformats.org/officeDocument/2006/relationships/image" Target="../media/image497.png"/><Relationship Id="rId28" Type="http://schemas.openxmlformats.org/officeDocument/2006/relationships/image" Target="../media/image502.png"/><Relationship Id="rId10" Type="http://schemas.openxmlformats.org/officeDocument/2006/relationships/image" Target="../media/image484.png"/><Relationship Id="rId19" Type="http://schemas.openxmlformats.org/officeDocument/2006/relationships/image" Target="../media/image493.png"/><Relationship Id="rId4" Type="http://schemas.openxmlformats.org/officeDocument/2006/relationships/image" Target="../media/image478.png"/><Relationship Id="rId9" Type="http://schemas.openxmlformats.org/officeDocument/2006/relationships/image" Target="../media/image483.png"/><Relationship Id="rId14" Type="http://schemas.openxmlformats.org/officeDocument/2006/relationships/image" Target="../media/image488.png"/><Relationship Id="rId22" Type="http://schemas.openxmlformats.org/officeDocument/2006/relationships/image" Target="../media/image496.png"/><Relationship Id="rId27" Type="http://schemas.openxmlformats.org/officeDocument/2006/relationships/image" Target="../media/image50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6.png"/><Relationship Id="rId13" Type="http://schemas.openxmlformats.org/officeDocument/2006/relationships/image" Target="../media/image511.png"/><Relationship Id="rId18" Type="http://schemas.openxmlformats.org/officeDocument/2006/relationships/image" Target="../media/image516.png"/><Relationship Id="rId26" Type="http://schemas.openxmlformats.org/officeDocument/2006/relationships/image" Target="../media/image524.png"/><Relationship Id="rId3" Type="http://schemas.openxmlformats.org/officeDocument/2006/relationships/customXml" Target="../ink/ink20.xml"/><Relationship Id="rId21" Type="http://schemas.openxmlformats.org/officeDocument/2006/relationships/image" Target="../media/image519.png"/><Relationship Id="rId7" Type="http://schemas.openxmlformats.org/officeDocument/2006/relationships/image" Target="../media/image505.png"/><Relationship Id="rId12" Type="http://schemas.openxmlformats.org/officeDocument/2006/relationships/image" Target="../media/image510.png"/><Relationship Id="rId17" Type="http://schemas.openxmlformats.org/officeDocument/2006/relationships/image" Target="../media/image515.png"/><Relationship Id="rId25" Type="http://schemas.openxmlformats.org/officeDocument/2006/relationships/image" Target="../media/image523.png"/><Relationship Id="rId2" Type="http://schemas.openxmlformats.org/officeDocument/2006/relationships/image" Target="../media/image444.png"/><Relationship Id="rId16" Type="http://schemas.openxmlformats.org/officeDocument/2006/relationships/image" Target="../media/image514.png"/><Relationship Id="rId20" Type="http://schemas.openxmlformats.org/officeDocument/2006/relationships/image" Target="../media/image518.png"/><Relationship Id="rId29" Type="http://schemas.openxmlformats.org/officeDocument/2006/relationships/image" Target="../media/image5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4.png"/><Relationship Id="rId11" Type="http://schemas.openxmlformats.org/officeDocument/2006/relationships/image" Target="../media/image509.png"/><Relationship Id="rId24" Type="http://schemas.openxmlformats.org/officeDocument/2006/relationships/image" Target="../media/image522.png"/><Relationship Id="rId5" Type="http://schemas.openxmlformats.org/officeDocument/2006/relationships/image" Target="../media/image479.png"/><Relationship Id="rId15" Type="http://schemas.openxmlformats.org/officeDocument/2006/relationships/image" Target="../media/image513.png"/><Relationship Id="rId23" Type="http://schemas.openxmlformats.org/officeDocument/2006/relationships/image" Target="../media/image521.png"/><Relationship Id="rId28" Type="http://schemas.openxmlformats.org/officeDocument/2006/relationships/image" Target="../media/image526.png"/><Relationship Id="rId10" Type="http://schemas.openxmlformats.org/officeDocument/2006/relationships/image" Target="../media/image508.png"/><Relationship Id="rId19" Type="http://schemas.openxmlformats.org/officeDocument/2006/relationships/image" Target="../media/image517.png"/><Relationship Id="rId4" Type="http://schemas.openxmlformats.org/officeDocument/2006/relationships/image" Target="../media/image478.png"/><Relationship Id="rId9" Type="http://schemas.openxmlformats.org/officeDocument/2006/relationships/image" Target="../media/image507.png"/><Relationship Id="rId14" Type="http://schemas.openxmlformats.org/officeDocument/2006/relationships/image" Target="../media/image512.png"/><Relationship Id="rId22" Type="http://schemas.openxmlformats.org/officeDocument/2006/relationships/image" Target="../media/image520.png"/><Relationship Id="rId27" Type="http://schemas.openxmlformats.org/officeDocument/2006/relationships/image" Target="../media/image525.png"/><Relationship Id="rId30" Type="http://schemas.openxmlformats.org/officeDocument/2006/relationships/image" Target="../media/image528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3.xml"/><Relationship Id="rId18" Type="http://schemas.openxmlformats.org/officeDocument/2006/relationships/image" Target="../media/image541.png"/><Relationship Id="rId26" Type="http://schemas.openxmlformats.org/officeDocument/2006/relationships/image" Target="../media/image547.png"/><Relationship Id="rId39" Type="http://schemas.openxmlformats.org/officeDocument/2006/relationships/image" Target="../media/image557.png"/><Relationship Id="rId21" Type="http://schemas.openxmlformats.org/officeDocument/2006/relationships/image" Target="../media/image544.png"/><Relationship Id="rId34" Type="http://schemas.openxmlformats.org/officeDocument/2006/relationships/image" Target="../media/image553.png"/><Relationship Id="rId42" Type="http://schemas.openxmlformats.org/officeDocument/2006/relationships/image" Target="../media/image559.png"/><Relationship Id="rId7" Type="http://schemas.openxmlformats.org/officeDocument/2006/relationships/customXml" Target="../ink/ink21.xml"/><Relationship Id="rId2" Type="http://schemas.openxmlformats.org/officeDocument/2006/relationships/image" Target="../media/image477.png"/><Relationship Id="rId16" Type="http://schemas.openxmlformats.org/officeDocument/2006/relationships/image" Target="../media/image539.png"/><Relationship Id="rId29" Type="http://schemas.openxmlformats.org/officeDocument/2006/relationships/customXml" Target="../ink/ink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3.png"/><Relationship Id="rId11" Type="http://schemas.openxmlformats.org/officeDocument/2006/relationships/image" Target="../media/image536.png"/><Relationship Id="rId24" Type="http://schemas.openxmlformats.org/officeDocument/2006/relationships/image" Target="../media/image546.png"/><Relationship Id="rId32" Type="http://schemas.openxmlformats.org/officeDocument/2006/relationships/image" Target="../media/image551.png"/><Relationship Id="rId37" Type="http://schemas.openxmlformats.org/officeDocument/2006/relationships/image" Target="../media/image556.png"/><Relationship Id="rId40" Type="http://schemas.openxmlformats.org/officeDocument/2006/relationships/customXml" Target="../ink/ink30.xml"/><Relationship Id="rId45" Type="http://schemas.openxmlformats.org/officeDocument/2006/relationships/image" Target="../media/image562.png"/><Relationship Id="rId5" Type="http://schemas.openxmlformats.org/officeDocument/2006/relationships/image" Target="../media/image532.png"/><Relationship Id="rId15" Type="http://schemas.openxmlformats.org/officeDocument/2006/relationships/customXml" Target="../ink/ink24.xml"/><Relationship Id="rId23" Type="http://schemas.openxmlformats.org/officeDocument/2006/relationships/customXml" Target="../ink/ink25.xml"/><Relationship Id="rId28" Type="http://schemas.openxmlformats.org/officeDocument/2006/relationships/image" Target="../media/image548.png"/><Relationship Id="rId36" Type="http://schemas.openxmlformats.org/officeDocument/2006/relationships/image" Target="../media/image555.png"/><Relationship Id="rId10" Type="http://schemas.openxmlformats.org/officeDocument/2006/relationships/image" Target="../media/image535.png"/><Relationship Id="rId19" Type="http://schemas.openxmlformats.org/officeDocument/2006/relationships/image" Target="../media/image542.png"/><Relationship Id="rId31" Type="http://schemas.openxmlformats.org/officeDocument/2006/relationships/image" Target="../media/image550.png"/><Relationship Id="rId44" Type="http://schemas.openxmlformats.org/officeDocument/2006/relationships/image" Target="../media/image561.png"/><Relationship Id="rId4" Type="http://schemas.openxmlformats.org/officeDocument/2006/relationships/image" Target="../media/image531.png"/><Relationship Id="rId9" Type="http://schemas.openxmlformats.org/officeDocument/2006/relationships/customXml" Target="../ink/ink22.xml"/><Relationship Id="rId14" Type="http://schemas.openxmlformats.org/officeDocument/2006/relationships/image" Target="../media/image538.png"/><Relationship Id="rId22" Type="http://schemas.openxmlformats.org/officeDocument/2006/relationships/image" Target="../media/image545.png"/><Relationship Id="rId27" Type="http://schemas.openxmlformats.org/officeDocument/2006/relationships/customXml" Target="../ink/ink27.xml"/><Relationship Id="rId30" Type="http://schemas.openxmlformats.org/officeDocument/2006/relationships/image" Target="../media/image549.png"/><Relationship Id="rId35" Type="http://schemas.openxmlformats.org/officeDocument/2006/relationships/image" Target="../media/image554.png"/><Relationship Id="rId43" Type="http://schemas.openxmlformats.org/officeDocument/2006/relationships/image" Target="../media/image560.png"/><Relationship Id="rId8" Type="http://schemas.openxmlformats.org/officeDocument/2006/relationships/image" Target="../media/image534.png"/><Relationship Id="rId3" Type="http://schemas.openxmlformats.org/officeDocument/2006/relationships/image" Target="../media/image530.png"/><Relationship Id="rId12" Type="http://schemas.openxmlformats.org/officeDocument/2006/relationships/image" Target="../media/image537.png"/><Relationship Id="rId17" Type="http://schemas.openxmlformats.org/officeDocument/2006/relationships/image" Target="../media/image540.png"/><Relationship Id="rId25" Type="http://schemas.openxmlformats.org/officeDocument/2006/relationships/customXml" Target="../ink/ink26.xml"/><Relationship Id="rId33" Type="http://schemas.openxmlformats.org/officeDocument/2006/relationships/image" Target="../media/image552.png"/><Relationship Id="rId38" Type="http://schemas.openxmlformats.org/officeDocument/2006/relationships/customXml" Target="../ink/ink29.xml"/><Relationship Id="rId20" Type="http://schemas.openxmlformats.org/officeDocument/2006/relationships/image" Target="../media/image543.png"/><Relationship Id="rId41" Type="http://schemas.openxmlformats.org/officeDocument/2006/relationships/image" Target="../media/image5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1444856" y="1590328"/>
                <a:ext cx="40730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856" y="1590328"/>
                <a:ext cx="407305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形箭號 2"/>
          <p:cNvSpPr/>
          <p:nvPr/>
        </p:nvSpPr>
        <p:spPr>
          <a:xfrm>
            <a:off x="1450528" y="294183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4" name="圓形箭號 3"/>
          <p:cNvSpPr/>
          <p:nvPr/>
        </p:nvSpPr>
        <p:spPr>
          <a:xfrm>
            <a:off x="1779041" y="1014264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738560" y="1734343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787841" y="1736087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7" name="圓形箭號 6"/>
          <p:cNvSpPr/>
          <p:nvPr/>
        </p:nvSpPr>
        <p:spPr>
          <a:xfrm rot="10800000">
            <a:off x="2713146" y="1199658"/>
            <a:ext cx="2481799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8" name="圓形箭號 7"/>
          <p:cNvSpPr/>
          <p:nvPr/>
        </p:nvSpPr>
        <p:spPr>
          <a:xfrm rot="10800000">
            <a:off x="2818680" y="1734343"/>
            <a:ext cx="1359763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699555" y="1743328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682499" y="1726550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42417" y="2958480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17" y="2958480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450528" y="3102496"/>
                <a:ext cx="2376264" cy="784767"/>
              </a:xfrm>
              <a:prstGeom prst="rect">
                <a:avLst/>
              </a:prstGeom>
              <a:noFill/>
              <a:ln w="22225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528" y="3102496"/>
                <a:ext cx="2376264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3856856" y="3110885"/>
                <a:ext cx="2575511" cy="76944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chemeClr val="accent2">
                      <a:lumMod val="75000"/>
                    </a:schemeClr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856" y="3110885"/>
                <a:ext cx="257551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442417" y="395904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17" y="3959041"/>
                <a:ext cx="1182221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306512" y="4103057"/>
                <a:ext cx="2376264" cy="78476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512" y="4103057"/>
                <a:ext cx="2376264" cy="7847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1"/>
              <p:cNvSpPr txBox="1"/>
              <p:nvPr/>
            </p:nvSpPr>
            <p:spPr>
              <a:xfrm>
                <a:off x="6720128" y="3642664"/>
                <a:ext cx="445148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5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128" y="3642664"/>
                <a:ext cx="4451481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圓形箭號 2"/>
          <p:cNvSpPr/>
          <p:nvPr/>
        </p:nvSpPr>
        <p:spPr>
          <a:xfrm>
            <a:off x="6725800" y="2346519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47" name="圓形箭號 3"/>
          <p:cNvSpPr/>
          <p:nvPr/>
        </p:nvSpPr>
        <p:spPr>
          <a:xfrm>
            <a:off x="7054313" y="3066600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48" name="文字方塊 4"/>
          <p:cNvSpPr txBox="1"/>
          <p:nvPr/>
        </p:nvSpPr>
        <p:spPr>
          <a:xfrm>
            <a:off x="7057629" y="3795664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49" name="文字方塊 5"/>
          <p:cNvSpPr txBox="1"/>
          <p:nvPr/>
        </p:nvSpPr>
        <p:spPr>
          <a:xfrm>
            <a:off x="8063113" y="3788423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0" name="圓形箭號 6"/>
          <p:cNvSpPr/>
          <p:nvPr/>
        </p:nvSpPr>
        <p:spPr>
          <a:xfrm rot="10800000">
            <a:off x="7988418" y="3251994"/>
            <a:ext cx="2481799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1" name="圓形箭號 7"/>
          <p:cNvSpPr/>
          <p:nvPr/>
        </p:nvSpPr>
        <p:spPr>
          <a:xfrm rot="10800000">
            <a:off x="8093952" y="3786679"/>
            <a:ext cx="1359763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52" name="文字方塊 8"/>
          <p:cNvSpPr txBox="1"/>
          <p:nvPr/>
        </p:nvSpPr>
        <p:spPr>
          <a:xfrm>
            <a:off x="8974827" y="3795664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3" name="文字方塊 9"/>
          <p:cNvSpPr txBox="1"/>
          <p:nvPr/>
        </p:nvSpPr>
        <p:spPr>
          <a:xfrm>
            <a:off x="10379521" y="3778886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10"/>
              <p:cNvSpPr txBox="1"/>
              <p:nvPr/>
            </p:nvSpPr>
            <p:spPr>
              <a:xfrm>
                <a:off x="5395762" y="5024170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54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762" y="5024170"/>
                <a:ext cx="1182221" cy="1015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11"/>
              <p:cNvSpPr txBox="1"/>
              <p:nvPr/>
            </p:nvSpPr>
            <p:spPr>
              <a:xfrm>
                <a:off x="6320829" y="5159530"/>
                <a:ext cx="2861632" cy="769441"/>
              </a:xfrm>
              <a:prstGeom prst="rect">
                <a:avLst/>
              </a:prstGeom>
              <a:noFill/>
              <a:ln w="22225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55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829" y="5159530"/>
                <a:ext cx="2861632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2225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12"/>
              <p:cNvSpPr txBox="1"/>
              <p:nvPr/>
            </p:nvSpPr>
            <p:spPr>
              <a:xfrm>
                <a:off x="9229317" y="5159530"/>
                <a:ext cx="2575511" cy="76944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56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317" y="5159530"/>
                <a:ext cx="2575511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67A23C-29CD-2D7C-AB43-A5FA99D7345D}"/>
              </a:ext>
            </a:extLst>
          </p:cNvPr>
          <p:cNvSpPr txBox="1"/>
          <p:nvPr/>
        </p:nvSpPr>
        <p:spPr>
          <a:xfrm>
            <a:off x="-255417" y="34099"/>
            <a:ext cx="5879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More about Factorization</a:t>
            </a:r>
            <a:endParaRPr lang="zh-TW" altLang="en-US" sz="2800" b="1">
              <a:solidFill>
                <a:srgbClr val="FF66FF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29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 animBg="1"/>
      <p:bldP spid="56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1"/>
              <p:cNvSpPr txBox="1"/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8"/>
          <p:cNvSpPr txBox="1"/>
          <p:nvPr/>
        </p:nvSpPr>
        <p:spPr>
          <a:xfrm>
            <a:off x="4528603" y="1449145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8" name="文字方塊 5"/>
          <p:cNvSpPr txBox="1"/>
          <p:nvPr/>
        </p:nvSpPr>
        <p:spPr>
          <a:xfrm>
            <a:off x="3650416" y="1441904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" name="圓形箭號 2"/>
          <p:cNvSpPr/>
          <p:nvPr/>
        </p:nvSpPr>
        <p:spPr>
          <a:xfrm>
            <a:off x="2135560" y="0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圓形箭號 3"/>
          <p:cNvSpPr/>
          <p:nvPr/>
        </p:nvSpPr>
        <p:spPr>
          <a:xfrm>
            <a:off x="2464073" y="720081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文字方塊 4"/>
          <p:cNvSpPr txBox="1"/>
          <p:nvPr/>
        </p:nvSpPr>
        <p:spPr>
          <a:xfrm>
            <a:off x="2601134" y="1449145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9" name="圓形箭號 6"/>
          <p:cNvSpPr/>
          <p:nvPr/>
        </p:nvSpPr>
        <p:spPr>
          <a:xfrm rot="10800000">
            <a:off x="3398177" y="905475"/>
            <a:ext cx="2744677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0" name="圓形箭號 7"/>
          <p:cNvSpPr/>
          <p:nvPr/>
        </p:nvSpPr>
        <p:spPr>
          <a:xfrm rot="10800000">
            <a:off x="3503711" y="1440160"/>
            <a:ext cx="1440160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2" name="文字方塊 9"/>
          <p:cNvSpPr txBox="1"/>
          <p:nvPr/>
        </p:nvSpPr>
        <p:spPr>
          <a:xfrm>
            <a:off x="5591944" y="1432367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0"/>
              <p:cNvSpPr txBox="1"/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1"/>
              <p:cNvSpPr txBox="1"/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noFill/>
              <a:ln w="57150">
                <a:solidFill>
                  <a:srgbClr val="00B0F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00B0F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2"/>
              <p:cNvSpPr txBox="1"/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0"/>
              <p:cNvSpPr txBox="1"/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0"/>
              <p:cNvSpPr txBox="1"/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0"/>
              <p:cNvSpPr txBox="1"/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0"/>
              <p:cNvSpPr txBox="1"/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5"/>
              <p:cNvSpPr txBox="1"/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72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zh-HK" altLang="en-US" sz="8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03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11111E-6 L -0.47748 0.53681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80" y="2682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29727 0.16875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57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8" grpId="0" animBg="1"/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8" grpId="1"/>
      <p:bldP spid="19" grpId="0"/>
      <p:bldP spid="19" grpId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1"/>
              <p:cNvSpPr txBox="1"/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888" y="1296145"/>
                <a:ext cx="445148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8"/>
          <p:cNvSpPr txBox="1"/>
          <p:nvPr/>
        </p:nvSpPr>
        <p:spPr>
          <a:xfrm>
            <a:off x="4528603" y="1449145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8" name="文字方塊 5"/>
          <p:cNvSpPr txBox="1"/>
          <p:nvPr/>
        </p:nvSpPr>
        <p:spPr>
          <a:xfrm>
            <a:off x="3650416" y="1441904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5" name="圓形箭號 2"/>
          <p:cNvSpPr/>
          <p:nvPr/>
        </p:nvSpPr>
        <p:spPr>
          <a:xfrm>
            <a:off x="2135560" y="0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圓形箭號 3"/>
          <p:cNvSpPr/>
          <p:nvPr/>
        </p:nvSpPr>
        <p:spPr>
          <a:xfrm>
            <a:off x="2464073" y="720081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文字方塊 4"/>
          <p:cNvSpPr txBox="1"/>
          <p:nvPr/>
        </p:nvSpPr>
        <p:spPr>
          <a:xfrm>
            <a:off x="2601134" y="1449145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9" name="圓形箭號 6"/>
          <p:cNvSpPr/>
          <p:nvPr/>
        </p:nvSpPr>
        <p:spPr>
          <a:xfrm rot="10800000">
            <a:off x="3398177" y="905475"/>
            <a:ext cx="2744677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0" name="圓形箭號 7"/>
          <p:cNvSpPr/>
          <p:nvPr/>
        </p:nvSpPr>
        <p:spPr>
          <a:xfrm rot="10800000">
            <a:off x="3503711" y="1440160"/>
            <a:ext cx="1440160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2" name="文字方塊 9"/>
          <p:cNvSpPr txBox="1"/>
          <p:nvPr/>
        </p:nvSpPr>
        <p:spPr>
          <a:xfrm>
            <a:off x="5591944" y="1432367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0"/>
              <p:cNvSpPr txBox="1"/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22" y="2677651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1"/>
              <p:cNvSpPr txBox="1"/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noFill/>
              <a:ln w="57150">
                <a:solidFill>
                  <a:srgbClr val="00B0F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589" y="2813011"/>
                <a:ext cx="2861632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00B0F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2"/>
              <p:cNvSpPr txBox="1"/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44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077" y="2813011"/>
                <a:ext cx="2825075" cy="7847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rgbClr val="FF0000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0"/>
              <p:cNvSpPr txBox="1"/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HK" sz="6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HK" sz="6000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51" y="3590607"/>
                <a:ext cx="6000953" cy="10365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0"/>
              <p:cNvSpPr txBox="1"/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6000" b="1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zh-HK" altLang="en-US" sz="6000" b="1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HK" sz="6000" b="1" i="1" dirty="0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US" altLang="zh-HK" sz="6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18" y="1107405"/>
                <a:ext cx="3996445" cy="10365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0"/>
              <p:cNvSpPr txBox="1"/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HK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444" y="1101185"/>
                <a:ext cx="3081556" cy="10365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0"/>
              <p:cNvSpPr txBox="1"/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591380"/>
                <a:ext cx="6000953" cy="1036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5"/>
              <p:cNvSpPr txBox="1"/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72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zh-HK" altLang="en-US" sz="8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4697268"/>
                <a:ext cx="820747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0"/>
              <p:cNvSpPr txBox="1"/>
              <p:nvPr/>
            </p:nvSpPr>
            <p:spPr>
              <a:xfrm>
                <a:off x="1055681" y="5661248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1" y="5661248"/>
                <a:ext cx="9713984" cy="10365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5"/>
          <p:cNvSpPr txBox="1"/>
          <p:nvPr/>
        </p:nvSpPr>
        <p:spPr>
          <a:xfrm>
            <a:off x="2495600" y="5085184"/>
            <a:ext cx="607591" cy="1413021"/>
          </a:xfrm>
          <a:prstGeom prst="rect">
            <a:avLst/>
          </a:prstGeom>
          <a:noFill/>
          <a:ln w="41275"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23" name="文字方塊 5"/>
          <p:cNvSpPr txBox="1"/>
          <p:nvPr/>
        </p:nvSpPr>
        <p:spPr>
          <a:xfrm>
            <a:off x="6384032" y="5085184"/>
            <a:ext cx="607591" cy="1413021"/>
          </a:xfrm>
          <a:prstGeom prst="rect">
            <a:avLst/>
          </a:prstGeom>
          <a:noFill/>
          <a:ln w="41275">
            <a:solidFill>
              <a:schemeClr val="accent2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7756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11111E-6 L -0.47032 0.53681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16" y="26829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28555 0.16875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71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8" grpId="0" animBg="1"/>
      <p:bldP spid="5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8" grpId="1"/>
      <p:bldP spid="19" grpId="0"/>
      <p:bldP spid="19" grpId="1"/>
      <p:bldP spid="21" grpId="0"/>
      <p:bldP spid="20" grpId="0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21"/>
              <p:cNvSpPr txBox="1"/>
              <p:nvPr/>
            </p:nvSpPr>
            <p:spPr>
              <a:xfrm>
                <a:off x="1487488" y="116632"/>
                <a:ext cx="3024336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(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𝟑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𝒚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𝟏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16632"/>
                <a:ext cx="3024336" cy="879215"/>
              </a:xfrm>
              <a:prstGeom prst="rect">
                <a:avLst/>
              </a:prstGeom>
              <a:blipFill>
                <a:blip r:embed="rId2"/>
                <a:stretch>
                  <a:fillRect r="-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10"/>
              <p:cNvSpPr txBox="1"/>
              <p:nvPr/>
            </p:nvSpPr>
            <p:spPr>
              <a:xfrm>
                <a:off x="1703512" y="4437112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437112"/>
                <a:ext cx="9713984" cy="1036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10"/>
              <p:cNvSpPr txBox="1"/>
              <p:nvPr/>
            </p:nvSpPr>
            <p:spPr>
              <a:xfrm>
                <a:off x="1703512" y="5517232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5517232"/>
                <a:ext cx="9713984" cy="1036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21"/>
              <p:cNvSpPr txBox="1"/>
              <p:nvPr/>
            </p:nvSpPr>
            <p:spPr>
              <a:xfrm>
                <a:off x="1487488" y="1039401"/>
                <a:ext cx="2016224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(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B05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7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039401"/>
                <a:ext cx="2016224" cy="8792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21"/>
              <p:cNvSpPr txBox="1"/>
              <p:nvPr/>
            </p:nvSpPr>
            <p:spPr>
              <a:xfrm>
                <a:off x="878225" y="1090619"/>
                <a:ext cx="7920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8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25" y="1090619"/>
                <a:ext cx="792088" cy="8617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21"/>
              <p:cNvSpPr txBox="1"/>
              <p:nvPr/>
            </p:nvSpPr>
            <p:spPr>
              <a:xfrm>
                <a:off x="3359696" y="1087157"/>
                <a:ext cx="356794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B05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B05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 )(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B05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1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1087157"/>
                <a:ext cx="3567944" cy="861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21"/>
              <p:cNvSpPr txBox="1"/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206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B05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21"/>
              <p:cNvSpPr txBox="1"/>
              <p:nvPr/>
            </p:nvSpPr>
            <p:spPr>
              <a:xfrm>
                <a:off x="1487488" y="1069716"/>
                <a:ext cx="2016224" cy="879215"/>
              </a:xfrm>
              <a:prstGeom prst="rect">
                <a:avLst/>
              </a:prstGeom>
              <a:solidFill>
                <a:srgbClr val="EFEDE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(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3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8" y="1069716"/>
                <a:ext cx="2016224" cy="8792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21"/>
              <p:cNvSpPr txBox="1"/>
              <p:nvPr/>
            </p:nvSpPr>
            <p:spPr>
              <a:xfrm>
                <a:off x="3359696" y="1076451"/>
                <a:ext cx="3567944" cy="861774"/>
              </a:xfrm>
              <a:prstGeom prst="rect">
                <a:avLst/>
              </a:prstGeom>
              <a:solidFill>
                <a:srgbClr val="EFEDE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696" y="1076451"/>
                <a:ext cx="3567944" cy="8617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21"/>
              <p:cNvSpPr txBox="1"/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solidFill>
                <a:srgbClr val="EFEDE3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206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HK" sz="5000" b="1" i="1" spc="300" smtClean="0">
                                  <a:ln w="11430" cmpd="sng">
                                    <a:solidFill>
                                      <a:schemeClr val="accent1">
                                        <a:tint val="10000"/>
                                      </a:schemeClr>
                                    </a:solidFill>
                                    <a:prstDash val="solid"/>
                                    <a:miter lim="800000"/>
                                  </a:ln>
                                  <a:solidFill>
                                    <a:srgbClr val="002060"/>
                                  </a:solidFill>
                                  <a:effectLst>
                                    <a:glow rad="45500">
                                      <a:schemeClr val="accent1">
                                        <a:satMod val="220000"/>
                                        <a:alpha val="35000"/>
                                      </a:schemeClr>
                                    </a:glow>
                                  </a:effectLst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1108934"/>
                <a:ext cx="1944216" cy="8792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21"/>
              <p:cNvSpPr txBox="1"/>
              <p:nvPr/>
            </p:nvSpPr>
            <p:spPr>
              <a:xfrm>
                <a:off x="878225" y="2146013"/>
                <a:ext cx="792088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6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25" y="2146013"/>
                <a:ext cx="792088" cy="8617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21"/>
              <p:cNvSpPr txBox="1"/>
              <p:nvPr/>
            </p:nvSpPr>
            <p:spPr>
              <a:xfrm>
                <a:off x="1466501" y="2121377"/>
                <a:ext cx="4440413" cy="87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altLang="zh-HK" sz="50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zh-HK" sz="50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rgbClr val="002060"/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5000" b="1" i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rgbClr val="002060"/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HK" altLang="en-US" sz="50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rgbClr val="002060"/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7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501" y="2121377"/>
                <a:ext cx="4440413" cy="8792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1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1"/>
              <p:cNvSpPr txBox="1"/>
              <p:nvPr/>
            </p:nvSpPr>
            <p:spPr>
              <a:xfrm>
                <a:off x="1631503" y="963113"/>
                <a:ext cx="407305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+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−</m:t>
                          </m:r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4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3" y="963113"/>
                <a:ext cx="407305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圓形箭號 2"/>
          <p:cNvSpPr/>
          <p:nvPr/>
        </p:nvSpPr>
        <p:spPr>
          <a:xfrm>
            <a:off x="1631503" y="-315417"/>
            <a:ext cx="3960440" cy="2952328"/>
          </a:xfrm>
          <a:prstGeom prst="circularArrow">
            <a:avLst>
              <a:gd name="adj1" fmla="val 4751"/>
              <a:gd name="adj2" fmla="val 1216818"/>
              <a:gd name="adj3" fmla="val 20148996"/>
              <a:gd name="adj4" fmla="val 10978705"/>
              <a:gd name="adj5" fmla="val 21419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6" name="圓形箭號 3"/>
          <p:cNvSpPr/>
          <p:nvPr/>
        </p:nvSpPr>
        <p:spPr>
          <a:xfrm>
            <a:off x="1478873" y="436947"/>
            <a:ext cx="2399402" cy="1332255"/>
          </a:xfrm>
          <a:prstGeom prst="circularArrow">
            <a:avLst>
              <a:gd name="adj1" fmla="val 7915"/>
              <a:gd name="adj2" fmla="val 1142319"/>
              <a:gd name="adj3" fmla="val 20702867"/>
              <a:gd name="adj4" fmla="val 10800000"/>
              <a:gd name="adj5" fmla="val 25000"/>
            </a:avLst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7" name="文字方塊 4"/>
          <p:cNvSpPr txBox="1"/>
          <p:nvPr/>
        </p:nvSpPr>
        <p:spPr>
          <a:xfrm>
            <a:off x="1919535" y="1124743"/>
            <a:ext cx="470530" cy="520834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8" name="文字方塊 5"/>
          <p:cNvSpPr txBox="1"/>
          <p:nvPr/>
        </p:nvSpPr>
        <p:spPr>
          <a:xfrm>
            <a:off x="2968816" y="1126487"/>
            <a:ext cx="429360" cy="519089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9" name="圓形箭號 6"/>
          <p:cNvSpPr/>
          <p:nvPr/>
        </p:nvSpPr>
        <p:spPr>
          <a:xfrm rot="10800000">
            <a:off x="2891173" y="563732"/>
            <a:ext cx="2481799" cy="2109068"/>
          </a:xfrm>
          <a:prstGeom prst="circularArrow">
            <a:avLst>
              <a:gd name="adj1" fmla="val 10351"/>
              <a:gd name="adj2" fmla="val 1366570"/>
              <a:gd name="adj3" fmla="val 20127277"/>
              <a:gd name="adj4" fmla="val 10937176"/>
              <a:gd name="adj5" fmla="val 16431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0" name="圓形箭號 7"/>
          <p:cNvSpPr/>
          <p:nvPr/>
        </p:nvSpPr>
        <p:spPr>
          <a:xfrm rot="10800000">
            <a:off x="2999655" y="1124743"/>
            <a:ext cx="1359763" cy="111623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18503"/>
            </a:avLst>
          </a:prstGeom>
          <a:solidFill>
            <a:srgbClr val="FFC000"/>
          </a:solidFill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  <p:sp>
        <p:nvSpPr>
          <p:cNvPr id="11" name="文字方塊 8"/>
          <p:cNvSpPr txBox="1"/>
          <p:nvPr/>
        </p:nvSpPr>
        <p:spPr>
          <a:xfrm>
            <a:off x="3880530" y="1133728"/>
            <a:ext cx="415269" cy="511848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p:sp>
        <p:nvSpPr>
          <p:cNvPr id="12" name="文字方塊 9"/>
          <p:cNvSpPr txBox="1"/>
          <p:nvPr/>
        </p:nvSpPr>
        <p:spPr>
          <a:xfrm>
            <a:off x="4863474" y="1116950"/>
            <a:ext cx="504055" cy="528626"/>
          </a:xfrm>
          <a:prstGeom prst="rect">
            <a:avLst/>
          </a:prstGeom>
          <a:noFill/>
          <a:ln w="412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HK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0"/>
              <p:cNvSpPr txBox="1"/>
              <p:nvPr/>
            </p:nvSpPr>
            <p:spPr>
              <a:xfrm>
                <a:off x="623392" y="2348880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2348880"/>
                <a:ext cx="1182221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1"/>
              <p:cNvSpPr txBox="1"/>
              <p:nvPr/>
            </p:nvSpPr>
            <p:spPr>
              <a:xfrm>
                <a:off x="1631503" y="2492896"/>
                <a:ext cx="2376264" cy="784767"/>
              </a:xfrm>
              <a:prstGeom prst="rect">
                <a:avLst/>
              </a:prstGeom>
              <a:noFill/>
              <a:ln w="22225"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4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3" y="2492896"/>
                <a:ext cx="2376264" cy="784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2"/>
              <p:cNvSpPr txBox="1"/>
              <p:nvPr/>
            </p:nvSpPr>
            <p:spPr>
              <a:xfrm>
                <a:off x="4037831" y="2501285"/>
                <a:ext cx="2575511" cy="76944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spc="300" smtClean="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+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𝟐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𝒙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solidFill>
                    <a:schemeClr val="accent2">
                      <a:lumMod val="75000"/>
                    </a:schemeClr>
                  </a:soli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5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831" y="2501285"/>
                <a:ext cx="257551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3"/>
              <p:cNvSpPr txBox="1"/>
              <p:nvPr/>
            </p:nvSpPr>
            <p:spPr>
              <a:xfrm>
                <a:off x="623392" y="3349441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16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3349441"/>
                <a:ext cx="1182221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4"/>
              <p:cNvSpPr txBox="1"/>
              <p:nvPr/>
            </p:nvSpPr>
            <p:spPr>
              <a:xfrm>
                <a:off x="1485915" y="3472440"/>
                <a:ext cx="2376264" cy="78476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7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15" y="3472440"/>
                <a:ext cx="2376264" cy="7847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4"/>
              <p:cNvSpPr txBox="1"/>
              <p:nvPr/>
            </p:nvSpPr>
            <p:spPr>
              <a:xfrm>
                <a:off x="1631504" y="4309873"/>
                <a:ext cx="2376264" cy="784767"/>
              </a:xfrm>
              <a:prstGeom prst="rect">
                <a:avLst/>
              </a:prstGeom>
              <a:noFill/>
              <a:ln w="2222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US" altLang="zh-HK" sz="4400" b="1" i="1" spc="30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altLang="zh-HK" sz="4400" b="1" i="1" spc="300">
                          <a:ln w="11430" cmpd="sng">
                            <a:solidFill>
                              <a:schemeClr val="accent1">
                                <a:tint val="10000"/>
                              </a:schemeClr>
                            </a:solidFill>
                            <a:prstDash val="solid"/>
                            <a:miter lim="800000"/>
                          </a:ln>
                          <a:gradFill>
                            <a:gsLst>
                              <a:gs pos="10000">
                                <a:schemeClr val="accent1">
                                  <a:tint val="83000"/>
                                  <a:shade val="100000"/>
                                  <a:satMod val="200000"/>
                                </a:schemeClr>
                              </a:gs>
                              <a:gs pos="75000">
                                <a:schemeClr val="accent1">
                                  <a:tint val="100000"/>
                                  <a:shade val="50000"/>
                                  <a:satMod val="150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glow rad="45500">
                              <a:schemeClr val="accent1">
                                <a:satMod val="220000"/>
                                <a:alpha val="35000"/>
                              </a:schemeClr>
                            </a:glow>
                          </a:effectLst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HK" sz="4400" b="1" i="1" spc="300" smtClean="0">
                              <a:ln w="11430" cmpd="sng">
                                <a:solidFill>
                                  <a:schemeClr val="accent1">
                                    <a:tint val="10000"/>
                                  </a:schemeClr>
                                </a:solidFill>
                                <a:prstDash val="solid"/>
                                <a:miter lim="800000"/>
                              </a:ln>
                              <a:gradFill>
                                <a:gsLst>
                                  <a:gs pos="10000">
                                    <a:schemeClr val="accent1">
                                      <a:tint val="83000"/>
                                      <a:shade val="100000"/>
                                      <a:satMod val="200000"/>
                                    </a:schemeClr>
                                  </a:gs>
                                  <a:gs pos="75000">
                                    <a:schemeClr val="accent1">
                                      <a:tint val="100000"/>
                                      <a:shade val="50000"/>
                                      <a:satMod val="150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glow rad="45500">
                                  <a:schemeClr val="accent1">
                                    <a:satMod val="220000"/>
                                    <a:alpha val="35000"/>
                                  </a:schemeClr>
                                </a:glow>
                              </a:effectLst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4400" b="1" spc="300">
                  <a:ln w="11430" cmpd="sng">
                    <a:solidFill>
                      <a:schemeClr val="accent1">
                        <a:tint val="10000"/>
                      </a:schemeClr>
                    </a:solidFill>
                    <a:prstDash val="solid"/>
                    <a:miter lim="800000"/>
                  </a:ln>
                  <a:gradFill>
                    <a:gsLst>
                      <a:gs pos="10000">
                        <a:schemeClr val="accent1">
                          <a:tint val="83000"/>
                          <a:shade val="100000"/>
                          <a:satMod val="200000"/>
                        </a:schemeClr>
                      </a:gs>
                      <a:gs pos="75000">
                        <a:schemeClr val="accent1">
                          <a:tint val="100000"/>
                          <a:shade val="50000"/>
                          <a:satMod val="150000"/>
                        </a:schemeClr>
                      </a:gs>
                    </a:gsLst>
                    <a:lin ang="5400000"/>
                  </a:gradFill>
                  <a:effectLst>
                    <a:glow rad="45500">
                      <a:schemeClr val="accent1">
                        <a:satMod val="220000"/>
                        <a:alpha val="35000"/>
                      </a:schemeClr>
                    </a:glow>
                  </a:effectLst>
                </a:endParaRPr>
              </a:p>
            </p:txBody>
          </p:sp>
        </mc:Choice>
        <mc:Fallback xmlns="">
          <p:sp>
            <p:nvSpPr>
              <p:cNvPr id="18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4309873"/>
                <a:ext cx="2376264" cy="7847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22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0"/>
              <p:cNvSpPr txBox="1"/>
              <p:nvPr/>
            </p:nvSpPr>
            <p:spPr>
              <a:xfrm>
                <a:off x="1816715" y="1483807"/>
                <a:ext cx="604819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715" y="1483807"/>
                <a:ext cx="604819" cy="1036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0"/>
              <p:cNvSpPr txBox="1"/>
              <p:nvPr/>
            </p:nvSpPr>
            <p:spPr>
              <a:xfrm>
                <a:off x="4807208" y="1470931"/>
                <a:ext cx="571690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08" y="1470931"/>
                <a:ext cx="571690" cy="10365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10"/>
              <p:cNvSpPr txBox="1"/>
              <p:nvPr/>
            </p:nvSpPr>
            <p:spPr>
              <a:xfrm>
                <a:off x="3712644" y="1484507"/>
                <a:ext cx="604819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644" y="1484507"/>
                <a:ext cx="604819" cy="10365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10"/>
              <p:cNvSpPr txBox="1"/>
              <p:nvPr/>
            </p:nvSpPr>
            <p:spPr>
              <a:xfrm>
                <a:off x="2866116" y="1536719"/>
                <a:ext cx="670492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116" y="1536719"/>
                <a:ext cx="670492" cy="10365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10"/>
              <p:cNvSpPr txBox="1"/>
              <p:nvPr/>
            </p:nvSpPr>
            <p:spPr>
              <a:xfrm>
                <a:off x="6464428" y="663097"/>
                <a:ext cx="572757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428" y="663097"/>
                <a:ext cx="5727572" cy="10156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10"/>
              <p:cNvSpPr txBox="1"/>
              <p:nvPr/>
            </p:nvSpPr>
            <p:spPr>
              <a:xfrm>
                <a:off x="4072828" y="4120626"/>
                <a:ext cx="3003401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828" y="4120626"/>
                <a:ext cx="3003401" cy="103656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5"/>
              <p:cNvSpPr txBox="1"/>
              <p:nvPr/>
            </p:nvSpPr>
            <p:spPr>
              <a:xfrm>
                <a:off x="7076229" y="5453094"/>
                <a:ext cx="820747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72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zh-HK" altLang="en-US" sz="88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229" y="5453094"/>
                <a:ext cx="820747" cy="11079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3">
                <a:extLst>
                  <a:ext uri="{FF2B5EF4-FFF2-40B4-BE49-F238E27FC236}">
                    <a16:creationId xmlns:a16="http://schemas.microsoft.com/office/drawing/2014/main" id="{99A25268-9767-E037-2DAA-B3AF3034CAF3}"/>
                  </a:ext>
                </a:extLst>
              </p:cNvPr>
              <p:cNvSpPr txBox="1"/>
              <p:nvPr/>
            </p:nvSpPr>
            <p:spPr>
              <a:xfrm>
                <a:off x="624058" y="4231468"/>
                <a:ext cx="118222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6000" b="1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zh-HK" altLang="en-US" sz="6000" b="1"/>
              </a:p>
            </p:txBody>
          </p:sp>
        </mc:Choice>
        <mc:Fallback xmlns="">
          <p:sp>
            <p:nvSpPr>
              <p:cNvPr id="2" name="文字方塊 13">
                <a:extLst>
                  <a:ext uri="{FF2B5EF4-FFF2-40B4-BE49-F238E27FC236}">
                    <a16:creationId xmlns:a16="http://schemas.microsoft.com/office/drawing/2014/main" id="{99A25268-9767-E037-2DAA-B3AF3034C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58" y="4231468"/>
                <a:ext cx="1182221" cy="101566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14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85185E-6 L -0.37877 0.69699 " pathEditMode="relative" rAng="0" ptsTypes="AA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45" y="3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111E-6 L 0.29675 0.19954 " pathEditMode="relative" rAng="0" ptsTypes="AA">
                                      <p:cBhvr>
                                        <p:cTn id="1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31" y="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3" grpId="1"/>
      <p:bldP spid="27" grpId="0"/>
      <p:bldP spid="27" grpId="1"/>
      <p:bldP spid="2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1703512" y="4278869"/>
            <a:ext cx="5688632" cy="2579131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424" y="114446"/>
            <a:ext cx="9601200" cy="1485900"/>
          </a:xfrm>
        </p:spPr>
        <p:txBody>
          <a:bodyPr>
            <a:normAutofit/>
          </a:bodyPr>
          <a:lstStyle/>
          <a:p>
            <a:r>
              <a:rPr lang="en-US" altLang="zh-HK" sz="6000">
                <a:latin typeface="Brush Script MT" panose="03060802040406070304" pitchFamily="66" charset="0"/>
              </a:rPr>
              <a:t>Summary</a:t>
            </a:r>
            <a:endParaRPr lang="zh-HK" altLang="en-US" sz="6000">
              <a:latin typeface="Brush Script MT" panose="030608020404060703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10"/>
              <p:cNvSpPr txBox="1"/>
              <p:nvPr/>
            </p:nvSpPr>
            <p:spPr>
              <a:xfrm>
                <a:off x="1415480" y="1082063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1082063"/>
                <a:ext cx="9713984" cy="1036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10"/>
              <p:cNvSpPr txBox="1"/>
              <p:nvPr/>
            </p:nvSpPr>
            <p:spPr>
              <a:xfrm>
                <a:off x="1415480" y="2162183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6000" b="1" i="1" dirty="0" smtClean="0">
                                  <a:ln>
                                    <a:solidFill>
                                      <a:sysClr val="windowText" lastClr="00000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p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2162183"/>
                <a:ext cx="9713984" cy="1036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10"/>
              <p:cNvSpPr txBox="1"/>
              <p:nvPr/>
            </p:nvSpPr>
            <p:spPr>
              <a:xfrm>
                <a:off x="1343472" y="3198749"/>
                <a:ext cx="9713984" cy="103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HK" sz="6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HK" sz="6000" b="1" i="1" dirty="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HK" sz="6000" b="1" i="1" dirty="0" smtClean="0">
                              <a:ln>
                                <a:solidFill>
                                  <a:sysClr val="windowText" lastClr="00000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HK" altLang="en-US" sz="6000" b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198749"/>
                <a:ext cx="9713984" cy="1036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6888" t="9892" r="26712" b="65380"/>
          <a:stretch/>
        </p:blipFill>
        <p:spPr>
          <a:xfrm>
            <a:off x="2063552" y="4362145"/>
            <a:ext cx="4680520" cy="116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l="19605" t="35908" r="40882" b="49171"/>
          <a:stretch/>
        </p:blipFill>
        <p:spPr>
          <a:xfrm>
            <a:off x="2063552" y="5445224"/>
            <a:ext cx="5148571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4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2">
            <a:extLst>
              <a:ext uri="{FF2B5EF4-FFF2-40B4-BE49-F238E27FC236}">
                <a16:creationId xmlns:a16="http://schemas.microsoft.com/office/drawing/2014/main" id="{833144B4-BAB2-18D0-8A81-C7B3EB8A8CCD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筆跡 28">
                <a:extLst>
                  <a:ext uri="{FF2B5EF4-FFF2-40B4-BE49-F238E27FC236}">
                    <a16:creationId xmlns:a16="http://schemas.microsoft.com/office/drawing/2014/main" id="{ADFEDFBC-8DE3-A798-30ED-40E00155AEDA}"/>
                  </a:ext>
                </a:extLst>
              </p14:cNvPr>
              <p14:cNvContentPartPr/>
              <p14:nvPr/>
            </p14:nvContentPartPr>
            <p14:xfrm>
              <a:off x="272985" y="206430"/>
              <a:ext cx="864096" cy="45719"/>
            </p14:xfrm>
          </p:contentPart>
        </mc:Choice>
        <mc:Fallback xmlns="">
          <p:pic>
            <p:nvPicPr>
              <p:cNvPr id="6" name="筆跡 28">
                <a:extLst>
                  <a:ext uri="{FF2B5EF4-FFF2-40B4-BE49-F238E27FC236}">
                    <a16:creationId xmlns:a16="http://schemas.microsoft.com/office/drawing/2014/main" id="{ADFEDFBC-8DE3-A798-30ED-40E00155AE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979" y="-13509270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4">
                <a:extLst>
                  <a:ext uri="{FF2B5EF4-FFF2-40B4-BE49-F238E27FC236}">
                    <a16:creationId xmlns:a16="http://schemas.microsoft.com/office/drawing/2014/main" id="{0122DA28-BBF1-8A22-164D-7A84628D2377}"/>
                  </a:ext>
                </a:extLst>
              </p:cNvPr>
              <p:cNvSpPr txBox="1"/>
              <p:nvPr/>
            </p:nvSpPr>
            <p:spPr>
              <a:xfrm>
                <a:off x="191344" y="612983"/>
                <a:ext cx="20902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1.</a:t>
                </a:r>
                <a:r>
                  <a:rPr lang="en-US" altLang="zh-HK" sz="2000" kern="100"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方塊 4">
                <a:extLst>
                  <a:ext uri="{FF2B5EF4-FFF2-40B4-BE49-F238E27FC236}">
                    <a16:creationId xmlns:a16="http://schemas.microsoft.com/office/drawing/2014/main" id="{0122DA28-BBF1-8A22-164D-7A84628D2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612983"/>
                <a:ext cx="2090209" cy="400110"/>
              </a:xfrm>
              <a:prstGeom prst="rect">
                <a:avLst/>
              </a:prstGeom>
              <a:blipFill>
                <a:blip r:embed="rId4"/>
                <a:stretch>
                  <a:fillRect l="-2915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27">
                <a:extLst>
                  <a:ext uri="{FF2B5EF4-FFF2-40B4-BE49-F238E27FC236}">
                    <a16:creationId xmlns:a16="http://schemas.microsoft.com/office/drawing/2014/main" id="{7F006784-B4F8-5615-1755-66C883EB139F}"/>
                  </a:ext>
                </a:extLst>
              </p:cNvPr>
              <p:cNvSpPr txBox="1"/>
              <p:nvPr/>
            </p:nvSpPr>
            <p:spPr>
              <a:xfrm>
                <a:off x="409345" y="10676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27">
                <a:extLst>
                  <a:ext uri="{FF2B5EF4-FFF2-40B4-BE49-F238E27FC236}">
                    <a16:creationId xmlns:a16="http://schemas.microsoft.com/office/drawing/2014/main" id="{7F006784-B4F8-5615-1755-66C883EB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45" y="1067677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34">
            <a:extLst>
              <a:ext uri="{FF2B5EF4-FFF2-40B4-BE49-F238E27FC236}">
                <a16:creationId xmlns:a16="http://schemas.microsoft.com/office/drawing/2014/main" id="{8811B432-8E88-3B6C-BBEB-8F61B4F095C2}"/>
              </a:ext>
            </a:extLst>
          </p:cNvPr>
          <p:cNvGrpSpPr/>
          <p:nvPr/>
        </p:nvGrpSpPr>
        <p:grpSpPr>
          <a:xfrm>
            <a:off x="705033" y="983120"/>
            <a:ext cx="1250227" cy="804380"/>
            <a:chOff x="1008996" y="4247045"/>
            <a:chExt cx="1140109" cy="804380"/>
          </a:xfrm>
        </p:grpSpPr>
        <p:grpSp>
          <p:nvGrpSpPr>
            <p:cNvPr id="10" name="群組 29">
              <a:extLst>
                <a:ext uri="{FF2B5EF4-FFF2-40B4-BE49-F238E27FC236}">
                  <a16:creationId xmlns:a16="http://schemas.microsoft.com/office/drawing/2014/main" id="{97808C6C-054C-E0D8-7FBA-1A177AAA1219}"/>
                </a:ext>
              </a:extLst>
            </p:cNvPr>
            <p:cNvGrpSpPr/>
            <p:nvPr/>
          </p:nvGrpSpPr>
          <p:grpSpPr>
            <a:xfrm>
              <a:off x="1008996" y="4338401"/>
              <a:ext cx="948042" cy="713024"/>
              <a:chOff x="4108340" y="3821687"/>
              <a:chExt cx="948042" cy="713024"/>
            </a:xfrm>
          </p:grpSpPr>
          <p:sp>
            <p:nvSpPr>
              <p:cNvPr id="12" name="文字方塊 30">
                <a:extLst>
                  <a:ext uri="{FF2B5EF4-FFF2-40B4-BE49-F238E27FC236}">
                    <a16:creationId xmlns:a16="http://schemas.microsoft.com/office/drawing/2014/main" id="{E0A15D4D-477B-769A-6A88-5AA55E1C951C}"/>
                  </a:ext>
                </a:extLst>
              </p:cNvPr>
              <p:cNvSpPr txBox="1"/>
              <p:nvPr/>
            </p:nvSpPr>
            <p:spPr>
              <a:xfrm>
                <a:off x="4108340" y="3826825"/>
                <a:ext cx="43699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3" name="文字方塊 31">
                <a:extLst>
                  <a:ext uri="{FF2B5EF4-FFF2-40B4-BE49-F238E27FC236}">
                    <a16:creationId xmlns:a16="http://schemas.microsoft.com/office/drawing/2014/main" id="{AB5F0728-7657-FDF7-E334-F8B891916E08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32">
                    <a:extLst>
                      <a:ext uri="{FF2B5EF4-FFF2-40B4-BE49-F238E27FC236}">
                        <a16:creationId xmlns:a16="http://schemas.microsoft.com/office/drawing/2014/main" id="{4242459C-4F79-3584-DFF3-9F00C1B6061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1693" y="382168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4" name="文字方塊 32">
                    <a:extLst>
                      <a:ext uri="{FF2B5EF4-FFF2-40B4-BE49-F238E27FC236}">
                        <a16:creationId xmlns:a16="http://schemas.microsoft.com/office/drawing/2014/main" id="{4242459C-4F79-3584-DFF3-9F00C1B606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1693" y="3821687"/>
                    <a:ext cx="295688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文字方塊 33">
              <a:extLst>
                <a:ext uri="{FF2B5EF4-FFF2-40B4-BE49-F238E27FC236}">
                  <a16:creationId xmlns:a16="http://schemas.microsoft.com/office/drawing/2014/main" id="{2C009270-F476-827F-EB44-93648B707C6D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0">
                <a:extLst>
                  <a:ext uri="{FF2B5EF4-FFF2-40B4-BE49-F238E27FC236}">
                    <a16:creationId xmlns:a16="http://schemas.microsoft.com/office/drawing/2014/main" id="{74B53E6A-973F-C278-BCBF-8B3328BD032C}"/>
                  </a:ext>
                </a:extLst>
              </p:cNvPr>
              <p:cNvSpPr txBox="1"/>
              <p:nvPr/>
            </p:nvSpPr>
            <p:spPr>
              <a:xfrm>
                <a:off x="189367" y="2060848"/>
                <a:ext cx="2359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4.     </a:t>
                </a:r>
                <a14:m>
                  <m:oMath xmlns:m="http://schemas.openxmlformats.org/officeDocument/2006/math">
                    <m:r>
                      <a:rPr lang="en-US" altLang="zh-HK" sz="20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9</m:t>
                    </m:r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20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字方塊 10">
                <a:extLst>
                  <a:ext uri="{FF2B5EF4-FFF2-40B4-BE49-F238E27FC236}">
                    <a16:creationId xmlns:a16="http://schemas.microsoft.com/office/drawing/2014/main" id="{74B53E6A-973F-C278-BCBF-8B3328BD0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67" y="2060848"/>
                <a:ext cx="2359280" cy="400110"/>
              </a:xfrm>
              <a:prstGeom prst="rect">
                <a:avLst/>
              </a:prstGeom>
              <a:blipFill>
                <a:blip r:embed="rId7"/>
                <a:stretch>
                  <a:fillRect l="-2584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49">
                <a:extLst>
                  <a:ext uri="{FF2B5EF4-FFF2-40B4-BE49-F238E27FC236}">
                    <a16:creationId xmlns:a16="http://schemas.microsoft.com/office/drawing/2014/main" id="{E751087E-6959-A732-6F20-4CAD058FB68D}"/>
                  </a:ext>
                </a:extLst>
              </p:cNvPr>
              <p:cNvSpPr txBox="1"/>
              <p:nvPr/>
            </p:nvSpPr>
            <p:spPr>
              <a:xfrm>
                <a:off x="420743" y="25011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49">
                <a:extLst>
                  <a:ext uri="{FF2B5EF4-FFF2-40B4-BE49-F238E27FC236}">
                    <a16:creationId xmlns:a16="http://schemas.microsoft.com/office/drawing/2014/main" id="{E751087E-6959-A732-6F20-4CAD058FB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3" y="2501112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50">
            <a:extLst>
              <a:ext uri="{FF2B5EF4-FFF2-40B4-BE49-F238E27FC236}">
                <a16:creationId xmlns:a16="http://schemas.microsoft.com/office/drawing/2014/main" id="{78997115-D859-9039-2518-423A51E9F27E}"/>
              </a:ext>
            </a:extLst>
          </p:cNvPr>
          <p:cNvGrpSpPr/>
          <p:nvPr/>
        </p:nvGrpSpPr>
        <p:grpSpPr>
          <a:xfrm>
            <a:off x="716431" y="2427180"/>
            <a:ext cx="1324148" cy="496604"/>
            <a:chOff x="824957" y="4247045"/>
            <a:chExt cx="1324148" cy="496604"/>
          </a:xfrm>
        </p:grpSpPr>
        <p:grpSp>
          <p:nvGrpSpPr>
            <p:cNvPr id="18" name="群組 51">
              <a:extLst>
                <a:ext uri="{FF2B5EF4-FFF2-40B4-BE49-F238E27FC236}">
                  <a16:creationId xmlns:a16="http://schemas.microsoft.com/office/drawing/2014/main" id="{D1D7A1B8-A03B-83F4-EC5C-6E4A14062048}"/>
                </a:ext>
              </a:extLst>
            </p:cNvPr>
            <p:cNvGrpSpPr/>
            <p:nvPr/>
          </p:nvGrpSpPr>
          <p:grpSpPr>
            <a:xfrm>
              <a:off x="824957" y="4332995"/>
              <a:ext cx="1132081" cy="410654"/>
              <a:chOff x="3924301" y="3816281"/>
              <a:chExt cx="1132081" cy="410654"/>
            </a:xfrm>
          </p:grpSpPr>
          <p:sp>
            <p:nvSpPr>
              <p:cNvPr id="20" name="文字方塊 53">
                <a:extLst>
                  <a:ext uri="{FF2B5EF4-FFF2-40B4-BE49-F238E27FC236}">
                    <a16:creationId xmlns:a16="http://schemas.microsoft.com/office/drawing/2014/main" id="{28B25E5F-9CAA-A68B-2310-D7510DCE3953}"/>
                  </a:ext>
                </a:extLst>
              </p:cNvPr>
              <p:cNvSpPr txBox="1"/>
              <p:nvPr/>
            </p:nvSpPr>
            <p:spPr>
              <a:xfrm>
                <a:off x="3924301" y="3826825"/>
                <a:ext cx="6845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b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21" name="文字方塊 54">
                <a:extLst>
                  <a:ext uri="{FF2B5EF4-FFF2-40B4-BE49-F238E27FC236}">
                    <a16:creationId xmlns:a16="http://schemas.microsoft.com/office/drawing/2014/main" id="{6D60B429-F190-3020-86AD-1F848268B55A}"/>
                  </a:ext>
                </a:extLst>
              </p:cNvPr>
              <p:cNvSpPr txBox="1"/>
              <p:nvPr/>
            </p:nvSpPr>
            <p:spPr>
              <a:xfrm>
                <a:off x="4608824" y="3826825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字方塊 55">
                    <a:extLst>
                      <a:ext uri="{FF2B5EF4-FFF2-40B4-BE49-F238E27FC236}">
                        <a16:creationId xmlns:a16="http://schemas.microsoft.com/office/drawing/2014/main" id="{B06AAB6F-2349-0BDD-8DEF-8A9F508E3ADC}"/>
                      </a:ext>
                    </a:extLst>
                  </p:cNvPr>
                  <p:cNvSpPr txBox="1"/>
                  <p:nvPr/>
                </p:nvSpPr>
                <p:spPr>
                  <a:xfrm>
                    <a:off x="4391109" y="3816281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2" name="文字方塊 55">
                    <a:extLst>
                      <a:ext uri="{FF2B5EF4-FFF2-40B4-BE49-F238E27FC236}">
                        <a16:creationId xmlns:a16="http://schemas.microsoft.com/office/drawing/2014/main" id="{B06AAB6F-2349-0BDD-8DEF-8A9F508E3A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1109" y="3816281"/>
                    <a:ext cx="295688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文字方塊 52">
              <a:extLst>
                <a:ext uri="{FF2B5EF4-FFF2-40B4-BE49-F238E27FC236}">
                  <a16:creationId xmlns:a16="http://schemas.microsoft.com/office/drawing/2014/main" id="{AD03DF54-E4CC-9A70-365D-C83EF69AE868}"/>
                </a:ext>
              </a:extLst>
            </p:cNvPr>
            <p:cNvSpPr txBox="1"/>
            <p:nvPr/>
          </p:nvSpPr>
          <p:spPr>
            <a:xfrm>
              <a:off x="1759344" y="4247045"/>
              <a:ext cx="389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18">
                <a:extLst>
                  <a:ext uri="{FF2B5EF4-FFF2-40B4-BE49-F238E27FC236}">
                    <a16:creationId xmlns:a16="http://schemas.microsoft.com/office/drawing/2014/main" id="{B8CC737E-3602-82EC-5057-905276A70130}"/>
                  </a:ext>
                </a:extLst>
              </p:cNvPr>
              <p:cNvSpPr txBox="1"/>
              <p:nvPr/>
            </p:nvSpPr>
            <p:spPr>
              <a:xfrm>
                <a:off x="179807" y="3559209"/>
                <a:ext cx="23070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10.     </a:t>
                </a:r>
                <a14:m>
                  <m:oMath xmlns:m="http://schemas.openxmlformats.org/officeDocument/2006/math">
                    <m:r>
                      <a:rPr lang="en-US" altLang="zh-HK" sz="20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32</m:t>
                    </m:r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50</m:t>
                    </m:r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字方塊 18">
                <a:extLst>
                  <a:ext uri="{FF2B5EF4-FFF2-40B4-BE49-F238E27FC236}">
                    <a16:creationId xmlns:a16="http://schemas.microsoft.com/office/drawing/2014/main" id="{B8CC737E-3602-82EC-5057-905276A70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07" y="3559209"/>
                <a:ext cx="2307071" cy="400110"/>
              </a:xfrm>
              <a:prstGeom prst="rect">
                <a:avLst/>
              </a:prstGeom>
              <a:blipFill>
                <a:blip r:embed="rId10"/>
                <a:stretch>
                  <a:fillRect l="-2639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71">
                <a:extLst>
                  <a:ext uri="{FF2B5EF4-FFF2-40B4-BE49-F238E27FC236}">
                    <a16:creationId xmlns:a16="http://schemas.microsoft.com/office/drawing/2014/main" id="{866831C1-C9D9-D109-CD47-E76F0B0710E9}"/>
                  </a:ext>
                </a:extLst>
              </p:cNvPr>
              <p:cNvSpPr txBox="1"/>
              <p:nvPr/>
            </p:nvSpPr>
            <p:spPr>
              <a:xfrm>
                <a:off x="998800" y="5371868"/>
                <a:ext cx="2917675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5EBFF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5EBFF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71">
                <a:extLst>
                  <a:ext uri="{FF2B5EF4-FFF2-40B4-BE49-F238E27FC236}">
                    <a16:creationId xmlns:a16="http://schemas.microsoft.com/office/drawing/2014/main" id="{866831C1-C9D9-D109-CD47-E76F0B071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00" y="5371868"/>
                <a:ext cx="2917675" cy="41780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E4C565-C361-7478-27CB-28B24353F715}"/>
                  </a:ext>
                </a:extLst>
              </p:cNvPr>
              <p:cNvSpPr txBox="1"/>
              <p:nvPr/>
            </p:nvSpPr>
            <p:spPr>
              <a:xfrm>
                <a:off x="709700" y="5374063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E4C565-C361-7478-27CB-28B24353F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00" y="5374063"/>
                <a:ext cx="36722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AD0E2D9-145D-F0A9-16D2-75390FBFAB75}"/>
                  </a:ext>
                </a:extLst>
              </p:cNvPr>
              <p:cNvSpPr txBox="1"/>
              <p:nvPr/>
            </p:nvSpPr>
            <p:spPr>
              <a:xfrm>
                <a:off x="724028" y="4224273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AD0E2D9-145D-F0A9-16D2-75390FBFA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28" y="4224273"/>
                <a:ext cx="367220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1FD5CBD1-9736-ECA5-19A7-5974FDE9EA6B}"/>
              </a:ext>
            </a:extLst>
          </p:cNvPr>
          <p:cNvGrpSpPr/>
          <p:nvPr/>
        </p:nvGrpSpPr>
        <p:grpSpPr>
          <a:xfrm>
            <a:off x="2369578" y="4628238"/>
            <a:ext cx="867096" cy="568162"/>
            <a:chOff x="2369832" y="1224824"/>
            <a:chExt cx="867096" cy="568162"/>
          </a:xfrm>
        </p:grpSpPr>
        <p:sp>
          <p:nvSpPr>
            <p:cNvPr id="45" name="文字方塊 58">
              <a:extLst>
                <a:ext uri="{FF2B5EF4-FFF2-40B4-BE49-F238E27FC236}">
                  <a16:creationId xmlns:a16="http://schemas.microsoft.com/office/drawing/2014/main" id="{9446378F-8F16-C780-67D9-FE98AA2830A1}"/>
                </a:ext>
              </a:extLst>
            </p:cNvPr>
            <p:cNvSpPr txBox="1"/>
            <p:nvPr/>
          </p:nvSpPr>
          <p:spPr>
            <a:xfrm>
              <a:off x="2879138" y="1224824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EF7EBB0-29F5-8DF1-B51A-DCE7567D5927}"/>
                    </a:ext>
                  </a:extLst>
                </p:cNvPr>
                <p:cNvSpPr txBox="1"/>
                <p:nvPr/>
              </p:nvSpPr>
              <p:spPr>
                <a:xfrm>
                  <a:off x="2369832" y="1364214"/>
                  <a:ext cx="445041" cy="4287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Lucida Calligraphy" panose="03010101010101010101" pitchFamily="66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Lucida Calligraphy" panose="03010101010101010101" pitchFamily="66" charset="0"/>
                          </a:rPr>
                          <m:t>)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EF7EBB0-29F5-8DF1-B51A-DCE7567D5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9832" y="1364214"/>
                  <a:ext cx="445041" cy="428772"/>
                </a:xfrm>
                <a:prstGeom prst="rect">
                  <a:avLst/>
                </a:prstGeom>
                <a:blipFill>
                  <a:blip r:embed="rId14"/>
                  <a:stretch>
                    <a:fillRect r="-109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B349798-9454-2426-789E-5D6FAE17C5C9}"/>
                  </a:ext>
                </a:extLst>
              </p:cNvPr>
              <p:cNvSpPr txBox="1"/>
              <p:nvPr/>
            </p:nvSpPr>
            <p:spPr>
              <a:xfrm>
                <a:off x="2154758" y="4767393"/>
                <a:ext cx="3769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B349798-9454-2426-789E-5D6FAE17C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758" y="4767393"/>
                <a:ext cx="376947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795DD06-8F71-4788-260C-35C323D6136C}"/>
                  </a:ext>
                </a:extLst>
              </p:cNvPr>
              <p:cNvSpPr txBox="1"/>
              <p:nvPr/>
            </p:nvSpPr>
            <p:spPr>
              <a:xfrm>
                <a:off x="711877" y="4779982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795DD06-8F71-4788-260C-35C323D61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77" y="4779982"/>
                <a:ext cx="367220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F9FF4774-2BC8-8AF8-B841-6200DF03DE95}"/>
              </a:ext>
            </a:extLst>
          </p:cNvPr>
          <p:cNvSpPr txBox="1"/>
          <p:nvPr/>
        </p:nvSpPr>
        <p:spPr>
          <a:xfrm>
            <a:off x="1025912" y="4800211"/>
            <a:ext cx="570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2</a:t>
            </a:r>
            <a:endParaRPr lang="en-US" sz="2000">
              <a:latin typeface="Lucida Calligraphy" panose="03010101010101010101" pitchFamily="66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701939-3C1B-FD28-D007-56F303CF7280}"/>
              </a:ext>
            </a:extLst>
          </p:cNvPr>
          <p:cNvSpPr txBox="1"/>
          <p:nvPr/>
        </p:nvSpPr>
        <p:spPr>
          <a:xfrm>
            <a:off x="1371035" y="4790044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[</a:t>
            </a:r>
            <a:endParaRPr lang="en-US" sz="20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CDBC6F-BE75-9970-876F-AE2BBAEF24C6}"/>
              </a:ext>
            </a:extLst>
          </p:cNvPr>
          <p:cNvGrpSpPr/>
          <p:nvPr/>
        </p:nvGrpSpPr>
        <p:grpSpPr>
          <a:xfrm>
            <a:off x="1473441" y="4624383"/>
            <a:ext cx="904521" cy="544126"/>
            <a:chOff x="1259902" y="1195783"/>
            <a:chExt cx="904521" cy="5441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130">
                  <a:extLst>
                    <a:ext uri="{FF2B5EF4-FFF2-40B4-BE49-F238E27FC236}">
                      <a16:creationId xmlns:a16="http://schemas.microsoft.com/office/drawing/2014/main" id="{6B50A7A2-3BDA-D8D0-9AF0-3FB374133986}"/>
                    </a:ext>
                  </a:extLst>
                </p:cNvPr>
                <p:cNvSpPr txBox="1"/>
                <p:nvPr/>
              </p:nvSpPr>
              <p:spPr>
                <a:xfrm>
                  <a:off x="1259902" y="1335952"/>
                  <a:ext cx="357790" cy="403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)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2" name="文字方塊 130">
                  <a:extLst>
                    <a:ext uri="{FF2B5EF4-FFF2-40B4-BE49-F238E27FC236}">
                      <a16:creationId xmlns:a16="http://schemas.microsoft.com/office/drawing/2014/main" id="{6B50A7A2-3BDA-D8D0-9AF0-3FB374133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902" y="1335952"/>
                  <a:ext cx="357790" cy="403957"/>
                </a:xfrm>
                <a:prstGeom prst="rect">
                  <a:avLst/>
                </a:prstGeom>
                <a:blipFill>
                  <a:blip r:embed="rId17"/>
                  <a:stretch>
                    <a:fillRect r="-379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字方塊 58">
              <a:extLst>
                <a:ext uri="{FF2B5EF4-FFF2-40B4-BE49-F238E27FC236}">
                  <a16:creationId xmlns:a16="http://schemas.microsoft.com/office/drawing/2014/main" id="{BE9A92DD-3117-9412-A1C3-6D88A4B9D802}"/>
                </a:ext>
              </a:extLst>
            </p:cNvPr>
            <p:cNvSpPr txBox="1"/>
            <p:nvPr/>
          </p:nvSpPr>
          <p:spPr>
            <a:xfrm>
              <a:off x="1806633" y="119578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6AA3E140-63E1-33E2-BCD2-5448AA82CAE0}"/>
              </a:ext>
            </a:extLst>
          </p:cNvPr>
          <p:cNvSpPr txBox="1"/>
          <p:nvPr/>
        </p:nvSpPr>
        <p:spPr>
          <a:xfrm>
            <a:off x="3009744" y="4787526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]</a:t>
            </a:r>
            <a:endParaRPr lang="en-US" sz="2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BC0B7B-0C28-4FA9-B4E3-E407358A469E}"/>
              </a:ext>
            </a:extLst>
          </p:cNvPr>
          <p:cNvSpPr txBox="1"/>
          <p:nvPr/>
        </p:nvSpPr>
        <p:spPr>
          <a:xfrm>
            <a:off x="1044485" y="4222798"/>
            <a:ext cx="371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2</a:t>
            </a:r>
            <a:endParaRPr lang="en-US" sz="2000">
              <a:latin typeface="Lucida Calligraphy" panose="03010101010101010101" pitchFamily="66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C5F429-271E-4014-BE7E-8A02CA55E9D1}"/>
              </a:ext>
            </a:extLst>
          </p:cNvPr>
          <p:cNvSpPr txBox="1"/>
          <p:nvPr/>
        </p:nvSpPr>
        <p:spPr>
          <a:xfrm>
            <a:off x="1408388" y="4228115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(</a:t>
            </a:r>
            <a:endParaRPr lang="en-US" sz="20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D40312-FD38-7552-CA06-61C2AD55ACCD}"/>
              </a:ext>
            </a:extLst>
          </p:cNvPr>
          <p:cNvGrpSpPr/>
          <p:nvPr/>
        </p:nvGrpSpPr>
        <p:grpSpPr>
          <a:xfrm>
            <a:off x="1544555" y="4130866"/>
            <a:ext cx="855674" cy="502939"/>
            <a:chOff x="1259901" y="1233123"/>
            <a:chExt cx="855674" cy="5029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130">
                  <a:extLst>
                    <a:ext uri="{FF2B5EF4-FFF2-40B4-BE49-F238E27FC236}">
                      <a16:creationId xmlns:a16="http://schemas.microsoft.com/office/drawing/2014/main" id="{4890C8B1-1787-026E-EA88-C0DE4738620C}"/>
                    </a:ext>
                  </a:extLst>
                </p:cNvPr>
                <p:cNvSpPr txBox="1"/>
                <p:nvPr/>
              </p:nvSpPr>
              <p:spPr>
                <a:xfrm>
                  <a:off x="1259901" y="1335952"/>
                  <a:ext cx="4669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16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8" name="文字方塊 130">
                  <a:extLst>
                    <a:ext uri="{FF2B5EF4-FFF2-40B4-BE49-F238E27FC236}">
                      <a16:creationId xmlns:a16="http://schemas.microsoft.com/office/drawing/2014/main" id="{4890C8B1-1787-026E-EA88-C0DE47386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901" y="1335952"/>
                  <a:ext cx="466967" cy="400110"/>
                </a:xfrm>
                <a:prstGeom prst="rect">
                  <a:avLst/>
                </a:prstGeom>
                <a:blipFill>
                  <a:blip r:embed="rId18"/>
                  <a:stretch>
                    <a:fillRect r="-12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176C94A-1290-3561-BC14-85AC6FE9FBEE}"/>
                </a:ext>
              </a:extLst>
            </p:cNvPr>
            <p:cNvSpPr txBox="1"/>
            <p:nvPr/>
          </p:nvSpPr>
          <p:spPr>
            <a:xfrm>
              <a:off x="1757785" y="123312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1D2CC7D-F987-2510-6E18-997EB755F7C1}"/>
                  </a:ext>
                </a:extLst>
              </p:cNvPr>
              <p:cNvSpPr txBox="1"/>
              <p:nvPr/>
            </p:nvSpPr>
            <p:spPr>
              <a:xfrm>
                <a:off x="2306737" y="4233695"/>
                <a:ext cx="37694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1D2CC7D-F987-2510-6E18-997EB755F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737" y="4233695"/>
                <a:ext cx="376947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B42E9D4D-F412-B76F-4BF2-6F18D5347015}"/>
              </a:ext>
            </a:extLst>
          </p:cNvPr>
          <p:cNvGrpSpPr/>
          <p:nvPr/>
        </p:nvGrpSpPr>
        <p:grpSpPr>
          <a:xfrm>
            <a:off x="2641235" y="4095195"/>
            <a:ext cx="836010" cy="533200"/>
            <a:chOff x="2602359" y="1240480"/>
            <a:chExt cx="836010" cy="533200"/>
          </a:xfrm>
        </p:grpSpPr>
        <p:sp>
          <p:nvSpPr>
            <p:cNvPr id="62" name="文字方塊 58">
              <a:extLst>
                <a:ext uri="{FF2B5EF4-FFF2-40B4-BE49-F238E27FC236}">
                  <a16:creationId xmlns:a16="http://schemas.microsoft.com/office/drawing/2014/main" id="{1F6AF120-B18E-9CE1-EDCE-052A72A84D65}"/>
                </a:ext>
              </a:extLst>
            </p:cNvPr>
            <p:cNvSpPr txBox="1"/>
            <p:nvPr/>
          </p:nvSpPr>
          <p:spPr>
            <a:xfrm>
              <a:off x="3080579" y="124048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BAAD569-4FAF-61DA-74FF-1257F3BD62AD}"/>
                    </a:ext>
                  </a:extLst>
                </p:cNvPr>
                <p:cNvSpPr txBox="1"/>
                <p:nvPr/>
              </p:nvSpPr>
              <p:spPr>
                <a:xfrm>
                  <a:off x="2602359" y="1355873"/>
                  <a:ext cx="445041" cy="4178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Lucida Handwriting" panose="03010101010101010101" pitchFamily="66" charset="0"/>
                          </a:rPr>
                          <m:t>25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5EBFF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</m:oMath>
                    </m:oMathPara>
                  </a14:m>
                  <a:endParaRPr lang="en-US" sz="2000"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BAAD569-4FAF-61DA-74FF-1257F3BD6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2359" y="1355873"/>
                  <a:ext cx="445041" cy="417807"/>
                </a:xfrm>
                <a:prstGeom prst="rect">
                  <a:avLst/>
                </a:prstGeom>
                <a:blipFill>
                  <a:blip r:embed="rId20"/>
                  <a:stretch>
                    <a:fillRect r="-68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184175E-A9FB-E497-FADE-E025CAC12600}"/>
              </a:ext>
            </a:extLst>
          </p:cNvPr>
          <p:cNvSpPr txBox="1"/>
          <p:nvPr/>
        </p:nvSpPr>
        <p:spPr>
          <a:xfrm>
            <a:off x="3207666" y="4233695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556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41" grpId="0"/>
      <p:bldP spid="42" grpId="0"/>
      <p:bldP spid="43" grpId="0"/>
      <p:bldP spid="47" grpId="0"/>
      <p:bldP spid="48" grpId="0"/>
      <p:bldP spid="49" grpId="0"/>
      <p:bldP spid="50" grpId="0"/>
      <p:bldP spid="54" grpId="0"/>
      <p:bldP spid="55" grpId="0"/>
      <p:bldP spid="56" grpId="0"/>
      <p:bldP spid="60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8EDD9C-3ADA-8927-3918-3055CD301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78" y="267169"/>
            <a:ext cx="5083693" cy="81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576D58-E57A-B1B9-E97B-9FAE60C59499}"/>
                  </a:ext>
                </a:extLst>
              </p:cNvPr>
              <p:cNvSpPr txBox="1"/>
              <p:nvPr/>
            </p:nvSpPr>
            <p:spPr>
              <a:xfrm>
                <a:off x="1518211" y="1977337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576D58-E57A-B1B9-E97B-9FAE60C59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211" y="1977337"/>
                <a:ext cx="3672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35265B9-DD9B-2F64-6CB7-32C4FFA17FA9}"/>
              </a:ext>
            </a:extLst>
          </p:cNvPr>
          <p:cNvSpPr txBox="1"/>
          <p:nvPr/>
        </p:nvSpPr>
        <p:spPr>
          <a:xfrm>
            <a:off x="2071260" y="1977337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(</a:t>
            </a:r>
            <a:endParaRPr lang="en-US" sz="200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EE059-5DD7-9080-2A62-022DBCC25636}"/>
              </a:ext>
            </a:extLst>
          </p:cNvPr>
          <p:cNvSpPr txBox="1"/>
          <p:nvPr/>
        </p:nvSpPr>
        <p:spPr>
          <a:xfrm>
            <a:off x="3841608" y="1983957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C226AD-7013-D601-4451-ADEA69A01B9E}"/>
              </a:ext>
            </a:extLst>
          </p:cNvPr>
          <p:cNvGrpSpPr/>
          <p:nvPr/>
        </p:nvGrpSpPr>
        <p:grpSpPr>
          <a:xfrm>
            <a:off x="2254688" y="1896051"/>
            <a:ext cx="597022" cy="488015"/>
            <a:chOff x="1224254" y="1261800"/>
            <a:chExt cx="597022" cy="4035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30">
                  <a:extLst>
                    <a:ext uri="{FF2B5EF4-FFF2-40B4-BE49-F238E27FC236}">
                      <a16:creationId xmlns:a16="http://schemas.microsoft.com/office/drawing/2014/main" id="{D47399A3-6BAC-2C67-EE79-C46B2DE4F6FF}"/>
                    </a:ext>
                  </a:extLst>
                </p:cNvPr>
                <p:cNvSpPr txBox="1"/>
                <p:nvPr/>
              </p:nvSpPr>
              <p:spPr>
                <a:xfrm>
                  <a:off x="1224254" y="1334496"/>
                  <a:ext cx="357790" cy="330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130">
                  <a:extLst>
                    <a:ext uri="{FF2B5EF4-FFF2-40B4-BE49-F238E27FC236}">
                      <a16:creationId xmlns:a16="http://schemas.microsoft.com/office/drawing/2014/main" id="{D47399A3-6BAC-2C67-EE79-C46B2DE4F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254" y="1334496"/>
                  <a:ext cx="357790" cy="3308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字方塊 58">
              <a:extLst>
                <a:ext uri="{FF2B5EF4-FFF2-40B4-BE49-F238E27FC236}">
                  <a16:creationId xmlns:a16="http://schemas.microsoft.com/office/drawing/2014/main" id="{53A81EFC-AD96-FD09-05C9-3C1FB200A8C3}"/>
                </a:ext>
              </a:extLst>
            </p:cNvPr>
            <p:cNvSpPr txBox="1"/>
            <p:nvPr/>
          </p:nvSpPr>
          <p:spPr>
            <a:xfrm>
              <a:off x="1463486" y="1261800"/>
              <a:ext cx="357790" cy="22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B71BA-A5D7-38DA-9526-0C68777D5010}"/>
                  </a:ext>
                </a:extLst>
              </p:cNvPr>
              <p:cNvSpPr txBox="1"/>
              <p:nvPr/>
            </p:nvSpPr>
            <p:spPr>
              <a:xfrm>
                <a:off x="2626643" y="1979385"/>
                <a:ext cx="79191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B71BA-A5D7-38DA-9526-0C68777D5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643" y="1979385"/>
                <a:ext cx="79191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18407A-7F34-1DA3-FD34-72B8DD1CEFB0}"/>
                  </a:ext>
                </a:extLst>
              </p:cNvPr>
              <p:cNvSpPr txBox="1"/>
              <p:nvPr/>
            </p:nvSpPr>
            <p:spPr>
              <a:xfrm>
                <a:off x="3316587" y="1983957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18407A-7F34-1DA3-FD34-72B8DD1CE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587" y="1983957"/>
                <a:ext cx="40435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4B9CED-B9C3-BE2F-8A65-38D0B2C8125E}"/>
                  </a:ext>
                </a:extLst>
              </p:cNvPr>
              <p:cNvSpPr txBox="1"/>
              <p:nvPr/>
            </p:nvSpPr>
            <p:spPr>
              <a:xfrm>
                <a:off x="1823656" y="1977337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4B9CED-B9C3-BE2F-8A65-38D0B2C81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656" y="1977337"/>
                <a:ext cx="40435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B4BF36-2577-3AF4-22A7-BF8FD1FD6291}"/>
                  </a:ext>
                </a:extLst>
              </p:cNvPr>
              <p:cNvSpPr txBox="1"/>
              <p:nvPr/>
            </p:nvSpPr>
            <p:spPr>
              <a:xfrm>
                <a:off x="1525344" y="2472678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B4BF36-2577-3AF4-22A7-BF8FD1FD6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344" y="2472678"/>
                <a:ext cx="36722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6A029D0-8CA8-CF62-96F7-38671224E4AB}"/>
              </a:ext>
            </a:extLst>
          </p:cNvPr>
          <p:cNvSpPr txBox="1"/>
          <p:nvPr/>
        </p:nvSpPr>
        <p:spPr>
          <a:xfrm>
            <a:off x="2131509" y="2482034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[</a:t>
            </a:r>
            <a:endParaRPr lang="en-US" sz="200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16D9C1-D265-04AB-F61E-D1A6DF12F094}"/>
              </a:ext>
            </a:extLst>
          </p:cNvPr>
          <p:cNvSpPr txBox="1"/>
          <p:nvPr/>
        </p:nvSpPr>
        <p:spPr>
          <a:xfrm>
            <a:off x="4604440" y="2479174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]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D853C7-9823-8940-DBEF-049859686CD5}"/>
                  </a:ext>
                </a:extLst>
              </p:cNvPr>
              <p:cNvSpPr txBox="1"/>
              <p:nvPr/>
            </p:nvSpPr>
            <p:spPr>
              <a:xfrm>
                <a:off x="1845655" y="2475092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D853C7-9823-8940-DBEF-049859686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655" y="2475092"/>
                <a:ext cx="40435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E78BFB-D573-934C-C153-3433F916C32C}"/>
                  </a:ext>
                </a:extLst>
              </p:cNvPr>
              <p:cNvSpPr txBox="1"/>
              <p:nvPr/>
            </p:nvSpPr>
            <p:spPr>
              <a:xfrm>
                <a:off x="2691429" y="2472678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E78BFB-D573-934C-C153-3433F916C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429" y="2472678"/>
                <a:ext cx="40435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159">
            <a:extLst>
              <a:ext uri="{FF2B5EF4-FFF2-40B4-BE49-F238E27FC236}">
                <a16:creationId xmlns:a16="http://schemas.microsoft.com/office/drawing/2014/main" id="{E2CF08B0-34A7-FF5C-7A92-5D1A2749C072}"/>
              </a:ext>
            </a:extLst>
          </p:cNvPr>
          <p:cNvSpPr txBox="1"/>
          <p:nvPr/>
        </p:nvSpPr>
        <p:spPr>
          <a:xfrm>
            <a:off x="2994963" y="2483232"/>
            <a:ext cx="395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grpSp>
        <p:nvGrpSpPr>
          <p:cNvPr id="22" name="群組 160">
            <a:extLst>
              <a:ext uri="{FF2B5EF4-FFF2-40B4-BE49-F238E27FC236}">
                <a16:creationId xmlns:a16="http://schemas.microsoft.com/office/drawing/2014/main" id="{877C83CB-4EFF-0375-81F2-8CC8A73BBD6F}"/>
              </a:ext>
            </a:extLst>
          </p:cNvPr>
          <p:cNvGrpSpPr/>
          <p:nvPr/>
        </p:nvGrpSpPr>
        <p:grpSpPr>
          <a:xfrm>
            <a:off x="3187282" y="2490364"/>
            <a:ext cx="671586" cy="411996"/>
            <a:chOff x="1151524" y="1368058"/>
            <a:chExt cx="807481" cy="339536"/>
          </a:xfrm>
        </p:grpSpPr>
        <p:sp>
          <p:nvSpPr>
            <p:cNvPr id="23" name="文字方塊 161">
              <a:extLst>
                <a:ext uri="{FF2B5EF4-FFF2-40B4-BE49-F238E27FC236}">
                  <a16:creationId xmlns:a16="http://schemas.microsoft.com/office/drawing/2014/main" id="{18C35CAD-85BA-DF99-27FA-FF4791551514}"/>
                </a:ext>
              </a:extLst>
            </p:cNvPr>
            <p:cNvSpPr txBox="1"/>
            <p:nvPr/>
          </p:nvSpPr>
          <p:spPr>
            <a:xfrm>
              <a:off x="1151524" y="1377853"/>
              <a:ext cx="329966" cy="329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162">
                  <a:extLst>
                    <a:ext uri="{FF2B5EF4-FFF2-40B4-BE49-F238E27FC236}">
                      <a16:creationId xmlns:a16="http://schemas.microsoft.com/office/drawing/2014/main" id="{D2CC6DC9-D1F9-D9F1-1213-FAAD03FC1F7A}"/>
                    </a:ext>
                  </a:extLst>
                </p:cNvPr>
                <p:cNvSpPr txBox="1"/>
                <p:nvPr/>
              </p:nvSpPr>
              <p:spPr>
                <a:xfrm>
                  <a:off x="1256904" y="1368058"/>
                  <a:ext cx="702101" cy="329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4" name="文字方塊 162">
                  <a:extLst>
                    <a:ext uri="{FF2B5EF4-FFF2-40B4-BE49-F238E27FC236}">
                      <a16:creationId xmlns:a16="http://schemas.microsoft.com/office/drawing/2014/main" id="{D2CC6DC9-D1F9-D9F1-1213-FAAD03FC1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6904" y="1368058"/>
                  <a:ext cx="702101" cy="32974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群組 151">
            <a:extLst>
              <a:ext uri="{FF2B5EF4-FFF2-40B4-BE49-F238E27FC236}">
                <a16:creationId xmlns:a16="http://schemas.microsoft.com/office/drawing/2014/main" id="{E3EFFD22-3A53-162C-0218-121B756C0C8E}"/>
              </a:ext>
            </a:extLst>
          </p:cNvPr>
          <p:cNvGrpSpPr/>
          <p:nvPr/>
        </p:nvGrpSpPr>
        <p:grpSpPr>
          <a:xfrm>
            <a:off x="3584433" y="2494914"/>
            <a:ext cx="573888" cy="401280"/>
            <a:chOff x="1875596" y="1758128"/>
            <a:chExt cx="573888" cy="320955"/>
          </a:xfrm>
        </p:grpSpPr>
        <p:sp>
          <p:nvSpPr>
            <p:cNvPr id="26" name="文字方塊 156">
              <a:extLst>
                <a:ext uri="{FF2B5EF4-FFF2-40B4-BE49-F238E27FC236}">
                  <a16:creationId xmlns:a16="http://schemas.microsoft.com/office/drawing/2014/main" id="{A7420EA1-0078-0389-C5D3-7FFDE6A9DD9D}"/>
                </a:ext>
              </a:extLst>
            </p:cNvPr>
            <p:cNvSpPr txBox="1"/>
            <p:nvPr/>
          </p:nvSpPr>
          <p:spPr>
            <a:xfrm>
              <a:off x="1972151" y="1759064"/>
              <a:ext cx="444156" cy="3200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</a:p>
          </p:txBody>
        </p:sp>
        <p:sp>
          <p:nvSpPr>
            <p:cNvPr id="27" name="文字方塊 154">
              <a:extLst>
                <a:ext uri="{FF2B5EF4-FFF2-40B4-BE49-F238E27FC236}">
                  <a16:creationId xmlns:a16="http://schemas.microsoft.com/office/drawing/2014/main" id="{95169AB5-52B0-1F05-D8C5-CDC016B75D0C}"/>
                </a:ext>
              </a:extLst>
            </p:cNvPr>
            <p:cNvSpPr txBox="1"/>
            <p:nvPr/>
          </p:nvSpPr>
          <p:spPr>
            <a:xfrm>
              <a:off x="1875596" y="1758128"/>
              <a:ext cx="274434" cy="3200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8" name="文字方塊 155">
              <a:extLst>
                <a:ext uri="{FF2B5EF4-FFF2-40B4-BE49-F238E27FC236}">
                  <a16:creationId xmlns:a16="http://schemas.microsoft.com/office/drawing/2014/main" id="{E6A8F6FB-355D-833D-25FA-2295868661FC}"/>
                </a:ext>
              </a:extLst>
            </p:cNvPr>
            <p:cNvSpPr txBox="1"/>
            <p:nvPr/>
          </p:nvSpPr>
          <p:spPr>
            <a:xfrm>
              <a:off x="2175050" y="1758128"/>
              <a:ext cx="274434" cy="320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9CFD0C-4EE3-4EAD-0AE9-E6CB9D32C2B4}"/>
                  </a:ext>
                </a:extLst>
              </p:cNvPr>
              <p:cNvSpPr txBox="1"/>
              <p:nvPr/>
            </p:nvSpPr>
            <p:spPr>
              <a:xfrm>
                <a:off x="4034462" y="2441560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9CFD0C-4EE3-4EAD-0AE9-E6CB9D32C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62" y="2441560"/>
                <a:ext cx="40435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77BC069-C937-461E-136C-E796E8913656}"/>
              </a:ext>
            </a:extLst>
          </p:cNvPr>
          <p:cNvGrpSpPr/>
          <p:nvPr/>
        </p:nvGrpSpPr>
        <p:grpSpPr>
          <a:xfrm>
            <a:off x="4285932" y="2314340"/>
            <a:ext cx="565967" cy="573271"/>
            <a:chOff x="1521215" y="1193164"/>
            <a:chExt cx="565967" cy="458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130">
                  <a:extLst>
                    <a:ext uri="{FF2B5EF4-FFF2-40B4-BE49-F238E27FC236}">
                      <a16:creationId xmlns:a16="http://schemas.microsoft.com/office/drawing/2014/main" id="{16BDDCBF-D5CC-A749-19D9-5F529416DA40}"/>
                    </a:ext>
                  </a:extLst>
                </p:cNvPr>
                <p:cNvSpPr txBox="1"/>
                <p:nvPr/>
              </p:nvSpPr>
              <p:spPr>
                <a:xfrm>
                  <a:off x="1521215" y="1331663"/>
                  <a:ext cx="357790" cy="320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2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130">
                  <a:extLst>
                    <a:ext uri="{FF2B5EF4-FFF2-40B4-BE49-F238E27FC236}">
                      <a16:creationId xmlns:a16="http://schemas.microsoft.com/office/drawing/2014/main" id="{16BDDCBF-D5CC-A749-19D9-5F529416D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215" y="1331663"/>
                  <a:ext cx="357790" cy="32001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字方塊 58">
              <a:extLst>
                <a:ext uri="{FF2B5EF4-FFF2-40B4-BE49-F238E27FC236}">
                  <a16:creationId xmlns:a16="http://schemas.microsoft.com/office/drawing/2014/main" id="{F143AD21-6222-3F34-4024-4A89D89C99DF}"/>
                </a:ext>
              </a:extLst>
            </p:cNvPr>
            <p:cNvSpPr txBox="1"/>
            <p:nvPr/>
          </p:nvSpPr>
          <p:spPr>
            <a:xfrm>
              <a:off x="1729392" y="1193164"/>
              <a:ext cx="357790" cy="221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15259A-EF7F-0C2E-D57C-3EFD68549F77}"/>
                  </a:ext>
                </a:extLst>
              </p:cNvPr>
              <p:cNvSpPr txBox="1"/>
              <p:nvPr/>
            </p:nvSpPr>
            <p:spPr>
              <a:xfrm>
                <a:off x="1515542" y="2960789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15259A-EF7F-0C2E-D57C-3EFD68549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542" y="2960789"/>
                <a:ext cx="367220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150">
            <a:extLst>
              <a:ext uri="{FF2B5EF4-FFF2-40B4-BE49-F238E27FC236}">
                <a16:creationId xmlns:a16="http://schemas.microsoft.com/office/drawing/2014/main" id="{7E56962A-7782-8ACD-EAA2-7DE2A1D5BE25}"/>
              </a:ext>
            </a:extLst>
          </p:cNvPr>
          <p:cNvGrpSpPr/>
          <p:nvPr/>
        </p:nvGrpSpPr>
        <p:grpSpPr>
          <a:xfrm>
            <a:off x="2000807" y="2813666"/>
            <a:ext cx="1408032" cy="554415"/>
            <a:chOff x="909925" y="957729"/>
            <a:chExt cx="1408032" cy="554415"/>
          </a:xfrm>
        </p:grpSpPr>
        <p:grpSp>
          <p:nvGrpSpPr>
            <p:cNvPr id="35" name="群組 151">
              <a:extLst>
                <a:ext uri="{FF2B5EF4-FFF2-40B4-BE49-F238E27FC236}">
                  <a16:creationId xmlns:a16="http://schemas.microsoft.com/office/drawing/2014/main" id="{F4B33A69-265C-466D-FB5D-F8345D8A7B8B}"/>
                </a:ext>
              </a:extLst>
            </p:cNvPr>
            <p:cNvGrpSpPr/>
            <p:nvPr/>
          </p:nvGrpSpPr>
          <p:grpSpPr>
            <a:xfrm>
              <a:off x="909925" y="1108102"/>
              <a:ext cx="1193609" cy="404042"/>
              <a:chOff x="1798026" y="1758502"/>
              <a:chExt cx="1193609" cy="404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字方塊 156">
                    <a:extLst>
                      <a:ext uri="{FF2B5EF4-FFF2-40B4-BE49-F238E27FC236}">
                        <a16:creationId xmlns:a16="http://schemas.microsoft.com/office/drawing/2014/main" id="{B19437C0-95B7-4F1D-44DD-A1FCEA176E42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Handwriting" panose="03010101010101010101" pitchFamily="66" charset="0"/>
                            </a:rPr>
                            <m:t>2</m:t>
                          </m:r>
                        </m:oMath>
                      </m:oMathPara>
                    </a14:m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37" name="文字方塊 156">
                    <a:extLst>
                      <a:ext uri="{FF2B5EF4-FFF2-40B4-BE49-F238E27FC236}">
                        <a16:creationId xmlns:a16="http://schemas.microsoft.com/office/drawing/2014/main" id="{B19437C0-95B7-4F1D-44DD-A1FCEA176E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文字方塊 154">
                <a:extLst>
                  <a:ext uri="{FF2B5EF4-FFF2-40B4-BE49-F238E27FC236}">
                    <a16:creationId xmlns:a16="http://schemas.microsoft.com/office/drawing/2014/main" id="{970B072A-1C57-2A5F-1B6F-77A5B84D8ADE}"/>
                  </a:ext>
                </a:extLst>
              </p:cNvPr>
              <p:cNvSpPr txBox="1"/>
              <p:nvPr/>
            </p:nvSpPr>
            <p:spPr>
              <a:xfrm>
                <a:off x="1844972" y="175929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39" name="文字方塊 155">
                <a:extLst>
                  <a:ext uri="{FF2B5EF4-FFF2-40B4-BE49-F238E27FC236}">
                    <a16:creationId xmlns:a16="http://schemas.microsoft.com/office/drawing/2014/main" id="{8836A2C7-CAF5-44B4-50F2-213DFCD6B855}"/>
                  </a:ext>
                </a:extLst>
              </p:cNvPr>
              <p:cNvSpPr txBox="1"/>
              <p:nvPr/>
            </p:nvSpPr>
            <p:spPr>
              <a:xfrm>
                <a:off x="2662182" y="175850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p:sp>
          <p:nvSpPr>
            <p:cNvPr id="36" name="文字方塊 152">
              <a:extLst>
                <a:ext uri="{FF2B5EF4-FFF2-40B4-BE49-F238E27FC236}">
                  <a16:creationId xmlns:a16="http://schemas.microsoft.com/office/drawing/2014/main" id="{EAF0BAE8-2F9E-61EB-294A-86CCEEF1D71E}"/>
                </a:ext>
              </a:extLst>
            </p:cNvPr>
            <p:cNvSpPr txBox="1"/>
            <p:nvPr/>
          </p:nvSpPr>
          <p:spPr>
            <a:xfrm>
              <a:off x="1960167" y="95772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4FD1F1-A463-0F25-FCCF-2E86E62BE64F}"/>
                  </a:ext>
                </a:extLst>
              </p:cNvPr>
              <p:cNvSpPr txBox="1"/>
              <p:nvPr/>
            </p:nvSpPr>
            <p:spPr>
              <a:xfrm>
                <a:off x="1799351" y="2968761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4FD1F1-A463-0F25-FCCF-2E86E62BE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351" y="2968761"/>
                <a:ext cx="404359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130">
                <a:extLst>
                  <a:ext uri="{FF2B5EF4-FFF2-40B4-BE49-F238E27FC236}">
                    <a16:creationId xmlns:a16="http://schemas.microsoft.com/office/drawing/2014/main" id="{FBD7CC00-80C2-8C36-8EE1-D7ADD936060D}"/>
                  </a:ext>
                </a:extLst>
              </p:cNvPr>
              <p:cNvSpPr txBox="1"/>
              <p:nvPr/>
            </p:nvSpPr>
            <p:spPr>
              <a:xfrm>
                <a:off x="3574029" y="1991219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130">
                <a:extLst>
                  <a:ext uri="{FF2B5EF4-FFF2-40B4-BE49-F238E27FC236}">
                    <a16:creationId xmlns:a16="http://schemas.microsoft.com/office/drawing/2014/main" id="{FBD7CC00-80C2-8C36-8EE1-D7ADD9360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029" y="1991219"/>
                <a:ext cx="35779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150">
            <a:extLst>
              <a:ext uri="{FF2B5EF4-FFF2-40B4-BE49-F238E27FC236}">
                <a16:creationId xmlns:a16="http://schemas.microsoft.com/office/drawing/2014/main" id="{DA201D66-3104-F2D3-89E4-849E5D3FA4B0}"/>
              </a:ext>
            </a:extLst>
          </p:cNvPr>
          <p:cNvGrpSpPr/>
          <p:nvPr/>
        </p:nvGrpSpPr>
        <p:grpSpPr>
          <a:xfrm>
            <a:off x="2348117" y="2364616"/>
            <a:ext cx="624258" cy="525857"/>
            <a:chOff x="1084050" y="982917"/>
            <a:chExt cx="624258" cy="525857"/>
          </a:xfrm>
        </p:grpSpPr>
        <p:sp>
          <p:nvSpPr>
            <p:cNvPr id="47" name="文字方塊 156">
              <a:extLst>
                <a:ext uri="{FF2B5EF4-FFF2-40B4-BE49-F238E27FC236}">
                  <a16:creationId xmlns:a16="http://schemas.microsoft.com/office/drawing/2014/main" id="{A5731E97-C1AE-643F-C248-130795397AB8}"/>
                </a:ext>
              </a:extLst>
            </p:cNvPr>
            <p:cNvSpPr txBox="1"/>
            <p:nvPr/>
          </p:nvSpPr>
          <p:spPr>
            <a:xfrm>
              <a:off x="1084050" y="1108664"/>
              <a:ext cx="5799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</a:p>
          </p:txBody>
        </p:sp>
        <p:sp>
          <p:nvSpPr>
            <p:cNvPr id="46" name="文字方塊 152">
              <a:extLst>
                <a:ext uri="{FF2B5EF4-FFF2-40B4-BE49-F238E27FC236}">
                  <a16:creationId xmlns:a16="http://schemas.microsoft.com/office/drawing/2014/main" id="{6F81466B-0AC0-A8EF-FC5A-7758A19606EE}"/>
                </a:ext>
              </a:extLst>
            </p:cNvPr>
            <p:cNvSpPr txBox="1"/>
            <p:nvPr/>
          </p:nvSpPr>
          <p:spPr>
            <a:xfrm>
              <a:off x="1350518" y="98291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0" name="文字方塊 3">
            <a:extLst>
              <a:ext uri="{FF2B5EF4-FFF2-40B4-BE49-F238E27FC236}">
                <a16:creationId xmlns:a16="http://schemas.microsoft.com/office/drawing/2014/main" id="{14182521-A75F-4E89-7972-5834B31468BB}"/>
              </a:ext>
            </a:extLst>
          </p:cNvPr>
          <p:cNvSpPr txBox="1"/>
          <p:nvPr/>
        </p:nvSpPr>
        <p:spPr>
          <a:xfrm>
            <a:off x="846255" y="1380197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atin typeface="Lucida Handwriting" panose="03010101010101010101" pitchFamily="66" charset="0"/>
              </a:rPr>
              <a:t>(</a:t>
            </a:r>
            <a:r>
              <a:rPr lang="en-HK" sz="2000" b="1">
                <a:latin typeface="Lucida Calligraphy" panose="03010101010101010101" pitchFamily="66" charset="0"/>
              </a:rPr>
              <a:t>a</a:t>
            </a:r>
            <a:r>
              <a:rPr lang="en-HK" sz="2000" b="1">
                <a:latin typeface="Lucida Handwriting" panose="03010101010101010101" pitchFamily="66" charset="0"/>
              </a:rPr>
              <a:t>)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F25438A-997A-95FB-7950-3DE41908EB49}"/>
              </a:ext>
            </a:extLst>
          </p:cNvPr>
          <p:cNvGrpSpPr/>
          <p:nvPr/>
        </p:nvGrpSpPr>
        <p:grpSpPr>
          <a:xfrm>
            <a:off x="1559778" y="1264119"/>
            <a:ext cx="715580" cy="528669"/>
            <a:chOff x="1259902" y="1207393"/>
            <a:chExt cx="715580" cy="5286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130">
                  <a:extLst>
                    <a:ext uri="{FF2B5EF4-FFF2-40B4-BE49-F238E27FC236}">
                      <a16:creationId xmlns:a16="http://schemas.microsoft.com/office/drawing/2014/main" id="{43F37554-BD04-4CFF-C563-07F88C659FBB}"/>
                    </a:ext>
                  </a:extLst>
                </p:cNvPr>
                <p:cNvSpPr txBox="1"/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2" name="文字方塊 130">
                  <a:extLst>
                    <a:ext uri="{FF2B5EF4-FFF2-40B4-BE49-F238E27FC236}">
                      <a16:creationId xmlns:a16="http://schemas.microsoft.com/office/drawing/2014/main" id="{43F37554-BD04-4CFF-C563-07F88C659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字方塊 58">
              <a:extLst>
                <a:ext uri="{FF2B5EF4-FFF2-40B4-BE49-F238E27FC236}">
                  <a16:creationId xmlns:a16="http://schemas.microsoft.com/office/drawing/2014/main" id="{CDE0B4CF-C145-5A86-901E-E8C49471F4D9}"/>
                </a:ext>
              </a:extLst>
            </p:cNvPr>
            <p:cNvSpPr txBox="1"/>
            <p:nvPr/>
          </p:nvSpPr>
          <p:spPr>
            <a:xfrm>
              <a:off x="1617692" y="120739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130">
                <a:extLst>
                  <a:ext uri="{FF2B5EF4-FFF2-40B4-BE49-F238E27FC236}">
                    <a16:creationId xmlns:a16="http://schemas.microsoft.com/office/drawing/2014/main" id="{28F4EFA5-F8F0-D886-F5E5-72B574C51B1F}"/>
                  </a:ext>
                </a:extLst>
              </p:cNvPr>
              <p:cNvSpPr txBox="1"/>
              <p:nvPr/>
            </p:nvSpPr>
            <p:spPr>
              <a:xfrm>
                <a:off x="3206519" y="1386610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20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130">
                <a:extLst>
                  <a:ext uri="{FF2B5EF4-FFF2-40B4-BE49-F238E27FC236}">
                    <a16:creationId xmlns:a16="http://schemas.microsoft.com/office/drawing/2014/main" id="{28F4EFA5-F8F0-D886-F5E5-72B574C51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519" y="1386610"/>
                <a:ext cx="357790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6F17AFB-71C0-78C6-30B3-D20EEBEA287F}"/>
                  </a:ext>
                </a:extLst>
              </p:cNvPr>
              <p:cNvSpPr txBox="1"/>
              <p:nvPr/>
            </p:nvSpPr>
            <p:spPr>
              <a:xfrm>
                <a:off x="2036691" y="1386610"/>
                <a:ext cx="10507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20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6F17AFB-71C0-78C6-30B3-D20EEBEA2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691" y="1386610"/>
                <a:ext cx="105070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97C5953-1ED7-BBB2-0266-A70941A64909}"/>
                  </a:ext>
                </a:extLst>
              </p:cNvPr>
              <p:cNvSpPr txBox="1"/>
              <p:nvPr/>
            </p:nvSpPr>
            <p:spPr>
              <a:xfrm>
                <a:off x="2924513" y="1372298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97C5953-1ED7-BBB2-0266-A70941A64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513" y="1372298"/>
                <a:ext cx="404359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3">
            <a:extLst>
              <a:ext uri="{FF2B5EF4-FFF2-40B4-BE49-F238E27FC236}">
                <a16:creationId xmlns:a16="http://schemas.microsoft.com/office/drawing/2014/main" id="{C37102A2-F259-6E3E-1B06-C33042A40FD3}"/>
              </a:ext>
            </a:extLst>
          </p:cNvPr>
          <p:cNvSpPr txBox="1"/>
          <p:nvPr/>
        </p:nvSpPr>
        <p:spPr>
          <a:xfrm>
            <a:off x="823376" y="3505751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atin typeface="Lucida Handwriting" panose="03010101010101010101" pitchFamily="66" charset="0"/>
              </a:rPr>
              <a:t>(</a:t>
            </a:r>
            <a:r>
              <a:rPr lang="en-HK" sz="2000" b="1">
                <a:latin typeface="Lucida Calligraphy" panose="03010101010101010101" pitchFamily="66" charset="0"/>
              </a:rPr>
              <a:t>b</a:t>
            </a:r>
            <a:r>
              <a:rPr lang="en-HK" sz="2000" b="1">
                <a:latin typeface="Lucida Handwriting" panose="03010101010101010101" pitchFamily="66" charset="0"/>
              </a:rPr>
              <a:t>)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A7C2CF6-49E4-CE31-CF6A-66B9D9BBE562}"/>
              </a:ext>
            </a:extLst>
          </p:cNvPr>
          <p:cNvGrpSpPr/>
          <p:nvPr/>
        </p:nvGrpSpPr>
        <p:grpSpPr>
          <a:xfrm>
            <a:off x="1484134" y="3397572"/>
            <a:ext cx="715580" cy="528669"/>
            <a:chOff x="1259902" y="1207393"/>
            <a:chExt cx="715580" cy="5286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字方塊 130">
                  <a:extLst>
                    <a:ext uri="{FF2B5EF4-FFF2-40B4-BE49-F238E27FC236}">
                      <a16:creationId xmlns:a16="http://schemas.microsoft.com/office/drawing/2014/main" id="{DFD950F5-A3D4-4B94-1E04-69012A29ABA1}"/>
                    </a:ext>
                  </a:extLst>
                </p:cNvPr>
                <p:cNvSpPr txBox="1"/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1" name="文字方塊 130">
                  <a:extLst>
                    <a:ext uri="{FF2B5EF4-FFF2-40B4-BE49-F238E27FC236}">
                      <a16:creationId xmlns:a16="http://schemas.microsoft.com/office/drawing/2014/main" id="{DFD950F5-A3D4-4B94-1E04-69012A29AB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文字方塊 58">
              <a:extLst>
                <a:ext uri="{FF2B5EF4-FFF2-40B4-BE49-F238E27FC236}">
                  <a16:creationId xmlns:a16="http://schemas.microsoft.com/office/drawing/2014/main" id="{97068211-547C-D510-A9A1-5EABAF8A2670}"/>
                </a:ext>
              </a:extLst>
            </p:cNvPr>
            <p:cNvSpPr txBox="1"/>
            <p:nvPr/>
          </p:nvSpPr>
          <p:spPr>
            <a:xfrm>
              <a:off x="1617692" y="120739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130">
                <a:extLst>
                  <a:ext uri="{FF2B5EF4-FFF2-40B4-BE49-F238E27FC236}">
                    <a16:creationId xmlns:a16="http://schemas.microsoft.com/office/drawing/2014/main" id="{86D5573B-8F61-8736-9D57-16B7C9CA8161}"/>
                  </a:ext>
                </a:extLst>
              </p:cNvPr>
              <p:cNvSpPr txBox="1"/>
              <p:nvPr/>
            </p:nvSpPr>
            <p:spPr>
              <a:xfrm>
                <a:off x="3130875" y="3520063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25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130">
                <a:extLst>
                  <a:ext uri="{FF2B5EF4-FFF2-40B4-BE49-F238E27FC236}">
                    <a16:creationId xmlns:a16="http://schemas.microsoft.com/office/drawing/2014/main" id="{86D5573B-8F61-8736-9D57-16B7C9CA8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875" y="3520063"/>
                <a:ext cx="357790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8A25BC2-4A6A-549C-CC04-20211DAAB787}"/>
                  </a:ext>
                </a:extLst>
              </p:cNvPr>
              <p:cNvSpPr txBox="1"/>
              <p:nvPr/>
            </p:nvSpPr>
            <p:spPr>
              <a:xfrm>
                <a:off x="1961047" y="3520063"/>
                <a:ext cx="10507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20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8A25BC2-4A6A-549C-CC04-20211DAAB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047" y="3520063"/>
                <a:ext cx="105070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18DBDC6-82F1-A43C-54F9-72588D8ED520}"/>
                  </a:ext>
                </a:extLst>
              </p:cNvPr>
              <p:cNvSpPr txBox="1"/>
              <p:nvPr/>
            </p:nvSpPr>
            <p:spPr>
              <a:xfrm>
                <a:off x="2848869" y="3505751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18DBDC6-82F1-A43C-54F9-72588D8ED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869" y="3505751"/>
                <a:ext cx="404359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CDEA609-EA09-AB48-1D88-18F7371814CF}"/>
                  </a:ext>
                </a:extLst>
              </p:cNvPr>
              <p:cNvSpPr txBox="1"/>
              <p:nvPr/>
            </p:nvSpPr>
            <p:spPr>
              <a:xfrm>
                <a:off x="3700277" y="3505751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CDEA609-EA09-AB48-1D88-18F737181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77" y="3505751"/>
                <a:ext cx="367220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8EE9ACF9-4DE1-7582-60DE-EEDEB9621128}"/>
              </a:ext>
            </a:extLst>
          </p:cNvPr>
          <p:cNvGrpSpPr/>
          <p:nvPr/>
        </p:nvGrpSpPr>
        <p:grpSpPr>
          <a:xfrm>
            <a:off x="4091469" y="3375461"/>
            <a:ext cx="715580" cy="528669"/>
            <a:chOff x="1259902" y="1207393"/>
            <a:chExt cx="715580" cy="5286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130">
                  <a:extLst>
                    <a:ext uri="{FF2B5EF4-FFF2-40B4-BE49-F238E27FC236}">
                      <a16:creationId xmlns:a16="http://schemas.microsoft.com/office/drawing/2014/main" id="{2CBCAC0D-9F77-A50E-8D5A-17B22D1B107A}"/>
                    </a:ext>
                  </a:extLst>
                </p:cNvPr>
                <p:cNvSpPr txBox="1"/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8" name="文字方塊 130">
                  <a:extLst>
                    <a:ext uri="{FF2B5EF4-FFF2-40B4-BE49-F238E27FC236}">
                      <a16:creationId xmlns:a16="http://schemas.microsoft.com/office/drawing/2014/main" id="{2CBCAC0D-9F77-A50E-8D5A-17B22D1B1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文字方塊 58">
              <a:extLst>
                <a:ext uri="{FF2B5EF4-FFF2-40B4-BE49-F238E27FC236}">
                  <a16:creationId xmlns:a16="http://schemas.microsoft.com/office/drawing/2014/main" id="{FE1C7976-9D9B-ADE7-3DF4-541D9E473BB6}"/>
                </a:ext>
              </a:extLst>
            </p:cNvPr>
            <p:cNvSpPr txBox="1"/>
            <p:nvPr/>
          </p:nvSpPr>
          <p:spPr>
            <a:xfrm>
              <a:off x="1617692" y="1207393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130">
                <a:extLst>
                  <a:ext uri="{FF2B5EF4-FFF2-40B4-BE49-F238E27FC236}">
                    <a16:creationId xmlns:a16="http://schemas.microsoft.com/office/drawing/2014/main" id="{19EECAA0-E76F-6EBA-77B5-1863975F67A7}"/>
                  </a:ext>
                </a:extLst>
              </p:cNvPr>
              <p:cNvSpPr txBox="1"/>
              <p:nvPr/>
            </p:nvSpPr>
            <p:spPr>
              <a:xfrm>
                <a:off x="5738210" y="3497952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20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文字方塊 130">
                <a:extLst>
                  <a:ext uri="{FF2B5EF4-FFF2-40B4-BE49-F238E27FC236}">
                    <a16:creationId xmlns:a16="http://schemas.microsoft.com/office/drawing/2014/main" id="{19EECAA0-E76F-6EBA-77B5-1863975F6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210" y="3497952"/>
                <a:ext cx="357790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FA48BF3-B385-7605-1C94-963B503A0DED}"/>
                  </a:ext>
                </a:extLst>
              </p:cNvPr>
              <p:cNvSpPr txBox="1"/>
              <p:nvPr/>
            </p:nvSpPr>
            <p:spPr>
              <a:xfrm>
                <a:off x="4568382" y="3497952"/>
                <a:ext cx="10507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20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FA48BF3-B385-7605-1C94-963B503A0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382" y="3497952"/>
                <a:ext cx="1050705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9815C7D-CD17-E61E-4078-D43E5DC66485}"/>
                  </a:ext>
                </a:extLst>
              </p:cNvPr>
              <p:cNvSpPr txBox="1"/>
              <p:nvPr/>
            </p:nvSpPr>
            <p:spPr>
              <a:xfrm>
                <a:off x="5456204" y="3483640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9815C7D-CD17-E61E-4078-D43E5DC66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204" y="3483640"/>
                <a:ext cx="404359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38A89E48-30B2-089B-584B-388109A68502}"/>
              </a:ext>
            </a:extLst>
          </p:cNvPr>
          <p:cNvSpPr txBox="1"/>
          <p:nvPr/>
        </p:nvSpPr>
        <p:spPr>
          <a:xfrm>
            <a:off x="4010202" y="3505751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(</a:t>
            </a:r>
            <a:endParaRPr lang="en-US" sz="2000">
              <a:solidFill>
                <a:srgbClr val="FFFF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8C1A91-DA5B-D6B0-8D91-EA0550DCD4F8}"/>
              </a:ext>
            </a:extLst>
          </p:cNvPr>
          <p:cNvSpPr txBox="1"/>
          <p:nvPr/>
        </p:nvSpPr>
        <p:spPr>
          <a:xfrm>
            <a:off x="6096000" y="3489967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6F5CF3C-4613-9C7B-2F5A-BE04ECCBF3A7}"/>
                  </a:ext>
                </a:extLst>
              </p:cNvPr>
              <p:cNvSpPr txBox="1"/>
              <p:nvPr/>
            </p:nvSpPr>
            <p:spPr>
              <a:xfrm>
                <a:off x="6268242" y="3483640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6F5CF3C-4613-9C7B-2F5A-BE04ECCBF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242" y="3483640"/>
                <a:ext cx="404359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130">
                <a:extLst>
                  <a:ext uri="{FF2B5EF4-FFF2-40B4-BE49-F238E27FC236}">
                    <a16:creationId xmlns:a16="http://schemas.microsoft.com/office/drawing/2014/main" id="{18C74570-7EF9-35AD-D72F-BB6B0A7CE599}"/>
                  </a:ext>
                </a:extLst>
              </p:cNvPr>
              <p:cNvSpPr txBox="1"/>
              <p:nvPr/>
            </p:nvSpPr>
            <p:spPr>
              <a:xfrm>
                <a:off x="6528395" y="3483640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45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130">
                <a:extLst>
                  <a:ext uri="{FF2B5EF4-FFF2-40B4-BE49-F238E27FC236}">
                    <a16:creationId xmlns:a16="http://schemas.microsoft.com/office/drawing/2014/main" id="{18C74570-7EF9-35AD-D72F-BB6B0A7CE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95" y="3483640"/>
                <a:ext cx="357790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3964379-B179-1731-01C0-37559ACB30F4}"/>
                  </a:ext>
                </a:extLst>
              </p:cNvPr>
              <p:cNvSpPr txBox="1"/>
              <p:nvPr/>
            </p:nvSpPr>
            <p:spPr>
              <a:xfrm>
                <a:off x="3700277" y="4078623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3964379-B179-1731-01C0-37559ACB3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77" y="4078623"/>
                <a:ext cx="367220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群組 150">
            <a:extLst>
              <a:ext uri="{FF2B5EF4-FFF2-40B4-BE49-F238E27FC236}">
                <a16:creationId xmlns:a16="http://schemas.microsoft.com/office/drawing/2014/main" id="{F985562A-B607-A438-8443-365BBE4FDC7C}"/>
              </a:ext>
            </a:extLst>
          </p:cNvPr>
          <p:cNvGrpSpPr/>
          <p:nvPr/>
        </p:nvGrpSpPr>
        <p:grpSpPr>
          <a:xfrm>
            <a:off x="4177218" y="3934545"/>
            <a:ext cx="1408032" cy="554415"/>
            <a:chOff x="909925" y="957729"/>
            <a:chExt cx="1408032" cy="554415"/>
          </a:xfrm>
        </p:grpSpPr>
        <p:grpSp>
          <p:nvGrpSpPr>
            <p:cNvPr id="85" name="群組 151">
              <a:extLst>
                <a:ext uri="{FF2B5EF4-FFF2-40B4-BE49-F238E27FC236}">
                  <a16:creationId xmlns:a16="http://schemas.microsoft.com/office/drawing/2014/main" id="{862C36D5-B08D-3A2A-CBF7-DBE30AB595AE}"/>
                </a:ext>
              </a:extLst>
            </p:cNvPr>
            <p:cNvGrpSpPr/>
            <p:nvPr/>
          </p:nvGrpSpPr>
          <p:grpSpPr>
            <a:xfrm>
              <a:off x="909925" y="1108102"/>
              <a:ext cx="1193609" cy="404042"/>
              <a:chOff x="1798026" y="1758502"/>
              <a:chExt cx="1193609" cy="404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字方塊 156">
                    <a:extLst>
                      <a:ext uri="{FF2B5EF4-FFF2-40B4-BE49-F238E27FC236}">
                        <a16:creationId xmlns:a16="http://schemas.microsoft.com/office/drawing/2014/main" id="{CE42B821-1EDA-08BA-A344-14E8AF54DF45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Handwriting" panose="03010101010101010101" pitchFamily="66" charset="0"/>
                            </a:rPr>
                            <m:t>2</m:t>
                          </m:r>
                        </m:oMath>
                      </m:oMathPara>
                    </a14:m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7" name="文字方塊 156">
                    <a:extLst>
                      <a:ext uri="{FF2B5EF4-FFF2-40B4-BE49-F238E27FC236}">
                        <a16:creationId xmlns:a16="http://schemas.microsoft.com/office/drawing/2014/main" id="{CE42B821-1EDA-08BA-A344-14E8AF54DF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" name="文字方塊 154">
                <a:extLst>
                  <a:ext uri="{FF2B5EF4-FFF2-40B4-BE49-F238E27FC236}">
                    <a16:creationId xmlns:a16="http://schemas.microsoft.com/office/drawing/2014/main" id="{E8AAA372-9EA6-0F74-D11F-3598AB607C2D}"/>
                  </a:ext>
                </a:extLst>
              </p:cNvPr>
              <p:cNvSpPr txBox="1"/>
              <p:nvPr/>
            </p:nvSpPr>
            <p:spPr>
              <a:xfrm>
                <a:off x="1844972" y="175929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89" name="文字方塊 155">
                <a:extLst>
                  <a:ext uri="{FF2B5EF4-FFF2-40B4-BE49-F238E27FC236}">
                    <a16:creationId xmlns:a16="http://schemas.microsoft.com/office/drawing/2014/main" id="{C6176892-C8DB-08E9-5A0E-FA1AA59E2EC1}"/>
                  </a:ext>
                </a:extLst>
              </p:cNvPr>
              <p:cNvSpPr txBox="1"/>
              <p:nvPr/>
            </p:nvSpPr>
            <p:spPr>
              <a:xfrm>
                <a:off x="2662182" y="175850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p:sp>
          <p:nvSpPr>
            <p:cNvPr id="86" name="文字方塊 152">
              <a:extLst>
                <a:ext uri="{FF2B5EF4-FFF2-40B4-BE49-F238E27FC236}">
                  <a16:creationId xmlns:a16="http://schemas.microsoft.com/office/drawing/2014/main" id="{F0D467B5-054F-D579-8BBC-F8854E028846}"/>
                </a:ext>
              </a:extLst>
            </p:cNvPr>
            <p:cNvSpPr txBox="1"/>
            <p:nvPr/>
          </p:nvSpPr>
          <p:spPr>
            <a:xfrm>
              <a:off x="1960167" y="95772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1CA313E-2773-5033-2BC4-AA8C2513F6EC}"/>
                  </a:ext>
                </a:extLst>
              </p:cNvPr>
              <p:cNvSpPr txBox="1"/>
              <p:nvPr/>
            </p:nvSpPr>
            <p:spPr>
              <a:xfrm>
                <a:off x="3975762" y="4089640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1CA313E-2773-5033-2BC4-AA8C2513F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762" y="4089640"/>
                <a:ext cx="404359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90A53F0-8ADC-87CA-857F-C6C75EFFD06E}"/>
                  </a:ext>
                </a:extLst>
              </p:cNvPr>
              <p:cNvSpPr txBox="1"/>
              <p:nvPr/>
            </p:nvSpPr>
            <p:spPr>
              <a:xfrm>
                <a:off x="5337904" y="4092782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90A53F0-8ADC-87CA-857F-C6C75EFFD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904" y="4092782"/>
                <a:ext cx="404359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130">
                <a:extLst>
                  <a:ext uri="{FF2B5EF4-FFF2-40B4-BE49-F238E27FC236}">
                    <a16:creationId xmlns:a16="http://schemas.microsoft.com/office/drawing/2014/main" id="{3A9FF647-33EA-6304-D233-DFBA820F901A}"/>
                  </a:ext>
                </a:extLst>
              </p:cNvPr>
              <p:cNvSpPr txBox="1"/>
              <p:nvPr/>
            </p:nvSpPr>
            <p:spPr>
              <a:xfrm>
                <a:off x="5598057" y="4092782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45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3" name="文字方塊 130">
                <a:extLst>
                  <a:ext uri="{FF2B5EF4-FFF2-40B4-BE49-F238E27FC236}">
                    <a16:creationId xmlns:a16="http://schemas.microsoft.com/office/drawing/2014/main" id="{3A9FF647-33EA-6304-D233-DFBA820F9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057" y="4092782"/>
                <a:ext cx="357790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B6A42FD-53F4-5E9C-775D-EE2814059732}"/>
                  </a:ext>
                </a:extLst>
              </p:cNvPr>
              <p:cNvSpPr txBox="1"/>
              <p:nvPr/>
            </p:nvSpPr>
            <p:spPr>
              <a:xfrm>
                <a:off x="3686605" y="4667793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B6A42FD-53F4-5E9C-775D-EE2814059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605" y="4667793"/>
                <a:ext cx="367220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FBB29D0-C39C-AFCD-E663-05910DFB8901}"/>
                  </a:ext>
                </a:extLst>
              </p:cNvPr>
              <p:cNvSpPr txBox="1"/>
              <p:nvPr/>
            </p:nvSpPr>
            <p:spPr>
              <a:xfrm>
                <a:off x="3969716" y="4674878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FBB29D0-C39C-AFCD-E663-05910DFB8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716" y="4674878"/>
                <a:ext cx="404359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2DD069C6-C7ED-71C4-387A-2A22D2AE07BA}"/>
              </a:ext>
            </a:extLst>
          </p:cNvPr>
          <p:cNvSpPr txBox="1"/>
          <p:nvPr/>
        </p:nvSpPr>
        <p:spPr>
          <a:xfrm>
            <a:off x="4224164" y="4671949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[</a:t>
            </a:r>
            <a:endParaRPr lang="en-US" sz="2000"/>
          </a:p>
        </p:txBody>
      </p:sp>
      <p:grpSp>
        <p:nvGrpSpPr>
          <p:cNvPr id="97" name="群組 150">
            <a:extLst>
              <a:ext uri="{FF2B5EF4-FFF2-40B4-BE49-F238E27FC236}">
                <a16:creationId xmlns:a16="http://schemas.microsoft.com/office/drawing/2014/main" id="{3F02053F-93CF-7109-C49E-BCFB94030522}"/>
              </a:ext>
            </a:extLst>
          </p:cNvPr>
          <p:cNvGrpSpPr/>
          <p:nvPr/>
        </p:nvGrpSpPr>
        <p:grpSpPr>
          <a:xfrm>
            <a:off x="4281055" y="4527279"/>
            <a:ext cx="1408032" cy="554415"/>
            <a:chOff x="909925" y="957729"/>
            <a:chExt cx="1408032" cy="554415"/>
          </a:xfrm>
        </p:grpSpPr>
        <p:grpSp>
          <p:nvGrpSpPr>
            <p:cNvPr id="98" name="群組 151">
              <a:extLst>
                <a:ext uri="{FF2B5EF4-FFF2-40B4-BE49-F238E27FC236}">
                  <a16:creationId xmlns:a16="http://schemas.microsoft.com/office/drawing/2014/main" id="{B33CDDC7-8CA2-D670-AA58-60ABA02379A9}"/>
                </a:ext>
              </a:extLst>
            </p:cNvPr>
            <p:cNvGrpSpPr/>
            <p:nvPr/>
          </p:nvGrpSpPr>
          <p:grpSpPr>
            <a:xfrm>
              <a:off x="909925" y="1108102"/>
              <a:ext cx="1193609" cy="404042"/>
              <a:chOff x="1798026" y="1758502"/>
              <a:chExt cx="1193609" cy="404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字方塊 156">
                    <a:extLst>
                      <a:ext uri="{FF2B5EF4-FFF2-40B4-BE49-F238E27FC236}">
                        <a16:creationId xmlns:a16="http://schemas.microsoft.com/office/drawing/2014/main" id="{D734C733-78C3-C4F1-D337-7BBF35DA041F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Handwriting" panose="03010101010101010101" pitchFamily="66" charset="0"/>
                            </a:rPr>
                            <m:t>2</m:t>
                          </m:r>
                        </m:oMath>
                      </m:oMathPara>
                    </a14:m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00" name="文字方塊 156">
                    <a:extLst>
                      <a:ext uri="{FF2B5EF4-FFF2-40B4-BE49-F238E27FC236}">
                        <a16:creationId xmlns:a16="http://schemas.microsoft.com/office/drawing/2014/main" id="{D734C733-78C3-C4F1-D337-7BBF35DA04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文字方塊 154">
                <a:extLst>
                  <a:ext uri="{FF2B5EF4-FFF2-40B4-BE49-F238E27FC236}">
                    <a16:creationId xmlns:a16="http://schemas.microsoft.com/office/drawing/2014/main" id="{27E820D8-FA98-2E68-F471-4EFA61F69019}"/>
                  </a:ext>
                </a:extLst>
              </p:cNvPr>
              <p:cNvSpPr txBox="1"/>
              <p:nvPr/>
            </p:nvSpPr>
            <p:spPr>
              <a:xfrm>
                <a:off x="1844972" y="175929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02" name="文字方塊 155">
                <a:extLst>
                  <a:ext uri="{FF2B5EF4-FFF2-40B4-BE49-F238E27FC236}">
                    <a16:creationId xmlns:a16="http://schemas.microsoft.com/office/drawing/2014/main" id="{03A28515-1CE8-17E1-4CE7-BCA26721C4DF}"/>
                  </a:ext>
                </a:extLst>
              </p:cNvPr>
              <p:cNvSpPr txBox="1"/>
              <p:nvPr/>
            </p:nvSpPr>
            <p:spPr>
              <a:xfrm>
                <a:off x="2662182" y="175850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p:sp>
          <p:nvSpPr>
            <p:cNvPr id="99" name="文字方塊 152">
              <a:extLst>
                <a:ext uri="{FF2B5EF4-FFF2-40B4-BE49-F238E27FC236}">
                  <a16:creationId xmlns:a16="http://schemas.microsoft.com/office/drawing/2014/main" id="{8D1B6B76-3A8D-CE8C-BDFD-61494D659A5E}"/>
                </a:ext>
              </a:extLst>
            </p:cNvPr>
            <p:cNvSpPr txBox="1"/>
            <p:nvPr/>
          </p:nvSpPr>
          <p:spPr>
            <a:xfrm>
              <a:off x="1960167" y="95772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0C00347-D77F-C525-2CC0-F5ED6372B39E}"/>
                  </a:ext>
                </a:extLst>
              </p:cNvPr>
              <p:cNvSpPr txBox="1"/>
              <p:nvPr/>
            </p:nvSpPr>
            <p:spPr>
              <a:xfrm>
                <a:off x="5439452" y="4688093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0C00347-D77F-C525-2CC0-F5ED6372B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452" y="4688093"/>
                <a:ext cx="404359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30">
                <a:extLst>
                  <a:ext uri="{FF2B5EF4-FFF2-40B4-BE49-F238E27FC236}">
                    <a16:creationId xmlns:a16="http://schemas.microsoft.com/office/drawing/2014/main" id="{4C9E232C-E212-28CD-9FB2-B05813DBF61A}"/>
                  </a:ext>
                </a:extLst>
              </p:cNvPr>
              <p:cNvSpPr txBox="1"/>
              <p:nvPr/>
            </p:nvSpPr>
            <p:spPr>
              <a:xfrm>
                <a:off x="5699605" y="4688093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9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4" name="文字方塊 130">
                <a:extLst>
                  <a:ext uri="{FF2B5EF4-FFF2-40B4-BE49-F238E27FC236}">
                    <a16:creationId xmlns:a16="http://schemas.microsoft.com/office/drawing/2014/main" id="{4C9E232C-E212-28CD-9FB2-B05813DBF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605" y="4688093"/>
                <a:ext cx="357790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9ED2E3A0-FE2F-C93E-8B73-8AA41417FA52}"/>
              </a:ext>
            </a:extLst>
          </p:cNvPr>
          <p:cNvSpPr txBox="1"/>
          <p:nvPr/>
        </p:nvSpPr>
        <p:spPr>
          <a:xfrm>
            <a:off x="5937779" y="4674878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]</a:t>
            </a:r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E113124-B141-706F-9286-F5EE2E272245}"/>
                  </a:ext>
                </a:extLst>
              </p:cNvPr>
              <p:cNvSpPr txBox="1"/>
              <p:nvPr/>
            </p:nvSpPr>
            <p:spPr>
              <a:xfrm>
                <a:off x="3686605" y="5262410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4E113124-B141-706F-9286-F5EE2E272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605" y="5262410"/>
                <a:ext cx="367220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B8E270A-DDB6-AA11-7222-B0E1E8A46BB5}"/>
                  </a:ext>
                </a:extLst>
              </p:cNvPr>
              <p:cNvSpPr txBox="1"/>
              <p:nvPr/>
            </p:nvSpPr>
            <p:spPr>
              <a:xfrm>
                <a:off x="3969716" y="5269495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B8E270A-DDB6-AA11-7222-B0E1E8A46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716" y="5269495"/>
                <a:ext cx="404359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ED9544AD-7EB5-D414-8440-B1AD43BAB9B8}"/>
              </a:ext>
            </a:extLst>
          </p:cNvPr>
          <p:cNvSpPr txBox="1"/>
          <p:nvPr/>
        </p:nvSpPr>
        <p:spPr>
          <a:xfrm>
            <a:off x="4224164" y="5266566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[</a:t>
            </a:r>
            <a:endParaRPr lang="en-US" sz="2000"/>
          </a:p>
        </p:txBody>
      </p:sp>
      <p:grpSp>
        <p:nvGrpSpPr>
          <p:cNvPr id="109" name="群組 150">
            <a:extLst>
              <a:ext uri="{FF2B5EF4-FFF2-40B4-BE49-F238E27FC236}">
                <a16:creationId xmlns:a16="http://schemas.microsoft.com/office/drawing/2014/main" id="{C43B2C31-FF3E-0230-A8E6-8EB63B8524C2}"/>
              </a:ext>
            </a:extLst>
          </p:cNvPr>
          <p:cNvGrpSpPr/>
          <p:nvPr/>
        </p:nvGrpSpPr>
        <p:grpSpPr>
          <a:xfrm>
            <a:off x="4281055" y="5121896"/>
            <a:ext cx="1408032" cy="554415"/>
            <a:chOff x="909925" y="957729"/>
            <a:chExt cx="1408032" cy="554415"/>
          </a:xfrm>
        </p:grpSpPr>
        <p:grpSp>
          <p:nvGrpSpPr>
            <p:cNvPr id="110" name="群組 151">
              <a:extLst>
                <a:ext uri="{FF2B5EF4-FFF2-40B4-BE49-F238E27FC236}">
                  <a16:creationId xmlns:a16="http://schemas.microsoft.com/office/drawing/2014/main" id="{EF0DF0E8-2F96-AB0A-32E2-0307B5CC7ACA}"/>
                </a:ext>
              </a:extLst>
            </p:cNvPr>
            <p:cNvGrpSpPr/>
            <p:nvPr/>
          </p:nvGrpSpPr>
          <p:grpSpPr>
            <a:xfrm>
              <a:off x="909925" y="1108102"/>
              <a:ext cx="1193609" cy="404042"/>
              <a:chOff x="1798026" y="1758502"/>
              <a:chExt cx="1193609" cy="404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字方塊 156">
                    <a:extLst>
                      <a:ext uri="{FF2B5EF4-FFF2-40B4-BE49-F238E27FC236}">
                        <a16:creationId xmlns:a16="http://schemas.microsoft.com/office/drawing/2014/main" id="{AF98739E-6A58-39D6-C9EF-322349FE575E}"/>
                      </a:ext>
                    </a:extLst>
                  </p:cNvPr>
                  <p:cNvSpPr txBox="1"/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Handwriting" panose="03010101010101010101" pitchFamily="66" charset="0"/>
                            </a:rPr>
                            <m:t>2</m:t>
                          </m:r>
                        </m:oMath>
                      </m:oMathPara>
                    </a14:m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12" name="文字方塊 156">
                    <a:extLst>
                      <a:ext uri="{FF2B5EF4-FFF2-40B4-BE49-F238E27FC236}">
                        <a16:creationId xmlns:a16="http://schemas.microsoft.com/office/drawing/2014/main" id="{AF98739E-6A58-39D6-C9EF-322349FE57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8026" y="1762434"/>
                    <a:ext cx="1193609" cy="400110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3" name="文字方塊 154">
                <a:extLst>
                  <a:ext uri="{FF2B5EF4-FFF2-40B4-BE49-F238E27FC236}">
                    <a16:creationId xmlns:a16="http://schemas.microsoft.com/office/drawing/2014/main" id="{1402BE04-B0CE-9A44-2850-C3CCF8A92A5A}"/>
                  </a:ext>
                </a:extLst>
              </p:cNvPr>
              <p:cNvSpPr txBox="1"/>
              <p:nvPr/>
            </p:nvSpPr>
            <p:spPr>
              <a:xfrm>
                <a:off x="1844972" y="175929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14" name="文字方塊 155">
                <a:extLst>
                  <a:ext uri="{FF2B5EF4-FFF2-40B4-BE49-F238E27FC236}">
                    <a16:creationId xmlns:a16="http://schemas.microsoft.com/office/drawing/2014/main" id="{C3453A70-12DC-E6EB-D361-23E4C8AC9E91}"/>
                  </a:ext>
                </a:extLst>
              </p:cNvPr>
              <p:cNvSpPr txBox="1"/>
              <p:nvPr/>
            </p:nvSpPr>
            <p:spPr>
              <a:xfrm>
                <a:off x="2662182" y="1758502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p:sp>
          <p:nvSpPr>
            <p:cNvPr id="111" name="文字方塊 152">
              <a:extLst>
                <a:ext uri="{FF2B5EF4-FFF2-40B4-BE49-F238E27FC236}">
                  <a16:creationId xmlns:a16="http://schemas.microsoft.com/office/drawing/2014/main" id="{D135CB32-91A5-7F98-C72B-247E216F46EC}"/>
                </a:ext>
              </a:extLst>
            </p:cNvPr>
            <p:cNvSpPr txBox="1"/>
            <p:nvPr/>
          </p:nvSpPr>
          <p:spPr>
            <a:xfrm>
              <a:off x="1960167" y="95772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902A21E-AD46-154A-A95D-6F4662BF6423}"/>
                  </a:ext>
                </a:extLst>
              </p:cNvPr>
              <p:cNvSpPr txBox="1"/>
              <p:nvPr/>
            </p:nvSpPr>
            <p:spPr>
              <a:xfrm>
                <a:off x="5439452" y="5282710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902A21E-AD46-154A-A95D-6F4662BF6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452" y="5282710"/>
                <a:ext cx="404359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FFC488FC-BDB6-3FAB-597B-438B62B1581B}"/>
              </a:ext>
            </a:extLst>
          </p:cNvPr>
          <p:cNvSpPr txBox="1"/>
          <p:nvPr/>
        </p:nvSpPr>
        <p:spPr>
          <a:xfrm>
            <a:off x="6016481" y="5269495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]</a:t>
            </a:r>
            <a:endParaRPr lang="en-US" sz="200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C7924D2-F866-F70D-5F9D-7FD7B81B1F7C}"/>
              </a:ext>
            </a:extLst>
          </p:cNvPr>
          <p:cNvGrpSpPr/>
          <p:nvPr/>
        </p:nvGrpSpPr>
        <p:grpSpPr>
          <a:xfrm>
            <a:off x="5698030" y="5120013"/>
            <a:ext cx="565967" cy="573271"/>
            <a:chOff x="1521215" y="1193164"/>
            <a:chExt cx="565967" cy="458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字方塊 130">
                  <a:extLst>
                    <a:ext uri="{FF2B5EF4-FFF2-40B4-BE49-F238E27FC236}">
                      <a16:creationId xmlns:a16="http://schemas.microsoft.com/office/drawing/2014/main" id="{4C98C9B4-EE80-FCAE-9B7D-1B84048F2427}"/>
                    </a:ext>
                  </a:extLst>
                </p:cNvPr>
                <p:cNvSpPr txBox="1"/>
                <p:nvPr/>
              </p:nvSpPr>
              <p:spPr>
                <a:xfrm>
                  <a:off x="1521215" y="1331663"/>
                  <a:ext cx="357790" cy="320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9" name="文字方塊 130">
                  <a:extLst>
                    <a:ext uri="{FF2B5EF4-FFF2-40B4-BE49-F238E27FC236}">
                      <a16:creationId xmlns:a16="http://schemas.microsoft.com/office/drawing/2014/main" id="{4C98C9B4-EE80-FCAE-9B7D-1B84048F2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215" y="1331663"/>
                  <a:ext cx="357790" cy="320019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文字方塊 58">
              <a:extLst>
                <a:ext uri="{FF2B5EF4-FFF2-40B4-BE49-F238E27FC236}">
                  <a16:creationId xmlns:a16="http://schemas.microsoft.com/office/drawing/2014/main" id="{042BC2E1-7478-EEA3-6889-7183F51B8740}"/>
                </a:ext>
              </a:extLst>
            </p:cNvPr>
            <p:cNvSpPr txBox="1"/>
            <p:nvPr/>
          </p:nvSpPr>
          <p:spPr>
            <a:xfrm>
              <a:off x="1729392" y="1193164"/>
              <a:ext cx="357790" cy="221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71">
                <a:extLst>
                  <a:ext uri="{FF2B5EF4-FFF2-40B4-BE49-F238E27FC236}">
                    <a16:creationId xmlns:a16="http://schemas.microsoft.com/office/drawing/2014/main" id="{2114C0F7-8E99-5DD7-DD19-2A65E87F9762}"/>
                  </a:ext>
                </a:extLst>
              </p:cNvPr>
              <p:cNvSpPr txBox="1"/>
              <p:nvPr/>
            </p:nvSpPr>
            <p:spPr>
              <a:xfrm>
                <a:off x="3989377" y="5809807"/>
                <a:ext cx="31127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1" name="文字方塊 71">
                <a:extLst>
                  <a:ext uri="{FF2B5EF4-FFF2-40B4-BE49-F238E27FC236}">
                    <a16:creationId xmlns:a16="http://schemas.microsoft.com/office/drawing/2014/main" id="{2114C0F7-8E99-5DD7-DD19-2A65E87F9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377" y="5809807"/>
                <a:ext cx="3112759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FD585CA-081E-6F06-68B7-8CD89476F8E9}"/>
                  </a:ext>
                </a:extLst>
              </p:cNvPr>
              <p:cNvSpPr txBox="1"/>
              <p:nvPr/>
            </p:nvSpPr>
            <p:spPr>
              <a:xfrm>
                <a:off x="3700277" y="5812002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FD585CA-081E-6F06-68B7-8CD89476F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77" y="5812002"/>
                <a:ext cx="367220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71">
                <a:extLst>
                  <a:ext uri="{FF2B5EF4-FFF2-40B4-BE49-F238E27FC236}">
                    <a16:creationId xmlns:a16="http://schemas.microsoft.com/office/drawing/2014/main" id="{D1E0B163-07DC-9454-F8A3-6A9C6F693E70}"/>
                  </a:ext>
                </a:extLst>
              </p:cNvPr>
              <p:cNvSpPr txBox="1"/>
              <p:nvPr/>
            </p:nvSpPr>
            <p:spPr>
              <a:xfrm>
                <a:off x="3974318" y="6286356"/>
                <a:ext cx="31127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3" name="文字方塊 71">
                <a:extLst>
                  <a:ext uri="{FF2B5EF4-FFF2-40B4-BE49-F238E27FC236}">
                    <a16:creationId xmlns:a16="http://schemas.microsoft.com/office/drawing/2014/main" id="{D1E0B163-07DC-9454-F8A3-6A9C6F693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318" y="6286356"/>
                <a:ext cx="3112759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6C2D6B3-76E0-D8C3-8500-DEB9D0174ACD}"/>
                  </a:ext>
                </a:extLst>
              </p:cNvPr>
              <p:cNvSpPr txBox="1"/>
              <p:nvPr/>
            </p:nvSpPr>
            <p:spPr>
              <a:xfrm>
                <a:off x="3685218" y="6288551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6C2D6B3-76E0-D8C3-8500-DEB9D0174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218" y="6288551"/>
                <a:ext cx="367220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59D73BD5-57D9-4FB9-AE8C-21E31412B6AD}"/>
                  </a:ext>
                </a:extLst>
              </p:cNvPr>
              <p:cNvSpPr txBox="1"/>
              <p:nvPr/>
            </p:nvSpPr>
            <p:spPr>
              <a:xfrm>
                <a:off x="7193132" y="4073044"/>
                <a:ext cx="2155054" cy="372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59D73BD5-57D9-4FB9-AE8C-21E31412B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132" y="4073044"/>
                <a:ext cx="2155054" cy="372731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9" name="筆跡 28">
                <a:extLst>
                  <a:ext uri="{FF2B5EF4-FFF2-40B4-BE49-F238E27FC236}">
                    <a16:creationId xmlns:a16="http://schemas.microsoft.com/office/drawing/2014/main" id="{108826AF-A7EF-46BA-83B2-2F4B7F30901C}"/>
                  </a:ext>
                </a:extLst>
              </p14:cNvPr>
              <p14:cNvContentPartPr/>
              <p14:nvPr/>
            </p14:nvContentPartPr>
            <p14:xfrm>
              <a:off x="1606136" y="453667"/>
              <a:ext cx="2679796" cy="45719"/>
            </p14:xfrm>
          </p:contentPart>
        </mc:Choice>
        <mc:Fallback xmlns="">
          <p:pic>
            <p:nvPicPr>
              <p:cNvPr id="129" name="筆跡 28">
                <a:extLst>
                  <a:ext uri="{FF2B5EF4-FFF2-40B4-BE49-F238E27FC236}">
                    <a16:creationId xmlns:a16="http://schemas.microsoft.com/office/drawing/2014/main" id="{108826AF-A7EF-46BA-83B2-2F4B7F30901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52115" y="-13262033"/>
                <a:ext cx="2787478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752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9" grpId="0"/>
      <p:bldP spid="33" grpId="0"/>
      <p:bldP spid="40" grpId="0"/>
      <p:bldP spid="42" grpId="0"/>
      <p:bldP spid="50" grpId="0"/>
      <p:bldP spid="55" grpId="0"/>
      <p:bldP spid="57" grpId="0"/>
      <p:bldP spid="58" grpId="0"/>
      <p:bldP spid="59" grpId="0"/>
      <p:bldP spid="63" grpId="0"/>
      <p:bldP spid="64" grpId="0"/>
      <p:bldP spid="65" grpId="0"/>
      <p:bldP spid="66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90" grpId="0"/>
      <p:bldP spid="92" grpId="0"/>
      <p:bldP spid="93" grpId="0"/>
      <p:bldP spid="94" grpId="0"/>
      <p:bldP spid="95" grpId="0"/>
      <p:bldP spid="96" grpId="0"/>
      <p:bldP spid="103" grpId="0"/>
      <p:bldP spid="104" grpId="0"/>
      <p:bldP spid="105" grpId="0"/>
      <p:bldP spid="106" grpId="0"/>
      <p:bldP spid="107" grpId="0"/>
      <p:bldP spid="108" grpId="0"/>
      <p:bldP spid="115" grpId="0"/>
      <p:bldP spid="117" grpId="0"/>
      <p:bldP spid="121" grpId="0"/>
      <p:bldP spid="122" grpId="0"/>
      <p:bldP spid="123" grpId="0"/>
      <p:bldP spid="124" grpId="0"/>
      <p:bldP spid="1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1CD6106-C05D-E22E-BBA2-07CEA3B6E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88640"/>
            <a:ext cx="3096343" cy="12192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F56446D-1DEF-136E-E539-294069634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15" y="1619729"/>
            <a:ext cx="2019048" cy="131428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C674D00-56DA-F742-8E55-9263ED6AEC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242" y="1640546"/>
            <a:ext cx="2104762" cy="132381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DDF56BF-D3CC-37D7-12CA-D97824840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88" y="3432099"/>
            <a:ext cx="1047619" cy="94285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68A6F76D-C4A4-58EA-7A7C-5086544807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900" y="3432099"/>
            <a:ext cx="1019048" cy="923810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3063081F-1C3C-A198-36FC-956F9184525F}"/>
              </a:ext>
            </a:extLst>
          </p:cNvPr>
          <p:cNvGrpSpPr/>
          <p:nvPr/>
        </p:nvGrpSpPr>
        <p:grpSpPr>
          <a:xfrm>
            <a:off x="1340853" y="3365226"/>
            <a:ext cx="357790" cy="400110"/>
            <a:chOff x="9361046" y="4543622"/>
            <a:chExt cx="357790" cy="400110"/>
          </a:xfrm>
        </p:grpSpPr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C8BBA1D1-3AEF-BB4A-C976-4264782BC1CB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356FCF1-0030-28FF-F1E1-E2C1AD1E8401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351BF602-9A69-6FBC-F857-6767A3E10E05}"/>
              </a:ext>
            </a:extLst>
          </p:cNvPr>
          <p:cNvCxnSpPr>
            <a:cxnSpLocks/>
          </p:cNvCxnSpPr>
          <p:nvPr/>
        </p:nvCxnSpPr>
        <p:spPr>
          <a:xfrm>
            <a:off x="1379650" y="3765336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3899AA9B-0926-CD96-EDA4-1AEE6AB573D3}"/>
              </a:ext>
            </a:extLst>
          </p:cNvPr>
          <p:cNvCxnSpPr>
            <a:cxnSpLocks/>
          </p:cNvCxnSpPr>
          <p:nvPr/>
        </p:nvCxnSpPr>
        <p:spPr>
          <a:xfrm flipV="1">
            <a:off x="1379650" y="3765336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D3C72A66-D942-2AF6-6417-C6C17AB7E1FA}"/>
              </a:ext>
            </a:extLst>
          </p:cNvPr>
          <p:cNvGrpSpPr/>
          <p:nvPr/>
        </p:nvGrpSpPr>
        <p:grpSpPr>
          <a:xfrm>
            <a:off x="1367207" y="4325431"/>
            <a:ext cx="357790" cy="400110"/>
            <a:chOff x="9361046" y="4543622"/>
            <a:chExt cx="357790" cy="400110"/>
          </a:xfrm>
        </p:grpSpPr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362EA53E-8DF5-D295-3734-3007A67B2B7F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D4A009AF-6543-3722-0885-1BBD48572737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38" name="TextBox 15">
            <a:extLst>
              <a:ext uri="{FF2B5EF4-FFF2-40B4-BE49-F238E27FC236}">
                <a16:creationId xmlns:a16="http://schemas.microsoft.com/office/drawing/2014/main" id="{C5E750E3-093C-CF17-AB56-36A9E6B84513}"/>
              </a:ext>
            </a:extLst>
          </p:cNvPr>
          <p:cNvSpPr txBox="1"/>
          <p:nvPr/>
        </p:nvSpPr>
        <p:spPr>
          <a:xfrm>
            <a:off x="1624652" y="4327349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91CD31E-410C-C160-76C1-C3BDCC9E7F3F}"/>
              </a:ext>
            </a:extLst>
          </p:cNvPr>
          <p:cNvCxnSpPr>
            <a:cxnSpLocks/>
          </p:cNvCxnSpPr>
          <p:nvPr/>
        </p:nvCxnSpPr>
        <p:spPr bwMode="auto">
          <a:xfrm>
            <a:off x="319588" y="4773448"/>
            <a:ext cx="432048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8B3FF78-2EF9-4D1A-17FF-FA7235687676}"/>
              </a:ext>
            </a:extLst>
          </p:cNvPr>
          <p:cNvSpPr txBox="1"/>
          <p:nvPr/>
        </p:nvSpPr>
        <p:spPr>
          <a:xfrm>
            <a:off x="659693" y="4828556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1260FB7-6DF4-E79F-6989-701DBA339E91}"/>
                  </a:ext>
                </a:extLst>
              </p:cNvPr>
              <p:cNvSpPr txBox="1"/>
              <p:nvPr/>
            </p:nvSpPr>
            <p:spPr>
              <a:xfrm>
                <a:off x="2047780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1260FB7-6DF4-E79F-6989-701DBA339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80" y="4828556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60780F36-70F1-50EC-A64D-3C8E84A3EEF9}"/>
              </a:ext>
            </a:extLst>
          </p:cNvPr>
          <p:cNvSpPr txBox="1"/>
          <p:nvPr/>
        </p:nvSpPr>
        <p:spPr>
          <a:xfrm>
            <a:off x="3383431" y="4834530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605C38A-72CC-EB08-D34C-A610DBE66E29}"/>
                  </a:ext>
                </a:extLst>
              </p:cNvPr>
              <p:cNvSpPr txBox="1"/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605C38A-72CC-EB08-D34C-A610DBE66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48F7D51E-8E84-49FC-76BF-6033965A05A7}"/>
              </a:ext>
            </a:extLst>
          </p:cNvPr>
          <p:cNvSpPr txBox="1"/>
          <p:nvPr/>
        </p:nvSpPr>
        <p:spPr>
          <a:xfrm>
            <a:off x="4605585" y="4828556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8234AC30-8808-C4C8-5226-DB3CF4B160B5}"/>
              </a:ext>
            </a:extLst>
          </p:cNvPr>
          <p:cNvGrpSpPr/>
          <p:nvPr/>
        </p:nvGrpSpPr>
        <p:grpSpPr>
          <a:xfrm>
            <a:off x="4101418" y="5448522"/>
            <a:ext cx="1548865" cy="477054"/>
            <a:chOff x="2163952" y="5800328"/>
            <a:chExt cx="1548865" cy="477054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7AF43D0A-58AC-588B-0ABD-2ED9B1725226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FD5084C6-2F97-38F0-CC15-5880C9FEEF32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4D38D2E-30E1-1639-6FB6-CD0C90756C30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4EFE8164-A1D8-82AD-2B9E-B22BB6725210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4EFE8164-A1D8-82AD-2B9E-B22BB6725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F4FAF680-A0A1-E3F9-8EA2-B76195F4F985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507D619A-81C4-9D1C-FCF5-FF538E54E41B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F12EBD88-4176-17FA-4782-8736F4A08E2E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C578F7A6-652E-3395-5740-4076E0F07B2E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C578F7A6-652E-3395-5740-4076E0F07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8262C53A-ED75-A3E3-3379-0453DCA9271F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241E65F0-95BB-7CFD-70AF-D3521DEDDDB7}"/>
              </a:ext>
            </a:extLst>
          </p:cNvPr>
          <p:cNvCxnSpPr>
            <a:cxnSpLocks/>
          </p:cNvCxnSpPr>
          <p:nvPr/>
        </p:nvCxnSpPr>
        <p:spPr bwMode="auto">
          <a:xfrm>
            <a:off x="4718161" y="5167469"/>
            <a:ext cx="34048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29ACA1D1-7E52-F466-5279-A0F036EAA242}"/>
              </a:ext>
            </a:extLst>
          </p:cNvPr>
          <p:cNvCxnSpPr>
            <a:cxnSpLocks/>
          </p:cNvCxnSpPr>
          <p:nvPr/>
        </p:nvCxnSpPr>
        <p:spPr>
          <a:xfrm>
            <a:off x="4888404" y="5228666"/>
            <a:ext cx="0" cy="31192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圖片 60">
            <a:extLst>
              <a:ext uri="{FF2B5EF4-FFF2-40B4-BE49-F238E27FC236}">
                <a16:creationId xmlns:a16="http://schemas.microsoft.com/office/drawing/2014/main" id="{D5E11FB3-7E86-097A-2239-A40CD76407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8008" y="2289916"/>
            <a:ext cx="2695238" cy="961905"/>
          </a:xfrm>
          <a:prstGeom prst="rect">
            <a:avLst/>
          </a:prstGeom>
        </p:spPr>
      </p:pic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A33484C1-F7BB-708D-E57E-2E04526866EE}"/>
              </a:ext>
            </a:extLst>
          </p:cNvPr>
          <p:cNvCxnSpPr>
            <a:cxnSpLocks/>
          </p:cNvCxnSpPr>
          <p:nvPr/>
        </p:nvCxnSpPr>
        <p:spPr>
          <a:xfrm>
            <a:off x="53759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5B60E525-2254-C7D0-4237-E20D673D7FA0}"/>
              </a:ext>
            </a:extLst>
          </p:cNvPr>
          <p:cNvCxnSpPr>
            <a:cxnSpLocks/>
          </p:cNvCxnSpPr>
          <p:nvPr/>
        </p:nvCxnSpPr>
        <p:spPr>
          <a:xfrm>
            <a:off x="5375919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6170E31A-7B72-1410-ACDB-514B7799567F}"/>
              </a:ext>
            </a:extLst>
          </p:cNvPr>
          <p:cNvCxnSpPr>
            <a:cxnSpLocks/>
          </p:cNvCxnSpPr>
          <p:nvPr/>
        </p:nvCxnSpPr>
        <p:spPr>
          <a:xfrm>
            <a:off x="89763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50E8B77B-D670-BA72-81EB-82769D92A3E2}"/>
              </a:ext>
            </a:extLst>
          </p:cNvPr>
          <p:cNvGrpSpPr/>
          <p:nvPr/>
        </p:nvGrpSpPr>
        <p:grpSpPr>
          <a:xfrm>
            <a:off x="9710110" y="2407443"/>
            <a:ext cx="922394" cy="374470"/>
            <a:chOff x="4108340" y="3821687"/>
            <a:chExt cx="922394" cy="374470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500BA35F-D14B-8E5F-F1AE-60A264BA9BB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013EB9C6-8DB6-0586-5370-F4F96084A2D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253849EA-430F-C99E-733C-EC9CD286294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253849EA-430F-C99E-733C-EC9CD2862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553B9A28-8E86-7782-C0E8-28F5DB776D40}"/>
              </a:ext>
            </a:extLst>
          </p:cNvPr>
          <p:cNvCxnSpPr>
            <a:cxnSpLocks/>
          </p:cNvCxnSpPr>
          <p:nvPr/>
        </p:nvCxnSpPr>
        <p:spPr>
          <a:xfrm>
            <a:off x="8976320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DD48EE42-7710-8A37-1868-3AD3BC1FCA99}"/>
              </a:ext>
            </a:extLst>
          </p:cNvPr>
          <p:cNvGrpSpPr/>
          <p:nvPr/>
        </p:nvGrpSpPr>
        <p:grpSpPr>
          <a:xfrm>
            <a:off x="9715426" y="2839491"/>
            <a:ext cx="922394" cy="374470"/>
            <a:chOff x="4108340" y="3821687"/>
            <a:chExt cx="922394" cy="374470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C46C70AD-DE62-780E-781A-F41C81DA89DE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A57214DD-B1AB-DB9E-F380-35B54FEFFECC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A640C14D-183A-02CA-B159-3309E2917CB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A640C14D-183A-02CA-B159-3309E2917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E713230E-A7B9-C359-5E18-BCD8689A87EE}"/>
              </a:ext>
            </a:extLst>
          </p:cNvPr>
          <p:cNvCxnSpPr>
            <a:cxnSpLocks/>
          </p:cNvCxnSpPr>
          <p:nvPr/>
        </p:nvCxnSpPr>
        <p:spPr bwMode="auto">
          <a:xfrm>
            <a:off x="5332165" y="3386766"/>
            <a:ext cx="5444355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CDE7A196-D72C-B693-79B3-F889C38EFF8E}"/>
              </a:ext>
            </a:extLst>
          </p:cNvPr>
          <p:cNvGrpSpPr/>
          <p:nvPr/>
        </p:nvGrpSpPr>
        <p:grpSpPr>
          <a:xfrm>
            <a:off x="6291535" y="3528010"/>
            <a:ext cx="1548865" cy="477054"/>
            <a:chOff x="2163952" y="5800328"/>
            <a:chExt cx="1548865" cy="477054"/>
          </a:xfrm>
        </p:grpSpPr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9D7084BE-BF07-613E-24E2-71E87F815F6D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B9547414-E863-A6B9-BA24-2AEA3CE9B94F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F847F3D8-8293-69AB-D86B-109A33CEFE07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72028FE-D477-EB94-5737-57233C521EC4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72028FE-D477-EB94-5737-57233C521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45E72276-1CA9-263C-0CE6-5B7682C9F82F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DDBA082F-3022-E7BB-ACD9-9B4DF7861B49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7D423BF-0E45-0679-C9D9-CA690EDA378B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72EB88F3-1ADC-EBD7-3B84-FC398CE51F2D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72EB88F3-1ADC-EBD7-3B84-FC398CE51F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35E03248-6EAA-47D4-0022-92BE186C798B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72E138A3-01F5-F6C4-4DA7-0F4DA3AC11EE}"/>
                  </a:ext>
                </a:extLst>
              </p:cNvPr>
              <p:cNvSpPr txBox="1"/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72E138A3-01F5-F6C4-4DA7-0F4DA3AC1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群組 94">
            <a:extLst>
              <a:ext uri="{FF2B5EF4-FFF2-40B4-BE49-F238E27FC236}">
                <a16:creationId xmlns:a16="http://schemas.microsoft.com/office/drawing/2014/main" id="{70C3FAA8-7C15-96F6-7F03-7322EACD8526}"/>
              </a:ext>
            </a:extLst>
          </p:cNvPr>
          <p:cNvGrpSpPr/>
          <p:nvPr/>
        </p:nvGrpSpPr>
        <p:grpSpPr>
          <a:xfrm>
            <a:off x="8023658" y="3625604"/>
            <a:ext cx="922394" cy="374470"/>
            <a:chOff x="4108340" y="3821687"/>
            <a:chExt cx="922394" cy="374470"/>
          </a:xfrm>
        </p:grpSpPr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C6AE0393-6EDD-65A7-34CF-AD204CE2009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78E66481-7C00-CEDC-5CA7-F1B1B38A75DF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24AFFDF5-5837-598D-FC0B-5606E3E3143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24AFFDF5-5837-598D-FC0B-5606E3E31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7D1747D0-C0FC-DAFA-5199-B8B4105AB1E8}"/>
              </a:ext>
            </a:extLst>
          </p:cNvPr>
          <p:cNvGrpSpPr/>
          <p:nvPr/>
        </p:nvGrpSpPr>
        <p:grpSpPr>
          <a:xfrm>
            <a:off x="8774006" y="3611860"/>
            <a:ext cx="922394" cy="374470"/>
            <a:chOff x="4108340" y="3821687"/>
            <a:chExt cx="922394" cy="374470"/>
          </a:xfrm>
        </p:grpSpPr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9759586D-C96B-92AC-BD84-BF2D69499A4B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5C7EBFBB-079F-5C64-5BFE-4ED1B4F812F6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A059FFF2-2D90-7940-E412-F9A05AAD25BB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01">
                  <a:extLst>
                    <a:ext uri="{FF2B5EF4-FFF2-40B4-BE49-F238E27FC236}">
                      <a16:creationId xmlns:a16="http://schemas.microsoft.com/office/drawing/2014/main" id="{A059FFF2-2D90-7940-E412-F9A05AAD2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0541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/>
      <p:bldP spid="43" grpId="0"/>
      <p:bldP spid="44" grpId="0"/>
      <p:bldP spid="45" grpId="0"/>
      <p:bldP spid="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67CF52B-A278-C5D7-04F0-2C875BAA79FE}"/>
              </a:ext>
            </a:extLst>
          </p:cNvPr>
          <p:cNvSpPr txBox="1"/>
          <p:nvPr/>
        </p:nvSpPr>
        <p:spPr>
          <a:xfrm>
            <a:off x="191344" y="4462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4E005F71-9B71-B504-8179-4B0DDB200820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4E005F71-9B71-B504-8179-4B0DDB2008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4">
                <a:extLst>
                  <a:ext uri="{FF2B5EF4-FFF2-40B4-BE49-F238E27FC236}">
                    <a16:creationId xmlns:a16="http://schemas.microsoft.com/office/drawing/2014/main" id="{BC56AF19-637A-C790-519F-FD057BC5826D}"/>
                  </a:ext>
                </a:extLst>
              </p:cNvPr>
              <p:cNvSpPr txBox="1"/>
              <p:nvPr/>
            </p:nvSpPr>
            <p:spPr>
              <a:xfrm>
                <a:off x="143138" y="584261"/>
                <a:ext cx="23460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+3</m:t>
                    </m:r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字方塊 4">
                <a:extLst>
                  <a:ext uri="{FF2B5EF4-FFF2-40B4-BE49-F238E27FC236}">
                    <a16:creationId xmlns:a16="http://schemas.microsoft.com/office/drawing/2014/main" id="{BC56AF19-637A-C790-519F-FD057BC5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38" y="584261"/>
                <a:ext cx="2346062" cy="400110"/>
              </a:xfrm>
              <a:prstGeom prst="rect">
                <a:avLst/>
              </a:prstGeom>
              <a:blipFill>
                <a:blip r:embed="rId4"/>
                <a:stretch>
                  <a:fillRect l="-2597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23">
                <a:extLst>
                  <a:ext uri="{FF2B5EF4-FFF2-40B4-BE49-F238E27FC236}">
                    <a16:creationId xmlns:a16="http://schemas.microsoft.com/office/drawing/2014/main" id="{6F47F692-8670-CCAA-43E1-EEB86DE56984}"/>
                  </a:ext>
                </a:extLst>
              </p:cNvPr>
              <p:cNvSpPr txBox="1"/>
              <p:nvPr/>
            </p:nvSpPr>
            <p:spPr>
              <a:xfrm>
                <a:off x="407368" y="10169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" name="文字方塊 23">
                <a:extLst>
                  <a:ext uri="{FF2B5EF4-FFF2-40B4-BE49-F238E27FC236}">
                    <a16:creationId xmlns:a16="http://schemas.microsoft.com/office/drawing/2014/main" id="{6F47F692-8670-CCAA-43E1-EEB86DE5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016958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28">
            <a:extLst>
              <a:ext uri="{FF2B5EF4-FFF2-40B4-BE49-F238E27FC236}">
                <a16:creationId xmlns:a16="http://schemas.microsoft.com/office/drawing/2014/main" id="{A383FF13-9038-1EAE-F2D2-A7264030F128}"/>
              </a:ext>
            </a:extLst>
          </p:cNvPr>
          <p:cNvGrpSpPr/>
          <p:nvPr/>
        </p:nvGrpSpPr>
        <p:grpSpPr>
          <a:xfrm>
            <a:off x="703056" y="1029778"/>
            <a:ext cx="922394" cy="374470"/>
            <a:chOff x="4108340" y="3821687"/>
            <a:chExt cx="922394" cy="374470"/>
          </a:xfrm>
        </p:grpSpPr>
        <p:sp>
          <p:nvSpPr>
            <p:cNvPr id="7" name="文字方塊 29">
              <a:extLst>
                <a:ext uri="{FF2B5EF4-FFF2-40B4-BE49-F238E27FC236}">
                  <a16:creationId xmlns:a16="http://schemas.microsoft.com/office/drawing/2014/main" id="{2BA0E5E3-BE7B-082C-B0CD-3A152FE0EB73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" name="文字方塊 30">
              <a:extLst>
                <a:ext uri="{FF2B5EF4-FFF2-40B4-BE49-F238E27FC236}">
                  <a16:creationId xmlns:a16="http://schemas.microsoft.com/office/drawing/2014/main" id="{34E0EDC0-E724-0D2A-914C-721F3E745FFE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31">
                  <a:extLst>
                    <a:ext uri="{FF2B5EF4-FFF2-40B4-BE49-F238E27FC236}">
                      <a16:creationId xmlns:a16="http://schemas.microsoft.com/office/drawing/2014/main" id="{1DE6E035-5A90-1A46-FC00-AC9A1CCE867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" name="文字方塊 31">
                  <a:extLst>
                    <a:ext uri="{FF2B5EF4-FFF2-40B4-BE49-F238E27FC236}">
                      <a16:creationId xmlns:a16="http://schemas.microsoft.com/office/drawing/2014/main" id="{1DE6E035-5A90-1A46-FC00-AC9A1CCE8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32">
            <a:extLst>
              <a:ext uri="{FF2B5EF4-FFF2-40B4-BE49-F238E27FC236}">
                <a16:creationId xmlns:a16="http://schemas.microsoft.com/office/drawing/2014/main" id="{2DE94EE9-EDF3-0099-F1C8-786C47BB666D}"/>
              </a:ext>
            </a:extLst>
          </p:cNvPr>
          <p:cNvGrpSpPr/>
          <p:nvPr/>
        </p:nvGrpSpPr>
        <p:grpSpPr>
          <a:xfrm>
            <a:off x="1435739" y="1029778"/>
            <a:ext cx="922394" cy="374470"/>
            <a:chOff x="4108340" y="3821687"/>
            <a:chExt cx="922394" cy="374470"/>
          </a:xfrm>
        </p:grpSpPr>
        <p:sp>
          <p:nvSpPr>
            <p:cNvPr id="11" name="文字方塊 33">
              <a:extLst>
                <a:ext uri="{FF2B5EF4-FFF2-40B4-BE49-F238E27FC236}">
                  <a16:creationId xmlns:a16="http://schemas.microsoft.com/office/drawing/2014/main" id="{646B8A3E-D1CF-C44A-FEA6-34353B87FCE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" name="文字方塊 34">
              <a:extLst>
                <a:ext uri="{FF2B5EF4-FFF2-40B4-BE49-F238E27FC236}">
                  <a16:creationId xmlns:a16="http://schemas.microsoft.com/office/drawing/2014/main" id="{1948283E-CED1-D2B7-9B8C-3CA4DF3BE12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35">
                  <a:extLst>
                    <a:ext uri="{FF2B5EF4-FFF2-40B4-BE49-F238E27FC236}">
                      <a16:creationId xmlns:a16="http://schemas.microsoft.com/office/drawing/2014/main" id="{FD937D7A-0681-085D-3C18-35D9ECDF8FA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" name="文字方塊 35">
                  <a:extLst>
                    <a:ext uri="{FF2B5EF4-FFF2-40B4-BE49-F238E27FC236}">
                      <a16:creationId xmlns:a16="http://schemas.microsoft.com/office/drawing/2014/main" id="{FD937D7A-0681-085D-3C18-35D9ECDF8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8">
                <a:extLst>
                  <a:ext uri="{FF2B5EF4-FFF2-40B4-BE49-F238E27FC236}">
                    <a16:creationId xmlns:a16="http://schemas.microsoft.com/office/drawing/2014/main" id="{3C616E95-708C-87BC-0B8D-48CB5CE29858}"/>
                  </a:ext>
                </a:extLst>
              </p:cNvPr>
              <p:cNvSpPr txBox="1"/>
              <p:nvPr/>
            </p:nvSpPr>
            <p:spPr>
              <a:xfrm>
                <a:off x="98161" y="2071604"/>
                <a:ext cx="295232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latin typeface="Times New Roman" panose="02020603050405020304" pitchFamily="18" charset="0"/>
                    <a:cs typeface="Arial" panose="020B0604020202020204" pitchFamily="34" charset="0"/>
                  </a:rPr>
                  <a:t>19</a:t>
                </a:r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+8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𝑝𝑞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15</m:t>
                    </m:r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字方塊 8">
                <a:extLst>
                  <a:ext uri="{FF2B5EF4-FFF2-40B4-BE49-F238E27FC236}">
                    <a16:creationId xmlns:a16="http://schemas.microsoft.com/office/drawing/2014/main" id="{3C616E95-708C-87BC-0B8D-48CB5CE29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61" y="2071604"/>
                <a:ext cx="2952328" cy="400110"/>
              </a:xfrm>
              <a:prstGeom prst="rect">
                <a:avLst/>
              </a:prstGeom>
              <a:blipFill>
                <a:blip r:embed="rId8"/>
                <a:stretch>
                  <a:fillRect l="-2066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23">
                <a:extLst>
                  <a:ext uri="{FF2B5EF4-FFF2-40B4-BE49-F238E27FC236}">
                    <a16:creationId xmlns:a16="http://schemas.microsoft.com/office/drawing/2014/main" id="{BC4A47FA-72AB-D012-5AD9-E2B365EF6B1C}"/>
                  </a:ext>
                </a:extLst>
              </p:cNvPr>
              <p:cNvSpPr txBox="1"/>
              <p:nvPr/>
            </p:nvSpPr>
            <p:spPr>
              <a:xfrm>
                <a:off x="407368" y="28027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23">
                <a:extLst>
                  <a:ext uri="{FF2B5EF4-FFF2-40B4-BE49-F238E27FC236}">
                    <a16:creationId xmlns:a16="http://schemas.microsoft.com/office/drawing/2014/main" id="{BC4A47FA-72AB-D012-5AD9-E2B365EF6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2802707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28">
            <a:extLst>
              <a:ext uri="{FF2B5EF4-FFF2-40B4-BE49-F238E27FC236}">
                <a16:creationId xmlns:a16="http://schemas.microsoft.com/office/drawing/2014/main" id="{3DB2AEF5-D0F8-4B4D-BA1F-ED55915E91B2}"/>
              </a:ext>
            </a:extLst>
          </p:cNvPr>
          <p:cNvGrpSpPr/>
          <p:nvPr/>
        </p:nvGrpSpPr>
        <p:grpSpPr>
          <a:xfrm>
            <a:off x="703056" y="2815527"/>
            <a:ext cx="1065062" cy="374470"/>
            <a:chOff x="4108340" y="3821687"/>
            <a:chExt cx="1065062" cy="374470"/>
          </a:xfrm>
        </p:grpSpPr>
        <p:sp>
          <p:nvSpPr>
            <p:cNvPr id="21" name="文字方塊 29">
              <a:extLst>
                <a:ext uri="{FF2B5EF4-FFF2-40B4-BE49-F238E27FC236}">
                  <a16:creationId xmlns:a16="http://schemas.microsoft.com/office/drawing/2014/main" id="{2DCCCD0B-A90C-0778-2BFF-8FC257B4C12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2" name="文字方塊 30">
              <a:extLst>
                <a:ext uri="{FF2B5EF4-FFF2-40B4-BE49-F238E27FC236}">
                  <a16:creationId xmlns:a16="http://schemas.microsoft.com/office/drawing/2014/main" id="{A2B9CDBC-C5FB-4C9B-4694-FDD09EC6CDD4}"/>
                </a:ext>
              </a:extLst>
            </p:cNvPr>
            <p:cNvSpPr txBox="1"/>
            <p:nvPr/>
          </p:nvSpPr>
          <p:spPr>
            <a:xfrm>
              <a:off x="4608824" y="382682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q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31">
                  <a:extLst>
                    <a:ext uri="{FF2B5EF4-FFF2-40B4-BE49-F238E27FC236}">
                      <a16:creationId xmlns:a16="http://schemas.microsoft.com/office/drawing/2014/main" id="{D5C5E5DE-A452-260A-FD30-1098E2C7C60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3" name="文字方塊 31">
                  <a:extLst>
                    <a:ext uri="{FF2B5EF4-FFF2-40B4-BE49-F238E27FC236}">
                      <a16:creationId xmlns:a16="http://schemas.microsoft.com/office/drawing/2014/main" id="{D5C5E5DE-A452-260A-FD30-1098E2C7C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群組 32">
            <a:extLst>
              <a:ext uri="{FF2B5EF4-FFF2-40B4-BE49-F238E27FC236}">
                <a16:creationId xmlns:a16="http://schemas.microsoft.com/office/drawing/2014/main" id="{31711829-1DB9-158F-A0F1-0902E8DEDE1A}"/>
              </a:ext>
            </a:extLst>
          </p:cNvPr>
          <p:cNvGrpSpPr/>
          <p:nvPr/>
        </p:nvGrpSpPr>
        <p:grpSpPr>
          <a:xfrm>
            <a:off x="1614647" y="2828855"/>
            <a:ext cx="1065062" cy="374470"/>
            <a:chOff x="4108340" y="3821687"/>
            <a:chExt cx="1065062" cy="374470"/>
          </a:xfrm>
        </p:grpSpPr>
        <p:sp>
          <p:nvSpPr>
            <p:cNvPr id="25" name="文字方塊 33">
              <a:extLst>
                <a:ext uri="{FF2B5EF4-FFF2-40B4-BE49-F238E27FC236}">
                  <a16:creationId xmlns:a16="http://schemas.microsoft.com/office/drawing/2014/main" id="{5703CEBF-04CD-5F04-8B97-D96A2A670235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6" name="文字方塊 34">
              <a:extLst>
                <a:ext uri="{FF2B5EF4-FFF2-40B4-BE49-F238E27FC236}">
                  <a16:creationId xmlns:a16="http://schemas.microsoft.com/office/drawing/2014/main" id="{105D7CD8-F787-1BE8-0FAD-8240F1F55424}"/>
                </a:ext>
              </a:extLst>
            </p:cNvPr>
            <p:cNvSpPr txBox="1"/>
            <p:nvPr/>
          </p:nvSpPr>
          <p:spPr>
            <a:xfrm>
              <a:off x="4608824" y="382682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q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35">
                  <a:extLst>
                    <a:ext uri="{FF2B5EF4-FFF2-40B4-BE49-F238E27FC236}">
                      <a16:creationId xmlns:a16="http://schemas.microsoft.com/office/drawing/2014/main" id="{79C1F2A6-AE8E-C36E-627C-41990D02879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7" name="文字方塊 35">
                  <a:extLst>
                    <a:ext uri="{FF2B5EF4-FFF2-40B4-BE49-F238E27FC236}">
                      <a16:creationId xmlns:a16="http://schemas.microsoft.com/office/drawing/2014/main" id="{79C1F2A6-AE8E-C36E-627C-41990D028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8">
                <a:extLst>
                  <a:ext uri="{FF2B5EF4-FFF2-40B4-BE49-F238E27FC236}">
                    <a16:creationId xmlns:a16="http://schemas.microsoft.com/office/drawing/2014/main" id="{A6280C0E-004F-85FD-7012-9F78C1DD4B25}"/>
                  </a:ext>
                </a:extLst>
              </p:cNvPr>
              <p:cNvSpPr txBox="1"/>
              <p:nvPr/>
            </p:nvSpPr>
            <p:spPr>
              <a:xfrm>
                <a:off x="98161" y="3778164"/>
                <a:ext cx="295232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latin typeface="Times New Roman" panose="02020603050405020304" pitchFamily="18" charset="0"/>
                    <a:cs typeface="Arial" panose="020B0604020202020204" pitchFamily="34" charset="0"/>
                  </a:rPr>
                  <a:t>22</a:t>
                </a:r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2000" b="0" i="0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17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30</m:t>
                    </m:r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文字方塊 8">
                <a:extLst>
                  <a:ext uri="{FF2B5EF4-FFF2-40B4-BE49-F238E27FC236}">
                    <a16:creationId xmlns:a16="http://schemas.microsoft.com/office/drawing/2014/main" id="{A6280C0E-004F-85FD-7012-9F78C1DD4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61" y="3778164"/>
                <a:ext cx="2952328" cy="400110"/>
              </a:xfrm>
              <a:prstGeom prst="rect">
                <a:avLst/>
              </a:prstGeom>
              <a:blipFill>
                <a:blip r:embed="rId12"/>
                <a:stretch>
                  <a:fillRect l="-2066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23">
                <a:extLst>
                  <a:ext uri="{FF2B5EF4-FFF2-40B4-BE49-F238E27FC236}">
                    <a16:creationId xmlns:a16="http://schemas.microsoft.com/office/drawing/2014/main" id="{BFA6ED24-D62B-899A-34F3-4D949C14E133}"/>
                  </a:ext>
                </a:extLst>
              </p:cNvPr>
              <p:cNvSpPr txBox="1"/>
              <p:nvPr/>
            </p:nvSpPr>
            <p:spPr>
              <a:xfrm>
                <a:off x="407368" y="46329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23">
                <a:extLst>
                  <a:ext uri="{FF2B5EF4-FFF2-40B4-BE49-F238E27FC236}">
                    <a16:creationId xmlns:a16="http://schemas.microsoft.com/office/drawing/2014/main" id="{BFA6ED24-D62B-899A-34F3-4D949C14E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4632937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28">
            <a:extLst>
              <a:ext uri="{FF2B5EF4-FFF2-40B4-BE49-F238E27FC236}">
                <a16:creationId xmlns:a16="http://schemas.microsoft.com/office/drawing/2014/main" id="{5860959C-CA59-5DE6-B6DF-1E927D9D2A4F}"/>
              </a:ext>
            </a:extLst>
          </p:cNvPr>
          <p:cNvGrpSpPr/>
          <p:nvPr/>
        </p:nvGrpSpPr>
        <p:grpSpPr>
          <a:xfrm>
            <a:off x="703056" y="4645757"/>
            <a:ext cx="1082695" cy="374470"/>
            <a:chOff x="4108340" y="3821687"/>
            <a:chExt cx="1082695" cy="374470"/>
          </a:xfrm>
        </p:grpSpPr>
        <p:sp>
          <p:nvSpPr>
            <p:cNvPr id="33" name="文字方塊 29">
              <a:extLst>
                <a:ext uri="{FF2B5EF4-FFF2-40B4-BE49-F238E27FC236}">
                  <a16:creationId xmlns:a16="http://schemas.microsoft.com/office/drawing/2014/main" id="{9BAFEBBF-469D-56F9-6016-549FCFEE38B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4" name="文字方塊 30">
              <a:extLst>
                <a:ext uri="{FF2B5EF4-FFF2-40B4-BE49-F238E27FC236}">
                  <a16:creationId xmlns:a16="http://schemas.microsoft.com/office/drawing/2014/main" id="{84346482-BC9C-AD4C-0128-E7E61349A534}"/>
                </a:ext>
              </a:extLst>
            </p:cNvPr>
            <p:cNvSpPr txBox="1"/>
            <p:nvPr/>
          </p:nvSpPr>
          <p:spPr>
            <a:xfrm>
              <a:off x="4608824" y="3826825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1">
                  <a:extLst>
                    <a:ext uri="{FF2B5EF4-FFF2-40B4-BE49-F238E27FC236}">
                      <a16:creationId xmlns:a16="http://schemas.microsoft.com/office/drawing/2014/main" id="{5E450CC1-2F8A-9973-8250-FE4A5A4F8EC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1">
                  <a:extLst>
                    <a:ext uri="{FF2B5EF4-FFF2-40B4-BE49-F238E27FC236}">
                      <a16:creationId xmlns:a16="http://schemas.microsoft.com/office/drawing/2014/main" id="{5E450CC1-2F8A-9973-8250-FE4A5A4F8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群組 32">
            <a:extLst>
              <a:ext uri="{FF2B5EF4-FFF2-40B4-BE49-F238E27FC236}">
                <a16:creationId xmlns:a16="http://schemas.microsoft.com/office/drawing/2014/main" id="{338BF524-6EBE-17BC-B2D5-5B55F8A87A5A}"/>
              </a:ext>
            </a:extLst>
          </p:cNvPr>
          <p:cNvGrpSpPr/>
          <p:nvPr/>
        </p:nvGrpSpPr>
        <p:grpSpPr>
          <a:xfrm>
            <a:off x="1614647" y="4659085"/>
            <a:ext cx="1238186" cy="374470"/>
            <a:chOff x="4108340" y="3821687"/>
            <a:chExt cx="1238186" cy="374470"/>
          </a:xfrm>
        </p:grpSpPr>
        <p:sp>
          <p:nvSpPr>
            <p:cNvPr id="37" name="文字方塊 33">
              <a:extLst>
                <a:ext uri="{FF2B5EF4-FFF2-40B4-BE49-F238E27FC236}">
                  <a16:creationId xmlns:a16="http://schemas.microsoft.com/office/drawing/2014/main" id="{617873CA-5044-2EFF-A00B-395FD180D34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8" name="文字方塊 34">
              <a:extLst>
                <a:ext uri="{FF2B5EF4-FFF2-40B4-BE49-F238E27FC236}">
                  <a16:creationId xmlns:a16="http://schemas.microsoft.com/office/drawing/2014/main" id="{98333854-98BC-F274-229C-381AE67FCAA1}"/>
                </a:ext>
              </a:extLst>
            </p:cNvPr>
            <p:cNvSpPr txBox="1"/>
            <p:nvPr/>
          </p:nvSpPr>
          <p:spPr>
            <a:xfrm>
              <a:off x="4608824" y="3826825"/>
              <a:ext cx="7377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5">
                  <a:extLst>
                    <a:ext uri="{FF2B5EF4-FFF2-40B4-BE49-F238E27FC236}">
                      <a16:creationId xmlns:a16="http://schemas.microsoft.com/office/drawing/2014/main" id="{EE726563-4C0B-B6BD-D5F7-B2477750128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35">
                  <a:extLst>
                    <a:ext uri="{FF2B5EF4-FFF2-40B4-BE49-F238E27FC236}">
                      <a16:creationId xmlns:a16="http://schemas.microsoft.com/office/drawing/2014/main" id="{EE726563-4C0B-B6BD-D5F7-B247775012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3445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5C28253-543A-7CB5-ED2E-5CCCE54BB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260648"/>
            <a:ext cx="3047619" cy="121904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C1B5B64-CF67-7515-DD69-42A61B90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1628800"/>
            <a:ext cx="1885714" cy="128571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8424DDD-2B44-1178-49C0-03C1554F8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74" y="1685943"/>
            <a:ext cx="1904762" cy="1228571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E43587E-5257-A26F-CFD9-00C109D3C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217" y="1638323"/>
            <a:ext cx="1828571" cy="1266667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EFD0AB1-77C4-E6A0-CA6B-707915A48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88" y="3432099"/>
            <a:ext cx="1047619" cy="94285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3F96B56-A939-BDC5-DBC8-01FAE406B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0832" y="3479718"/>
            <a:ext cx="980952" cy="895238"/>
          </a:xfrm>
          <a:prstGeom prst="rect">
            <a:avLst/>
          </a:prstGeom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F3C6447B-DE09-123F-2004-5191F806E6D2}"/>
              </a:ext>
            </a:extLst>
          </p:cNvPr>
          <p:cNvGrpSpPr/>
          <p:nvPr/>
        </p:nvGrpSpPr>
        <p:grpSpPr>
          <a:xfrm>
            <a:off x="1345495" y="3362911"/>
            <a:ext cx="357790" cy="400110"/>
            <a:chOff x="9361046" y="4543622"/>
            <a:chExt cx="357790" cy="40011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56AA6DE7-6626-2752-B1B1-E7C7B2799697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C1936C37-9B6F-745C-8C65-6705C5DF65FD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82C8F8E7-86EA-F6FE-5C2F-644D603C9A14}"/>
              </a:ext>
            </a:extLst>
          </p:cNvPr>
          <p:cNvCxnSpPr>
            <a:cxnSpLocks/>
          </p:cNvCxnSpPr>
          <p:nvPr/>
        </p:nvCxnSpPr>
        <p:spPr>
          <a:xfrm>
            <a:off x="1384292" y="376302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BE368A7A-4570-80C4-0E8C-2ED847966B74}"/>
              </a:ext>
            </a:extLst>
          </p:cNvPr>
          <p:cNvCxnSpPr>
            <a:cxnSpLocks/>
          </p:cNvCxnSpPr>
          <p:nvPr/>
        </p:nvCxnSpPr>
        <p:spPr>
          <a:xfrm flipV="1">
            <a:off x="1384292" y="376302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4B04D672-8AD2-1E61-EC77-3D66167784C1}"/>
              </a:ext>
            </a:extLst>
          </p:cNvPr>
          <p:cNvGrpSpPr/>
          <p:nvPr/>
        </p:nvGrpSpPr>
        <p:grpSpPr>
          <a:xfrm>
            <a:off x="1371849" y="4323116"/>
            <a:ext cx="357790" cy="400110"/>
            <a:chOff x="9361046" y="4543622"/>
            <a:chExt cx="357790" cy="400110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E1C39896-790B-0A8B-AF38-3DD34A84DD1E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911D083-B46B-1A3F-A186-0E3585471AE9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9" name="TextBox 15">
            <a:extLst>
              <a:ext uri="{FF2B5EF4-FFF2-40B4-BE49-F238E27FC236}">
                <a16:creationId xmlns:a16="http://schemas.microsoft.com/office/drawing/2014/main" id="{E4C1F952-51BC-C9EE-B252-42ACD57598DB}"/>
              </a:ext>
            </a:extLst>
          </p:cNvPr>
          <p:cNvSpPr txBox="1"/>
          <p:nvPr/>
        </p:nvSpPr>
        <p:spPr>
          <a:xfrm>
            <a:off x="1629294" y="4325034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CA2FFDC-D9E9-4C27-F63A-09782FE35CCA}"/>
              </a:ext>
            </a:extLst>
          </p:cNvPr>
          <p:cNvCxnSpPr>
            <a:cxnSpLocks/>
          </p:cNvCxnSpPr>
          <p:nvPr/>
        </p:nvCxnSpPr>
        <p:spPr bwMode="auto">
          <a:xfrm>
            <a:off x="319588" y="4773448"/>
            <a:ext cx="432048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C5816964-2413-506A-B9E7-0B5A7A94C3FE}"/>
              </a:ext>
            </a:extLst>
          </p:cNvPr>
          <p:cNvGrpSpPr/>
          <p:nvPr/>
        </p:nvGrpSpPr>
        <p:grpSpPr>
          <a:xfrm>
            <a:off x="485077" y="4845683"/>
            <a:ext cx="793140" cy="412150"/>
            <a:chOff x="1151524" y="1365813"/>
            <a:chExt cx="793140" cy="412150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29157A01-CF52-FA7E-BF61-8BD164B61645}"/>
                </a:ext>
              </a:extLst>
            </p:cNvPr>
            <p:cNvGrpSpPr/>
            <p:nvPr/>
          </p:nvGrpSpPr>
          <p:grpSpPr>
            <a:xfrm>
              <a:off x="1151524" y="1369717"/>
              <a:ext cx="793140" cy="408246"/>
              <a:chOff x="1151524" y="1369717"/>
              <a:chExt cx="793140" cy="408246"/>
            </a:xfrm>
          </p:grpSpPr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8813076-DB13-7A66-C648-E5B446966611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69813B3-7E5C-A8EE-7228-757C1E5D5E6D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A1ACB73-07EF-5434-AC01-5B117152DFEB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A1ACB73-07EF-5434-AC01-5B117152D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FF87146-8AEF-1CF8-A5FD-06C496087455}"/>
                  </a:ext>
                </a:extLst>
              </p:cNvPr>
              <p:cNvSpPr txBox="1"/>
              <p:nvPr/>
            </p:nvSpPr>
            <p:spPr>
              <a:xfrm>
                <a:off x="2063552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FF87146-8AEF-1CF8-A5FD-06C496087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4828556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36">
            <a:extLst>
              <a:ext uri="{FF2B5EF4-FFF2-40B4-BE49-F238E27FC236}">
                <a16:creationId xmlns:a16="http://schemas.microsoft.com/office/drawing/2014/main" id="{13FEEFA2-75CE-A2FB-731A-2332BD5A9E70}"/>
              </a:ext>
            </a:extLst>
          </p:cNvPr>
          <p:cNvGrpSpPr/>
          <p:nvPr/>
        </p:nvGrpSpPr>
        <p:grpSpPr>
          <a:xfrm>
            <a:off x="3178175" y="4828499"/>
            <a:ext cx="966265" cy="412150"/>
            <a:chOff x="1151524" y="1365813"/>
            <a:chExt cx="966265" cy="41215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159E958-2C76-26B1-07E7-4549510A0575}"/>
                </a:ext>
              </a:extLst>
            </p:cNvPr>
            <p:cNvGrpSpPr/>
            <p:nvPr/>
          </p:nvGrpSpPr>
          <p:grpSpPr>
            <a:xfrm>
              <a:off x="1151524" y="1369717"/>
              <a:ext cx="966265" cy="408246"/>
              <a:chOff x="1151524" y="1369717"/>
              <a:chExt cx="966265" cy="408246"/>
            </a:xfrm>
          </p:grpSpPr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A1BC5B0C-49BB-7D51-8091-7DF7718E2916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3173A45-979B-FF67-AE43-AC9DB5FBFCF8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303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4F3053E-BB3C-EF62-1B6B-4E7789BA945A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4F3053E-BB3C-EF62-1B6B-4E7789BA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E5B852E-4E5B-4FD2-52F3-79C4D00D3A3F}"/>
                  </a:ext>
                </a:extLst>
              </p:cNvPr>
              <p:cNvSpPr txBox="1"/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E5B852E-4E5B-4FD2-52F3-79C4D00D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48" y="482855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5B5676B-C0F4-9D14-6B43-773836CE7437}"/>
                  </a:ext>
                </a:extLst>
              </p:cNvPr>
              <p:cNvSpPr txBox="1"/>
              <p:nvPr/>
            </p:nvSpPr>
            <p:spPr>
              <a:xfrm>
                <a:off x="4605584" y="4828556"/>
                <a:ext cx="7469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5B5676B-C0F4-9D14-6B43-773836CE7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584" y="4828556"/>
                <a:ext cx="74698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43">
            <a:extLst>
              <a:ext uri="{FF2B5EF4-FFF2-40B4-BE49-F238E27FC236}">
                <a16:creationId xmlns:a16="http://schemas.microsoft.com/office/drawing/2014/main" id="{6F2CDD93-47D3-8BF8-8379-24C74C4CB5B7}"/>
              </a:ext>
            </a:extLst>
          </p:cNvPr>
          <p:cNvGrpSpPr/>
          <p:nvPr/>
        </p:nvGrpSpPr>
        <p:grpSpPr>
          <a:xfrm>
            <a:off x="4223792" y="5448522"/>
            <a:ext cx="1548865" cy="477054"/>
            <a:chOff x="2163952" y="5800328"/>
            <a:chExt cx="1548865" cy="477054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17999D7A-5FA6-1679-0884-C3A936287427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F103B1B4-1C27-06FA-12E7-154BAB68944F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BC554534-E391-5FAD-493C-1BE66DFEA9D2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9695CDAF-3838-F29B-583F-26D6BB9818FC}"/>
                    </a:ext>
                  </a:extLst>
                </p:cNvPr>
                <p:cNvSpPr txBox="1"/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9695CDAF-3838-F29B-583F-26D6BB981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E7A6C51F-B3D4-B07F-F7FB-84BD57859A14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193BBD1-416A-E843-AD99-AD6FCD33438E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42141F12-7737-1C71-A286-DC1C77BE5BD7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7A0ADEC-4A83-ACAF-A1D6-89B36903CB2A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97A0ADEC-4A83-ACAF-A1D6-89B36903C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2CE878C0-E7BF-4126-6A2D-064AC3FE9F94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39F9421A-22A6-4D6B-FB9B-09CACFED3C35}"/>
              </a:ext>
            </a:extLst>
          </p:cNvPr>
          <p:cNvCxnSpPr>
            <a:cxnSpLocks/>
          </p:cNvCxnSpPr>
          <p:nvPr/>
        </p:nvCxnSpPr>
        <p:spPr bwMode="auto">
          <a:xfrm>
            <a:off x="4718161" y="5167469"/>
            <a:ext cx="574332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D4A1C8A-0849-DF59-7EA3-E7E4A5735D75}"/>
              </a:ext>
            </a:extLst>
          </p:cNvPr>
          <p:cNvCxnSpPr>
            <a:cxnSpLocks/>
          </p:cNvCxnSpPr>
          <p:nvPr/>
        </p:nvCxnSpPr>
        <p:spPr>
          <a:xfrm>
            <a:off x="5010778" y="5228666"/>
            <a:ext cx="0" cy="31192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1FC74A1F-DEC1-9460-3DAF-717551F5C1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9548" y="2291403"/>
            <a:ext cx="2742857" cy="980952"/>
          </a:xfrm>
          <a:prstGeom prst="rect">
            <a:avLst/>
          </a:prstGeom>
        </p:spPr>
      </p:pic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7324FEB4-11DF-97B1-B94D-EB45C8AA39C5}"/>
              </a:ext>
            </a:extLst>
          </p:cNvPr>
          <p:cNvCxnSpPr>
            <a:cxnSpLocks/>
          </p:cNvCxnSpPr>
          <p:nvPr/>
        </p:nvCxnSpPr>
        <p:spPr>
          <a:xfrm>
            <a:off x="53759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5506695B-24DA-2CC6-D9C7-C5B7595162A5}"/>
              </a:ext>
            </a:extLst>
          </p:cNvPr>
          <p:cNvCxnSpPr>
            <a:cxnSpLocks/>
          </p:cNvCxnSpPr>
          <p:nvPr/>
        </p:nvCxnSpPr>
        <p:spPr>
          <a:xfrm>
            <a:off x="5375919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19551D83-1709-21A1-2C25-A02E7DA286DB}"/>
              </a:ext>
            </a:extLst>
          </p:cNvPr>
          <p:cNvCxnSpPr>
            <a:cxnSpLocks/>
          </p:cNvCxnSpPr>
          <p:nvPr/>
        </p:nvCxnSpPr>
        <p:spPr>
          <a:xfrm>
            <a:off x="8976320" y="2594678"/>
            <a:ext cx="676325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26E8E99A-4C3E-9B93-5F74-5E1DE05849D6}"/>
              </a:ext>
            </a:extLst>
          </p:cNvPr>
          <p:cNvGrpSpPr/>
          <p:nvPr/>
        </p:nvGrpSpPr>
        <p:grpSpPr>
          <a:xfrm>
            <a:off x="9710110" y="2407443"/>
            <a:ext cx="922394" cy="374470"/>
            <a:chOff x="4108340" y="3821687"/>
            <a:chExt cx="922394" cy="374470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7082BDB0-39D9-0EA1-7508-DE49CCCAF96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2E3C538D-6854-AF94-8177-4E9B7B88B25A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1E570A22-2C47-362B-3046-9D9A34787380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1E570A22-2C47-362B-3046-9D9A34787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D78ABC8C-BB36-7940-FE08-831841D82084}"/>
              </a:ext>
            </a:extLst>
          </p:cNvPr>
          <p:cNvCxnSpPr>
            <a:cxnSpLocks/>
          </p:cNvCxnSpPr>
          <p:nvPr/>
        </p:nvCxnSpPr>
        <p:spPr>
          <a:xfrm>
            <a:off x="8976320" y="3026726"/>
            <a:ext cx="6763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B1CFF50F-F9A7-60B4-9CA2-A857A33A4F08}"/>
              </a:ext>
            </a:extLst>
          </p:cNvPr>
          <p:cNvGrpSpPr/>
          <p:nvPr/>
        </p:nvGrpSpPr>
        <p:grpSpPr>
          <a:xfrm>
            <a:off x="9715426" y="2839491"/>
            <a:ext cx="922394" cy="374470"/>
            <a:chOff x="4108340" y="3821687"/>
            <a:chExt cx="922394" cy="374470"/>
          </a:xfrm>
        </p:grpSpPr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9827324B-43A4-1B3D-B853-7B9033630C4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30694D0B-CFC9-813F-C739-076F0E003105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E3954405-4E21-0753-E742-D9DAF2FE6DD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E3954405-4E21-0753-E742-D9DAF2FE6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67C2C827-2D06-8840-1678-D4418B660DBF}"/>
              </a:ext>
            </a:extLst>
          </p:cNvPr>
          <p:cNvCxnSpPr>
            <a:cxnSpLocks/>
          </p:cNvCxnSpPr>
          <p:nvPr/>
        </p:nvCxnSpPr>
        <p:spPr bwMode="auto">
          <a:xfrm>
            <a:off x="5332165" y="3386766"/>
            <a:ext cx="5444355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6926C199-1CF7-A8B1-D858-72E30E5D927D}"/>
              </a:ext>
            </a:extLst>
          </p:cNvPr>
          <p:cNvGrpSpPr/>
          <p:nvPr/>
        </p:nvGrpSpPr>
        <p:grpSpPr>
          <a:xfrm>
            <a:off x="6291535" y="3528010"/>
            <a:ext cx="1548865" cy="477054"/>
            <a:chOff x="2163952" y="5800328"/>
            <a:chExt cx="1548865" cy="477054"/>
          </a:xfrm>
        </p:grpSpPr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E2473F1B-963A-B863-EF69-F0264AB0928C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95B5812D-E6A1-4332-A0E5-C73EF3EEFD1C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CA526944-8E62-A53E-53C0-DC181556B634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0094AE40-A5FE-CE3B-B1E1-B03C941DC648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4" name="文字方塊 73">
                  <a:extLst>
                    <a:ext uri="{FF2B5EF4-FFF2-40B4-BE49-F238E27FC236}">
                      <a16:creationId xmlns:a16="http://schemas.microsoft.com/office/drawing/2014/main" id="{0094AE40-A5FE-CE3B-B1E1-B03C941DC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id="{D7616152-5634-99DE-6DDB-3A0FAEC3154B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73AB4E7B-E661-8289-6254-53064D79BFEC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02B0494-9BA5-EF15-0680-D282236ABCB7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43EC9979-2D4A-EB18-CF1C-0BA9900021CA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43EC9979-2D4A-EB18-CF1C-0BA990002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5B6182A4-0EDF-BB81-B851-F9EA12AD8262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3D81D2AD-9D08-4F38-4234-25B1DB5CA279}"/>
                  </a:ext>
                </a:extLst>
              </p:cNvPr>
              <p:cNvSpPr txBox="1"/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3D81D2AD-9D08-4F38-4234-25B1DB5CA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052" y="358735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群組 82">
            <a:extLst>
              <a:ext uri="{FF2B5EF4-FFF2-40B4-BE49-F238E27FC236}">
                <a16:creationId xmlns:a16="http://schemas.microsoft.com/office/drawing/2014/main" id="{D9C5510C-E524-AAFE-D8B7-8DE3B2A1E89B}"/>
              </a:ext>
            </a:extLst>
          </p:cNvPr>
          <p:cNvGrpSpPr/>
          <p:nvPr/>
        </p:nvGrpSpPr>
        <p:grpSpPr>
          <a:xfrm>
            <a:off x="8023658" y="3625604"/>
            <a:ext cx="922394" cy="374470"/>
            <a:chOff x="4108340" y="3821687"/>
            <a:chExt cx="922394" cy="374470"/>
          </a:xfrm>
        </p:grpSpPr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2DADBC08-4FBE-C032-7594-39F752CA193D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5FE581FB-7772-EFEA-ED95-A08CB7DEE0F7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0DDD0F12-11A0-3A36-E9F5-8A3BF0DE13E7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0DDD0F12-11A0-3A36-E9F5-8A3BF0DE1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A051A5F9-76E6-CB9B-C7DB-5AEFD42069EC}"/>
              </a:ext>
            </a:extLst>
          </p:cNvPr>
          <p:cNvGrpSpPr/>
          <p:nvPr/>
        </p:nvGrpSpPr>
        <p:grpSpPr>
          <a:xfrm>
            <a:off x="8774006" y="3611860"/>
            <a:ext cx="922394" cy="374470"/>
            <a:chOff x="4108340" y="3821687"/>
            <a:chExt cx="922394" cy="374470"/>
          </a:xfrm>
        </p:grpSpPr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E990F93F-83AD-CBFE-4D6C-EE27FB6A15FF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x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AE3523DC-2963-CDC7-0482-1C7465351471}"/>
                </a:ext>
              </a:extLst>
            </p:cNvPr>
            <p:cNvSpPr txBox="1"/>
            <p:nvPr/>
          </p:nvSpPr>
          <p:spPr>
            <a:xfrm>
              <a:off x="4608824" y="3826825"/>
              <a:ext cx="4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E809132A-CBE1-689F-24DD-E307E50E4FAA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E809132A-CBE1-689F-24DD-E307E50E4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0040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  <p:bldP spid="42" grpId="0"/>
      <p:bldP spid="43" grpId="0"/>
      <p:bldP spid="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21">
                <a:extLst>
                  <a:ext uri="{FF2B5EF4-FFF2-40B4-BE49-F238E27FC236}">
                    <a16:creationId xmlns:a16="http://schemas.microsoft.com/office/drawing/2014/main" id="{B24D40FF-9F3C-AB19-5F65-8C6501656F38}"/>
                  </a:ext>
                </a:extLst>
              </p:cNvPr>
              <p:cNvSpPr txBox="1"/>
              <p:nvPr/>
            </p:nvSpPr>
            <p:spPr>
              <a:xfrm>
                <a:off x="447127" y="569021"/>
                <a:ext cx="22566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23.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−14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+13</m:t>
                    </m:r>
                  </m:oMath>
                </a14:m>
                <a:endParaRPr lang="zh-TW" altLang="zh-HK" sz="18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字方塊 21">
                <a:extLst>
                  <a:ext uri="{FF2B5EF4-FFF2-40B4-BE49-F238E27FC236}">
                    <a16:creationId xmlns:a16="http://schemas.microsoft.com/office/drawing/2014/main" id="{B24D40FF-9F3C-AB19-5F65-8C6501656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27" y="569021"/>
                <a:ext cx="2256652" cy="369332"/>
              </a:xfrm>
              <a:prstGeom prst="rect">
                <a:avLst/>
              </a:prstGeom>
              <a:blipFill>
                <a:blip r:embed="rId2"/>
                <a:stretch>
                  <a:fillRect l="-2156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93">
                <a:extLst>
                  <a:ext uri="{FF2B5EF4-FFF2-40B4-BE49-F238E27FC236}">
                    <a16:creationId xmlns:a16="http://schemas.microsoft.com/office/drawing/2014/main" id="{7960E375-E6AE-AD2F-5822-AE9E1DEC4C47}"/>
                  </a:ext>
                </a:extLst>
              </p:cNvPr>
              <p:cNvSpPr txBox="1"/>
              <p:nvPr/>
            </p:nvSpPr>
            <p:spPr>
              <a:xfrm>
                <a:off x="644869" y="10610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" name="文字方塊 93">
                <a:extLst>
                  <a:ext uri="{FF2B5EF4-FFF2-40B4-BE49-F238E27FC236}">
                    <a16:creationId xmlns:a16="http://schemas.microsoft.com/office/drawing/2014/main" id="{7960E375-E6AE-AD2F-5822-AE9E1DEC4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69" y="1061098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94">
            <a:extLst>
              <a:ext uri="{FF2B5EF4-FFF2-40B4-BE49-F238E27FC236}">
                <a16:creationId xmlns:a16="http://schemas.microsoft.com/office/drawing/2014/main" id="{644D5A7D-2A5B-B48D-01B5-F57CAD8B8A42}"/>
              </a:ext>
            </a:extLst>
          </p:cNvPr>
          <p:cNvGrpSpPr/>
          <p:nvPr/>
        </p:nvGrpSpPr>
        <p:grpSpPr>
          <a:xfrm>
            <a:off x="940557" y="1073918"/>
            <a:ext cx="1046036" cy="713024"/>
            <a:chOff x="4108340" y="3821687"/>
            <a:chExt cx="948042" cy="713024"/>
          </a:xfrm>
        </p:grpSpPr>
        <p:sp>
          <p:nvSpPr>
            <p:cNvPr id="7" name="文字方塊 95">
              <a:extLst>
                <a:ext uri="{FF2B5EF4-FFF2-40B4-BE49-F238E27FC236}">
                  <a16:creationId xmlns:a16="http://schemas.microsoft.com/office/drawing/2014/main" id="{F1CA5A77-D177-2745-DA94-AA6BC021150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" name="文字方塊 96">
              <a:extLst>
                <a:ext uri="{FF2B5EF4-FFF2-40B4-BE49-F238E27FC236}">
                  <a16:creationId xmlns:a16="http://schemas.microsoft.com/office/drawing/2014/main" id="{5EDAF1C7-BBB3-6C2A-C245-9FCDCD24D684}"/>
                </a:ext>
              </a:extLst>
            </p:cNvPr>
            <p:cNvSpPr txBox="1"/>
            <p:nvPr/>
          </p:nvSpPr>
          <p:spPr>
            <a:xfrm>
              <a:off x="4608824" y="3826825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97">
                  <a:extLst>
                    <a:ext uri="{FF2B5EF4-FFF2-40B4-BE49-F238E27FC236}">
                      <a16:creationId xmlns:a16="http://schemas.microsoft.com/office/drawing/2014/main" id="{099C7E8B-01D4-2CFB-CA11-26D71D9FA454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" name="文字方塊 97">
                  <a:extLst>
                    <a:ext uri="{FF2B5EF4-FFF2-40B4-BE49-F238E27FC236}">
                      <a16:creationId xmlns:a16="http://schemas.microsoft.com/office/drawing/2014/main" id="{099C7E8B-01D4-2CFB-CA11-26D71D9FA4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8">
            <a:extLst>
              <a:ext uri="{FF2B5EF4-FFF2-40B4-BE49-F238E27FC236}">
                <a16:creationId xmlns:a16="http://schemas.microsoft.com/office/drawing/2014/main" id="{CBF3FB41-80D9-A230-3AC7-8D0B92AACF6A}"/>
              </a:ext>
            </a:extLst>
          </p:cNvPr>
          <p:cNvGrpSpPr/>
          <p:nvPr/>
        </p:nvGrpSpPr>
        <p:grpSpPr>
          <a:xfrm>
            <a:off x="1776186" y="1082412"/>
            <a:ext cx="1506841" cy="405248"/>
            <a:chOff x="4108339" y="3821687"/>
            <a:chExt cx="1121168" cy="405248"/>
          </a:xfrm>
        </p:grpSpPr>
        <p:sp>
          <p:nvSpPr>
            <p:cNvPr id="11" name="文字方塊 99">
              <a:extLst>
                <a:ext uri="{FF2B5EF4-FFF2-40B4-BE49-F238E27FC236}">
                  <a16:creationId xmlns:a16="http://schemas.microsoft.com/office/drawing/2014/main" id="{382D031C-90FD-3883-959D-EB12FC5B13D4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" name="文字方塊 100">
              <a:extLst>
                <a:ext uri="{FF2B5EF4-FFF2-40B4-BE49-F238E27FC236}">
                  <a16:creationId xmlns:a16="http://schemas.microsoft.com/office/drawing/2014/main" id="{FCE946D2-5535-7A41-DCC6-14FEAE704788}"/>
                </a:ext>
              </a:extLst>
            </p:cNvPr>
            <p:cNvSpPr txBox="1"/>
            <p:nvPr/>
          </p:nvSpPr>
          <p:spPr>
            <a:xfrm>
              <a:off x="4608824" y="3826825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01">
                  <a:extLst>
                    <a:ext uri="{FF2B5EF4-FFF2-40B4-BE49-F238E27FC236}">
                      <a16:creationId xmlns:a16="http://schemas.microsoft.com/office/drawing/2014/main" id="{DC8B8AB3-0CCD-FF4D-751A-063E6316E935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" name="文字方塊 101">
                  <a:extLst>
                    <a:ext uri="{FF2B5EF4-FFF2-40B4-BE49-F238E27FC236}">
                      <a16:creationId xmlns:a16="http://schemas.microsoft.com/office/drawing/2014/main" id="{DC8B8AB3-0CCD-FF4D-751A-063E6316E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1">
            <a:extLst>
              <a:ext uri="{FF2B5EF4-FFF2-40B4-BE49-F238E27FC236}">
                <a16:creationId xmlns:a16="http://schemas.microsoft.com/office/drawing/2014/main" id="{E1B8D85C-9F5B-37CF-ABE4-31EF6F30D820}"/>
              </a:ext>
            </a:extLst>
          </p:cNvPr>
          <p:cNvSpPr txBox="1"/>
          <p:nvPr/>
        </p:nvSpPr>
        <p:spPr>
          <a:xfrm>
            <a:off x="191344" y="44624"/>
            <a:ext cx="3619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筆跡 2">
                <a:extLst>
                  <a:ext uri="{FF2B5EF4-FFF2-40B4-BE49-F238E27FC236}">
                    <a16:creationId xmlns:a16="http://schemas.microsoft.com/office/drawing/2014/main" id="{6128F341-029B-D413-CD08-14815B6DA386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15" name="筆跡 2">
                <a:extLst>
                  <a:ext uri="{FF2B5EF4-FFF2-40B4-BE49-F238E27FC236}">
                    <a16:creationId xmlns:a16="http://schemas.microsoft.com/office/drawing/2014/main" id="{6128F341-029B-D413-CD08-14815B6DA3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29">
                <a:extLst>
                  <a:ext uri="{FF2B5EF4-FFF2-40B4-BE49-F238E27FC236}">
                    <a16:creationId xmlns:a16="http://schemas.microsoft.com/office/drawing/2014/main" id="{0C4297E9-4A51-ACD5-DE54-89760123EC0F}"/>
                  </a:ext>
                </a:extLst>
              </p:cNvPr>
              <p:cNvSpPr txBox="1"/>
              <p:nvPr/>
            </p:nvSpPr>
            <p:spPr>
              <a:xfrm>
                <a:off x="397012" y="1830179"/>
                <a:ext cx="32470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𝑎𝑏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56</m:t>
                    </m:r>
                    <m:sSup>
                      <m:sSupPr>
                        <m:ctrlPr>
                          <a:rPr lang="en-US" altLang="zh-HK" sz="20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字方塊 29">
                <a:extLst>
                  <a:ext uri="{FF2B5EF4-FFF2-40B4-BE49-F238E27FC236}">
                    <a16:creationId xmlns:a16="http://schemas.microsoft.com/office/drawing/2014/main" id="{0C4297E9-4A51-ACD5-DE54-89760123E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12" y="1830179"/>
                <a:ext cx="3247020" cy="400110"/>
              </a:xfrm>
              <a:prstGeom prst="rect">
                <a:avLst/>
              </a:prstGeom>
              <a:blipFill>
                <a:blip r:embed="rId8"/>
                <a:stretch>
                  <a:fillRect l="-1876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29">
                <a:extLst>
                  <a:ext uri="{FF2B5EF4-FFF2-40B4-BE49-F238E27FC236}">
                    <a16:creationId xmlns:a16="http://schemas.microsoft.com/office/drawing/2014/main" id="{5A2E66D2-8F26-E00B-E3B8-61504151A2EA}"/>
                  </a:ext>
                </a:extLst>
              </p:cNvPr>
              <p:cNvSpPr txBox="1"/>
              <p:nvPr/>
            </p:nvSpPr>
            <p:spPr>
              <a:xfrm>
                <a:off x="621141" y="23670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29">
                <a:extLst>
                  <a:ext uri="{FF2B5EF4-FFF2-40B4-BE49-F238E27FC236}">
                    <a16:creationId xmlns:a16="http://schemas.microsoft.com/office/drawing/2014/main" id="{5A2E66D2-8F26-E00B-E3B8-61504151A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1" y="2367036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群組 130">
            <a:extLst>
              <a:ext uri="{FF2B5EF4-FFF2-40B4-BE49-F238E27FC236}">
                <a16:creationId xmlns:a16="http://schemas.microsoft.com/office/drawing/2014/main" id="{7D4C0BED-D1FA-6343-8BFD-26AEFAB0EB79}"/>
              </a:ext>
            </a:extLst>
          </p:cNvPr>
          <p:cNvGrpSpPr/>
          <p:nvPr/>
        </p:nvGrpSpPr>
        <p:grpSpPr>
          <a:xfrm>
            <a:off x="931829" y="2374718"/>
            <a:ext cx="1153090" cy="410386"/>
            <a:chOff x="4121935" y="3816549"/>
            <a:chExt cx="1045067" cy="410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31">
                  <a:extLst>
                    <a:ext uri="{FF2B5EF4-FFF2-40B4-BE49-F238E27FC236}">
                      <a16:creationId xmlns:a16="http://schemas.microsoft.com/office/drawing/2014/main" id="{EFAD741E-EC63-DEE9-735B-81B202F36252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43699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字方塊 131">
                  <a:extLst>
                    <a:ext uri="{FF2B5EF4-FFF2-40B4-BE49-F238E27FC236}">
                      <a16:creationId xmlns:a16="http://schemas.microsoft.com/office/drawing/2014/main" id="{EFAD741E-EC63-DEE9-735B-81B202F36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43699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字方塊 132">
              <a:extLst>
                <a:ext uri="{FF2B5EF4-FFF2-40B4-BE49-F238E27FC236}">
                  <a16:creationId xmlns:a16="http://schemas.microsoft.com/office/drawing/2014/main" id="{576490C4-016E-4DFD-3932-1BFABD6E6718}"/>
                </a:ext>
              </a:extLst>
            </p:cNvPr>
            <p:cNvSpPr txBox="1"/>
            <p:nvPr/>
          </p:nvSpPr>
          <p:spPr>
            <a:xfrm>
              <a:off x="4608824" y="3826825"/>
              <a:ext cx="5581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b)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133">
                  <a:extLst>
                    <a:ext uri="{FF2B5EF4-FFF2-40B4-BE49-F238E27FC236}">
                      <a16:creationId xmlns:a16="http://schemas.microsoft.com/office/drawing/2014/main" id="{54A4265D-B77D-701E-7D16-E114C197429E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1" name="文字方塊 133">
                  <a:extLst>
                    <a:ext uri="{FF2B5EF4-FFF2-40B4-BE49-F238E27FC236}">
                      <a16:creationId xmlns:a16="http://schemas.microsoft.com/office/drawing/2014/main" id="{54A4265D-B77D-701E-7D16-E114C1974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群組 134">
            <a:extLst>
              <a:ext uri="{FF2B5EF4-FFF2-40B4-BE49-F238E27FC236}">
                <a16:creationId xmlns:a16="http://schemas.microsoft.com/office/drawing/2014/main" id="{D1D12944-AFD8-A222-74C9-F9D467D2858B}"/>
              </a:ext>
            </a:extLst>
          </p:cNvPr>
          <p:cNvGrpSpPr/>
          <p:nvPr/>
        </p:nvGrpSpPr>
        <p:grpSpPr>
          <a:xfrm>
            <a:off x="1934567" y="2354576"/>
            <a:ext cx="1385532" cy="405248"/>
            <a:chOff x="4108340" y="3821687"/>
            <a:chExt cx="1140980" cy="405248"/>
          </a:xfrm>
        </p:grpSpPr>
        <p:sp>
          <p:nvSpPr>
            <p:cNvPr id="23" name="文字方塊 135">
              <a:extLst>
                <a:ext uri="{FF2B5EF4-FFF2-40B4-BE49-F238E27FC236}">
                  <a16:creationId xmlns:a16="http://schemas.microsoft.com/office/drawing/2014/main" id="{E3E5C365-1E0C-18C0-174C-67961C0E16F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4" name="文字方塊 136">
              <a:extLst>
                <a:ext uri="{FF2B5EF4-FFF2-40B4-BE49-F238E27FC236}">
                  <a16:creationId xmlns:a16="http://schemas.microsoft.com/office/drawing/2014/main" id="{30510CCF-3D9E-E3D9-3687-38124A1F4E79}"/>
                </a:ext>
              </a:extLst>
            </p:cNvPr>
            <p:cNvSpPr txBox="1"/>
            <p:nvPr/>
          </p:nvSpPr>
          <p:spPr>
            <a:xfrm>
              <a:off x="4608824" y="3826825"/>
              <a:ext cx="6404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b)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137">
                  <a:extLst>
                    <a:ext uri="{FF2B5EF4-FFF2-40B4-BE49-F238E27FC236}">
                      <a16:creationId xmlns:a16="http://schemas.microsoft.com/office/drawing/2014/main" id="{C99571AB-5A03-1D27-9A48-4F876E6DF763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5" name="文字方塊 137">
                  <a:extLst>
                    <a:ext uri="{FF2B5EF4-FFF2-40B4-BE49-F238E27FC236}">
                      <a16:creationId xmlns:a16="http://schemas.microsoft.com/office/drawing/2014/main" id="{C99571AB-5A03-1D27-9A48-4F876E6DF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9">
                <a:extLst>
                  <a:ext uri="{FF2B5EF4-FFF2-40B4-BE49-F238E27FC236}">
                    <a16:creationId xmlns:a16="http://schemas.microsoft.com/office/drawing/2014/main" id="{43776472-FEBB-212D-BF5D-BA8944711EB9}"/>
                  </a:ext>
                </a:extLst>
              </p:cNvPr>
              <p:cNvSpPr txBox="1"/>
              <p:nvPr/>
            </p:nvSpPr>
            <p:spPr>
              <a:xfrm>
                <a:off x="397012" y="3214272"/>
                <a:ext cx="34860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𝑚𝑛𝑘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21</m:t>
                    </m:r>
                    <m:sSup>
                      <m:sSupPr>
                        <m:ctrlPr>
                          <a:rPr lang="en-US" altLang="zh-HK" sz="20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文字方塊 29">
                <a:extLst>
                  <a:ext uri="{FF2B5EF4-FFF2-40B4-BE49-F238E27FC236}">
                    <a16:creationId xmlns:a16="http://schemas.microsoft.com/office/drawing/2014/main" id="{43776472-FEBB-212D-BF5D-BA8944711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12" y="3214272"/>
                <a:ext cx="3486020" cy="400110"/>
              </a:xfrm>
              <a:prstGeom prst="rect">
                <a:avLst/>
              </a:prstGeom>
              <a:blipFill>
                <a:blip r:embed="rId13"/>
                <a:stretch>
                  <a:fillRect l="-1748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129">
                <a:extLst>
                  <a:ext uri="{FF2B5EF4-FFF2-40B4-BE49-F238E27FC236}">
                    <a16:creationId xmlns:a16="http://schemas.microsoft.com/office/drawing/2014/main" id="{0A9F8146-A905-60B1-77F0-7798D4FF0D5D}"/>
                  </a:ext>
                </a:extLst>
              </p:cNvPr>
              <p:cNvSpPr txBox="1"/>
              <p:nvPr/>
            </p:nvSpPr>
            <p:spPr>
              <a:xfrm>
                <a:off x="621141" y="37511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129">
                <a:extLst>
                  <a:ext uri="{FF2B5EF4-FFF2-40B4-BE49-F238E27FC236}">
                    <a16:creationId xmlns:a16="http://schemas.microsoft.com/office/drawing/2014/main" id="{0A9F8146-A905-60B1-77F0-7798D4FF0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41" y="3751129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30">
            <a:extLst>
              <a:ext uri="{FF2B5EF4-FFF2-40B4-BE49-F238E27FC236}">
                <a16:creationId xmlns:a16="http://schemas.microsoft.com/office/drawing/2014/main" id="{B32ED16E-A7B2-BCBB-55C8-1B44A86B317D}"/>
              </a:ext>
            </a:extLst>
          </p:cNvPr>
          <p:cNvGrpSpPr/>
          <p:nvPr/>
        </p:nvGrpSpPr>
        <p:grpSpPr>
          <a:xfrm>
            <a:off x="1236310" y="3751129"/>
            <a:ext cx="1222959" cy="443347"/>
            <a:chOff x="4121935" y="3796407"/>
            <a:chExt cx="1108391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131">
                  <a:extLst>
                    <a:ext uri="{FF2B5EF4-FFF2-40B4-BE49-F238E27FC236}">
                      <a16:creationId xmlns:a16="http://schemas.microsoft.com/office/drawing/2014/main" id="{77EF1F3F-31F1-D9A3-5566-DB32FA647B19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m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文字方塊 131">
                  <a:extLst>
                    <a:ext uri="{FF2B5EF4-FFF2-40B4-BE49-F238E27FC236}">
                      <a16:creationId xmlns:a16="http://schemas.microsoft.com/office/drawing/2014/main" id="{77EF1F3F-31F1-D9A3-5566-DB32FA647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字方塊 132">
              <a:extLst>
                <a:ext uri="{FF2B5EF4-FFF2-40B4-BE49-F238E27FC236}">
                  <a16:creationId xmlns:a16="http://schemas.microsoft.com/office/drawing/2014/main" id="{8F6BBC0D-2B44-74D0-FC99-D205D5920B02}"/>
                </a:ext>
              </a:extLst>
            </p:cNvPr>
            <p:cNvSpPr txBox="1"/>
            <p:nvPr/>
          </p:nvSpPr>
          <p:spPr>
            <a:xfrm>
              <a:off x="4672148" y="3839644"/>
              <a:ext cx="5581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k)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133">
                  <a:extLst>
                    <a:ext uri="{FF2B5EF4-FFF2-40B4-BE49-F238E27FC236}">
                      <a16:creationId xmlns:a16="http://schemas.microsoft.com/office/drawing/2014/main" id="{E4AD4A7D-4FC2-8E70-8A6B-EE9FF3119296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133">
                  <a:extLst>
                    <a:ext uri="{FF2B5EF4-FFF2-40B4-BE49-F238E27FC236}">
                      <a16:creationId xmlns:a16="http://schemas.microsoft.com/office/drawing/2014/main" id="{E4AD4A7D-4FC2-8E70-8A6B-EE9FF3119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群組 134">
            <a:extLst>
              <a:ext uri="{FF2B5EF4-FFF2-40B4-BE49-F238E27FC236}">
                <a16:creationId xmlns:a16="http://schemas.microsoft.com/office/drawing/2014/main" id="{EFD7F5B4-2B4B-062D-7E6C-BCD4E7052A46}"/>
              </a:ext>
            </a:extLst>
          </p:cNvPr>
          <p:cNvGrpSpPr/>
          <p:nvPr/>
        </p:nvGrpSpPr>
        <p:grpSpPr>
          <a:xfrm>
            <a:off x="2310005" y="3751129"/>
            <a:ext cx="1212409" cy="435666"/>
            <a:chOff x="4108339" y="3791269"/>
            <a:chExt cx="998414" cy="435666"/>
          </a:xfrm>
        </p:grpSpPr>
        <p:sp>
          <p:nvSpPr>
            <p:cNvPr id="35" name="文字方塊 135">
              <a:extLst>
                <a:ext uri="{FF2B5EF4-FFF2-40B4-BE49-F238E27FC236}">
                  <a16:creationId xmlns:a16="http://schemas.microsoft.com/office/drawing/2014/main" id="{27EED407-F938-8F2A-C52C-491C41CC824B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m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6" name="文字方塊 136">
              <a:extLst>
                <a:ext uri="{FF2B5EF4-FFF2-40B4-BE49-F238E27FC236}">
                  <a16:creationId xmlns:a16="http://schemas.microsoft.com/office/drawing/2014/main" id="{D2F05396-AC67-97B2-5D64-273BB777B4CF}"/>
                </a:ext>
              </a:extLst>
            </p:cNvPr>
            <p:cNvSpPr txBox="1"/>
            <p:nvPr/>
          </p:nvSpPr>
          <p:spPr>
            <a:xfrm>
              <a:off x="4608824" y="3826825"/>
              <a:ext cx="4979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k)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137">
                  <a:extLst>
                    <a:ext uri="{FF2B5EF4-FFF2-40B4-BE49-F238E27FC236}">
                      <a16:creationId xmlns:a16="http://schemas.microsoft.com/office/drawing/2014/main" id="{632A8B51-3DCC-8E8F-163C-AA6569AAFBBF}"/>
                    </a:ext>
                  </a:extLst>
                </p:cNvPr>
                <p:cNvSpPr txBox="1"/>
                <p:nvPr/>
              </p:nvSpPr>
              <p:spPr>
                <a:xfrm>
                  <a:off x="4454547" y="379126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文字方塊 137">
                  <a:extLst>
                    <a:ext uri="{FF2B5EF4-FFF2-40B4-BE49-F238E27FC236}">
                      <a16:creationId xmlns:a16="http://schemas.microsoft.com/office/drawing/2014/main" id="{632A8B51-3DCC-8E8F-163C-AA6569AAF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4547" y="3791269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131">
                <a:extLst>
                  <a:ext uri="{FF2B5EF4-FFF2-40B4-BE49-F238E27FC236}">
                    <a16:creationId xmlns:a16="http://schemas.microsoft.com/office/drawing/2014/main" id="{A01B2255-5D34-E454-507B-754910842FBC}"/>
                  </a:ext>
                </a:extLst>
              </p:cNvPr>
              <p:cNvSpPr txBox="1"/>
              <p:nvPr/>
            </p:nvSpPr>
            <p:spPr>
              <a:xfrm>
                <a:off x="878101" y="3763858"/>
                <a:ext cx="615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n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文字方塊 131">
                <a:extLst>
                  <a:ext uri="{FF2B5EF4-FFF2-40B4-BE49-F238E27FC236}">
                    <a16:creationId xmlns:a16="http://schemas.microsoft.com/office/drawing/2014/main" id="{A01B2255-5D34-E454-507B-754910842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1" y="3763858"/>
                <a:ext cx="615874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29">
                <a:extLst>
                  <a:ext uri="{FF2B5EF4-FFF2-40B4-BE49-F238E27FC236}">
                    <a16:creationId xmlns:a16="http://schemas.microsoft.com/office/drawing/2014/main" id="{0883C7A7-88EA-2A25-2DDA-7728FCC7A6EF}"/>
                  </a:ext>
                </a:extLst>
              </p:cNvPr>
              <p:cNvSpPr txBox="1"/>
              <p:nvPr/>
            </p:nvSpPr>
            <p:spPr>
              <a:xfrm>
                <a:off x="420740" y="4493748"/>
                <a:ext cx="37347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6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63</m:t>
                    </m:r>
                    <m:sSup>
                      <m:sSupPr>
                        <m:ctrlPr>
                          <a:rPr lang="en-US" altLang="zh-HK" sz="20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文字方塊 29">
                <a:extLst>
                  <a:ext uri="{FF2B5EF4-FFF2-40B4-BE49-F238E27FC236}">
                    <a16:creationId xmlns:a16="http://schemas.microsoft.com/office/drawing/2014/main" id="{0883C7A7-88EA-2A25-2DDA-7728FCC7A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0" y="4493748"/>
                <a:ext cx="3734700" cy="400110"/>
              </a:xfrm>
              <a:prstGeom prst="rect">
                <a:avLst/>
              </a:prstGeom>
              <a:blipFill>
                <a:blip r:embed="rId19"/>
                <a:stretch>
                  <a:fillRect l="-1631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129">
                <a:extLst>
                  <a:ext uri="{FF2B5EF4-FFF2-40B4-BE49-F238E27FC236}">
                    <a16:creationId xmlns:a16="http://schemas.microsoft.com/office/drawing/2014/main" id="{27BAF38D-18E1-A284-F8AF-644A7DE8CED8}"/>
                  </a:ext>
                </a:extLst>
              </p:cNvPr>
              <p:cNvSpPr txBox="1"/>
              <p:nvPr/>
            </p:nvSpPr>
            <p:spPr>
              <a:xfrm>
                <a:off x="644869" y="50306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129">
                <a:extLst>
                  <a:ext uri="{FF2B5EF4-FFF2-40B4-BE49-F238E27FC236}">
                    <a16:creationId xmlns:a16="http://schemas.microsoft.com/office/drawing/2014/main" id="{27BAF38D-18E1-A284-F8AF-644A7DE8C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69" y="503060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群組 130">
            <a:extLst>
              <a:ext uri="{FF2B5EF4-FFF2-40B4-BE49-F238E27FC236}">
                <a16:creationId xmlns:a16="http://schemas.microsoft.com/office/drawing/2014/main" id="{1ED44A59-74DB-B050-2ADC-8C240727F028}"/>
              </a:ext>
            </a:extLst>
          </p:cNvPr>
          <p:cNvGrpSpPr/>
          <p:nvPr/>
        </p:nvGrpSpPr>
        <p:grpSpPr>
          <a:xfrm>
            <a:off x="996811" y="5041551"/>
            <a:ext cx="1317536" cy="443347"/>
            <a:chOff x="4121935" y="3796407"/>
            <a:chExt cx="1194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131">
                  <a:extLst>
                    <a:ext uri="{FF2B5EF4-FFF2-40B4-BE49-F238E27FC236}">
                      <a16:creationId xmlns:a16="http://schemas.microsoft.com/office/drawing/2014/main" id="{3743411B-C7A2-58D3-8269-984EEC4B18E7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文字方塊 131">
                  <a:extLst>
                    <a:ext uri="{FF2B5EF4-FFF2-40B4-BE49-F238E27FC236}">
                      <a16:creationId xmlns:a16="http://schemas.microsoft.com/office/drawing/2014/main" id="{3743411B-C7A2-58D3-8269-984EEC4B18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文字方塊 132">
              <a:extLst>
                <a:ext uri="{FF2B5EF4-FFF2-40B4-BE49-F238E27FC236}">
                  <a16:creationId xmlns:a16="http://schemas.microsoft.com/office/drawing/2014/main" id="{53E26BC2-4AEC-B4E6-BA6D-D612208A0303}"/>
                </a:ext>
              </a:extLst>
            </p:cNvPr>
            <p:cNvSpPr txBox="1"/>
            <p:nvPr/>
          </p:nvSpPr>
          <p:spPr>
            <a:xfrm>
              <a:off x="4672148" y="3839644"/>
              <a:ext cx="643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 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133">
                  <a:extLst>
                    <a:ext uri="{FF2B5EF4-FFF2-40B4-BE49-F238E27FC236}">
                      <a16:creationId xmlns:a16="http://schemas.microsoft.com/office/drawing/2014/main" id="{DCF610A8-921E-03A4-D9F8-07B59ECDEB58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133">
                  <a:extLst>
                    <a:ext uri="{FF2B5EF4-FFF2-40B4-BE49-F238E27FC236}">
                      <a16:creationId xmlns:a16="http://schemas.microsoft.com/office/drawing/2014/main" id="{DCF610A8-921E-03A4-D9F8-07B59ECDE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群組 134">
            <a:extLst>
              <a:ext uri="{FF2B5EF4-FFF2-40B4-BE49-F238E27FC236}">
                <a16:creationId xmlns:a16="http://schemas.microsoft.com/office/drawing/2014/main" id="{9C2279A8-0415-AC44-BCB2-D62F18A42096}"/>
              </a:ext>
            </a:extLst>
          </p:cNvPr>
          <p:cNvGrpSpPr/>
          <p:nvPr/>
        </p:nvGrpSpPr>
        <p:grpSpPr>
          <a:xfrm>
            <a:off x="2181634" y="5027244"/>
            <a:ext cx="1318208" cy="435666"/>
            <a:chOff x="4108339" y="3791269"/>
            <a:chExt cx="1085539" cy="435666"/>
          </a:xfrm>
        </p:grpSpPr>
        <p:sp>
          <p:nvSpPr>
            <p:cNvPr id="48" name="文字方塊 135">
              <a:extLst>
                <a:ext uri="{FF2B5EF4-FFF2-40B4-BE49-F238E27FC236}">
                  <a16:creationId xmlns:a16="http://schemas.microsoft.com/office/drawing/2014/main" id="{56416222-27E7-CC69-28AD-53C407123EEC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9" name="文字方塊 136">
              <a:extLst>
                <a:ext uri="{FF2B5EF4-FFF2-40B4-BE49-F238E27FC236}">
                  <a16:creationId xmlns:a16="http://schemas.microsoft.com/office/drawing/2014/main" id="{E90905F5-23AF-FA32-E8FA-8594FDEE959E}"/>
                </a:ext>
              </a:extLst>
            </p:cNvPr>
            <p:cNvSpPr txBox="1"/>
            <p:nvPr/>
          </p:nvSpPr>
          <p:spPr>
            <a:xfrm>
              <a:off x="4608824" y="3826825"/>
              <a:ext cx="5850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 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137">
                  <a:extLst>
                    <a:ext uri="{FF2B5EF4-FFF2-40B4-BE49-F238E27FC236}">
                      <a16:creationId xmlns:a16="http://schemas.microsoft.com/office/drawing/2014/main" id="{6E139376-4E95-B92B-CDF4-5F65C3036255}"/>
                    </a:ext>
                  </a:extLst>
                </p:cNvPr>
                <p:cNvSpPr txBox="1"/>
                <p:nvPr/>
              </p:nvSpPr>
              <p:spPr>
                <a:xfrm>
                  <a:off x="4454547" y="379126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0" name="文字方塊 137">
                  <a:extLst>
                    <a:ext uri="{FF2B5EF4-FFF2-40B4-BE49-F238E27FC236}">
                      <a16:creationId xmlns:a16="http://schemas.microsoft.com/office/drawing/2014/main" id="{6E139376-4E95-B92B-CDF4-5F65C3036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4547" y="3791269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文字方塊 66">
            <a:extLst>
              <a:ext uri="{FF2B5EF4-FFF2-40B4-BE49-F238E27FC236}">
                <a16:creationId xmlns:a16="http://schemas.microsoft.com/office/drawing/2014/main" id="{C84FF46A-4A6E-21CD-E786-9762792D551B}"/>
              </a:ext>
            </a:extLst>
          </p:cNvPr>
          <p:cNvSpPr txBox="1"/>
          <p:nvPr/>
        </p:nvSpPr>
        <p:spPr>
          <a:xfrm>
            <a:off x="1249259" y="498787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3" name="文字方塊 66">
            <a:extLst>
              <a:ext uri="{FF2B5EF4-FFF2-40B4-BE49-F238E27FC236}">
                <a16:creationId xmlns:a16="http://schemas.microsoft.com/office/drawing/2014/main" id="{3A5DDBBA-5ECA-805D-1FB0-9AC3596D482C}"/>
              </a:ext>
            </a:extLst>
          </p:cNvPr>
          <p:cNvSpPr txBox="1"/>
          <p:nvPr/>
        </p:nvSpPr>
        <p:spPr>
          <a:xfrm>
            <a:off x="1930047" y="498443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4" name="文字方塊 66">
            <a:extLst>
              <a:ext uri="{FF2B5EF4-FFF2-40B4-BE49-F238E27FC236}">
                <a16:creationId xmlns:a16="http://schemas.microsoft.com/office/drawing/2014/main" id="{C2785005-67E5-713B-7C0F-A5067A08F1B8}"/>
              </a:ext>
            </a:extLst>
          </p:cNvPr>
          <p:cNvSpPr txBox="1"/>
          <p:nvPr/>
        </p:nvSpPr>
        <p:spPr>
          <a:xfrm>
            <a:off x="2471955" y="498277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5" name="文字方塊 66">
            <a:extLst>
              <a:ext uri="{FF2B5EF4-FFF2-40B4-BE49-F238E27FC236}">
                <a16:creationId xmlns:a16="http://schemas.microsoft.com/office/drawing/2014/main" id="{C5AF9132-D5EE-21F3-27C9-60BA80EDFAD2}"/>
              </a:ext>
            </a:extLst>
          </p:cNvPr>
          <p:cNvSpPr txBox="1"/>
          <p:nvPr/>
        </p:nvSpPr>
        <p:spPr>
          <a:xfrm>
            <a:off x="3111160" y="495936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129">
                <a:extLst>
                  <a:ext uri="{FF2B5EF4-FFF2-40B4-BE49-F238E27FC236}">
                    <a16:creationId xmlns:a16="http://schemas.microsoft.com/office/drawing/2014/main" id="{685429BC-A37D-3EA5-4451-6E5A007009E3}"/>
                  </a:ext>
                </a:extLst>
              </p:cNvPr>
              <p:cNvSpPr txBox="1"/>
              <p:nvPr/>
            </p:nvSpPr>
            <p:spPr>
              <a:xfrm>
                <a:off x="644869" y="56895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129">
                <a:extLst>
                  <a:ext uri="{FF2B5EF4-FFF2-40B4-BE49-F238E27FC236}">
                    <a16:creationId xmlns:a16="http://schemas.microsoft.com/office/drawing/2014/main" id="{685429BC-A37D-3EA5-4451-6E5A00700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69" y="568952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130">
            <a:extLst>
              <a:ext uri="{FF2B5EF4-FFF2-40B4-BE49-F238E27FC236}">
                <a16:creationId xmlns:a16="http://schemas.microsoft.com/office/drawing/2014/main" id="{118506D8-6D26-EEC2-FC92-8BA8D1687687}"/>
              </a:ext>
            </a:extLst>
          </p:cNvPr>
          <p:cNvGrpSpPr/>
          <p:nvPr/>
        </p:nvGrpSpPr>
        <p:grpSpPr>
          <a:xfrm>
            <a:off x="996811" y="5700467"/>
            <a:ext cx="1317536" cy="443347"/>
            <a:chOff x="4121935" y="3796407"/>
            <a:chExt cx="1194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131">
                  <a:extLst>
                    <a:ext uri="{FF2B5EF4-FFF2-40B4-BE49-F238E27FC236}">
                      <a16:creationId xmlns:a16="http://schemas.microsoft.com/office/drawing/2014/main" id="{1259DC4B-7711-AF39-E803-CA07FDDE71AC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文字方塊 131">
                  <a:extLst>
                    <a:ext uri="{FF2B5EF4-FFF2-40B4-BE49-F238E27FC236}">
                      <a16:creationId xmlns:a16="http://schemas.microsoft.com/office/drawing/2014/main" id="{1259DC4B-7711-AF39-E803-CA07FDDE7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文字方塊 132">
              <a:extLst>
                <a:ext uri="{FF2B5EF4-FFF2-40B4-BE49-F238E27FC236}">
                  <a16:creationId xmlns:a16="http://schemas.microsoft.com/office/drawing/2014/main" id="{F8ABB950-7545-ECCE-4154-DC177DCF06DA}"/>
                </a:ext>
              </a:extLst>
            </p:cNvPr>
            <p:cNvSpPr txBox="1"/>
            <p:nvPr/>
          </p:nvSpPr>
          <p:spPr>
            <a:xfrm>
              <a:off x="4672148" y="3839644"/>
              <a:ext cx="643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 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133">
                  <a:extLst>
                    <a:ext uri="{FF2B5EF4-FFF2-40B4-BE49-F238E27FC236}">
                      <a16:creationId xmlns:a16="http://schemas.microsoft.com/office/drawing/2014/main" id="{B7E8F760-388F-DA1E-7AC7-430E9773D364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0" name="文字方塊 133">
                  <a:extLst>
                    <a:ext uri="{FF2B5EF4-FFF2-40B4-BE49-F238E27FC236}">
                      <a16:creationId xmlns:a16="http://schemas.microsoft.com/office/drawing/2014/main" id="{B7E8F760-388F-DA1E-7AC7-430E9773D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群組 134">
            <a:extLst>
              <a:ext uri="{FF2B5EF4-FFF2-40B4-BE49-F238E27FC236}">
                <a16:creationId xmlns:a16="http://schemas.microsoft.com/office/drawing/2014/main" id="{1AD76BAC-0CD7-A11D-E859-3B2D52368C00}"/>
              </a:ext>
            </a:extLst>
          </p:cNvPr>
          <p:cNvGrpSpPr/>
          <p:nvPr/>
        </p:nvGrpSpPr>
        <p:grpSpPr>
          <a:xfrm>
            <a:off x="2140295" y="5742286"/>
            <a:ext cx="1233248" cy="401528"/>
            <a:chOff x="4108339" y="3825407"/>
            <a:chExt cx="1015575" cy="401528"/>
          </a:xfrm>
        </p:grpSpPr>
        <p:sp>
          <p:nvSpPr>
            <p:cNvPr id="62" name="文字方塊 135">
              <a:extLst>
                <a:ext uri="{FF2B5EF4-FFF2-40B4-BE49-F238E27FC236}">
                  <a16:creationId xmlns:a16="http://schemas.microsoft.com/office/drawing/2014/main" id="{41D6950C-16A7-4073-B492-761634A60CF3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3" name="文字方塊 136">
              <a:extLst>
                <a:ext uri="{FF2B5EF4-FFF2-40B4-BE49-F238E27FC236}">
                  <a16:creationId xmlns:a16="http://schemas.microsoft.com/office/drawing/2014/main" id="{FDA4D731-17AA-FC7D-3E08-E45EF2E79E83}"/>
                </a:ext>
              </a:extLst>
            </p:cNvPr>
            <p:cNvSpPr txBox="1"/>
            <p:nvPr/>
          </p:nvSpPr>
          <p:spPr>
            <a:xfrm>
              <a:off x="4608824" y="3826825"/>
              <a:ext cx="51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137">
                  <a:extLst>
                    <a:ext uri="{FF2B5EF4-FFF2-40B4-BE49-F238E27FC236}">
                      <a16:creationId xmlns:a16="http://schemas.microsoft.com/office/drawing/2014/main" id="{50D3E310-4798-2779-6B94-CBB1398A5B0C}"/>
                    </a:ext>
                  </a:extLst>
                </p:cNvPr>
                <p:cNvSpPr txBox="1"/>
                <p:nvPr/>
              </p:nvSpPr>
              <p:spPr>
                <a:xfrm>
                  <a:off x="4412416" y="3825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文字方塊 137">
                  <a:extLst>
                    <a:ext uri="{FF2B5EF4-FFF2-40B4-BE49-F238E27FC236}">
                      <a16:creationId xmlns:a16="http://schemas.microsoft.com/office/drawing/2014/main" id="{50D3E310-4798-2779-6B94-CBB1398A5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2416" y="3825407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文字方塊 66">
            <a:extLst>
              <a:ext uri="{FF2B5EF4-FFF2-40B4-BE49-F238E27FC236}">
                <a16:creationId xmlns:a16="http://schemas.microsoft.com/office/drawing/2014/main" id="{41263282-7C62-A514-8407-74EE9C408E77}"/>
              </a:ext>
            </a:extLst>
          </p:cNvPr>
          <p:cNvSpPr txBox="1"/>
          <p:nvPr/>
        </p:nvSpPr>
        <p:spPr>
          <a:xfrm>
            <a:off x="1249259" y="564678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6" name="文字方塊 66">
            <a:extLst>
              <a:ext uri="{FF2B5EF4-FFF2-40B4-BE49-F238E27FC236}">
                <a16:creationId xmlns:a16="http://schemas.microsoft.com/office/drawing/2014/main" id="{BB978060-3BC8-1B08-2BEB-64471C634FF0}"/>
              </a:ext>
            </a:extLst>
          </p:cNvPr>
          <p:cNvSpPr txBox="1"/>
          <p:nvPr/>
        </p:nvSpPr>
        <p:spPr>
          <a:xfrm>
            <a:off x="1930047" y="564335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69" name="群組 134">
            <a:extLst>
              <a:ext uri="{FF2B5EF4-FFF2-40B4-BE49-F238E27FC236}">
                <a16:creationId xmlns:a16="http://schemas.microsoft.com/office/drawing/2014/main" id="{EB546B5E-CDD7-084D-DAB8-23F86FEFFFC1}"/>
              </a:ext>
            </a:extLst>
          </p:cNvPr>
          <p:cNvGrpSpPr/>
          <p:nvPr/>
        </p:nvGrpSpPr>
        <p:grpSpPr>
          <a:xfrm>
            <a:off x="3202633" y="5749658"/>
            <a:ext cx="1233248" cy="401528"/>
            <a:chOff x="4108339" y="3825407"/>
            <a:chExt cx="1015575" cy="401528"/>
          </a:xfrm>
        </p:grpSpPr>
        <p:sp>
          <p:nvSpPr>
            <p:cNvPr id="70" name="文字方塊 135">
              <a:extLst>
                <a:ext uri="{FF2B5EF4-FFF2-40B4-BE49-F238E27FC236}">
                  <a16:creationId xmlns:a16="http://schemas.microsoft.com/office/drawing/2014/main" id="{898CFB64-B412-B729-FC47-30C168785DE5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1" name="文字方塊 136">
              <a:extLst>
                <a:ext uri="{FF2B5EF4-FFF2-40B4-BE49-F238E27FC236}">
                  <a16:creationId xmlns:a16="http://schemas.microsoft.com/office/drawing/2014/main" id="{A71498B7-22AB-00DA-EFCD-07EB1C34D3C1}"/>
                </a:ext>
              </a:extLst>
            </p:cNvPr>
            <p:cNvSpPr txBox="1"/>
            <p:nvPr/>
          </p:nvSpPr>
          <p:spPr>
            <a:xfrm>
              <a:off x="4608824" y="3826825"/>
              <a:ext cx="51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137">
                  <a:extLst>
                    <a:ext uri="{FF2B5EF4-FFF2-40B4-BE49-F238E27FC236}">
                      <a16:creationId xmlns:a16="http://schemas.microsoft.com/office/drawing/2014/main" id="{25A1D44B-784C-70AC-ABE8-B6A8FEEE00FF}"/>
                    </a:ext>
                  </a:extLst>
                </p:cNvPr>
                <p:cNvSpPr txBox="1"/>
                <p:nvPr/>
              </p:nvSpPr>
              <p:spPr>
                <a:xfrm>
                  <a:off x="4412416" y="3825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137">
                  <a:extLst>
                    <a:ext uri="{FF2B5EF4-FFF2-40B4-BE49-F238E27FC236}">
                      <a16:creationId xmlns:a16="http://schemas.microsoft.com/office/drawing/2014/main" id="{25A1D44B-784C-70AC-ABE8-B6A8FEEE0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2416" y="3825407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333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29" grpId="0"/>
      <p:bldP spid="38" grpId="0"/>
      <p:bldP spid="42" grpId="0"/>
      <p:bldP spid="52" grpId="0"/>
      <p:bldP spid="53" grpId="0"/>
      <p:bldP spid="54" grpId="0"/>
      <p:bldP spid="55" grpId="0"/>
      <p:bldP spid="56" grpId="0"/>
      <p:bldP spid="65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79367C7-05C1-3FBA-40EC-9B36E883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88640"/>
            <a:ext cx="2904762" cy="10857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5769C03-D78F-6FE0-A451-2702E6721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412776"/>
            <a:ext cx="3384376" cy="174997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A9C323F-CC26-B563-3EAD-5C3E72391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776" y="2132856"/>
            <a:ext cx="971429" cy="88571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FCB2FFB-BF58-E011-F072-28F0F067F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819" y="2099565"/>
            <a:ext cx="952381" cy="914286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7A6D2E3E-2C69-BFDB-DF1B-9F958402C53B}"/>
              </a:ext>
            </a:extLst>
          </p:cNvPr>
          <p:cNvGrpSpPr/>
          <p:nvPr/>
        </p:nvGrpSpPr>
        <p:grpSpPr>
          <a:xfrm>
            <a:off x="5092121" y="2000568"/>
            <a:ext cx="357790" cy="400110"/>
            <a:chOff x="9361046" y="4543622"/>
            <a:chExt cx="357790" cy="40011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8764FEF-54AA-3AD3-8091-614979A944E9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3012C9F-8B54-55A8-F632-9869981A010F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72AC9B0-7B29-BA25-996C-5C06394A253E}"/>
              </a:ext>
            </a:extLst>
          </p:cNvPr>
          <p:cNvCxnSpPr>
            <a:cxnSpLocks/>
          </p:cNvCxnSpPr>
          <p:nvPr/>
        </p:nvCxnSpPr>
        <p:spPr>
          <a:xfrm>
            <a:off x="5130918" y="2400678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A178F98-58D5-743B-6924-253585652728}"/>
              </a:ext>
            </a:extLst>
          </p:cNvPr>
          <p:cNvCxnSpPr>
            <a:cxnSpLocks/>
          </p:cNvCxnSpPr>
          <p:nvPr/>
        </p:nvCxnSpPr>
        <p:spPr>
          <a:xfrm flipV="1">
            <a:off x="5130918" y="2400678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AAF29EB4-9D39-ACF4-6949-25A3080D571F}"/>
              </a:ext>
            </a:extLst>
          </p:cNvPr>
          <p:cNvGrpSpPr/>
          <p:nvPr/>
        </p:nvGrpSpPr>
        <p:grpSpPr>
          <a:xfrm>
            <a:off x="5118475" y="2960773"/>
            <a:ext cx="357790" cy="400110"/>
            <a:chOff x="9361046" y="4543622"/>
            <a:chExt cx="357790" cy="400110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497D3661-4C4C-C1D2-E75C-2DDC44EF851E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157A38C-C127-F87C-FDE1-9936B52C735E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D30FF27-BA2B-9228-8077-F608E6BD8A1A}"/>
              </a:ext>
            </a:extLst>
          </p:cNvPr>
          <p:cNvSpPr txBox="1"/>
          <p:nvPr/>
        </p:nvSpPr>
        <p:spPr>
          <a:xfrm>
            <a:off x="5375920" y="2962691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9D0F27F-C135-DF38-E902-D46BFCD71E7A}"/>
              </a:ext>
            </a:extLst>
          </p:cNvPr>
          <p:cNvCxnSpPr>
            <a:cxnSpLocks/>
          </p:cNvCxnSpPr>
          <p:nvPr/>
        </p:nvCxnSpPr>
        <p:spPr bwMode="auto">
          <a:xfrm>
            <a:off x="3935760" y="3418680"/>
            <a:ext cx="4104456" cy="1032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31B2A49F-48C0-D99E-0688-92A3EDBD5312}"/>
              </a:ext>
            </a:extLst>
          </p:cNvPr>
          <p:cNvGrpSpPr/>
          <p:nvPr/>
        </p:nvGrpSpPr>
        <p:grpSpPr>
          <a:xfrm>
            <a:off x="4101249" y="3490915"/>
            <a:ext cx="793140" cy="412150"/>
            <a:chOff x="1151524" y="1365813"/>
            <a:chExt cx="793140" cy="41215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70217D2B-DDF7-ACCD-110B-D4BB3694E082}"/>
                </a:ext>
              </a:extLst>
            </p:cNvPr>
            <p:cNvGrpSpPr/>
            <p:nvPr/>
          </p:nvGrpSpPr>
          <p:grpSpPr>
            <a:xfrm>
              <a:off x="1151524" y="1369717"/>
              <a:ext cx="793140" cy="408246"/>
              <a:chOff x="1151524" y="1369717"/>
              <a:chExt cx="793140" cy="408246"/>
            </a:xfrm>
          </p:grpSpPr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AA8B2B7-19DF-DF24-4488-2E5ADE65C497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D98CAB5-811F-0ECF-07C8-8DF0A07BA18A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1654424-D0AF-8D93-7ADE-B4265A4ACA6F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A1654424-D0AF-8D93-7ADE-B4265A4AC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2632479-B91C-5CD2-CEE2-E146E49AF8B8}"/>
                  </a:ext>
                </a:extLst>
              </p:cNvPr>
              <p:cNvSpPr txBox="1"/>
              <p:nvPr/>
            </p:nvSpPr>
            <p:spPr>
              <a:xfrm>
                <a:off x="5679724" y="34737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2632479-B91C-5CD2-CEE2-E146E49AF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24" y="3473788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A3C47393-184E-52C1-9C20-8117AF9D8942}"/>
              </a:ext>
            </a:extLst>
          </p:cNvPr>
          <p:cNvSpPr txBox="1"/>
          <p:nvPr/>
        </p:nvSpPr>
        <p:spPr>
          <a:xfrm>
            <a:off x="7121165" y="3502955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DE1E706-7A88-B622-4706-44BC467F5D75}"/>
                  </a:ext>
                </a:extLst>
              </p:cNvPr>
              <p:cNvSpPr txBox="1"/>
              <p:nvPr/>
            </p:nvSpPr>
            <p:spPr>
              <a:xfrm>
                <a:off x="7837370" y="3494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DE1E706-7A88-B622-4706-44BC467F5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70" y="349499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0D836755-E130-CE0A-B060-98C0B3C20806}"/>
              </a:ext>
            </a:extLst>
          </p:cNvPr>
          <p:cNvSpPr txBox="1"/>
          <p:nvPr/>
        </p:nvSpPr>
        <p:spPr>
          <a:xfrm>
            <a:off x="8296007" y="3494994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FAC8349-F7CF-A94B-874D-E4021C54DEB5}"/>
              </a:ext>
            </a:extLst>
          </p:cNvPr>
          <p:cNvGrpSpPr/>
          <p:nvPr/>
        </p:nvGrpSpPr>
        <p:grpSpPr>
          <a:xfrm>
            <a:off x="8184232" y="3953457"/>
            <a:ext cx="1548865" cy="477054"/>
            <a:chOff x="2163952" y="5800328"/>
            <a:chExt cx="1548865" cy="477054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DD3D8483-2C73-F111-C1DA-DAF2D009CB80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3136802-0ACC-EEE6-C44B-6BD9837933EA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4DD4C05-C2F9-0B45-1C95-C75B3555CFFA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835E600-1F91-9A69-4DB6-CCCBA6AB2660}"/>
                    </a:ext>
                  </a:extLst>
                </p:cNvPr>
                <p:cNvSpPr txBox="1"/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1835E600-1F91-9A69-4DB6-CCCBA6AB2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803" y="5870070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904100D2-A9A7-C19E-2E36-D15FAD97862E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2B9B715-53A7-2A72-66DD-F2FCF67C9375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1832DAF-58E0-0187-3C61-4748CA7821D4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B8E3010A-9ABF-2FD3-996A-2012D4DD9833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B8E3010A-9ABF-2FD3-996A-2012D4DD9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81544C2-8B13-F687-8CE2-9474AB01E6D5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93A57CE8-6E57-D3F0-07BD-C88F0B8CBF14}"/>
              </a:ext>
            </a:extLst>
          </p:cNvPr>
          <p:cNvCxnSpPr>
            <a:cxnSpLocks/>
          </p:cNvCxnSpPr>
          <p:nvPr/>
        </p:nvCxnSpPr>
        <p:spPr bwMode="auto">
          <a:xfrm>
            <a:off x="8408583" y="3833907"/>
            <a:ext cx="34048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36A4EF49-0070-CAC1-560B-143CD0DDA55E}"/>
              </a:ext>
            </a:extLst>
          </p:cNvPr>
          <p:cNvCxnSpPr>
            <a:cxnSpLocks/>
          </p:cNvCxnSpPr>
          <p:nvPr/>
        </p:nvCxnSpPr>
        <p:spPr>
          <a:xfrm>
            <a:off x="8578826" y="3895104"/>
            <a:ext cx="465932" cy="10996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圖片 41">
            <a:extLst>
              <a:ext uri="{FF2B5EF4-FFF2-40B4-BE49-F238E27FC236}">
                <a16:creationId xmlns:a16="http://schemas.microsoft.com/office/drawing/2014/main" id="{550997B0-059F-B4C3-C27B-4850C56ED0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3097" y="3813661"/>
            <a:ext cx="674083" cy="616850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D3C7D7C8-F410-AAA9-68F1-FF6165DF8F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352" y="3789040"/>
            <a:ext cx="3533591" cy="1908655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FE37FF23-76EB-A974-72A8-3446ABDC8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776" y="4611119"/>
            <a:ext cx="971429" cy="885714"/>
          </a:xfrm>
          <a:prstGeom prst="rect">
            <a:avLst/>
          </a:prstGeom>
        </p:spPr>
      </p:pic>
      <p:grpSp>
        <p:nvGrpSpPr>
          <p:cNvPr id="81" name="群組 80">
            <a:extLst>
              <a:ext uri="{FF2B5EF4-FFF2-40B4-BE49-F238E27FC236}">
                <a16:creationId xmlns:a16="http://schemas.microsoft.com/office/drawing/2014/main" id="{A2EFE337-795D-2416-4C4C-7DC3C11E7542}"/>
              </a:ext>
            </a:extLst>
          </p:cNvPr>
          <p:cNvGrpSpPr/>
          <p:nvPr/>
        </p:nvGrpSpPr>
        <p:grpSpPr>
          <a:xfrm>
            <a:off x="5092121" y="4478831"/>
            <a:ext cx="357790" cy="400110"/>
            <a:chOff x="9361046" y="4543622"/>
            <a:chExt cx="357790" cy="400110"/>
          </a:xfrm>
        </p:grpSpPr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7A3FEB0D-5380-D58C-8AE5-9B49F1E41C2C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F735C000-1341-BAFD-AB95-EC2401194DA1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8B192959-70BA-B721-6261-DB9C47BECB73}"/>
              </a:ext>
            </a:extLst>
          </p:cNvPr>
          <p:cNvCxnSpPr>
            <a:cxnSpLocks/>
          </p:cNvCxnSpPr>
          <p:nvPr/>
        </p:nvCxnSpPr>
        <p:spPr>
          <a:xfrm>
            <a:off x="5130918" y="487894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0872031B-30E3-90D5-586E-266CE5C92EAE}"/>
              </a:ext>
            </a:extLst>
          </p:cNvPr>
          <p:cNvCxnSpPr>
            <a:cxnSpLocks/>
          </p:cNvCxnSpPr>
          <p:nvPr/>
        </p:nvCxnSpPr>
        <p:spPr>
          <a:xfrm flipV="1">
            <a:off x="5130918" y="4878941"/>
            <a:ext cx="1676242" cy="360040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DCFED80A-31BB-EE86-CFAB-1200BB62E2C9}"/>
              </a:ext>
            </a:extLst>
          </p:cNvPr>
          <p:cNvGrpSpPr/>
          <p:nvPr/>
        </p:nvGrpSpPr>
        <p:grpSpPr>
          <a:xfrm>
            <a:off x="5118475" y="5439036"/>
            <a:ext cx="357790" cy="400110"/>
            <a:chOff x="9361046" y="4543622"/>
            <a:chExt cx="357790" cy="40011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E5C4962D-2F52-BF50-50BF-EABA61A2EC84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9DF8AE2B-1A7A-8D3D-91CC-F02961938D72}"/>
                </a:ext>
              </a:extLst>
            </p:cNvPr>
            <p:cNvSpPr txBox="1"/>
            <p:nvPr/>
          </p:nvSpPr>
          <p:spPr>
            <a:xfrm>
              <a:off x="9361046" y="4543622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89" name="TextBox 15">
            <a:extLst>
              <a:ext uri="{FF2B5EF4-FFF2-40B4-BE49-F238E27FC236}">
                <a16:creationId xmlns:a16="http://schemas.microsoft.com/office/drawing/2014/main" id="{A361C8F7-0849-BE78-C8B6-A22EC54C730F}"/>
              </a:ext>
            </a:extLst>
          </p:cNvPr>
          <p:cNvSpPr txBox="1"/>
          <p:nvPr/>
        </p:nvSpPr>
        <p:spPr>
          <a:xfrm>
            <a:off x="5375920" y="5440954"/>
            <a:ext cx="158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Multiply</a:t>
            </a:r>
            <a:endParaRPr lang="zh-TW" altLang="en-US" sz="2000" b="1">
              <a:latin typeface="Lucida Calligraphy" panose="03010101010101010101" pitchFamily="66" charset="0"/>
            </a:endParaRPr>
          </a:p>
        </p:txBody>
      </p: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B2E48CE7-4C9E-24A3-F5E1-193D771D947B}"/>
              </a:ext>
            </a:extLst>
          </p:cNvPr>
          <p:cNvCxnSpPr>
            <a:cxnSpLocks/>
          </p:cNvCxnSpPr>
          <p:nvPr/>
        </p:nvCxnSpPr>
        <p:spPr bwMode="auto">
          <a:xfrm>
            <a:off x="3935760" y="5896943"/>
            <a:ext cx="4104456" cy="1032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340F2D2C-D9EF-E069-FE48-7733D34324A5}"/>
              </a:ext>
            </a:extLst>
          </p:cNvPr>
          <p:cNvGrpSpPr/>
          <p:nvPr/>
        </p:nvGrpSpPr>
        <p:grpSpPr>
          <a:xfrm>
            <a:off x="4101249" y="5969178"/>
            <a:ext cx="793140" cy="412150"/>
            <a:chOff x="1151524" y="1365813"/>
            <a:chExt cx="793140" cy="412150"/>
          </a:xfrm>
        </p:grpSpPr>
        <p:grpSp>
          <p:nvGrpSpPr>
            <p:cNvPr id="92" name="群組 91">
              <a:extLst>
                <a:ext uri="{FF2B5EF4-FFF2-40B4-BE49-F238E27FC236}">
                  <a16:creationId xmlns:a16="http://schemas.microsoft.com/office/drawing/2014/main" id="{6D8A54A3-F2B2-6C75-54E8-5A8F80871E3C}"/>
                </a:ext>
              </a:extLst>
            </p:cNvPr>
            <p:cNvGrpSpPr/>
            <p:nvPr/>
          </p:nvGrpSpPr>
          <p:grpSpPr>
            <a:xfrm>
              <a:off x="1151524" y="1369717"/>
              <a:ext cx="793140" cy="408246"/>
              <a:chOff x="1151524" y="1369717"/>
              <a:chExt cx="793140" cy="408246"/>
            </a:xfrm>
          </p:grpSpPr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5D58DBEA-6227-EA43-BFC2-6451C15CF3BD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60E99FDA-E6DA-87B9-F369-5461DA3452C7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3F78890D-9A04-8DA4-1072-C5AE81273446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3F78890D-9A04-8DA4-1072-C5AE81273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F4608075-802D-6985-1257-511132B9DF96}"/>
                  </a:ext>
                </a:extLst>
              </p:cNvPr>
              <p:cNvSpPr txBox="1"/>
              <p:nvPr/>
            </p:nvSpPr>
            <p:spPr>
              <a:xfrm>
                <a:off x="5679724" y="59520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F4608075-802D-6985-1257-511132B9D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24" y="595205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5CBEAFBD-DC20-956A-AE8C-D6C65C057E3D}"/>
                  </a:ext>
                </a:extLst>
              </p:cNvPr>
              <p:cNvSpPr txBox="1"/>
              <p:nvPr/>
            </p:nvSpPr>
            <p:spPr>
              <a:xfrm>
                <a:off x="7837370" y="59732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5CBEAFBD-DC20-956A-AE8C-D6C65C057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70" y="597325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" name="圖片 112">
            <a:extLst>
              <a:ext uri="{FF2B5EF4-FFF2-40B4-BE49-F238E27FC236}">
                <a16:creationId xmlns:a16="http://schemas.microsoft.com/office/drawing/2014/main" id="{93B8ADAA-90CA-F07A-884F-A2663105B2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15240" y="4591614"/>
            <a:ext cx="952381" cy="942857"/>
          </a:xfrm>
          <a:prstGeom prst="rect">
            <a:avLst/>
          </a:prstGeom>
        </p:spPr>
      </p:pic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75E79BB3-69A6-4A3A-154A-BFD9A338A8A9}"/>
              </a:ext>
            </a:extLst>
          </p:cNvPr>
          <p:cNvGrpSpPr/>
          <p:nvPr/>
        </p:nvGrpSpPr>
        <p:grpSpPr>
          <a:xfrm>
            <a:off x="6901356" y="5969178"/>
            <a:ext cx="966265" cy="412150"/>
            <a:chOff x="1151524" y="1365813"/>
            <a:chExt cx="966265" cy="412150"/>
          </a:xfrm>
        </p:grpSpPr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3258EF8B-FE7F-7314-9D8A-DB95B00B49D4}"/>
                </a:ext>
              </a:extLst>
            </p:cNvPr>
            <p:cNvGrpSpPr/>
            <p:nvPr/>
          </p:nvGrpSpPr>
          <p:grpSpPr>
            <a:xfrm>
              <a:off x="1151524" y="1369717"/>
              <a:ext cx="966265" cy="408246"/>
              <a:chOff x="1151524" y="1369717"/>
              <a:chExt cx="966265" cy="408246"/>
            </a:xfrm>
          </p:grpSpPr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6F55297B-4B1F-6592-D3DC-333724B7B5A1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0D2A3311-2121-C8AC-AD38-67FA814395BE}"/>
                  </a:ext>
                </a:extLst>
              </p:cNvPr>
              <p:cNvSpPr txBox="1"/>
              <p:nvPr/>
            </p:nvSpPr>
            <p:spPr>
              <a:xfrm>
                <a:off x="1487488" y="1369717"/>
                <a:ext cx="6303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92808538-0D03-EFF3-C045-060A4C00B250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6" name="文字方塊 115">
                  <a:extLst>
                    <a:ext uri="{FF2B5EF4-FFF2-40B4-BE49-F238E27FC236}">
                      <a16:creationId xmlns:a16="http://schemas.microsoft.com/office/drawing/2014/main" id="{92808538-0D03-EFF3-C045-060A4C00B2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755A8A84-8982-D9AE-2824-185C1F7940FA}"/>
                  </a:ext>
                </a:extLst>
              </p:cNvPr>
              <p:cNvSpPr txBox="1"/>
              <p:nvPr/>
            </p:nvSpPr>
            <p:spPr>
              <a:xfrm>
                <a:off x="8146174" y="5956651"/>
                <a:ext cx="7469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19" name="文字方塊 118">
                <a:extLst>
                  <a:ext uri="{FF2B5EF4-FFF2-40B4-BE49-F238E27FC236}">
                    <a16:creationId xmlns:a16="http://schemas.microsoft.com/office/drawing/2014/main" id="{755A8A84-8982-D9AE-2824-185C1F794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174" y="5956651"/>
                <a:ext cx="746983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AFADDA4E-0F54-705C-4582-7BDF724E55BF}"/>
              </a:ext>
            </a:extLst>
          </p:cNvPr>
          <p:cNvGrpSpPr/>
          <p:nvPr/>
        </p:nvGrpSpPr>
        <p:grpSpPr>
          <a:xfrm>
            <a:off x="8152598" y="6416962"/>
            <a:ext cx="1548865" cy="477054"/>
            <a:chOff x="2163952" y="5800328"/>
            <a:chExt cx="1548865" cy="477054"/>
          </a:xfrm>
        </p:grpSpPr>
        <p:grpSp>
          <p:nvGrpSpPr>
            <p:cNvPr id="121" name="群組 120">
              <a:extLst>
                <a:ext uri="{FF2B5EF4-FFF2-40B4-BE49-F238E27FC236}">
                  <a16:creationId xmlns:a16="http://schemas.microsoft.com/office/drawing/2014/main" id="{F025F7A5-5A7D-E632-EBAA-3183E495B638}"/>
                </a:ext>
              </a:extLst>
            </p:cNvPr>
            <p:cNvGrpSpPr/>
            <p:nvPr/>
          </p:nvGrpSpPr>
          <p:grpSpPr>
            <a:xfrm>
              <a:off x="2163952" y="5800328"/>
              <a:ext cx="478025" cy="477054"/>
              <a:chOff x="6410063" y="620688"/>
              <a:chExt cx="478025" cy="477054"/>
            </a:xfrm>
          </p:grpSpPr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BE1FCFEA-8AC9-9246-F5D9-99EFAFDE15F8}"/>
                  </a:ext>
                </a:extLst>
              </p:cNvPr>
              <p:cNvSpPr txBox="1"/>
              <p:nvPr/>
            </p:nvSpPr>
            <p:spPr>
              <a:xfrm>
                <a:off x="6410063" y="697632"/>
                <a:ext cx="3268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</a:t>
                </a:r>
              </a:p>
            </p:txBody>
          </p:sp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D788C290-7C38-7353-7E81-41F42D0676EB}"/>
                  </a:ext>
                </a:extLst>
              </p:cNvPr>
              <p:cNvSpPr txBox="1"/>
              <p:nvPr/>
            </p:nvSpPr>
            <p:spPr>
              <a:xfrm>
                <a:off x="6599226" y="620688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A5946F98-04CF-D6C6-AA51-86F2E9023445}"/>
                    </a:ext>
                  </a:extLst>
                </p:cNvPr>
                <p:cNvSpPr txBox="1"/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2" name="文字方塊 121">
                  <a:extLst>
                    <a:ext uri="{FF2B5EF4-FFF2-40B4-BE49-F238E27FC236}">
                      <a16:creationId xmlns:a16="http://schemas.microsoft.com/office/drawing/2014/main" id="{A5946F98-04CF-D6C6-AA51-86F2E9023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4328" y="5870070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7406C255-2166-DB30-1EA8-87AAA91C9E59}"/>
                </a:ext>
              </a:extLst>
            </p:cNvPr>
            <p:cNvGrpSpPr/>
            <p:nvPr/>
          </p:nvGrpSpPr>
          <p:grpSpPr>
            <a:xfrm>
              <a:off x="2676719" y="5870070"/>
              <a:ext cx="589466" cy="407312"/>
              <a:chOff x="1260295" y="1138705"/>
              <a:chExt cx="589466" cy="407312"/>
            </a:xfrm>
          </p:grpSpPr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7147167B-A36A-42F0-C3B5-C9F28DC20613}"/>
                  </a:ext>
                </a:extLst>
              </p:cNvPr>
              <p:cNvSpPr txBox="1"/>
              <p:nvPr/>
            </p:nvSpPr>
            <p:spPr>
              <a:xfrm>
                <a:off x="1436649" y="1138705"/>
                <a:ext cx="413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254201B2-230F-C17B-BC7E-498653BDE0B3}"/>
                  </a:ext>
                </a:extLst>
              </p:cNvPr>
              <p:cNvSpPr txBox="1"/>
              <p:nvPr/>
            </p:nvSpPr>
            <p:spPr>
              <a:xfrm>
                <a:off x="1260295" y="114590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4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721A1111-80F3-2D6D-62A7-E94C75CC68B9}"/>
                    </a:ext>
                  </a:extLst>
                </p:cNvPr>
                <p:cNvSpPr txBox="1"/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4" name="文字方塊 123">
                  <a:extLst>
                    <a:ext uri="{FF2B5EF4-FFF2-40B4-BE49-F238E27FC236}">
                      <a16:creationId xmlns:a16="http://schemas.microsoft.com/office/drawing/2014/main" id="{721A1111-80F3-2D6D-62A7-E94C75CC6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82" y="5854495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A227E924-4458-800F-0A21-ECE181D79857}"/>
                </a:ext>
              </a:extLst>
            </p:cNvPr>
            <p:cNvSpPr txBox="1"/>
            <p:nvPr/>
          </p:nvSpPr>
          <p:spPr>
            <a:xfrm>
              <a:off x="3355027" y="587727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117C375D-617E-8A01-C667-2AE4C92D7E60}"/>
              </a:ext>
            </a:extLst>
          </p:cNvPr>
          <p:cNvCxnSpPr>
            <a:cxnSpLocks/>
          </p:cNvCxnSpPr>
          <p:nvPr/>
        </p:nvCxnSpPr>
        <p:spPr bwMode="auto">
          <a:xfrm>
            <a:off x="8258751" y="6295564"/>
            <a:ext cx="574332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直線單箭頭接點 130">
            <a:extLst>
              <a:ext uri="{FF2B5EF4-FFF2-40B4-BE49-F238E27FC236}">
                <a16:creationId xmlns:a16="http://schemas.microsoft.com/office/drawing/2014/main" id="{69D92B5E-3E42-DEC8-9FE6-5B962E9CBF3D}"/>
              </a:ext>
            </a:extLst>
          </p:cNvPr>
          <p:cNvCxnSpPr>
            <a:cxnSpLocks/>
          </p:cNvCxnSpPr>
          <p:nvPr/>
        </p:nvCxnSpPr>
        <p:spPr>
          <a:xfrm>
            <a:off x="8551368" y="6356761"/>
            <a:ext cx="402959" cy="12040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5" name="圖片 134">
            <a:extLst>
              <a:ext uri="{FF2B5EF4-FFF2-40B4-BE49-F238E27FC236}">
                <a16:creationId xmlns:a16="http://schemas.microsoft.com/office/drawing/2014/main" id="{F85009D2-6296-5933-2F57-6567B688EF4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86682" y="6165304"/>
            <a:ext cx="567009" cy="699311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0412D11B-37B8-EDAD-DBFA-BFCC33807E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5186" y="5839146"/>
            <a:ext cx="2718163" cy="91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0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6" grpId="0"/>
      <p:bldP spid="27" grpId="0"/>
      <p:bldP spid="28" grpId="0"/>
      <p:bldP spid="89" grpId="0"/>
      <p:bldP spid="96" grpId="0"/>
      <p:bldP spid="98" grpId="0"/>
      <p:bldP spid="1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>
            <a:extLst>
              <a:ext uri="{FF2B5EF4-FFF2-40B4-BE49-F238E27FC236}">
                <a16:creationId xmlns:a16="http://schemas.microsoft.com/office/drawing/2014/main" id="{F67A815E-ABC6-0763-650C-1DA8F2BEB3E2}"/>
              </a:ext>
            </a:extLst>
          </p:cNvPr>
          <p:cNvGrpSpPr/>
          <p:nvPr/>
        </p:nvGrpSpPr>
        <p:grpSpPr>
          <a:xfrm>
            <a:off x="2782" y="116632"/>
            <a:ext cx="12069881" cy="5743004"/>
            <a:chOff x="2782" y="116632"/>
            <a:chExt cx="12069881" cy="574300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042183E-7851-BEDE-BB4E-600AC1ACA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7" y="116632"/>
              <a:ext cx="2904762" cy="1184250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3590D78-C89C-BE36-EA88-CFE55B4AC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31704" y="150130"/>
              <a:ext cx="3095238" cy="1190476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7B84AF72-2208-1D52-0C7E-1D5D34423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82" y="1759592"/>
              <a:ext cx="5805186" cy="2749528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C117420-CEE6-218E-38DD-C2565A7A6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1977" y="1759592"/>
              <a:ext cx="5846671" cy="2749528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E3EB6AE3-B5A3-3EDC-E25E-29D8909CF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9337" y="4869160"/>
              <a:ext cx="2904762" cy="990476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DD73C0BD-5589-BAA2-8A93-3B4723972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94" y="3892390"/>
              <a:ext cx="2400000" cy="904762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A371DD28-1F59-5CC1-BE9D-4D6C19313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8008" y="3789040"/>
              <a:ext cx="2400000" cy="904762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3D6A6B94-D696-962D-F794-F01ADFA7C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72663" y="1196752"/>
              <a:ext cx="2400000" cy="9047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479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8">
                <a:extLst>
                  <a:ext uri="{FF2B5EF4-FFF2-40B4-BE49-F238E27FC236}">
                    <a16:creationId xmlns:a16="http://schemas.microsoft.com/office/drawing/2014/main" id="{2FF830D9-B091-2216-1B6D-A56BBB27BC5C}"/>
                  </a:ext>
                </a:extLst>
              </p:cNvPr>
              <p:cNvSpPr txBox="1"/>
              <p:nvPr/>
            </p:nvSpPr>
            <p:spPr>
              <a:xfrm>
                <a:off x="471903" y="678612"/>
                <a:ext cx="33384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61.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−16</m:t>
                        </m:r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𝑠𝑡</m:t>
                        </m:r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91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字方塊 8">
                <a:extLst>
                  <a:ext uri="{FF2B5EF4-FFF2-40B4-BE49-F238E27FC236}">
                    <a16:creationId xmlns:a16="http://schemas.microsoft.com/office/drawing/2014/main" id="{2FF830D9-B091-2216-1B6D-A56BBB27B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03" y="678612"/>
                <a:ext cx="3338485" cy="400110"/>
              </a:xfrm>
              <a:prstGeom prst="rect">
                <a:avLst/>
              </a:prstGeom>
              <a:blipFill>
                <a:blip r:embed="rId2"/>
                <a:stretch>
                  <a:fillRect l="-1825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5">
                <a:extLst>
                  <a:ext uri="{FF2B5EF4-FFF2-40B4-BE49-F238E27FC236}">
                    <a16:creationId xmlns:a16="http://schemas.microsoft.com/office/drawing/2014/main" id="{DEDE646A-C8D6-1BD0-0999-D05670CB7096}"/>
                  </a:ext>
                </a:extLst>
              </p:cNvPr>
              <p:cNvSpPr txBox="1"/>
              <p:nvPr/>
            </p:nvSpPr>
            <p:spPr>
              <a:xfrm>
                <a:off x="615920" y="17225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" name="文字方塊 45">
                <a:extLst>
                  <a:ext uri="{FF2B5EF4-FFF2-40B4-BE49-F238E27FC236}">
                    <a16:creationId xmlns:a16="http://schemas.microsoft.com/office/drawing/2014/main" id="{DEDE646A-C8D6-1BD0-0999-D05670CB7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20" y="1722503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46">
            <a:extLst>
              <a:ext uri="{FF2B5EF4-FFF2-40B4-BE49-F238E27FC236}">
                <a16:creationId xmlns:a16="http://schemas.microsoft.com/office/drawing/2014/main" id="{079B4CF1-659C-EBE2-AF2F-5C7ADD8CD61C}"/>
              </a:ext>
            </a:extLst>
          </p:cNvPr>
          <p:cNvGrpSpPr/>
          <p:nvPr/>
        </p:nvGrpSpPr>
        <p:grpSpPr>
          <a:xfrm>
            <a:off x="935804" y="1744301"/>
            <a:ext cx="1065062" cy="418068"/>
            <a:chOff x="4108340" y="3808867"/>
            <a:chExt cx="1065062" cy="418068"/>
          </a:xfrm>
        </p:grpSpPr>
        <p:sp>
          <p:nvSpPr>
            <p:cNvPr id="7" name="文字方塊 47">
              <a:extLst>
                <a:ext uri="{FF2B5EF4-FFF2-40B4-BE49-F238E27FC236}">
                  <a16:creationId xmlns:a16="http://schemas.microsoft.com/office/drawing/2014/main" id="{D1617FA1-449B-4C05-339E-C0704AA031B7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s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8" name="文字方塊 48">
              <a:extLst>
                <a:ext uri="{FF2B5EF4-FFF2-40B4-BE49-F238E27FC236}">
                  <a16:creationId xmlns:a16="http://schemas.microsoft.com/office/drawing/2014/main" id="{4CDFC915-FD63-E83E-849E-A4900958D1B0}"/>
                </a:ext>
              </a:extLst>
            </p:cNvPr>
            <p:cNvSpPr txBox="1"/>
            <p:nvPr/>
          </p:nvSpPr>
          <p:spPr>
            <a:xfrm>
              <a:off x="4608824" y="3826825"/>
              <a:ext cx="564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t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49">
                  <a:extLst>
                    <a:ext uri="{FF2B5EF4-FFF2-40B4-BE49-F238E27FC236}">
                      <a16:creationId xmlns:a16="http://schemas.microsoft.com/office/drawing/2014/main" id="{602FD4C9-6DB3-4D81-8F53-C208D5BF0DC7}"/>
                    </a:ext>
                  </a:extLst>
                </p:cNvPr>
                <p:cNvSpPr txBox="1"/>
                <p:nvPr/>
              </p:nvSpPr>
              <p:spPr>
                <a:xfrm>
                  <a:off x="4378595" y="380886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" name="文字方塊 49">
                  <a:extLst>
                    <a:ext uri="{FF2B5EF4-FFF2-40B4-BE49-F238E27FC236}">
                      <a16:creationId xmlns:a16="http://schemas.microsoft.com/office/drawing/2014/main" id="{602FD4C9-6DB3-4D81-8F53-C208D5BF0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595" y="3808867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50">
            <a:extLst>
              <a:ext uri="{FF2B5EF4-FFF2-40B4-BE49-F238E27FC236}">
                <a16:creationId xmlns:a16="http://schemas.microsoft.com/office/drawing/2014/main" id="{2C839B9B-760B-513F-CFA8-CE794066A41D}"/>
              </a:ext>
            </a:extLst>
          </p:cNvPr>
          <p:cNvGrpSpPr/>
          <p:nvPr/>
        </p:nvGrpSpPr>
        <p:grpSpPr>
          <a:xfrm>
            <a:off x="1847713" y="1763913"/>
            <a:ext cx="1233377" cy="405248"/>
            <a:chOff x="4108340" y="3821687"/>
            <a:chExt cx="1233377" cy="405248"/>
          </a:xfrm>
        </p:grpSpPr>
        <p:sp>
          <p:nvSpPr>
            <p:cNvPr id="11" name="文字方塊 51">
              <a:extLst>
                <a:ext uri="{FF2B5EF4-FFF2-40B4-BE49-F238E27FC236}">
                  <a16:creationId xmlns:a16="http://schemas.microsoft.com/office/drawing/2014/main" id="{D8607D7A-8E80-65D5-645A-490225FFBDA1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s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" name="文字方塊 52">
              <a:extLst>
                <a:ext uri="{FF2B5EF4-FFF2-40B4-BE49-F238E27FC236}">
                  <a16:creationId xmlns:a16="http://schemas.microsoft.com/office/drawing/2014/main" id="{D40426DF-B4F4-0B5A-5812-FFE2B28E31A5}"/>
                </a:ext>
              </a:extLst>
            </p:cNvPr>
            <p:cNvSpPr txBox="1"/>
            <p:nvPr/>
          </p:nvSpPr>
          <p:spPr>
            <a:xfrm>
              <a:off x="4608824" y="3826825"/>
              <a:ext cx="7328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53">
                  <a:extLst>
                    <a:ext uri="{FF2B5EF4-FFF2-40B4-BE49-F238E27FC236}">
                      <a16:creationId xmlns:a16="http://schemas.microsoft.com/office/drawing/2014/main" id="{9A535143-A559-93BF-3FF3-2DED221C79DC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" name="文字方塊 53">
                  <a:extLst>
                    <a:ext uri="{FF2B5EF4-FFF2-40B4-BE49-F238E27FC236}">
                      <a16:creationId xmlns:a16="http://schemas.microsoft.com/office/drawing/2014/main" id="{9A535143-A559-93BF-3FF3-2DED221C7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1">
            <a:extLst>
              <a:ext uri="{FF2B5EF4-FFF2-40B4-BE49-F238E27FC236}">
                <a16:creationId xmlns:a16="http://schemas.microsoft.com/office/drawing/2014/main" id="{36BD3F32-34DB-226A-DD05-9FA2A0A7CCD8}"/>
              </a:ext>
            </a:extLst>
          </p:cNvPr>
          <p:cNvSpPr txBox="1"/>
          <p:nvPr/>
        </p:nvSpPr>
        <p:spPr>
          <a:xfrm>
            <a:off x="191344" y="44624"/>
            <a:ext cx="3619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筆跡 2">
                <a:extLst>
                  <a:ext uri="{FF2B5EF4-FFF2-40B4-BE49-F238E27FC236}">
                    <a16:creationId xmlns:a16="http://schemas.microsoft.com/office/drawing/2014/main" id="{3046D45A-8B91-E80D-1C8E-BC33008C6556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15" name="筆跡 2">
                <a:extLst>
                  <a:ext uri="{FF2B5EF4-FFF2-40B4-BE49-F238E27FC236}">
                    <a16:creationId xmlns:a16="http://schemas.microsoft.com/office/drawing/2014/main" id="{3046D45A-8B91-E80D-1C8E-BC33008C65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45">
                <a:extLst>
                  <a:ext uri="{FF2B5EF4-FFF2-40B4-BE49-F238E27FC236}">
                    <a16:creationId xmlns:a16="http://schemas.microsoft.com/office/drawing/2014/main" id="{3B032B06-52A8-0166-F973-95900FD9D723}"/>
                  </a:ext>
                </a:extLst>
              </p:cNvPr>
              <p:cNvSpPr txBox="1"/>
              <p:nvPr/>
            </p:nvSpPr>
            <p:spPr>
              <a:xfrm>
                <a:off x="615920" y="11885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45">
                <a:extLst>
                  <a:ext uri="{FF2B5EF4-FFF2-40B4-BE49-F238E27FC236}">
                    <a16:creationId xmlns:a16="http://schemas.microsoft.com/office/drawing/2014/main" id="{3B032B06-52A8-0166-F973-95900FD9D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20" y="1188567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47">
                <a:extLst>
                  <a:ext uri="{FF2B5EF4-FFF2-40B4-BE49-F238E27FC236}">
                    <a16:creationId xmlns:a16="http://schemas.microsoft.com/office/drawing/2014/main" id="{F8A6493D-10B3-D256-1477-A3B85C7C1CCD}"/>
                  </a:ext>
                </a:extLst>
              </p:cNvPr>
              <p:cNvSpPr txBox="1"/>
              <p:nvPr/>
            </p:nvSpPr>
            <p:spPr>
              <a:xfrm>
                <a:off x="935804" y="1228323"/>
                <a:ext cx="2027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s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16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t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47">
                <a:extLst>
                  <a:ext uri="{FF2B5EF4-FFF2-40B4-BE49-F238E27FC236}">
                    <a16:creationId xmlns:a16="http://schemas.microsoft.com/office/drawing/2014/main" id="{F8A6493D-10B3-D256-1477-A3B85C7C1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04" y="1228323"/>
                <a:ext cx="202778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66">
            <a:extLst>
              <a:ext uri="{FF2B5EF4-FFF2-40B4-BE49-F238E27FC236}">
                <a16:creationId xmlns:a16="http://schemas.microsoft.com/office/drawing/2014/main" id="{70E0F793-CD99-FCF8-8369-4E07F063AF97}"/>
              </a:ext>
            </a:extLst>
          </p:cNvPr>
          <p:cNvSpPr txBox="1"/>
          <p:nvPr/>
        </p:nvSpPr>
        <p:spPr>
          <a:xfrm>
            <a:off x="1083937" y="114230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8" name="文字方塊 66">
            <a:extLst>
              <a:ext uri="{FF2B5EF4-FFF2-40B4-BE49-F238E27FC236}">
                <a16:creationId xmlns:a16="http://schemas.microsoft.com/office/drawing/2014/main" id="{272F222D-7B90-1550-60B0-9AF792DADA9F}"/>
              </a:ext>
            </a:extLst>
          </p:cNvPr>
          <p:cNvSpPr txBox="1"/>
          <p:nvPr/>
        </p:nvSpPr>
        <p:spPr>
          <a:xfrm>
            <a:off x="2714643" y="112361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8">
                <a:extLst>
                  <a:ext uri="{FF2B5EF4-FFF2-40B4-BE49-F238E27FC236}">
                    <a16:creationId xmlns:a16="http://schemas.microsoft.com/office/drawing/2014/main" id="{A7B38F75-1565-007F-2380-0B635E895325}"/>
                  </a:ext>
                </a:extLst>
              </p:cNvPr>
              <p:cNvSpPr txBox="1"/>
              <p:nvPr/>
            </p:nvSpPr>
            <p:spPr>
              <a:xfrm>
                <a:off x="461649" y="2579396"/>
                <a:ext cx="33384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−15</m:t>
                    </m:r>
                    <m:r>
                      <a:rPr lang="en-US" altLang="zh-TW" sz="20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𝑎𝑏</m:t>
                    </m:r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42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文字方塊 8">
                <a:extLst>
                  <a:ext uri="{FF2B5EF4-FFF2-40B4-BE49-F238E27FC236}">
                    <a16:creationId xmlns:a16="http://schemas.microsoft.com/office/drawing/2014/main" id="{A7B38F75-1565-007F-2380-0B635E895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49" y="2579396"/>
                <a:ext cx="3338485" cy="400110"/>
              </a:xfrm>
              <a:prstGeom prst="rect">
                <a:avLst/>
              </a:prstGeom>
              <a:blipFill>
                <a:blip r:embed="rId10"/>
                <a:stretch>
                  <a:fillRect l="-2011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129">
                <a:extLst>
                  <a:ext uri="{FF2B5EF4-FFF2-40B4-BE49-F238E27FC236}">
                    <a16:creationId xmlns:a16="http://schemas.microsoft.com/office/drawing/2014/main" id="{0FE9E479-4857-B8BE-C1D6-DBB90A3D71F1}"/>
                  </a:ext>
                </a:extLst>
              </p:cNvPr>
              <p:cNvSpPr txBox="1"/>
              <p:nvPr/>
            </p:nvSpPr>
            <p:spPr>
              <a:xfrm>
                <a:off x="590890" y="31133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129">
                <a:extLst>
                  <a:ext uri="{FF2B5EF4-FFF2-40B4-BE49-F238E27FC236}">
                    <a16:creationId xmlns:a16="http://schemas.microsoft.com/office/drawing/2014/main" id="{0FE9E479-4857-B8BE-C1D6-DBB90A3D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0" y="3113332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130">
            <a:extLst>
              <a:ext uri="{FF2B5EF4-FFF2-40B4-BE49-F238E27FC236}">
                <a16:creationId xmlns:a16="http://schemas.microsoft.com/office/drawing/2014/main" id="{57CA40FA-5788-74EA-B2E7-E5C731044B95}"/>
              </a:ext>
            </a:extLst>
          </p:cNvPr>
          <p:cNvGrpSpPr/>
          <p:nvPr/>
        </p:nvGrpSpPr>
        <p:grpSpPr>
          <a:xfrm>
            <a:off x="1206059" y="3113332"/>
            <a:ext cx="1222959" cy="443347"/>
            <a:chOff x="4121935" y="3796407"/>
            <a:chExt cx="1108391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131">
                  <a:extLst>
                    <a:ext uri="{FF2B5EF4-FFF2-40B4-BE49-F238E27FC236}">
                      <a16:creationId xmlns:a16="http://schemas.microsoft.com/office/drawing/2014/main" id="{4F986794-095C-CCFA-DCBC-DC832F605578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文字方塊 131">
                  <a:extLst>
                    <a:ext uri="{FF2B5EF4-FFF2-40B4-BE49-F238E27FC236}">
                      <a16:creationId xmlns:a16="http://schemas.microsoft.com/office/drawing/2014/main" id="{4F986794-095C-CCFA-DCBC-DC832F6055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132">
              <a:extLst>
                <a:ext uri="{FF2B5EF4-FFF2-40B4-BE49-F238E27FC236}">
                  <a16:creationId xmlns:a16="http://schemas.microsoft.com/office/drawing/2014/main" id="{574F5C99-9807-03CE-23E6-EC4D28B7B5A8}"/>
                </a:ext>
              </a:extLst>
            </p:cNvPr>
            <p:cNvSpPr txBox="1"/>
            <p:nvPr/>
          </p:nvSpPr>
          <p:spPr>
            <a:xfrm>
              <a:off x="4672148" y="3839644"/>
              <a:ext cx="5581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b)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133">
                  <a:extLst>
                    <a:ext uri="{FF2B5EF4-FFF2-40B4-BE49-F238E27FC236}">
                      <a16:creationId xmlns:a16="http://schemas.microsoft.com/office/drawing/2014/main" id="{4BD65C65-57F9-7EB2-C441-5E7AC65B0C1B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133">
                  <a:extLst>
                    <a:ext uri="{FF2B5EF4-FFF2-40B4-BE49-F238E27FC236}">
                      <a16:creationId xmlns:a16="http://schemas.microsoft.com/office/drawing/2014/main" id="{4BD65C65-57F9-7EB2-C441-5E7AC65B0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群組 134">
            <a:extLst>
              <a:ext uri="{FF2B5EF4-FFF2-40B4-BE49-F238E27FC236}">
                <a16:creationId xmlns:a16="http://schemas.microsoft.com/office/drawing/2014/main" id="{C974102D-3961-B5A5-56C5-5C23D706C7EB}"/>
              </a:ext>
            </a:extLst>
          </p:cNvPr>
          <p:cNvGrpSpPr/>
          <p:nvPr/>
        </p:nvGrpSpPr>
        <p:grpSpPr>
          <a:xfrm>
            <a:off x="2279754" y="3133474"/>
            <a:ext cx="1212409" cy="415524"/>
            <a:chOff x="4108339" y="3811411"/>
            <a:chExt cx="998414" cy="415524"/>
          </a:xfrm>
        </p:grpSpPr>
        <p:sp>
          <p:nvSpPr>
            <p:cNvPr id="47" name="文字方塊 135">
              <a:extLst>
                <a:ext uri="{FF2B5EF4-FFF2-40B4-BE49-F238E27FC236}">
                  <a16:creationId xmlns:a16="http://schemas.microsoft.com/office/drawing/2014/main" id="{2A8D99FA-51A4-86C6-AE17-700B8414FE5B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8" name="文字方塊 136">
              <a:extLst>
                <a:ext uri="{FF2B5EF4-FFF2-40B4-BE49-F238E27FC236}">
                  <a16:creationId xmlns:a16="http://schemas.microsoft.com/office/drawing/2014/main" id="{1F6906A0-96BE-466F-93E8-6A74D90D27B9}"/>
                </a:ext>
              </a:extLst>
            </p:cNvPr>
            <p:cNvSpPr txBox="1"/>
            <p:nvPr/>
          </p:nvSpPr>
          <p:spPr>
            <a:xfrm>
              <a:off x="4608824" y="3826825"/>
              <a:ext cx="4979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b)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137">
                  <a:extLst>
                    <a:ext uri="{FF2B5EF4-FFF2-40B4-BE49-F238E27FC236}">
                      <a16:creationId xmlns:a16="http://schemas.microsoft.com/office/drawing/2014/main" id="{3F8B30E7-6B4D-4FD7-2E9C-D85E817559BE}"/>
                    </a:ext>
                  </a:extLst>
                </p:cNvPr>
                <p:cNvSpPr txBox="1"/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137">
                  <a:extLst>
                    <a:ext uri="{FF2B5EF4-FFF2-40B4-BE49-F238E27FC236}">
                      <a16:creationId xmlns:a16="http://schemas.microsoft.com/office/drawing/2014/main" id="{3F8B30E7-6B4D-4FD7-2E9C-D85E81755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131">
                <a:extLst>
                  <a:ext uri="{FF2B5EF4-FFF2-40B4-BE49-F238E27FC236}">
                    <a16:creationId xmlns:a16="http://schemas.microsoft.com/office/drawing/2014/main" id="{258C0387-CACA-3E59-5F33-6B529C165EB3}"/>
                  </a:ext>
                </a:extLst>
              </p:cNvPr>
              <p:cNvSpPr txBox="1"/>
              <p:nvPr/>
            </p:nvSpPr>
            <p:spPr>
              <a:xfrm>
                <a:off x="847850" y="3126061"/>
                <a:ext cx="615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文字方塊 131">
                <a:extLst>
                  <a:ext uri="{FF2B5EF4-FFF2-40B4-BE49-F238E27FC236}">
                    <a16:creationId xmlns:a16="http://schemas.microsoft.com/office/drawing/2014/main" id="{258C0387-CACA-3E59-5F33-6B529C165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50" y="3126061"/>
                <a:ext cx="615874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8">
                <a:extLst>
                  <a:ext uri="{FF2B5EF4-FFF2-40B4-BE49-F238E27FC236}">
                    <a16:creationId xmlns:a16="http://schemas.microsoft.com/office/drawing/2014/main" id="{6D76903F-27E7-5E29-7CF8-DFB6F84A6BDB}"/>
                  </a:ext>
                </a:extLst>
              </p:cNvPr>
              <p:cNvSpPr txBox="1"/>
              <p:nvPr/>
            </p:nvSpPr>
            <p:spPr>
              <a:xfrm>
                <a:off x="454133" y="3993292"/>
                <a:ext cx="35920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69.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−119</m:t>
                        </m:r>
                        <m:r>
                          <a:rPr lang="zh-TW" altLang="en-US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𝜃𝜙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−42</m:t>
                        </m:r>
                        <m:r>
                          <a:rPr lang="zh-HK" altLang="en-US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+98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zh-HK" altLang="en-US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文字方塊 8">
                <a:extLst>
                  <a:ext uri="{FF2B5EF4-FFF2-40B4-BE49-F238E27FC236}">
                    <a16:creationId xmlns:a16="http://schemas.microsoft.com/office/drawing/2014/main" id="{6D76903F-27E7-5E29-7CF8-DFB6F84A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33" y="3993292"/>
                <a:ext cx="3592098" cy="400110"/>
              </a:xfrm>
              <a:prstGeom prst="rect">
                <a:avLst/>
              </a:prstGeom>
              <a:blipFill>
                <a:blip r:embed="rId16"/>
                <a:stretch>
                  <a:fillRect l="-1695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7D00993-E561-8FEF-9F8A-AE18F5FF3F40}"/>
                  </a:ext>
                </a:extLst>
              </p:cNvPr>
              <p:cNvSpPr txBox="1"/>
              <p:nvPr/>
            </p:nvSpPr>
            <p:spPr>
              <a:xfrm>
                <a:off x="626238" y="4699613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7D00993-E561-8FEF-9F8A-AE18F5FF3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38" y="4699613"/>
                <a:ext cx="367220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C6966903-FF57-221D-86DD-7F79D5107A61}"/>
              </a:ext>
            </a:extLst>
          </p:cNvPr>
          <p:cNvSpPr txBox="1"/>
          <p:nvPr/>
        </p:nvSpPr>
        <p:spPr>
          <a:xfrm>
            <a:off x="1350009" y="4732172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(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9CFBF75-62E0-4A98-1F08-8C0512BC1D9D}"/>
              </a:ext>
            </a:extLst>
          </p:cNvPr>
          <p:cNvGrpSpPr/>
          <p:nvPr/>
        </p:nvGrpSpPr>
        <p:grpSpPr>
          <a:xfrm>
            <a:off x="1482494" y="4628135"/>
            <a:ext cx="691966" cy="497923"/>
            <a:chOff x="1259902" y="1238139"/>
            <a:chExt cx="691966" cy="4979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130">
                  <a:extLst>
                    <a:ext uri="{FF2B5EF4-FFF2-40B4-BE49-F238E27FC236}">
                      <a16:creationId xmlns:a16="http://schemas.microsoft.com/office/drawing/2014/main" id="{A650280A-81C7-44A6-C894-2231575DD7AF}"/>
                    </a:ext>
                  </a:extLst>
                </p:cNvPr>
                <p:cNvSpPr txBox="1"/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  <m:r>
                          <a:rPr lang="zh-TW" altLang="en-US" sz="2000" b="1" i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FF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𝜽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8" name="文字方塊 130">
                  <a:extLst>
                    <a:ext uri="{FF2B5EF4-FFF2-40B4-BE49-F238E27FC236}">
                      <a16:creationId xmlns:a16="http://schemas.microsoft.com/office/drawing/2014/main" id="{A650280A-81C7-44A6-C894-2231575DD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9902" y="1335952"/>
                  <a:ext cx="357790" cy="400110"/>
                </a:xfrm>
                <a:prstGeom prst="rect">
                  <a:avLst/>
                </a:prstGeom>
                <a:blipFill>
                  <a:blip r:embed="rId18"/>
                  <a:stretch>
                    <a:fillRect r="-50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5BAC4036-DF6C-7F02-D96E-35E31FFD6F46}"/>
                </a:ext>
              </a:extLst>
            </p:cNvPr>
            <p:cNvSpPr txBox="1"/>
            <p:nvPr/>
          </p:nvSpPr>
          <p:spPr>
            <a:xfrm>
              <a:off x="1594078" y="1238139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763C25F-DC0B-5B15-3BFD-03E95B8D5F0F}"/>
              </a:ext>
            </a:extLst>
          </p:cNvPr>
          <p:cNvSpPr txBox="1"/>
          <p:nvPr/>
        </p:nvSpPr>
        <p:spPr>
          <a:xfrm>
            <a:off x="3852330" y="4698130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91955A-AD55-9499-F46C-3A37D04D3548}"/>
              </a:ext>
            </a:extLst>
          </p:cNvPr>
          <p:cNvGrpSpPr/>
          <p:nvPr/>
        </p:nvGrpSpPr>
        <p:grpSpPr>
          <a:xfrm>
            <a:off x="3245592" y="4599885"/>
            <a:ext cx="848707" cy="498355"/>
            <a:chOff x="1224254" y="1243240"/>
            <a:chExt cx="848707" cy="498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130">
                  <a:extLst>
                    <a:ext uri="{FF2B5EF4-FFF2-40B4-BE49-F238E27FC236}">
                      <a16:creationId xmlns:a16="http://schemas.microsoft.com/office/drawing/2014/main" id="{8B104290-B287-CD34-E27C-3C311FA8C357}"/>
                    </a:ext>
                  </a:extLst>
                </p:cNvPr>
                <p:cNvSpPr txBox="1"/>
                <p:nvPr/>
              </p:nvSpPr>
              <p:spPr>
                <a:xfrm>
                  <a:off x="1224254" y="1334496"/>
                  <a:ext cx="357790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14</m:t>
                        </m:r>
                        <m:r>
                          <a:rPr lang="zh-HK" altLang="en-US" sz="2000" b="1" i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2" name="文字方塊 130">
                  <a:extLst>
                    <a:ext uri="{FF2B5EF4-FFF2-40B4-BE49-F238E27FC236}">
                      <a16:creationId xmlns:a16="http://schemas.microsoft.com/office/drawing/2014/main" id="{8B104290-B287-CD34-E27C-3C311FA8C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254" y="1334496"/>
                  <a:ext cx="357790" cy="407099"/>
                </a:xfrm>
                <a:prstGeom prst="rect">
                  <a:avLst/>
                </a:prstGeom>
                <a:blipFill>
                  <a:blip r:embed="rId19"/>
                  <a:stretch>
                    <a:fillRect r="-508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文字方塊 58">
              <a:extLst>
                <a:ext uri="{FF2B5EF4-FFF2-40B4-BE49-F238E27FC236}">
                  <a16:creationId xmlns:a16="http://schemas.microsoft.com/office/drawing/2014/main" id="{68F17C8F-DDE5-6C02-2AED-CCA844456B61}"/>
                </a:ext>
              </a:extLst>
            </p:cNvPr>
            <p:cNvSpPr txBox="1"/>
            <p:nvPr/>
          </p:nvSpPr>
          <p:spPr>
            <a:xfrm>
              <a:off x="1715171" y="124324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17AFFA5-AD1B-4168-8550-F29CC43B5786}"/>
                  </a:ext>
                </a:extLst>
              </p:cNvPr>
              <p:cNvSpPr txBox="1"/>
              <p:nvPr/>
            </p:nvSpPr>
            <p:spPr>
              <a:xfrm>
                <a:off x="1944473" y="4703922"/>
                <a:ext cx="13860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17</a:t>
                </a:r>
                <a14:m>
                  <m:oMath xmlns:m="http://schemas.openxmlformats.org/officeDocument/2006/math">
                    <m:r>
                      <a:rPr lang="zh-TW" altLang="en-US" sz="2000" b="1" i="1" kern="10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FFFF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zh-HK" altLang="en-US" sz="2000" b="1" i="1" kern="10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endParaRPr lang="en-US" sz="2000" b="1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17AFFA5-AD1B-4168-8550-F29CC43B5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473" y="4703922"/>
                <a:ext cx="13860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0E14636-E8F5-6260-31BE-B358E7D4B3B1}"/>
                  </a:ext>
                </a:extLst>
              </p:cNvPr>
              <p:cNvSpPr txBox="1"/>
              <p:nvPr/>
            </p:nvSpPr>
            <p:spPr>
              <a:xfrm>
                <a:off x="2963586" y="4676829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0E14636-E8F5-6260-31BE-B358E7D4B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586" y="4676829"/>
                <a:ext cx="404359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822AE3E-671D-EA51-6CBF-80F936C34688}"/>
                  </a:ext>
                </a:extLst>
              </p:cNvPr>
              <p:cNvSpPr txBox="1"/>
              <p:nvPr/>
            </p:nvSpPr>
            <p:spPr>
              <a:xfrm>
                <a:off x="931683" y="4699613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822AE3E-671D-EA51-6CBF-80F936C34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83" y="4699613"/>
                <a:ext cx="404359" cy="400110"/>
              </a:xfrm>
              <a:prstGeom prst="rect">
                <a:avLst/>
              </a:prstGeom>
              <a:blipFill>
                <a:blip r:embed="rId22"/>
                <a:stretch>
                  <a:fillRect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9369077-B63C-1DF3-C4D0-4CB73E75364D}"/>
                  </a:ext>
                </a:extLst>
              </p:cNvPr>
              <p:cNvSpPr txBox="1"/>
              <p:nvPr/>
            </p:nvSpPr>
            <p:spPr>
              <a:xfrm>
                <a:off x="626238" y="5363394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9369077-B63C-1DF3-C4D0-4CB73E753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38" y="5363394"/>
                <a:ext cx="367220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07F7F9B-47BC-F44D-E986-465799662BFB}"/>
                  </a:ext>
                </a:extLst>
              </p:cNvPr>
              <p:cNvSpPr txBox="1"/>
              <p:nvPr/>
            </p:nvSpPr>
            <p:spPr>
              <a:xfrm>
                <a:off x="931683" y="5363394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07F7F9B-47BC-F44D-E986-465799662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83" y="5363394"/>
                <a:ext cx="404359" cy="400110"/>
              </a:xfrm>
              <a:prstGeom prst="rect">
                <a:avLst/>
              </a:prstGeom>
              <a:blipFill>
                <a:blip r:embed="rId24"/>
                <a:stretch>
                  <a:fillRect r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130">
            <a:extLst>
              <a:ext uri="{FF2B5EF4-FFF2-40B4-BE49-F238E27FC236}">
                <a16:creationId xmlns:a16="http://schemas.microsoft.com/office/drawing/2014/main" id="{7D07B96D-E52C-B57E-3352-D024203FEE02}"/>
              </a:ext>
            </a:extLst>
          </p:cNvPr>
          <p:cNvGrpSpPr/>
          <p:nvPr/>
        </p:nvGrpSpPr>
        <p:grpSpPr>
          <a:xfrm>
            <a:off x="1365919" y="5333667"/>
            <a:ext cx="1400582" cy="445612"/>
            <a:chOff x="4121935" y="3788299"/>
            <a:chExt cx="1269374" cy="445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131">
                  <a:extLst>
                    <a:ext uri="{FF2B5EF4-FFF2-40B4-BE49-F238E27FC236}">
                      <a16:creationId xmlns:a16="http://schemas.microsoft.com/office/drawing/2014/main" id="{7A6368D6-6A6A-992A-769F-7EDB076C947F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𝜽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0" name="文字方塊 131">
                  <a:extLst>
                    <a:ext uri="{FF2B5EF4-FFF2-40B4-BE49-F238E27FC236}">
                      <a16:creationId xmlns:a16="http://schemas.microsoft.com/office/drawing/2014/main" id="{7A6368D6-6A6A-992A-769F-7EDB076C9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132">
                  <a:extLst>
                    <a:ext uri="{FF2B5EF4-FFF2-40B4-BE49-F238E27FC236}">
                      <a16:creationId xmlns:a16="http://schemas.microsoft.com/office/drawing/2014/main" id="{35EB82C4-46E3-14D1-0E3C-683E434BE94A}"/>
                    </a:ext>
                  </a:extLst>
                </p:cNvPr>
                <p:cNvSpPr txBox="1"/>
                <p:nvPr/>
              </p:nvSpPr>
              <p:spPr>
                <a:xfrm>
                  <a:off x="4808433" y="3833801"/>
                  <a:ext cx="58287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7</a:t>
                  </a:r>
                  <a14:m>
                    <m:oMath xmlns:m="http://schemas.openxmlformats.org/officeDocument/2006/math">
                      <m:r>
                        <a:rPr lang="zh-HK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𝝓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1" name="文字方塊 132">
                  <a:extLst>
                    <a:ext uri="{FF2B5EF4-FFF2-40B4-BE49-F238E27FC236}">
                      <a16:creationId xmlns:a16="http://schemas.microsoft.com/office/drawing/2014/main" id="{35EB82C4-46E3-14D1-0E3C-683E434BE9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8433" y="3833801"/>
                  <a:ext cx="582876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133">
                  <a:extLst>
                    <a:ext uri="{FF2B5EF4-FFF2-40B4-BE49-F238E27FC236}">
                      <a16:creationId xmlns:a16="http://schemas.microsoft.com/office/drawing/2014/main" id="{D128CDB6-536B-D173-CBDA-57F0DCA3DC60}"/>
                    </a:ext>
                  </a:extLst>
                </p:cNvPr>
                <p:cNvSpPr txBox="1"/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133">
                  <a:extLst>
                    <a:ext uri="{FF2B5EF4-FFF2-40B4-BE49-F238E27FC236}">
                      <a16:creationId xmlns:a16="http://schemas.microsoft.com/office/drawing/2014/main" id="{D128CDB6-536B-D173-CBDA-57F0DCA3DC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群組 130">
            <a:extLst>
              <a:ext uri="{FF2B5EF4-FFF2-40B4-BE49-F238E27FC236}">
                <a16:creationId xmlns:a16="http://schemas.microsoft.com/office/drawing/2014/main" id="{DC7BA1F6-4125-962B-3BC4-BE5AFCD6FB5F}"/>
              </a:ext>
            </a:extLst>
          </p:cNvPr>
          <p:cNvGrpSpPr/>
          <p:nvPr/>
        </p:nvGrpSpPr>
        <p:grpSpPr>
          <a:xfrm>
            <a:off x="2637517" y="5339166"/>
            <a:ext cx="1400582" cy="445612"/>
            <a:chOff x="4121935" y="3788299"/>
            <a:chExt cx="1269374" cy="445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131">
                  <a:extLst>
                    <a:ext uri="{FF2B5EF4-FFF2-40B4-BE49-F238E27FC236}">
                      <a16:creationId xmlns:a16="http://schemas.microsoft.com/office/drawing/2014/main" id="{40450D1C-2BFB-F702-8DF7-C1576AD7FB66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𝜽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4" name="文字方塊 131">
                  <a:extLst>
                    <a:ext uri="{FF2B5EF4-FFF2-40B4-BE49-F238E27FC236}">
                      <a16:creationId xmlns:a16="http://schemas.microsoft.com/office/drawing/2014/main" id="{40450D1C-2BFB-F702-8DF7-C1576AD7F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132">
                  <a:extLst>
                    <a:ext uri="{FF2B5EF4-FFF2-40B4-BE49-F238E27FC236}">
                      <a16:creationId xmlns:a16="http://schemas.microsoft.com/office/drawing/2014/main" id="{27DC397C-75E0-7F3B-1356-CEE50D161ADC}"/>
                    </a:ext>
                  </a:extLst>
                </p:cNvPr>
                <p:cNvSpPr txBox="1"/>
                <p:nvPr/>
              </p:nvSpPr>
              <p:spPr>
                <a:xfrm>
                  <a:off x="4808433" y="3833801"/>
                  <a:ext cx="58287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zh-HK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𝝓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5" name="文字方塊 132">
                  <a:extLst>
                    <a:ext uri="{FF2B5EF4-FFF2-40B4-BE49-F238E27FC236}">
                      <a16:creationId xmlns:a16="http://schemas.microsoft.com/office/drawing/2014/main" id="{27DC397C-75E0-7F3B-1356-CEE50D161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8433" y="3833801"/>
                  <a:ext cx="582876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133">
                  <a:extLst>
                    <a:ext uri="{FF2B5EF4-FFF2-40B4-BE49-F238E27FC236}">
                      <a16:creationId xmlns:a16="http://schemas.microsoft.com/office/drawing/2014/main" id="{6B280A83-23D1-F4C7-C32F-122CDE45C022}"/>
                    </a:ext>
                  </a:extLst>
                </p:cNvPr>
                <p:cNvSpPr txBox="1"/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6" name="文字方塊 133">
                  <a:extLst>
                    <a:ext uri="{FF2B5EF4-FFF2-40B4-BE49-F238E27FC236}">
                      <a16:creationId xmlns:a16="http://schemas.microsoft.com/office/drawing/2014/main" id="{6B280A83-23D1-F4C7-C32F-122CDE45C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8">
                <a:extLst>
                  <a:ext uri="{FF2B5EF4-FFF2-40B4-BE49-F238E27FC236}">
                    <a16:creationId xmlns:a16="http://schemas.microsoft.com/office/drawing/2014/main" id="{8974B776-5017-0419-4F04-93DA50632003}"/>
                  </a:ext>
                </a:extLst>
              </p:cNvPr>
              <p:cNvSpPr txBox="1"/>
              <p:nvPr/>
            </p:nvSpPr>
            <p:spPr>
              <a:xfrm>
                <a:off x="5859252" y="678612"/>
                <a:ext cx="48290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70.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24</m:t>
                        </m:r>
                        <m:sSup>
                          <m:sSupPr>
                            <m:ctrlP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+90</m:t>
                        </m:r>
                        <m:sSup>
                          <m:sSupPr>
                            <m:ctrlPr>
                              <a:rPr lang="en-US" altLang="zh-HK" sz="20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HK" altLang="en-US" sz="20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HK" sz="20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zh-HK" altLang="en-US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−94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HK" sz="20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HK" alt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zh-HK" sz="20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HK" sz="20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HK" altLang="en-US" sz="20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altLang="zh-HK" sz="2000" b="0" i="1" kern="100" smtClean="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HK" altLang="en-US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9" name="文字方塊 8">
                <a:extLst>
                  <a:ext uri="{FF2B5EF4-FFF2-40B4-BE49-F238E27FC236}">
                    <a16:creationId xmlns:a16="http://schemas.microsoft.com/office/drawing/2014/main" id="{8974B776-5017-0419-4F04-93DA50632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52" y="678612"/>
                <a:ext cx="4829068" cy="400110"/>
              </a:xfrm>
              <a:prstGeom prst="rect">
                <a:avLst/>
              </a:prstGeom>
              <a:blipFill>
                <a:blip r:embed="rId31"/>
                <a:stretch>
                  <a:fillRect l="-1263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2F3282E-2469-D3AE-D2F4-45B5AD55C052}"/>
                  </a:ext>
                </a:extLst>
              </p:cNvPr>
              <p:cNvSpPr txBox="1"/>
              <p:nvPr/>
            </p:nvSpPr>
            <p:spPr>
              <a:xfrm>
                <a:off x="6131649" y="1197071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2F3282E-2469-D3AE-D2F4-45B5AD55C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649" y="1197071"/>
                <a:ext cx="367220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15D8682F-46B2-31CE-E877-77B1ACD51A8D}"/>
              </a:ext>
            </a:extLst>
          </p:cNvPr>
          <p:cNvSpPr txBox="1"/>
          <p:nvPr/>
        </p:nvSpPr>
        <p:spPr>
          <a:xfrm>
            <a:off x="6855420" y="1229630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(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130">
                <a:extLst>
                  <a:ext uri="{FF2B5EF4-FFF2-40B4-BE49-F238E27FC236}">
                    <a16:creationId xmlns:a16="http://schemas.microsoft.com/office/drawing/2014/main" id="{06A96431-0298-F574-E17B-4CC237197413}"/>
                  </a:ext>
                </a:extLst>
              </p:cNvPr>
              <p:cNvSpPr txBox="1"/>
              <p:nvPr/>
            </p:nvSpPr>
            <p:spPr>
              <a:xfrm>
                <a:off x="6987905" y="1223406"/>
                <a:ext cx="357790" cy="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3" name="文字方塊 130">
                <a:extLst>
                  <a:ext uri="{FF2B5EF4-FFF2-40B4-BE49-F238E27FC236}">
                    <a16:creationId xmlns:a16="http://schemas.microsoft.com/office/drawing/2014/main" id="{06A96431-0298-F574-E17B-4CC237197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905" y="1223406"/>
                <a:ext cx="357790" cy="406265"/>
              </a:xfrm>
              <a:prstGeom prst="rect">
                <a:avLst/>
              </a:prstGeom>
              <a:blipFill>
                <a:blip r:embed="rId33"/>
                <a:stretch>
                  <a:fillRect r="-45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8944B8CF-8D4D-5720-F032-F2AB6E29C47B}"/>
              </a:ext>
            </a:extLst>
          </p:cNvPr>
          <p:cNvSpPr txBox="1"/>
          <p:nvPr/>
        </p:nvSpPr>
        <p:spPr>
          <a:xfrm>
            <a:off x="9637125" y="1188567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3CBF499-2C0E-C6EA-4371-AAE1B3C3BC08}"/>
              </a:ext>
            </a:extLst>
          </p:cNvPr>
          <p:cNvGrpSpPr/>
          <p:nvPr/>
        </p:nvGrpSpPr>
        <p:grpSpPr>
          <a:xfrm>
            <a:off x="9049464" y="1122886"/>
            <a:ext cx="848707" cy="498355"/>
            <a:chOff x="1224254" y="1243240"/>
            <a:chExt cx="848707" cy="498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130">
                  <a:extLst>
                    <a:ext uri="{FF2B5EF4-FFF2-40B4-BE49-F238E27FC236}">
                      <a16:creationId xmlns:a16="http://schemas.microsoft.com/office/drawing/2014/main" id="{4956E752-D56F-A93F-73A2-2AAB89CA8A55}"/>
                    </a:ext>
                  </a:extLst>
                </p:cNvPr>
                <p:cNvSpPr txBox="1"/>
                <p:nvPr/>
              </p:nvSpPr>
              <p:spPr>
                <a:xfrm>
                  <a:off x="1224254" y="1334496"/>
                  <a:ext cx="306982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45</m:t>
                        </m:r>
                        <m:r>
                          <a:rPr lang="zh-HK" altLang="en-US" sz="2000" b="0" i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7" name="文字方塊 130">
                  <a:extLst>
                    <a:ext uri="{FF2B5EF4-FFF2-40B4-BE49-F238E27FC236}">
                      <a16:creationId xmlns:a16="http://schemas.microsoft.com/office/drawing/2014/main" id="{4956E752-D56F-A93F-73A2-2AAB89CA8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254" y="1334496"/>
                  <a:ext cx="306982" cy="407099"/>
                </a:xfrm>
                <a:prstGeom prst="rect">
                  <a:avLst/>
                </a:prstGeom>
                <a:blipFill>
                  <a:blip r:embed="rId34"/>
                  <a:stretch>
                    <a:fillRect r="-627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文字方塊 58">
              <a:extLst>
                <a:ext uri="{FF2B5EF4-FFF2-40B4-BE49-F238E27FC236}">
                  <a16:creationId xmlns:a16="http://schemas.microsoft.com/office/drawing/2014/main" id="{A13AE10B-4110-E2B5-3E6C-4C9D4F8E539E}"/>
                </a:ext>
              </a:extLst>
            </p:cNvPr>
            <p:cNvSpPr txBox="1"/>
            <p:nvPr/>
          </p:nvSpPr>
          <p:spPr>
            <a:xfrm>
              <a:off x="1715171" y="124324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2268E4A-9AD6-8FF5-9A43-D7C53A556F7B}"/>
                  </a:ext>
                </a:extLst>
              </p:cNvPr>
              <p:cNvSpPr txBox="1"/>
              <p:nvPr/>
            </p:nvSpPr>
            <p:spPr>
              <a:xfrm>
                <a:off x="7625140" y="1219245"/>
                <a:ext cx="1386088" cy="406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47</a:t>
                </a:r>
                <a14:m>
                  <m:oMath xmlns:m="http://schemas.openxmlformats.org/officeDocument/2006/math">
                    <m:r>
                      <a:rPr lang="zh-TW" altLang="en-US" sz="2000" b="1" i="1" kern="10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FFFF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TW" sz="2000" b="0" i="1" kern="10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FFFF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HK" altLang="en-US" sz="2000" b="0" i="1" kern="10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endParaRPr lang="en-US" sz="2000" b="1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2268E4A-9AD6-8FF5-9A43-D7C53A556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140" y="1219245"/>
                <a:ext cx="1386088" cy="40626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EB23230-CFF0-4FCD-FBFB-17F1CE63D3B5}"/>
                  </a:ext>
                </a:extLst>
              </p:cNvPr>
              <p:cNvSpPr txBox="1"/>
              <p:nvPr/>
            </p:nvSpPr>
            <p:spPr>
              <a:xfrm>
                <a:off x="8732507" y="1199830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EB23230-CFF0-4FCD-FBFB-17F1CE63D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507" y="1199830"/>
                <a:ext cx="404359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0B59C8D-667A-5EE0-C7E7-A7D292E152BC}"/>
                  </a:ext>
                </a:extLst>
              </p:cNvPr>
              <p:cNvSpPr txBox="1"/>
              <p:nvPr/>
            </p:nvSpPr>
            <p:spPr>
              <a:xfrm>
                <a:off x="6437094" y="1197071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𝜸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0B59C8D-667A-5EE0-C7E7-A7D292E15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094" y="1197071"/>
                <a:ext cx="404359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字方塊 58">
            <a:extLst>
              <a:ext uri="{FF2B5EF4-FFF2-40B4-BE49-F238E27FC236}">
                <a16:creationId xmlns:a16="http://schemas.microsoft.com/office/drawing/2014/main" id="{DC344E10-6E1A-BD4C-8641-1D7B12476131}"/>
              </a:ext>
            </a:extLst>
          </p:cNvPr>
          <p:cNvSpPr txBox="1"/>
          <p:nvPr/>
        </p:nvSpPr>
        <p:spPr>
          <a:xfrm>
            <a:off x="6766741" y="1134628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5" name="文字方塊 58">
            <a:extLst>
              <a:ext uri="{FF2B5EF4-FFF2-40B4-BE49-F238E27FC236}">
                <a16:creationId xmlns:a16="http://schemas.microsoft.com/office/drawing/2014/main" id="{D4E77FBC-583C-9318-FD4B-D5106E481F78}"/>
              </a:ext>
            </a:extLst>
          </p:cNvPr>
          <p:cNvSpPr txBox="1"/>
          <p:nvPr/>
        </p:nvSpPr>
        <p:spPr>
          <a:xfrm>
            <a:off x="7466813" y="1134628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6" name="文字方塊 58">
            <a:extLst>
              <a:ext uri="{FF2B5EF4-FFF2-40B4-BE49-F238E27FC236}">
                <a16:creationId xmlns:a16="http://schemas.microsoft.com/office/drawing/2014/main" id="{C0FBA755-52A3-EE5C-F35C-37EE5909E346}"/>
              </a:ext>
            </a:extLst>
          </p:cNvPr>
          <p:cNvSpPr txBox="1"/>
          <p:nvPr/>
        </p:nvSpPr>
        <p:spPr>
          <a:xfrm>
            <a:off x="8374717" y="1123613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7" name="文字方塊 58">
            <a:extLst>
              <a:ext uri="{FF2B5EF4-FFF2-40B4-BE49-F238E27FC236}">
                <a16:creationId xmlns:a16="http://schemas.microsoft.com/office/drawing/2014/main" id="{6ED4CA88-6969-AB94-B55E-9E21C744C955}"/>
              </a:ext>
            </a:extLst>
          </p:cNvPr>
          <p:cNvSpPr txBox="1"/>
          <p:nvPr/>
        </p:nvSpPr>
        <p:spPr>
          <a:xfrm>
            <a:off x="8627164" y="1113294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129">
                <a:extLst>
                  <a:ext uri="{FF2B5EF4-FFF2-40B4-BE49-F238E27FC236}">
                    <a16:creationId xmlns:a16="http://schemas.microsoft.com/office/drawing/2014/main" id="{704042B5-EBCF-1BC3-53CA-55BF34FFF432}"/>
                  </a:ext>
                </a:extLst>
              </p:cNvPr>
              <p:cNvSpPr txBox="1"/>
              <p:nvPr/>
            </p:nvSpPr>
            <p:spPr>
              <a:xfrm>
                <a:off x="6141406" y="18246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8" name="文字方塊 129">
                <a:extLst>
                  <a:ext uri="{FF2B5EF4-FFF2-40B4-BE49-F238E27FC236}">
                    <a16:creationId xmlns:a16="http://schemas.microsoft.com/office/drawing/2014/main" id="{704042B5-EBCF-1BC3-53CA-55BF34FFF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406" y="1824610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130">
            <a:extLst>
              <a:ext uri="{FF2B5EF4-FFF2-40B4-BE49-F238E27FC236}">
                <a16:creationId xmlns:a16="http://schemas.microsoft.com/office/drawing/2014/main" id="{377B9F87-59EA-6FFB-E29F-148460A51872}"/>
              </a:ext>
            </a:extLst>
          </p:cNvPr>
          <p:cNvGrpSpPr/>
          <p:nvPr/>
        </p:nvGrpSpPr>
        <p:grpSpPr>
          <a:xfrm>
            <a:off x="6987906" y="1824610"/>
            <a:ext cx="1429616" cy="432981"/>
            <a:chOff x="4121935" y="3783678"/>
            <a:chExt cx="1295688" cy="4329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131">
                  <a:extLst>
                    <a:ext uri="{FF2B5EF4-FFF2-40B4-BE49-F238E27FC236}">
                      <a16:creationId xmlns:a16="http://schemas.microsoft.com/office/drawing/2014/main" id="{70207C82-4307-CF7E-1A61-267F86AB3A2E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0" name="文字方塊 131">
                  <a:extLst>
                    <a:ext uri="{FF2B5EF4-FFF2-40B4-BE49-F238E27FC236}">
                      <a16:creationId xmlns:a16="http://schemas.microsoft.com/office/drawing/2014/main" id="{70207C82-4307-CF7E-1A61-267F86AB3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32">
                  <a:extLst>
                    <a:ext uri="{FF2B5EF4-FFF2-40B4-BE49-F238E27FC236}">
                      <a16:creationId xmlns:a16="http://schemas.microsoft.com/office/drawing/2014/main" id="{6077184D-C5BF-98C7-1125-0DE9CC47C052}"/>
                    </a:ext>
                  </a:extLst>
                </p:cNvPr>
                <p:cNvSpPr txBox="1"/>
                <p:nvPr/>
              </p:nvSpPr>
              <p:spPr>
                <a:xfrm>
                  <a:off x="4787035" y="3801253"/>
                  <a:ext cx="630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9</a:t>
                  </a:r>
                  <a14:m>
                    <m:oMath xmlns:m="http://schemas.openxmlformats.org/officeDocument/2006/math">
                      <m:r>
                        <a:rPr lang="zh-HK" altLang="en-US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 )</a:t>
                  </a:r>
                </a:p>
              </p:txBody>
            </p:sp>
          </mc:Choice>
          <mc:Fallback xmlns="">
            <p:sp>
              <p:nvSpPr>
                <p:cNvPr id="101" name="文字方塊 132">
                  <a:extLst>
                    <a:ext uri="{FF2B5EF4-FFF2-40B4-BE49-F238E27FC236}">
                      <a16:creationId xmlns:a16="http://schemas.microsoft.com/office/drawing/2014/main" id="{6077184D-C5BF-98C7-1125-0DE9CC47C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7035" y="3801253"/>
                  <a:ext cx="630588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字方塊 133">
                  <a:extLst>
                    <a:ext uri="{FF2B5EF4-FFF2-40B4-BE49-F238E27FC236}">
                      <a16:creationId xmlns:a16="http://schemas.microsoft.com/office/drawing/2014/main" id="{E730EAE0-110F-86A4-A410-C081DFAE9F24}"/>
                    </a:ext>
                  </a:extLst>
                </p:cNvPr>
                <p:cNvSpPr txBox="1"/>
                <p:nvPr/>
              </p:nvSpPr>
              <p:spPr>
                <a:xfrm>
                  <a:off x="4551630" y="37836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2" name="文字方塊 133">
                  <a:extLst>
                    <a:ext uri="{FF2B5EF4-FFF2-40B4-BE49-F238E27FC236}">
                      <a16:creationId xmlns:a16="http://schemas.microsoft.com/office/drawing/2014/main" id="{E730EAE0-110F-86A4-A410-C081DFAE9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630" y="3783678"/>
                  <a:ext cx="295688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群組 134">
            <a:extLst>
              <a:ext uri="{FF2B5EF4-FFF2-40B4-BE49-F238E27FC236}">
                <a16:creationId xmlns:a16="http://schemas.microsoft.com/office/drawing/2014/main" id="{AA5FAC56-0DDE-A9ED-D91F-71F3750E5085}"/>
              </a:ext>
            </a:extLst>
          </p:cNvPr>
          <p:cNvGrpSpPr/>
          <p:nvPr/>
        </p:nvGrpSpPr>
        <p:grpSpPr>
          <a:xfrm>
            <a:off x="8326212" y="1824229"/>
            <a:ext cx="1477003" cy="418590"/>
            <a:chOff x="4108339" y="3808345"/>
            <a:chExt cx="1216306" cy="4185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35">
                  <a:extLst>
                    <a:ext uri="{FF2B5EF4-FFF2-40B4-BE49-F238E27FC236}">
                      <a16:creationId xmlns:a16="http://schemas.microsoft.com/office/drawing/2014/main" id="{A6FF19A9-941F-B480-6549-013AC03D46B2}"/>
                    </a:ext>
                  </a:extLst>
                </p:cNvPr>
                <p:cNvSpPr txBox="1"/>
                <p:nvPr/>
              </p:nvSpPr>
              <p:spPr>
                <a:xfrm>
                  <a:off x="4108339" y="3826825"/>
                  <a:ext cx="57296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4" name="文字方塊 135">
                  <a:extLst>
                    <a:ext uri="{FF2B5EF4-FFF2-40B4-BE49-F238E27FC236}">
                      <a16:creationId xmlns:a16="http://schemas.microsoft.com/office/drawing/2014/main" id="{A6FF19A9-941F-B480-6549-013AC03D4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8339" y="3826825"/>
                  <a:ext cx="572962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36">
                  <a:extLst>
                    <a:ext uri="{FF2B5EF4-FFF2-40B4-BE49-F238E27FC236}">
                      <a16:creationId xmlns:a16="http://schemas.microsoft.com/office/drawing/2014/main" id="{6C67AEE7-E687-D3E7-EC14-F9B83B812B22}"/>
                    </a:ext>
                  </a:extLst>
                </p:cNvPr>
                <p:cNvSpPr txBox="1"/>
                <p:nvPr/>
              </p:nvSpPr>
              <p:spPr>
                <a:xfrm>
                  <a:off x="4775444" y="3808345"/>
                  <a:ext cx="5492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5</a:t>
                  </a:r>
                  <a14:m>
                    <m:oMath xmlns:m="http://schemas.openxmlformats.org/officeDocument/2006/math">
                      <m:r>
                        <a:rPr lang="zh-HK" altLang="en-US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HK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05" name="文字方塊 136">
                  <a:extLst>
                    <a:ext uri="{FF2B5EF4-FFF2-40B4-BE49-F238E27FC236}">
                      <a16:creationId xmlns:a16="http://schemas.microsoft.com/office/drawing/2014/main" id="{6C67AEE7-E687-D3E7-EC14-F9B83B812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444" y="3808345"/>
                  <a:ext cx="549201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37">
                  <a:extLst>
                    <a:ext uri="{FF2B5EF4-FFF2-40B4-BE49-F238E27FC236}">
                      <a16:creationId xmlns:a16="http://schemas.microsoft.com/office/drawing/2014/main" id="{26BFB947-C7A1-2E49-DCD2-71AF2F6FF4A7}"/>
                    </a:ext>
                  </a:extLst>
                </p:cNvPr>
                <p:cNvSpPr txBox="1"/>
                <p:nvPr/>
              </p:nvSpPr>
              <p:spPr>
                <a:xfrm>
                  <a:off x="4581376" y="382682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6" name="文字方塊 137">
                  <a:extLst>
                    <a:ext uri="{FF2B5EF4-FFF2-40B4-BE49-F238E27FC236}">
                      <a16:creationId xmlns:a16="http://schemas.microsoft.com/office/drawing/2014/main" id="{26BFB947-C7A1-2E49-DCD2-71AF2F6FF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376" y="3826825"/>
                  <a:ext cx="295688" cy="40011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31">
                <a:extLst>
                  <a:ext uri="{FF2B5EF4-FFF2-40B4-BE49-F238E27FC236}">
                    <a16:creationId xmlns:a16="http://schemas.microsoft.com/office/drawing/2014/main" id="{D0E9458F-5867-BCA8-0BB9-963502743EBF}"/>
                  </a:ext>
                </a:extLst>
              </p:cNvPr>
              <p:cNvSpPr txBox="1"/>
              <p:nvPr/>
            </p:nvSpPr>
            <p:spPr>
              <a:xfrm>
                <a:off x="6398366" y="1837339"/>
                <a:ext cx="615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𝜸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文字方塊 131">
                <a:extLst>
                  <a:ext uri="{FF2B5EF4-FFF2-40B4-BE49-F238E27FC236}">
                    <a16:creationId xmlns:a16="http://schemas.microsoft.com/office/drawing/2014/main" id="{D0E9458F-5867-BCA8-0BB9-963502743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366" y="1837339"/>
                <a:ext cx="615874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字方塊 58">
            <a:extLst>
              <a:ext uri="{FF2B5EF4-FFF2-40B4-BE49-F238E27FC236}">
                <a16:creationId xmlns:a16="http://schemas.microsoft.com/office/drawing/2014/main" id="{D36D8F67-C9DA-1E32-ADEB-C3CBD5DBFB0B}"/>
              </a:ext>
            </a:extLst>
          </p:cNvPr>
          <p:cNvSpPr txBox="1"/>
          <p:nvPr/>
        </p:nvSpPr>
        <p:spPr>
          <a:xfrm>
            <a:off x="6766741" y="1784058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9" name="文字方塊 58">
            <a:extLst>
              <a:ext uri="{FF2B5EF4-FFF2-40B4-BE49-F238E27FC236}">
                <a16:creationId xmlns:a16="http://schemas.microsoft.com/office/drawing/2014/main" id="{42426950-CF5F-DB8F-C997-A69059DA1542}"/>
              </a:ext>
            </a:extLst>
          </p:cNvPr>
          <p:cNvSpPr txBox="1"/>
          <p:nvPr/>
        </p:nvSpPr>
        <p:spPr>
          <a:xfrm>
            <a:off x="7410375" y="1776555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0" name="文字方塊 58">
            <a:extLst>
              <a:ext uri="{FF2B5EF4-FFF2-40B4-BE49-F238E27FC236}">
                <a16:creationId xmlns:a16="http://schemas.microsoft.com/office/drawing/2014/main" id="{DC6172BE-9CE9-C4DD-6987-CF19FED04540}"/>
              </a:ext>
            </a:extLst>
          </p:cNvPr>
          <p:cNvSpPr txBox="1"/>
          <p:nvPr/>
        </p:nvSpPr>
        <p:spPr>
          <a:xfrm>
            <a:off x="8773990" y="1793683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1" name="文字方塊 58">
            <a:extLst>
              <a:ext uri="{FF2B5EF4-FFF2-40B4-BE49-F238E27FC236}">
                <a16:creationId xmlns:a16="http://schemas.microsoft.com/office/drawing/2014/main" id="{C7E854B0-2E15-32B0-BD3B-BA6753CD42AC}"/>
              </a:ext>
            </a:extLst>
          </p:cNvPr>
          <p:cNvSpPr txBox="1"/>
          <p:nvPr/>
        </p:nvSpPr>
        <p:spPr>
          <a:xfrm>
            <a:off x="9455624" y="1784058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2" name="文字方塊 58">
            <a:extLst>
              <a:ext uri="{FF2B5EF4-FFF2-40B4-BE49-F238E27FC236}">
                <a16:creationId xmlns:a16="http://schemas.microsoft.com/office/drawing/2014/main" id="{DBA8AF26-7042-8898-40AC-72FB701E2ACC}"/>
              </a:ext>
            </a:extLst>
          </p:cNvPr>
          <p:cNvSpPr txBox="1"/>
          <p:nvPr/>
        </p:nvSpPr>
        <p:spPr>
          <a:xfrm>
            <a:off x="8051556" y="1757490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9">
                <a:extLst>
                  <a:ext uri="{FF2B5EF4-FFF2-40B4-BE49-F238E27FC236}">
                    <a16:creationId xmlns:a16="http://schemas.microsoft.com/office/drawing/2014/main" id="{BBE31003-51A7-7B35-8394-74237463F1A6}"/>
                  </a:ext>
                </a:extLst>
              </p:cNvPr>
              <p:cNvSpPr txBox="1"/>
              <p:nvPr/>
            </p:nvSpPr>
            <p:spPr>
              <a:xfrm>
                <a:off x="6133052" y="25062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7" name="文字方塊 129">
                <a:extLst>
                  <a:ext uri="{FF2B5EF4-FFF2-40B4-BE49-F238E27FC236}">
                    <a16:creationId xmlns:a16="http://schemas.microsoft.com/office/drawing/2014/main" id="{BBE31003-51A7-7B35-8394-74237463F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052" y="2506216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群組 134">
            <a:extLst>
              <a:ext uri="{FF2B5EF4-FFF2-40B4-BE49-F238E27FC236}">
                <a16:creationId xmlns:a16="http://schemas.microsoft.com/office/drawing/2014/main" id="{73A1AC6C-5CC4-789B-F5ED-0EB7F7D40AD7}"/>
              </a:ext>
            </a:extLst>
          </p:cNvPr>
          <p:cNvGrpSpPr/>
          <p:nvPr/>
        </p:nvGrpSpPr>
        <p:grpSpPr>
          <a:xfrm>
            <a:off x="9447270" y="2490358"/>
            <a:ext cx="1477003" cy="418590"/>
            <a:chOff x="4108339" y="3808345"/>
            <a:chExt cx="1216306" cy="4185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5">
                  <a:extLst>
                    <a:ext uri="{FF2B5EF4-FFF2-40B4-BE49-F238E27FC236}">
                      <a16:creationId xmlns:a16="http://schemas.microsoft.com/office/drawing/2014/main" id="{ACAC2511-45C9-C7FC-C2A9-56FB1C356FF8}"/>
                    </a:ext>
                  </a:extLst>
                </p:cNvPr>
                <p:cNvSpPr txBox="1"/>
                <p:nvPr/>
              </p:nvSpPr>
              <p:spPr>
                <a:xfrm>
                  <a:off x="4108339" y="3826825"/>
                  <a:ext cx="57296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3" name="文字方塊 135">
                  <a:extLst>
                    <a:ext uri="{FF2B5EF4-FFF2-40B4-BE49-F238E27FC236}">
                      <a16:creationId xmlns:a16="http://schemas.microsoft.com/office/drawing/2014/main" id="{ACAC2511-45C9-C7FC-C2A9-56FB1C356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8339" y="3826825"/>
                  <a:ext cx="572962" cy="400110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6">
                  <a:extLst>
                    <a:ext uri="{FF2B5EF4-FFF2-40B4-BE49-F238E27FC236}">
                      <a16:creationId xmlns:a16="http://schemas.microsoft.com/office/drawing/2014/main" id="{C565452F-71B1-676E-AE16-7DE86F0AB671}"/>
                    </a:ext>
                  </a:extLst>
                </p:cNvPr>
                <p:cNvSpPr txBox="1"/>
                <p:nvPr/>
              </p:nvSpPr>
              <p:spPr>
                <a:xfrm>
                  <a:off x="4775444" y="3808345"/>
                  <a:ext cx="54920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5</a:t>
                  </a:r>
                  <a14:m>
                    <m:oMath xmlns:m="http://schemas.openxmlformats.org/officeDocument/2006/math">
                      <m:r>
                        <a:rPr lang="zh-HK" altLang="en-US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HK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34" name="文字方塊 136">
                  <a:extLst>
                    <a:ext uri="{FF2B5EF4-FFF2-40B4-BE49-F238E27FC236}">
                      <a16:creationId xmlns:a16="http://schemas.microsoft.com/office/drawing/2014/main" id="{C565452F-71B1-676E-AE16-7DE86F0AB6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444" y="3808345"/>
                  <a:ext cx="549201" cy="4001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7">
                  <a:extLst>
                    <a:ext uri="{FF2B5EF4-FFF2-40B4-BE49-F238E27FC236}">
                      <a16:creationId xmlns:a16="http://schemas.microsoft.com/office/drawing/2014/main" id="{625F9081-5C31-6908-0242-01EE2DC4500E}"/>
                    </a:ext>
                  </a:extLst>
                </p:cNvPr>
                <p:cNvSpPr txBox="1"/>
                <p:nvPr/>
              </p:nvSpPr>
              <p:spPr>
                <a:xfrm>
                  <a:off x="4581376" y="382682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5" name="文字方塊 137">
                  <a:extLst>
                    <a:ext uri="{FF2B5EF4-FFF2-40B4-BE49-F238E27FC236}">
                      <a16:creationId xmlns:a16="http://schemas.microsoft.com/office/drawing/2014/main" id="{625F9081-5C31-6908-0242-01EE2DC45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376" y="3826825"/>
                  <a:ext cx="295688" cy="400110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1">
                <a:extLst>
                  <a:ext uri="{FF2B5EF4-FFF2-40B4-BE49-F238E27FC236}">
                    <a16:creationId xmlns:a16="http://schemas.microsoft.com/office/drawing/2014/main" id="{D6C2E70A-1188-0333-9845-93F6FABC8386}"/>
                  </a:ext>
                </a:extLst>
              </p:cNvPr>
              <p:cNvSpPr txBox="1"/>
              <p:nvPr/>
            </p:nvSpPr>
            <p:spPr>
              <a:xfrm>
                <a:off x="6390012" y="2518945"/>
                <a:ext cx="615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𝜸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6" name="文字方塊 131">
                <a:extLst>
                  <a:ext uri="{FF2B5EF4-FFF2-40B4-BE49-F238E27FC236}">
                    <a16:creationId xmlns:a16="http://schemas.microsoft.com/office/drawing/2014/main" id="{D6C2E70A-1188-0333-9845-93F6FABC8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012" y="2518945"/>
                <a:ext cx="615874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文字方塊 58">
            <a:extLst>
              <a:ext uri="{FF2B5EF4-FFF2-40B4-BE49-F238E27FC236}">
                <a16:creationId xmlns:a16="http://schemas.microsoft.com/office/drawing/2014/main" id="{7D5BFBD6-54F1-FEA8-F3CB-F33B726AFCF3}"/>
              </a:ext>
            </a:extLst>
          </p:cNvPr>
          <p:cNvSpPr txBox="1"/>
          <p:nvPr/>
        </p:nvSpPr>
        <p:spPr>
          <a:xfrm>
            <a:off x="6758387" y="2465664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39" name="文字方塊 58">
            <a:extLst>
              <a:ext uri="{FF2B5EF4-FFF2-40B4-BE49-F238E27FC236}">
                <a16:creationId xmlns:a16="http://schemas.microsoft.com/office/drawing/2014/main" id="{06CB7CC6-C01C-5578-40FA-969C30D44486}"/>
              </a:ext>
            </a:extLst>
          </p:cNvPr>
          <p:cNvSpPr txBox="1"/>
          <p:nvPr/>
        </p:nvSpPr>
        <p:spPr>
          <a:xfrm>
            <a:off x="9895048" y="2459812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40" name="文字方塊 58">
            <a:extLst>
              <a:ext uri="{FF2B5EF4-FFF2-40B4-BE49-F238E27FC236}">
                <a16:creationId xmlns:a16="http://schemas.microsoft.com/office/drawing/2014/main" id="{A1AE5B53-6132-DA1C-EF57-E956FACB7803}"/>
              </a:ext>
            </a:extLst>
          </p:cNvPr>
          <p:cNvSpPr txBox="1"/>
          <p:nvPr/>
        </p:nvSpPr>
        <p:spPr>
          <a:xfrm>
            <a:off x="10576682" y="2450187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42" name="群組 130">
            <a:extLst>
              <a:ext uri="{FF2B5EF4-FFF2-40B4-BE49-F238E27FC236}">
                <a16:creationId xmlns:a16="http://schemas.microsoft.com/office/drawing/2014/main" id="{121FB2D0-8DCA-174E-E2F5-E267357308EB}"/>
              </a:ext>
            </a:extLst>
          </p:cNvPr>
          <p:cNvGrpSpPr/>
          <p:nvPr/>
        </p:nvGrpSpPr>
        <p:grpSpPr>
          <a:xfrm>
            <a:off x="6953221" y="2471567"/>
            <a:ext cx="1368266" cy="445612"/>
            <a:chOff x="4121935" y="3788299"/>
            <a:chExt cx="1240085" cy="445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字方塊 131">
                  <a:extLst>
                    <a:ext uri="{FF2B5EF4-FFF2-40B4-BE49-F238E27FC236}">
                      <a16:creationId xmlns:a16="http://schemas.microsoft.com/office/drawing/2014/main" id="{85B084CF-9371-17B3-2A69-C04A63EF4957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3" name="文字方塊 131">
                  <a:extLst>
                    <a:ext uri="{FF2B5EF4-FFF2-40B4-BE49-F238E27FC236}">
                      <a16:creationId xmlns:a16="http://schemas.microsoft.com/office/drawing/2014/main" id="{85B084CF-9371-17B3-2A69-C04A63EF4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32">
                  <a:extLst>
                    <a:ext uri="{FF2B5EF4-FFF2-40B4-BE49-F238E27FC236}">
                      <a16:creationId xmlns:a16="http://schemas.microsoft.com/office/drawing/2014/main" id="{CBC84391-D98A-B991-48B2-BD0A19CED63E}"/>
                    </a:ext>
                  </a:extLst>
                </p:cNvPr>
                <p:cNvSpPr txBox="1"/>
                <p:nvPr/>
              </p:nvSpPr>
              <p:spPr>
                <a:xfrm>
                  <a:off x="4808433" y="3833801"/>
                  <a:ext cx="553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zh-HK" altLang="en-US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44" name="文字方塊 132">
                  <a:extLst>
                    <a:ext uri="{FF2B5EF4-FFF2-40B4-BE49-F238E27FC236}">
                      <a16:creationId xmlns:a16="http://schemas.microsoft.com/office/drawing/2014/main" id="{CBC84391-D98A-B991-48B2-BD0A19CED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8433" y="3833801"/>
                  <a:ext cx="553587" cy="400110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33">
                  <a:extLst>
                    <a:ext uri="{FF2B5EF4-FFF2-40B4-BE49-F238E27FC236}">
                      <a16:creationId xmlns:a16="http://schemas.microsoft.com/office/drawing/2014/main" id="{2FDDCAED-229A-8406-594A-1E61F0233B2A}"/>
                    </a:ext>
                  </a:extLst>
                </p:cNvPr>
                <p:cNvSpPr txBox="1"/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5" name="文字方塊 133">
                  <a:extLst>
                    <a:ext uri="{FF2B5EF4-FFF2-40B4-BE49-F238E27FC236}">
                      <a16:creationId xmlns:a16="http://schemas.microsoft.com/office/drawing/2014/main" id="{2FDDCAED-229A-8406-594A-1E61F0233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群組 130">
            <a:extLst>
              <a:ext uri="{FF2B5EF4-FFF2-40B4-BE49-F238E27FC236}">
                <a16:creationId xmlns:a16="http://schemas.microsoft.com/office/drawing/2014/main" id="{8BBC6744-48F2-62BB-D268-0ECC22902E10}"/>
              </a:ext>
            </a:extLst>
          </p:cNvPr>
          <p:cNvGrpSpPr/>
          <p:nvPr/>
        </p:nvGrpSpPr>
        <p:grpSpPr>
          <a:xfrm>
            <a:off x="8222097" y="2473443"/>
            <a:ext cx="1368266" cy="445612"/>
            <a:chOff x="4121935" y="3788299"/>
            <a:chExt cx="1240085" cy="4456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字方塊 131">
                  <a:extLst>
                    <a:ext uri="{FF2B5EF4-FFF2-40B4-BE49-F238E27FC236}">
                      <a16:creationId xmlns:a16="http://schemas.microsoft.com/office/drawing/2014/main" id="{FEDA8972-832E-747A-2A2B-D5E12A87D4AA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TW" altLang="en-US" sz="2000" b="1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7" name="文字方塊 131">
                  <a:extLst>
                    <a:ext uri="{FF2B5EF4-FFF2-40B4-BE49-F238E27FC236}">
                      <a16:creationId xmlns:a16="http://schemas.microsoft.com/office/drawing/2014/main" id="{FEDA8972-832E-747A-2A2B-D5E12A87D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字方塊 132">
                  <a:extLst>
                    <a:ext uri="{FF2B5EF4-FFF2-40B4-BE49-F238E27FC236}">
                      <a16:creationId xmlns:a16="http://schemas.microsoft.com/office/drawing/2014/main" id="{AC209FCA-1758-217C-522D-D79800BA73F6}"/>
                    </a:ext>
                  </a:extLst>
                </p:cNvPr>
                <p:cNvSpPr txBox="1"/>
                <p:nvPr/>
              </p:nvSpPr>
              <p:spPr>
                <a:xfrm>
                  <a:off x="4808433" y="3833801"/>
                  <a:ext cx="553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3</a:t>
                  </a:r>
                  <a14:m>
                    <m:oMath xmlns:m="http://schemas.openxmlformats.org/officeDocument/2006/math">
                      <m:r>
                        <a:rPr lang="zh-HK" altLang="en-US" sz="2000" b="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48" name="文字方塊 132">
                  <a:extLst>
                    <a:ext uri="{FF2B5EF4-FFF2-40B4-BE49-F238E27FC236}">
                      <a16:creationId xmlns:a16="http://schemas.microsoft.com/office/drawing/2014/main" id="{AC209FCA-1758-217C-522D-D79800BA73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8433" y="3833801"/>
                  <a:ext cx="553587" cy="400110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33">
                  <a:extLst>
                    <a:ext uri="{FF2B5EF4-FFF2-40B4-BE49-F238E27FC236}">
                      <a16:creationId xmlns:a16="http://schemas.microsoft.com/office/drawing/2014/main" id="{04E9A1EF-778D-4ADF-F350-445B1A5A8B50}"/>
                    </a:ext>
                  </a:extLst>
                </p:cNvPr>
                <p:cNvSpPr txBox="1"/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9" name="文字方塊 133">
                  <a:extLst>
                    <a:ext uri="{FF2B5EF4-FFF2-40B4-BE49-F238E27FC236}">
                      <a16:creationId xmlns:a16="http://schemas.microsoft.com/office/drawing/2014/main" id="{04E9A1EF-778D-4ADF-F350-445B1A5A8B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189" y="3788299"/>
                  <a:ext cx="295688" cy="400110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3324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0" grpId="0"/>
      <p:bldP spid="27" grpId="0"/>
      <p:bldP spid="28" grpId="0"/>
      <p:bldP spid="41" grpId="0"/>
      <p:bldP spid="50" grpId="0"/>
      <p:bldP spid="55" grpId="0"/>
      <p:bldP spid="56" grpId="0"/>
      <p:bldP spid="60" grpId="0"/>
      <p:bldP spid="64" grpId="0"/>
      <p:bldP spid="65" grpId="0"/>
      <p:bldP spid="66" grpId="0"/>
      <p:bldP spid="67" grpId="0"/>
      <p:bldP spid="68" grpId="0"/>
      <p:bldP spid="80" grpId="0"/>
      <p:bldP spid="81" grpId="0"/>
      <p:bldP spid="83" grpId="0"/>
      <p:bldP spid="85" grpId="0"/>
      <p:bldP spid="89" grpId="0"/>
      <p:bldP spid="90" grpId="0"/>
      <p:bldP spid="91" grpId="0"/>
      <p:bldP spid="94" grpId="0"/>
      <p:bldP spid="95" grpId="0"/>
      <p:bldP spid="96" grpId="0"/>
      <p:bldP spid="97" grpId="0"/>
      <p:bldP spid="98" grpId="0"/>
      <p:bldP spid="107" grpId="0"/>
      <p:bldP spid="108" grpId="0"/>
      <p:bldP spid="109" grpId="0"/>
      <p:bldP spid="110" grpId="0"/>
      <p:bldP spid="111" grpId="0"/>
      <p:bldP spid="112" grpId="0"/>
      <p:bldP spid="127" grpId="0"/>
      <p:bldP spid="136" grpId="0"/>
      <p:bldP spid="137" grpId="0"/>
      <p:bldP spid="139" grpId="0"/>
      <p:bldP spid="1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D4712264-4772-4B0E-E7B9-69BC883BABBC}"/>
              </a:ext>
            </a:extLst>
          </p:cNvPr>
          <p:cNvSpPr txBox="1"/>
          <p:nvPr/>
        </p:nvSpPr>
        <p:spPr>
          <a:xfrm>
            <a:off x="191344" y="44624"/>
            <a:ext cx="3619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筆跡 2">
                <a:extLst>
                  <a:ext uri="{FF2B5EF4-FFF2-40B4-BE49-F238E27FC236}">
                    <a16:creationId xmlns:a16="http://schemas.microsoft.com/office/drawing/2014/main" id="{57EB7462-F2F7-67AE-4E6D-980705085931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5" name="筆跡 2">
                <a:extLst>
                  <a:ext uri="{FF2B5EF4-FFF2-40B4-BE49-F238E27FC236}">
                    <a16:creationId xmlns:a16="http://schemas.microsoft.com/office/drawing/2014/main" id="{57EB7462-F2F7-67AE-4E6D-9807050859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45">
                <a:extLst>
                  <a:ext uri="{FF2B5EF4-FFF2-40B4-BE49-F238E27FC236}">
                    <a16:creationId xmlns:a16="http://schemas.microsoft.com/office/drawing/2014/main" id="{7EEC0834-548A-101E-FD95-8CF41965C98D}"/>
                  </a:ext>
                </a:extLst>
              </p:cNvPr>
              <p:cNvSpPr txBox="1"/>
              <p:nvPr/>
            </p:nvSpPr>
            <p:spPr>
              <a:xfrm>
                <a:off x="615920" y="11885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45">
                <a:extLst>
                  <a:ext uri="{FF2B5EF4-FFF2-40B4-BE49-F238E27FC236}">
                    <a16:creationId xmlns:a16="http://schemas.microsoft.com/office/drawing/2014/main" id="{7EEC0834-548A-101E-FD95-8CF41965C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20" y="1188567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47">
                <a:extLst>
                  <a:ext uri="{FF2B5EF4-FFF2-40B4-BE49-F238E27FC236}">
                    <a16:creationId xmlns:a16="http://schemas.microsoft.com/office/drawing/2014/main" id="{E7C9C42A-DA66-D7DB-318F-BDCF9BB35100}"/>
                  </a:ext>
                </a:extLst>
              </p:cNvPr>
              <p:cNvSpPr txBox="1"/>
              <p:nvPr/>
            </p:nvSpPr>
            <p:spPr>
              <a:xfrm>
                <a:off x="935804" y="1228323"/>
                <a:ext cx="20277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s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47">
                <a:extLst>
                  <a:ext uri="{FF2B5EF4-FFF2-40B4-BE49-F238E27FC236}">
                    <a16:creationId xmlns:a16="http://schemas.microsoft.com/office/drawing/2014/main" id="{E7C9C42A-DA66-D7DB-318F-BDCF9BB35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04" y="1228323"/>
                <a:ext cx="202778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66">
            <a:extLst>
              <a:ext uri="{FF2B5EF4-FFF2-40B4-BE49-F238E27FC236}">
                <a16:creationId xmlns:a16="http://schemas.microsoft.com/office/drawing/2014/main" id="{373B8C15-C665-3838-5BF2-0C2D6E1359EF}"/>
              </a:ext>
            </a:extLst>
          </p:cNvPr>
          <p:cNvSpPr txBox="1"/>
          <p:nvPr/>
        </p:nvSpPr>
        <p:spPr>
          <a:xfrm>
            <a:off x="1083937" y="114230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8">
                <a:extLst>
                  <a:ext uri="{FF2B5EF4-FFF2-40B4-BE49-F238E27FC236}">
                    <a16:creationId xmlns:a16="http://schemas.microsoft.com/office/drawing/2014/main" id="{4E637AB7-F060-C845-C823-B298AD069E60}"/>
                  </a:ext>
                </a:extLst>
              </p:cNvPr>
              <p:cNvSpPr txBox="1"/>
              <p:nvPr/>
            </p:nvSpPr>
            <p:spPr>
              <a:xfrm>
                <a:off x="471903" y="678612"/>
                <a:ext cx="33384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6.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−6</m:t>
                        </m:r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91</m:t>
                    </m:r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文字方塊 8">
                <a:extLst>
                  <a:ext uri="{FF2B5EF4-FFF2-40B4-BE49-F238E27FC236}">
                    <a16:creationId xmlns:a16="http://schemas.microsoft.com/office/drawing/2014/main" id="{4E637AB7-F060-C845-C823-B298AD069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03" y="678612"/>
                <a:ext cx="3338485" cy="400110"/>
              </a:xfrm>
              <a:prstGeom prst="rect">
                <a:avLst/>
              </a:prstGeom>
              <a:blipFill>
                <a:blip r:embed="rId6"/>
                <a:stretch>
                  <a:fillRect l="-1825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45">
                <a:extLst>
                  <a:ext uri="{FF2B5EF4-FFF2-40B4-BE49-F238E27FC236}">
                    <a16:creationId xmlns:a16="http://schemas.microsoft.com/office/drawing/2014/main" id="{61544126-3AF9-7F6A-8D62-C7B814854CC2}"/>
                  </a:ext>
                </a:extLst>
              </p:cNvPr>
              <p:cNvSpPr txBox="1"/>
              <p:nvPr/>
            </p:nvSpPr>
            <p:spPr>
              <a:xfrm>
                <a:off x="622116" y="18668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45">
                <a:extLst>
                  <a:ext uri="{FF2B5EF4-FFF2-40B4-BE49-F238E27FC236}">
                    <a16:creationId xmlns:a16="http://schemas.microsoft.com/office/drawing/2014/main" id="{61544126-3AF9-7F6A-8D62-C7B814854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16" y="1866837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46">
            <a:extLst>
              <a:ext uri="{FF2B5EF4-FFF2-40B4-BE49-F238E27FC236}">
                <a16:creationId xmlns:a16="http://schemas.microsoft.com/office/drawing/2014/main" id="{D1E57A8A-2E6B-F35F-06BA-10286F358331}"/>
              </a:ext>
            </a:extLst>
          </p:cNvPr>
          <p:cNvGrpSpPr/>
          <p:nvPr/>
        </p:nvGrpSpPr>
        <p:grpSpPr>
          <a:xfrm>
            <a:off x="942000" y="1888635"/>
            <a:ext cx="948042" cy="418068"/>
            <a:chOff x="4108340" y="3808867"/>
            <a:chExt cx="948042" cy="418068"/>
          </a:xfrm>
        </p:grpSpPr>
        <p:sp>
          <p:nvSpPr>
            <p:cNvPr id="27" name="文字方塊 47">
              <a:extLst>
                <a:ext uri="{FF2B5EF4-FFF2-40B4-BE49-F238E27FC236}">
                  <a16:creationId xmlns:a16="http://schemas.microsoft.com/office/drawing/2014/main" id="{B8CAE69E-1CC5-CA2D-4213-496E23F7E754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s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8" name="文字方塊 48">
              <a:extLst>
                <a:ext uri="{FF2B5EF4-FFF2-40B4-BE49-F238E27FC236}">
                  <a16:creationId xmlns:a16="http://schemas.microsoft.com/office/drawing/2014/main" id="{B6B6F923-C624-0476-FD30-F8168BC0302E}"/>
                </a:ext>
              </a:extLst>
            </p:cNvPr>
            <p:cNvSpPr txBox="1"/>
            <p:nvPr/>
          </p:nvSpPr>
          <p:spPr>
            <a:xfrm>
              <a:off x="4608824" y="3826825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49">
                  <a:extLst>
                    <a:ext uri="{FF2B5EF4-FFF2-40B4-BE49-F238E27FC236}">
                      <a16:creationId xmlns:a16="http://schemas.microsoft.com/office/drawing/2014/main" id="{D868A6DE-7397-B1F9-C94C-87DF6DAF8A0A}"/>
                    </a:ext>
                  </a:extLst>
                </p:cNvPr>
                <p:cNvSpPr txBox="1"/>
                <p:nvPr/>
              </p:nvSpPr>
              <p:spPr>
                <a:xfrm>
                  <a:off x="4378595" y="380886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9" name="文字方塊 49">
                  <a:extLst>
                    <a:ext uri="{FF2B5EF4-FFF2-40B4-BE49-F238E27FC236}">
                      <a16:creationId xmlns:a16="http://schemas.microsoft.com/office/drawing/2014/main" id="{D868A6DE-7397-B1F9-C94C-87DF6DAF8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595" y="3808867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群組 50">
            <a:extLst>
              <a:ext uri="{FF2B5EF4-FFF2-40B4-BE49-F238E27FC236}">
                <a16:creationId xmlns:a16="http://schemas.microsoft.com/office/drawing/2014/main" id="{BCC0D5EC-0A96-F0CC-23CE-B31CBB9479FA}"/>
              </a:ext>
            </a:extLst>
          </p:cNvPr>
          <p:cNvGrpSpPr/>
          <p:nvPr/>
        </p:nvGrpSpPr>
        <p:grpSpPr>
          <a:xfrm>
            <a:off x="1778198" y="1906593"/>
            <a:ext cx="1121167" cy="405248"/>
            <a:chOff x="4108340" y="3821687"/>
            <a:chExt cx="1121167" cy="405248"/>
          </a:xfrm>
        </p:grpSpPr>
        <p:sp>
          <p:nvSpPr>
            <p:cNvPr id="31" name="文字方塊 51">
              <a:extLst>
                <a:ext uri="{FF2B5EF4-FFF2-40B4-BE49-F238E27FC236}">
                  <a16:creationId xmlns:a16="http://schemas.microsoft.com/office/drawing/2014/main" id="{D491B330-6D99-A325-D650-56F02CFBC798}"/>
                </a:ext>
              </a:extLst>
            </p:cNvPr>
            <p:cNvSpPr txBox="1"/>
            <p:nvPr/>
          </p:nvSpPr>
          <p:spPr>
            <a:xfrm>
              <a:off x="4108340" y="3826825"/>
              <a:ext cx="436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s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2" name="文字方塊 52">
              <a:extLst>
                <a:ext uri="{FF2B5EF4-FFF2-40B4-BE49-F238E27FC236}">
                  <a16:creationId xmlns:a16="http://schemas.microsoft.com/office/drawing/2014/main" id="{875C99F4-D5CA-084D-8B06-076231F2EB9A}"/>
                </a:ext>
              </a:extLst>
            </p:cNvPr>
            <p:cNvSpPr txBox="1"/>
            <p:nvPr/>
          </p:nvSpPr>
          <p:spPr>
            <a:xfrm>
              <a:off x="4608824" y="3826825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53">
                  <a:extLst>
                    <a:ext uri="{FF2B5EF4-FFF2-40B4-BE49-F238E27FC236}">
                      <a16:creationId xmlns:a16="http://schemas.microsoft.com/office/drawing/2014/main" id="{46E1D589-0A7F-4272-6C0F-CB37BE8A7E79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53">
                  <a:extLst>
                    <a:ext uri="{FF2B5EF4-FFF2-40B4-BE49-F238E27FC236}">
                      <a16:creationId xmlns:a16="http://schemas.microsoft.com/office/drawing/2014/main" id="{46E1D589-0A7F-4272-6C0F-CB37BE8A7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45">
                <a:extLst>
                  <a:ext uri="{FF2B5EF4-FFF2-40B4-BE49-F238E27FC236}">
                    <a16:creationId xmlns:a16="http://schemas.microsoft.com/office/drawing/2014/main" id="{41C9F45A-2BEA-FFAE-ABE7-CAE5CEC0ED3F}"/>
                  </a:ext>
                </a:extLst>
              </p:cNvPr>
              <p:cNvSpPr txBox="1"/>
              <p:nvPr/>
            </p:nvSpPr>
            <p:spPr>
              <a:xfrm>
                <a:off x="609055" y="33729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45">
                <a:extLst>
                  <a:ext uri="{FF2B5EF4-FFF2-40B4-BE49-F238E27FC236}">
                    <a16:creationId xmlns:a16="http://schemas.microsoft.com/office/drawing/2014/main" id="{41C9F45A-2BEA-FFAE-ABE7-CAE5CEC0E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55" y="3372967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47">
                <a:extLst>
                  <a:ext uri="{FF2B5EF4-FFF2-40B4-BE49-F238E27FC236}">
                    <a16:creationId xmlns:a16="http://schemas.microsoft.com/office/drawing/2014/main" id="{4827CDC4-6465-2572-462C-5EFF49696269}"/>
                  </a:ext>
                </a:extLst>
              </p:cNvPr>
              <p:cNvSpPr txBox="1"/>
              <p:nvPr/>
            </p:nvSpPr>
            <p:spPr>
              <a:xfrm>
                <a:off x="928939" y="3412723"/>
                <a:ext cx="22036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n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17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72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47">
                <a:extLst>
                  <a:ext uri="{FF2B5EF4-FFF2-40B4-BE49-F238E27FC236}">
                    <a16:creationId xmlns:a16="http://schemas.microsoft.com/office/drawing/2014/main" id="{4827CDC4-6465-2572-462C-5EFF49696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39" y="3412723"/>
                <a:ext cx="2203636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66">
            <a:extLst>
              <a:ext uri="{FF2B5EF4-FFF2-40B4-BE49-F238E27FC236}">
                <a16:creationId xmlns:a16="http://schemas.microsoft.com/office/drawing/2014/main" id="{B9D889D8-EE5E-6DD4-4DB1-838795A1918F}"/>
              </a:ext>
            </a:extLst>
          </p:cNvPr>
          <p:cNvSpPr txBox="1"/>
          <p:nvPr/>
        </p:nvSpPr>
        <p:spPr>
          <a:xfrm>
            <a:off x="1364340" y="330801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8">
                <a:extLst>
                  <a:ext uri="{FF2B5EF4-FFF2-40B4-BE49-F238E27FC236}">
                    <a16:creationId xmlns:a16="http://schemas.microsoft.com/office/drawing/2014/main" id="{C38DCC6E-F41C-B357-E855-C7F5405C4EA6}"/>
                  </a:ext>
                </a:extLst>
              </p:cNvPr>
              <p:cNvSpPr txBox="1"/>
              <p:nvPr/>
            </p:nvSpPr>
            <p:spPr>
              <a:xfrm>
                <a:off x="465038" y="2863012"/>
                <a:ext cx="33384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10.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−17</m:t>
                        </m:r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72</m:t>
                    </m:r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文字方塊 8">
                <a:extLst>
                  <a:ext uri="{FF2B5EF4-FFF2-40B4-BE49-F238E27FC236}">
                    <a16:creationId xmlns:a16="http://schemas.microsoft.com/office/drawing/2014/main" id="{C38DCC6E-F41C-B357-E855-C7F5405C4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38" y="2863012"/>
                <a:ext cx="3338485" cy="400110"/>
              </a:xfrm>
              <a:prstGeom prst="rect">
                <a:avLst/>
              </a:prstGeom>
              <a:blipFill>
                <a:blip r:embed="rId12"/>
                <a:stretch>
                  <a:fillRect l="-1825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45">
                <a:extLst>
                  <a:ext uri="{FF2B5EF4-FFF2-40B4-BE49-F238E27FC236}">
                    <a16:creationId xmlns:a16="http://schemas.microsoft.com/office/drawing/2014/main" id="{2F83F4E0-35C2-609E-72EF-7C2E3252D85A}"/>
                  </a:ext>
                </a:extLst>
              </p:cNvPr>
              <p:cNvSpPr txBox="1"/>
              <p:nvPr/>
            </p:nvSpPr>
            <p:spPr>
              <a:xfrm>
                <a:off x="609329" y="48460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45">
                <a:extLst>
                  <a:ext uri="{FF2B5EF4-FFF2-40B4-BE49-F238E27FC236}">
                    <a16:creationId xmlns:a16="http://schemas.microsoft.com/office/drawing/2014/main" id="{2F83F4E0-35C2-609E-72EF-7C2E3252D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29" y="484608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群組 46">
            <a:extLst>
              <a:ext uri="{FF2B5EF4-FFF2-40B4-BE49-F238E27FC236}">
                <a16:creationId xmlns:a16="http://schemas.microsoft.com/office/drawing/2014/main" id="{83A281FD-FDEF-1DCE-4F15-E6E42DDD6BE7}"/>
              </a:ext>
            </a:extLst>
          </p:cNvPr>
          <p:cNvGrpSpPr/>
          <p:nvPr/>
        </p:nvGrpSpPr>
        <p:grpSpPr>
          <a:xfrm>
            <a:off x="1176663" y="4873283"/>
            <a:ext cx="948042" cy="400110"/>
            <a:chOff x="4108340" y="3826825"/>
            <a:chExt cx="948042" cy="400110"/>
          </a:xfrm>
        </p:grpSpPr>
        <p:sp>
          <p:nvSpPr>
            <p:cNvPr id="42" name="文字方塊 47">
              <a:extLst>
                <a:ext uri="{FF2B5EF4-FFF2-40B4-BE49-F238E27FC236}">
                  <a16:creationId xmlns:a16="http://schemas.microsoft.com/office/drawing/2014/main" id="{F68630D0-9A4C-8BCB-4D91-56F2470DA960}"/>
                </a:ext>
              </a:extLst>
            </p:cNvPr>
            <p:cNvSpPr txBox="1"/>
            <p:nvPr/>
          </p:nvSpPr>
          <p:spPr>
            <a:xfrm>
              <a:off x="4108340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n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3" name="文字方塊 48">
              <a:extLst>
                <a:ext uri="{FF2B5EF4-FFF2-40B4-BE49-F238E27FC236}">
                  <a16:creationId xmlns:a16="http://schemas.microsoft.com/office/drawing/2014/main" id="{0D7D2D32-5B19-302E-26AB-81BBBAE27CB0}"/>
                </a:ext>
              </a:extLst>
            </p:cNvPr>
            <p:cNvSpPr txBox="1"/>
            <p:nvPr/>
          </p:nvSpPr>
          <p:spPr>
            <a:xfrm>
              <a:off x="4608824" y="3826825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9">
                  <a:extLst>
                    <a:ext uri="{FF2B5EF4-FFF2-40B4-BE49-F238E27FC236}">
                      <a16:creationId xmlns:a16="http://schemas.microsoft.com/office/drawing/2014/main" id="{404453D2-065B-4B80-0411-4D8D0A9CAC68}"/>
                    </a:ext>
                  </a:extLst>
                </p:cNvPr>
                <p:cNvSpPr txBox="1"/>
                <p:nvPr/>
              </p:nvSpPr>
              <p:spPr>
                <a:xfrm>
                  <a:off x="4429236" y="382682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49">
                  <a:extLst>
                    <a:ext uri="{FF2B5EF4-FFF2-40B4-BE49-F238E27FC236}">
                      <a16:creationId xmlns:a16="http://schemas.microsoft.com/office/drawing/2014/main" id="{404453D2-065B-4B80-0411-4D8D0A9CA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9236" y="3826825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50">
            <a:extLst>
              <a:ext uri="{FF2B5EF4-FFF2-40B4-BE49-F238E27FC236}">
                <a16:creationId xmlns:a16="http://schemas.microsoft.com/office/drawing/2014/main" id="{AC67F145-A43B-30EA-EFD2-7F73E832BC7E}"/>
              </a:ext>
            </a:extLst>
          </p:cNvPr>
          <p:cNvGrpSpPr/>
          <p:nvPr/>
        </p:nvGrpSpPr>
        <p:grpSpPr>
          <a:xfrm>
            <a:off x="1972835" y="4855043"/>
            <a:ext cx="973414" cy="418350"/>
            <a:chOff x="4108340" y="3821687"/>
            <a:chExt cx="973414" cy="418350"/>
          </a:xfrm>
        </p:grpSpPr>
        <p:sp>
          <p:nvSpPr>
            <p:cNvPr id="46" name="文字方塊 51">
              <a:extLst>
                <a:ext uri="{FF2B5EF4-FFF2-40B4-BE49-F238E27FC236}">
                  <a16:creationId xmlns:a16="http://schemas.microsoft.com/office/drawing/2014/main" id="{460FEC4D-3C7E-0C98-0DA2-376963A4D293}"/>
                </a:ext>
              </a:extLst>
            </p:cNvPr>
            <p:cNvSpPr txBox="1"/>
            <p:nvPr/>
          </p:nvSpPr>
          <p:spPr>
            <a:xfrm>
              <a:off x="4108340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n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52">
              <a:extLst>
                <a:ext uri="{FF2B5EF4-FFF2-40B4-BE49-F238E27FC236}">
                  <a16:creationId xmlns:a16="http://schemas.microsoft.com/office/drawing/2014/main" id="{990930C7-B7C6-3CFE-D246-C5AE4D9B384F}"/>
                </a:ext>
              </a:extLst>
            </p:cNvPr>
            <p:cNvSpPr txBox="1"/>
            <p:nvPr/>
          </p:nvSpPr>
          <p:spPr>
            <a:xfrm>
              <a:off x="4634196" y="383992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53">
                  <a:extLst>
                    <a:ext uri="{FF2B5EF4-FFF2-40B4-BE49-F238E27FC236}">
                      <a16:creationId xmlns:a16="http://schemas.microsoft.com/office/drawing/2014/main" id="{2F297485-A0C0-830D-75DB-10745ABD2F82}"/>
                    </a:ext>
                  </a:extLst>
                </p:cNvPr>
                <p:cNvSpPr txBox="1"/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53">
                  <a:extLst>
                    <a:ext uri="{FF2B5EF4-FFF2-40B4-BE49-F238E27FC236}">
                      <a16:creationId xmlns:a16="http://schemas.microsoft.com/office/drawing/2014/main" id="{2F297485-A0C0-830D-75DB-10745ABD2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1693" y="3821687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5">
                <a:extLst>
                  <a:ext uri="{FF2B5EF4-FFF2-40B4-BE49-F238E27FC236}">
                    <a16:creationId xmlns:a16="http://schemas.microsoft.com/office/drawing/2014/main" id="{F0B7171B-6CF4-8457-E645-295F54CE2938}"/>
                  </a:ext>
                </a:extLst>
              </p:cNvPr>
              <p:cNvSpPr txBox="1"/>
              <p:nvPr/>
            </p:nvSpPr>
            <p:spPr>
              <a:xfrm>
                <a:off x="609055" y="41330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5">
                <a:extLst>
                  <a:ext uri="{FF2B5EF4-FFF2-40B4-BE49-F238E27FC236}">
                    <a16:creationId xmlns:a16="http://schemas.microsoft.com/office/drawing/2014/main" id="{F0B7171B-6CF4-8457-E645-295F54CE2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55" y="413302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7">
                <a:extLst>
                  <a:ext uri="{FF2B5EF4-FFF2-40B4-BE49-F238E27FC236}">
                    <a16:creationId xmlns:a16="http://schemas.microsoft.com/office/drawing/2014/main" id="{B1353819-67B7-C2E6-D75A-FD1B83DEE112}"/>
                  </a:ext>
                </a:extLst>
              </p:cNvPr>
              <p:cNvSpPr txBox="1"/>
              <p:nvPr/>
            </p:nvSpPr>
            <p:spPr>
              <a:xfrm>
                <a:off x="928939" y="4172784"/>
                <a:ext cx="233850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n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17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0" name="文字方塊 47">
                <a:extLst>
                  <a:ext uri="{FF2B5EF4-FFF2-40B4-BE49-F238E27FC236}">
                    <a16:creationId xmlns:a16="http://schemas.microsoft.com/office/drawing/2014/main" id="{B1353819-67B7-C2E6-D75A-FD1B83DEE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39" y="4172784"/>
                <a:ext cx="2338508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66">
            <a:extLst>
              <a:ext uri="{FF2B5EF4-FFF2-40B4-BE49-F238E27FC236}">
                <a16:creationId xmlns:a16="http://schemas.microsoft.com/office/drawing/2014/main" id="{3E9BC569-55A0-34A0-6FB6-7F9CAD8C0492}"/>
              </a:ext>
            </a:extLst>
          </p:cNvPr>
          <p:cNvSpPr txBox="1"/>
          <p:nvPr/>
        </p:nvSpPr>
        <p:spPr>
          <a:xfrm>
            <a:off x="1364340" y="406807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BDA3BAB-11D1-306E-5227-F3E02438AF6D}"/>
                  </a:ext>
                </a:extLst>
              </p:cNvPr>
              <p:cNvSpPr txBox="1"/>
              <p:nvPr/>
            </p:nvSpPr>
            <p:spPr>
              <a:xfrm>
                <a:off x="919168" y="4846081"/>
                <a:ext cx="4165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BDA3BAB-11D1-306E-5227-F3E02438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8" y="4846081"/>
                <a:ext cx="41656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87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5" grpId="0"/>
      <p:bldP spid="36" grpId="0"/>
      <p:bldP spid="37" grpId="0"/>
      <p:bldP spid="38" grpId="0"/>
      <p:bldP spid="40" grpId="0"/>
      <p:bldP spid="49" grpId="0"/>
      <p:bldP spid="50" grpId="0"/>
      <p:bldP spid="51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B75C6EB-76B2-7E48-D2E4-FB5BF8E8E54C}"/>
              </a:ext>
            </a:extLst>
          </p:cNvPr>
          <p:cNvSpPr txBox="1"/>
          <p:nvPr/>
        </p:nvSpPr>
        <p:spPr>
          <a:xfrm>
            <a:off x="191344" y="44624"/>
            <a:ext cx="3619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FCBC0581-147C-73D6-503E-10BE26AC19E5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FCBC0581-147C-73D6-503E-10BE26AC19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8">
                <a:extLst>
                  <a:ext uri="{FF2B5EF4-FFF2-40B4-BE49-F238E27FC236}">
                    <a16:creationId xmlns:a16="http://schemas.microsoft.com/office/drawing/2014/main" id="{CA251E20-3350-4055-B71E-55E442DE9FA9}"/>
                  </a:ext>
                </a:extLst>
              </p:cNvPr>
              <p:cNvSpPr txBox="1"/>
              <p:nvPr/>
            </p:nvSpPr>
            <p:spPr>
              <a:xfrm>
                <a:off x="471902" y="632228"/>
                <a:ext cx="45471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 startAt="22"/>
                </a:pPr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(a)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US" altLang="zh-TW" sz="20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+2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字方塊 8">
                <a:extLst>
                  <a:ext uri="{FF2B5EF4-FFF2-40B4-BE49-F238E27FC236}">
                    <a16:creationId xmlns:a16="http://schemas.microsoft.com/office/drawing/2014/main" id="{CA251E20-3350-4055-B71E-55E442DE9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02" y="632228"/>
                <a:ext cx="4547137" cy="400110"/>
              </a:xfrm>
              <a:prstGeom prst="rect">
                <a:avLst/>
              </a:prstGeom>
              <a:blipFill>
                <a:blip r:embed="rId4"/>
                <a:stretch>
                  <a:fillRect l="-1072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EDFE55-A5E3-91F9-CA4C-9AA5EAA349E4}"/>
                  </a:ext>
                </a:extLst>
              </p:cNvPr>
              <p:cNvSpPr txBox="1"/>
              <p:nvPr/>
            </p:nvSpPr>
            <p:spPr>
              <a:xfrm>
                <a:off x="921749" y="2230120"/>
                <a:ext cx="409728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000" kern="100">
                    <a:latin typeface="Calibri" panose="020F0502020204030204" pitchFamily="34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(b)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p>
                    </m:sSup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− 7</m:t>
                    </m:r>
                    <m:r>
                      <a:rPr lang="en-US" altLang="zh-TW" sz="2000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zh-HK" sz="20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sSup>
                      <m:sSupPr>
                        <m:ctrlP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</m:t>
                    </m:r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EDFE55-A5E3-91F9-CA4C-9AA5EAA34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49" y="2230120"/>
                <a:ext cx="4097289" cy="400110"/>
              </a:xfrm>
              <a:prstGeom prst="rect">
                <a:avLst/>
              </a:prstGeom>
              <a:blipFill>
                <a:blip r:embed="rId5"/>
                <a:stretch>
                  <a:fillRect l="-14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45">
                <a:extLst>
                  <a:ext uri="{FF2B5EF4-FFF2-40B4-BE49-F238E27FC236}">
                    <a16:creationId xmlns:a16="http://schemas.microsoft.com/office/drawing/2014/main" id="{1E414D33-6FCF-BFDF-0604-F0C37506F58A}"/>
                  </a:ext>
                </a:extLst>
              </p:cNvPr>
              <p:cNvSpPr txBox="1"/>
              <p:nvPr/>
            </p:nvSpPr>
            <p:spPr>
              <a:xfrm>
                <a:off x="1489680" y="12506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45">
                <a:extLst>
                  <a:ext uri="{FF2B5EF4-FFF2-40B4-BE49-F238E27FC236}">
                    <a16:creationId xmlns:a16="http://schemas.microsoft.com/office/drawing/2014/main" id="{1E414D33-6FCF-BFDF-0604-F0C37506F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680" y="1250610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46">
            <a:extLst>
              <a:ext uri="{FF2B5EF4-FFF2-40B4-BE49-F238E27FC236}">
                <a16:creationId xmlns:a16="http://schemas.microsoft.com/office/drawing/2014/main" id="{6A723562-DAFE-727D-D59D-A1AEC10A88CF}"/>
              </a:ext>
            </a:extLst>
          </p:cNvPr>
          <p:cNvGrpSpPr/>
          <p:nvPr/>
        </p:nvGrpSpPr>
        <p:grpSpPr>
          <a:xfrm>
            <a:off x="1809564" y="1285228"/>
            <a:ext cx="1089107" cy="405248"/>
            <a:chOff x="4108340" y="3821687"/>
            <a:chExt cx="1089107" cy="405248"/>
          </a:xfrm>
        </p:grpSpPr>
        <p:sp>
          <p:nvSpPr>
            <p:cNvPr id="13" name="文字方塊 47">
              <a:extLst>
                <a:ext uri="{FF2B5EF4-FFF2-40B4-BE49-F238E27FC236}">
                  <a16:creationId xmlns:a16="http://schemas.microsoft.com/office/drawing/2014/main" id="{89F3F26B-0357-6713-D03D-0493CC856D21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" name="文字方塊 48">
              <a:extLst>
                <a:ext uri="{FF2B5EF4-FFF2-40B4-BE49-F238E27FC236}">
                  <a16:creationId xmlns:a16="http://schemas.microsoft.com/office/drawing/2014/main" id="{D220B8B2-B047-798D-2CDD-4D51FA3AE589}"/>
                </a:ext>
              </a:extLst>
            </p:cNvPr>
            <p:cNvSpPr txBox="1"/>
            <p:nvPr/>
          </p:nvSpPr>
          <p:spPr>
            <a:xfrm>
              <a:off x="4608824" y="3826825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49">
                  <a:extLst>
                    <a:ext uri="{FF2B5EF4-FFF2-40B4-BE49-F238E27FC236}">
                      <a16:creationId xmlns:a16="http://schemas.microsoft.com/office/drawing/2014/main" id="{662975D8-4F7C-E74F-34CE-D4761A620D4E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" name="文字方塊 49">
                  <a:extLst>
                    <a:ext uri="{FF2B5EF4-FFF2-40B4-BE49-F238E27FC236}">
                      <a16:creationId xmlns:a16="http://schemas.microsoft.com/office/drawing/2014/main" id="{662975D8-4F7C-E74F-34CE-D4761A620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群組 50">
            <a:extLst>
              <a:ext uri="{FF2B5EF4-FFF2-40B4-BE49-F238E27FC236}">
                <a16:creationId xmlns:a16="http://schemas.microsoft.com/office/drawing/2014/main" id="{EDA22114-BC09-0E3F-54E2-FCFE27D29530}"/>
              </a:ext>
            </a:extLst>
          </p:cNvPr>
          <p:cNvGrpSpPr/>
          <p:nvPr/>
        </p:nvGrpSpPr>
        <p:grpSpPr>
          <a:xfrm>
            <a:off x="2745470" y="1285228"/>
            <a:ext cx="1095297" cy="415186"/>
            <a:chOff x="4108340" y="3821687"/>
            <a:chExt cx="1095297" cy="415186"/>
          </a:xfrm>
        </p:grpSpPr>
        <p:sp>
          <p:nvSpPr>
            <p:cNvPr id="17" name="文字方塊 51">
              <a:extLst>
                <a:ext uri="{FF2B5EF4-FFF2-40B4-BE49-F238E27FC236}">
                  <a16:creationId xmlns:a16="http://schemas.microsoft.com/office/drawing/2014/main" id="{AA1836A5-5D37-E785-85AF-CF957FEB96D6}"/>
                </a:ext>
              </a:extLst>
            </p:cNvPr>
            <p:cNvSpPr txBox="1"/>
            <p:nvPr/>
          </p:nvSpPr>
          <p:spPr>
            <a:xfrm>
              <a:off x="4108340" y="3826825"/>
              <a:ext cx="7328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8" name="文字方塊 52">
              <a:extLst>
                <a:ext uri="{FF2B5EF4-FFF2-40B4-BE49-F238E27FC236}">
                  <a16:creationId xmlns:a16="http://schemas.microsoft.com/office/drawing/2014/main" id="{E5ED282C-105B-D18A-77AF-72AB8686B860}"/>
                </a:ext>
              </a:extLst>
            </p:cNvPr>
            <p:cNvSpPr txBox="1"/>
            <p:nvPr/>
          </p:nvSpPr>
          <p:spPr>
            <a:xfrm>
              <a:off x="4788139" y="3836763"/>
              <a:ext cx="4154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53">
                  <a:extLst>
                    <a:ext uri="{FF2B5EF4-FFF2-40B4-BE49-F238E27FC236}">
                      <a16:creationId xmlns:a16="http://schemas.microsoft.com/office/drawing/2014/main" id="{D4593480-69D9-E4E6-C8EC-1806DC7F6FD8}"/>
                    </a:ext>
                  </a:extLst>
                </p:cNvPr>
                <p:cNvSpPr txBox="1"/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9" name="文字方塊 53">
                  <a:extLst>
                    <a:ext uri="{FF2B5EF4-FFF2-40B4-BE49-F238E27FC236}">
                      <a16:creationId xmlns:a16="http://schemas.microsoft.com/office/drawing/2014/main" id="{D4593480-69D9-E4E6-C8EC-1806DC7F6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45">
                <a:extLst>
                  <a:ext uri="{FF2B5EF4-FFF2-40B4-BE49-F238E27FC236}">
                    <a16:creationId xmlns:a16="http://schemas.microsoft.com/office/drawing/2014/main" id="{1DEEC78E-410D-C14F-C035-F6B5091C80AA}"/>
                  </a:ext>
                </a:extLst>
              </p:cNvPr>
              <p:cNvSpPr txBox="1"/>
              <p:nvPr/>
            </p:nvSpPr>
            <p:spPr>
              <a:xfrm>
                <a:off x="1513876" y="30288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45">
                <a:extLst>
                  <a:ext uri="{FF2B5EF4-FFF2-40B4-BE49-F238E27FC236}">
                    <a16:creationId xmlns:a16="http://schemas.microsoft.com/office/drawing/2014/main" id="{1DEEC78E-410D-C14F-C035-F6B5091C8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76" y="3028890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46">
            <a:extLst>
              <a:ext uri="{FF2B5EF4-FFF2-40B4-BE49-F238E27FC236}">
                <a16:creationId xmlns:a16="http://schemas.microsoft.com/office/drawing/2014/main" id="{846EBE0D-5D32-3028-CE47-EEEE897D7885}"/>
              </a:ext>
            </a:extLst>
          </p:cNvPr>
          <p:cNvGrpSpPr/>
          <p:nvPr/>
        </p:nvGrpSpPr>
        <p:grpSpPr>
          <a:xfrm>
            <a:off x="1833760" y="3063508"/>
            <a:ext cx="1089107" cy="405248"/>
            <a:chOff x="4108340" y="3821687"/>
            <a:chExt cx="1089107" cy="405248"/>
          </a:xfrm>
        </p:grpSpPr>
        <p:sp>
          <p:nvSpPr>
            <p:cNvPr id="22" name="文字方塊 47">
              <a:extLst>
                <a:ext uri="{FF2B5EF4-FFF2-40B4-BE49-F238E27FC236}">
                  <a16:creationId xmlns:a16="http://schemas.microsoft.com/office/drawing/2014/main" id="{F57FB35F-886A-FDE2-0CEE-0E70C7C2B65A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3" name="文字方塊 48">
              <a:extLst>
                <a:ext uri="{FF2B5EF4-FFF2-40B4-BE49-F238E27FC236}">
                  <a16:creationId xmlns:a16="http://schemas.microsoft.com/office/drawing/2014/main" id="{AD0A500F-1AC1-4581-1461-25BA5E62C6EE}"/>
                </a:ext>
              </a:extLst>
            </p:cNvPr>
            <p:cNvSpPr txBox="1"/>
            <p:nvPr/>
          </p:nvSpPr>
          <p:spPr>
            <a:xfrm>
              <a:off x="4608824" y="3826825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49">
                  <a:extLst>
                    <a:ext uri="{FF2B5EF4-FFF2-40B4-BE49-F238E27FC236}">
                      <a16:creationId xmlns:a16="http://schemas.microsoft.com/office/drawing/2014/main" id="{2C3BC1CD-EEF5-DE5A-2819-D4E707C59212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49">
                  <a:extLst>
                    <a:ext uri="{FF2B5EF4-FFF2-40B4-BE49-F238E27FC236}">
                      <a16:creationId xmlns:a16="http://schemas.microsoft.com/office/drawing/2014/main" id="{2C3BC1CD-EEF5-DE5A-2819-D4E707C59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群組 50">
            <a:extLst>
              <a:ext uri="{FF2B5EF4-FFF2-40B4-BE49-F238E27FC236}">
                <a16:creationId xmlns:a16="http://schemas.microsoft.com/office/drawing/2014/main" id="{92746B14-7C3D-343E-9D6A-9F48E1A8D977}"/>
              </a:ext>
            </a:extLst>
          </p:cNvPr>
          <p:cNvGrpSpPr/>
          <p:nvPr/>
        </p:nvGrpSpPr>
        <p:grpSpPr>
          <a:xfrm>
            <a:off x="2769666" y="3063508"/>
            <a:ext cx="1095297" cy="415186"/>
            <a:chOff x="4108340" y="3821687"/>
            <a:chExt cx="1095297" cy="415186"/>
          </a:xfrm>
        </p:grpSpPr>
        <p:sp>
          <p:nvSpPr>
            <p:cNvPr id="26" name="文字方塊 51">
              <a:extLst>
                <a:ext uri="{FF2B5EF4-FFF2-40B4-BE49-F238E27FC236}">
                  <a16:creationId xmlns:a16="http://schemas.microsoft.com/office/drawing/2014/main" id="{34EE64FE-A5CE-FAD3-E50C-A5A5C21C1CB5}"/>
                </a:ext>
              </a:extLst>
            </p:cNvPr>
            <p:cNvSpPr txBox="1"/>
            <p:nvPr/>
          </p:nvSpPr>
          <p:spPr>
            <a:xfrm>
              <a:off x="4108340" y="3826825"/>
              <a:ext cx="7328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52">
              <a:extLst>
                <a:ext uri="{FF2B5EF4-FFF2-40B4-BE49-F238E27FC236}">
                  <a16:creationId xmlns:a16="http://schemas.microsoft.com/office/drawing/2014/main" id="{8D89B620-77EB-5CC9-78E3-98ADCC4E0F6C}"/>
                </a:ext>
              </a:extLst>
            </p:cNvPr>
            <p:cNvSpPr txBox="1"/>
            <p:nvPr/>
          </p:nvSpPr>
          <p:spPr>
            <a:xfrm>
              <a:off x="4788139" y="3836763"/>
              <a:ext cx="4154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53">
                  <a:extLst>
                    <a:ext uri="{FF2B5EF4-FFF2-40B4-BE49-F238E27FC236}">
                      <a16:creationId xmlns:a16="http://schemas.microsoft.com/office/drawing/2014/main" id="{DC27069B-463A-9A1C-1048-EA49BEF6C30F}"/>
                    </a:ext>
                  </a:extLst>
                </p:cNvPr>
                <p:cNvSpPr txBox="1"/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53">
                  <a:extLst>
                    <a:ext uri="{FF2B5EF4-FFF2-40B4-BE49-F238E27FC236}">
                      <a16:creationId xmlns:a16="http://schemas.microsoft.com/office/drawing/2014/main" id="{DC27069B-463A-9A1C-1048-EA49BEF6C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51">
                <a:extLst>
                  <a:ext uri="{FF2B5EF4-FFF2-40B4-BE49-F238E27FC236}">
                    <a16:creationId xmlns:a16="http://schemas.microsoft.com/office/drawing/2014/main" id="{A00A610D-0B83-587E-1C34-0C25BEB07676}"/>
                  </a:ext>
                </a:extLst>
              </p:cNvPr>
              <p:cNvSpPr txBox="1"/>
              <p:nvPr/>
            </p:nvSpPr>
            <p:spPr>
              <a:xfrm>
                <a:off x="3819264" y="3060013"/>
                <a:ext cx="145099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ab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bc</m:t>
                    </m:r>
                  </m:oMath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51">
                <a:extLst>
                  <a:ext uri="{FF2B5EF4-FFF2-40B4-BE49-F238E27FC236}">
                    <a16:creationId xmlns:a16="http://schemas.microsoft.com/office/drawing/2014/main" id="{A00A610D-0B83-587E-1C34-0C25BEB07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264" y="3060013"/>
                <a:ext cx="1450996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C40AF76-6386-D3EB-E5C9-8DB622268504}"/>
                  </a:ext>
                </a:extLst>
              </p:cNvPr>
              <p:cNvSpPr txBox="1"/>
              <p:nvPr/>
            </p:nvSpPr>
            <p:spPr>
              <a:xfrm>
                <a:off x="5512259" y="3028890"/>
                <a:ext cx="2155054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C40AF76-6386-D3EB-E5C9-8DB622268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259" y="3028890"/>
                <a:ext cx="2155054" cy="39786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45">
                <a:extLst>
                  <a:ext uri="{FF2B5EF4-FFF2-40B4-BE49-F238E27FC236}">
                    <a16:creationId xmlns:a16="http://schemas.microsoft.com/office/drawing/2014/main" id="{6F0FD1B9-854D-DE2E-2F65-E62C2EE05192}"/>
                  </a:ext>
                </a:extLst>
              </p:cNvPr>
              <p:cNvSpPr txBox="1"/>
              <p:nvPr/>
            </p:nvSpPr>
            <p:spPr>
              <a:xfrm>
                <a:off x="1513876" y="38587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45">
                <a:extLst>
                  <a:ext uri="{FF2B5EF4-FFF2-40B4-BE49-F238E27FC236}">
                    <a16:creationId xmlns:a16="http://schemas.microsoft.com/office/drawing/2014/main" id="{6F0FD1B9-854D-DE2E-2F65-E62C2EE05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76" y="3858783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46">
            <a:extLst>
              <a:ext uri="{FF2B5EF4-FFF2-40B4-BE49-F238E27FC236}">
                <a16:creationId xmlns:a16="http://schemas.microsoft.com/office/drawing/2014/main" id="{82DB9541-8E62-EB69-DE56-0BC4C067AFFA}"/>
              </a:ext>
            </a:extLst>
          </p:cNvPr>
          <p:cNvGrpSpPr/>
          <p:nvPr/>
        </p:nvGrpSpPr>
        <p:grpSpPr>
          <a:xfrm>
            <a:off x="1833760" y="3893401"/>
            <a:ext cx="1089107" cy="405248"/>
            <a:chOff x="4108340" y="3821687"/>
            <a:chExt cx="1089107" cy="405248"/>
          </a:xfrm>
        </p:grpSpPr>
        <p:sp>
          <p:nvSpPr>
            <p:cNvPr id="33" name="文字方塊 47">
              <a:extLst>
                <a:ext uri="{FF2B5EF4-FFF2-40B4-BE49-F238E27FC236}">
                  <a16:creationId xmlns:a16="http://schemas.microsoft.com/office/drawing/2014/main" id="{BA896C94-B54A-8E30-E48F-7DF3A2C905B7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4" name="文字方塊 48">
              <a:extLst>
                <a:ext uri="{FF2B5EF4-FFF2-40B4-BE49-F238E27FC236}">
                  <a16:creationId xmlns:a16="http://schemas.microsoft.com/office/drawing/2014/main" id="{6467BFB2-43DF-3169-8D4E-B8C33ABA9435}"/>
                </a:ext>
              </a:extLst>
            </p:cNvPr>
            <p:cNvSpPr txBox="1"/>
            <p:nvPr/>
          </p:nvSpPr>
          <p:spPr>
            <a:xfrm>
              <a:off x="4608824" y="3826825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49">
                  <a:extLst>
                    <a:ext uri="{FF2B5EF4-FFF2-40B4-BE49-F238E27FC236}">
                      <a16:creationId xmlns:a16="http://schemas.microsoft.com/office/drawing/2014/main" id="{D2FA6E86-1ACB-E61C-2C76-93E6C43D10CD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49">
                  <a:extLst>
                    <a:ext uri="{FF2B5EF4-FFF2-40B4-BE49-F238E27FC236}">
                      <a16:creationId xmlns:a16="http://schemas.microsoft.com/office/drawing/2014/main" id="{D2FA6E86-1ACB-E61C-2C76-93E6C43D1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群組 50">
            <a:extLst>
              <a:ext uri="{FF2B5EF4-FFF2-40B4-BE49-F238E27FC236}">
                <a16:creationId xmlns:a16="http://schemas.microsoft.com/office/drawing/2014/main" id="{E27DE2DD-22B0-299A-C482-E416ADB4F6EA}"/>
              </a:ext>
            </a:extLst>
          </p:cNvPr>
          <p:cNvGrpSpPr/>
          <p:nvPr/>
        </p:nvGrpSpPr>
        <p:grpSpPr>
          <a:xfrm>
            <a:off x="2769666" y="3893401"/>
            <a:ext cx="1095297" cy="415186"/>
            <a:chOff x="4108340" y="3821687"/>
            <a:chExt cx="1095297" cy="415186"/>
          </a:xfrm>
        </p:grpSpPr>
        <p:sp>
          <p:nvSpPr>
            <p:cNvPr id="37" name="文字方塊 51">
              <a:extLst>
                <a:ext uri="{FF2B5EF4-FFF2-40B4-BE49-F238E27FC236}">
                  <a16:creationId xmlns:a16="http://schemas.microsoft.com/office/drawing/2014/main" id="{4D3E6CA6-8B55-F208-D57C-57A9E6B27F57}"/>
                </a:ext>
              </a:extLst>
            </p:cNvPr>
            <p:cNvSpPr txBox="1"/>
            <p:nvPr/>
          </p:nvSpPr>
          <p:spPr>
            <a:xfrm>
              <a:off x="4108340" y="3826825"/>
              <a:ext cx="7328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8" name="文字方塊 52">
              <a:extLst>
                <a:ext uri="{FF2B5EF4-FFF2-40B4-BE49-F238E27FC236}">
                  <a16:creationId xmlns:a16="http://schemas.microsoft.com/office/drawing/2014/main" id="{0D3C8BD5-D699-F588-191D-32A1B6D5A2FB}"/>
                </a:ext>
              </a:extLst>
            </p:cNvPr>
            <p:cNvSpPr txBox="1"/>
            <p:nvPr/>
          </p:nvSpPr>
          <p:spPr>
            <a:xfrm>
              <a:off x="4788139" y="3836763"/>
              <a:ext cx="4154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53">
                  <a:extLst>
                    <a:ext uri="{FF2B5EF4-FFF2-40B4-BE49-F238E27FC236}">
                      <a16:creationId xmlns:a16="http://schemas.microsoft.com/office/drawing/2014/main" id="{55B076B6-8D58-5E79-4970-A5CD87237B6A}"/>
                    </a:ext>
                  </a:extLst>
                </p:cNvPr>
                <p:cNvSpPr txBox="1"/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53">
                  <a:extLst>
                    <a:ext uri="{FF2B5EF4-FFF2-40B4-BE49-F238E27FC236}">
                      <a16:creationId xmlns:a16="http://schemas.microsoft.com/office/drawing/2014/main" id="{55B076B6-8D58-5E79-4970-A5CD87237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51">
                <a:extLst>
                  <a:ext uri="{FF2B5EF4-FFF2-40B4-BE49-F238E27FC236}">
                    <a16:creationId xmlns:a16="http://schemas.microsoft.com/office/drawing/2014/main" id="{65F74D94-1EFE-1FAF-F345-6AEC2B13D226}"/>
                  </a:ext>
                </a:extLst>
              </p:cNvPr>
              <p:cNvSpPr txBox="1"/>
              <p:nvPr/>
            </p:nvSpPr>
            <p:spPr>
              <a:xfrm>
                <a:off x="3819264" y="3889906"/>
                <a:ext cx="1829696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b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a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c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51">
                <a:extLst>
                  <a:ext uri="{FF2B5EF4-FFF2-40B4-BE49-F238E27FC236}">
                    <a16:creationId xmlns:a16="http://schemas.microsoft.com/office/drawing/2014/main" id="{65F74D94-1EFE-1FAF-F345-6AEC2B13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264" y="3889906"/>
                <a:ext cx="1829696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5">
                <a:extLst>
                  <a:ext uri="{FF2B5EF4-FFF2-40B4-BE49-F238E27FC236}">
                    <a16:creationId xmlns:a16="http://schemas.microsoft.com/office/drawing/2014/main" id="{59C1B2A4-453B-9697-5740-6A41C8BA5FA7}"/>
                  </a:ext>
                </a:extLst>
              </p:cNvPr>
              <p:cNvSpPr txBox="1"/>
              <p:nvPr/>
            </p:nvSpPr>
            <p:spPr>
              <a:xfrm>
                <a:off x="1538072" y="47232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5">
                <a:extLst>
                  <a:ext uri="{FF2B5EF4-FFF2-40B4-BE49-F238E27FC236}">
                    <a16:creationId xmlns:a16="http://schemas.microsoft.com/office/drawing/2014/main" id="{59C1B2A4-453B-9697-5740-6A41C8BA5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072" y="4723294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6">
            <a:extLst>
              <a:ext uri="{FF2B5EF4-FFF2-40B4-BE49-F238E27FC236}">
                <a16:creationId xmlns:a16="http://schemas.microsoft.com/office/drawing/2014/main" id="{35DDF4F0-C5BF-6DC7-0A73-0768863C7BBC}"/>
              </a:ext>
            </a:extLst>
          </p:cNvPr>
          <p:cNvGrpSpPr/>
          <p:nvPr/>
        </p:nvGrpSpPr>
        <p:grpSpPr>
          <a:xfrm>
            <a:off x="1857956" y="4757912"/>
            <a:ext cx="1089107" cy="405248"/>
            <a:chOff x="4108340" y="3821687"/>
            <a:chExt cx="1089107" cy="405248"/>
          </a:xfrm>
        </p:grpSpPr>
        <p:sp>
          <p:nvSpPr>
            <p:cNvPr id="43" name="文字方塊 47">
              <a:extLst>
                <a:ext uri="{FF2B5EF4-FFF2-40B4-BE49-F238E27FC236}">
                  <a16:creationId xmlns:a16="http://schemas.microsoft.com/office/drawing/2014/main" id="{09793D1B-2BD5-9544-3A40-24910D1D6984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4" name="文字方塊 48">
              <a:extLst>
                <a:ext uri="{FF2B5EF4-FFF2-40B4-BE49-F238E27FC236}">
                  <a16:creationId xmlns:a16="http://schemas.microsoft.com/office/drawing/2014/main" id="{0F30E815-5147-EDC5-156E-69A78505EE6E}"/>
                </a:ext>
              </a:extLst>
            </p:cNvPr>
            <p:cNvSpPr txBox="1"/>
            <p:nvPr/>
          </p:nvSpPr>
          <p:spPr>
            <a:xfrm>
              <a:off x="4608824" y="3826825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9">
                  <a:extLst>
                    <a:ext uri="{FF2B5EF4-FFF2-40B4-BE49-F238E27FC236}">
                      <a16:creationId xmlns:a16="http://schemas.microsoft.com/office/drawing/2014/main" id="{350C2A8D-3938-ABD6-724C-4889AAED3F70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5" name="文字方塊 49">
                  <a:extLst>
                    <a:ext uri="{FF2B5EF4-FFF2-40B4-BE49-F238E27FC236}">
                      <a16:creationId xmlns:a16="http://schemas.microsoft.com/office/drawing/2014/main" id="{350C2A8D-3938-ABD6-724C-4889AAED3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群組 50">
            <a:extLst>
              <a:ext uri="{FF2B5EF4-FFF2-40B4-BE49-F238E27FC236}">
                <a16:creationId xmlns:a16="http://schemas.microsoft.com/office/drawing/2014/main" id="{234CB289-BB68-4179-6062-EBACF532F99F}"/>
              </a:ext>
            </a:extLst>
          </p:cNvPr>
          <p:cNvGrpSpPr/>
          <p:nvPr/>
        </p:nvGrpSpPr>
        <p:grpSpPr>
          <a:xfrm>
            <a:off x="2793862" y="4757912"/>
            <a:ext cx="1643461" cy="405248"/>
            <a:chOff x="4108340" y="3821687"/>
            <a:chExt cx="1643461" cy="405248"/>
          </a:xfrm>
        </p:grpSpPr>
        <p:sp>
          <p:nvSpPr>
            <p:cNvPr id="47" name="文字方塊 51">
              <a:extLst>
                <a:ext uri="{FF2B5EF4-FFF2-40B4-BE49-F238E27FC236}">
                  <a16:creationId xmlns:a16="http://schemas.microsoft.com/office/drawing/2014/main" id="{DB0E33CB-1387-0FCE-CA49-8453023E0E80}"/>
                </a:ext>
              </a:extLst>
            </p:cNvPr>
            <p:cNvSpPr txBox="1"/>
            <p:nvPr/>
          </p:nvSpPr>
          <p:spPr>
            <a:xfrm>
              <a:off x="4108340" y="3826825"/>
              <a:ext cx="7328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52">
                  <a:extLst>
                    <a:ext uri="{FF2B5EF4-FFF2-40B4-BE49-F238E27FC236}">
                      <a16:creationId xmlns:a16="http://schemas.microsoft.com/office/drawing/2014/main" id="{A280F260-19C9-BB31-074A-CF9B626F2FDA}"/>
                    </a:ext>
                  </a:extLst>
                </p:cNvPr>
                <p:cNvSpPr txBox="1"/>
                <p:nvPr/>
              </p:nvSpPr>
              <p:spPr>
                <a:xfrm>
                  <a:off x="4848990" y="3826825"/>
                  <a:ext cx="90281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c</a:t>
                  </a:r>
                  <a:r>
                    <a:rPr lang="en-US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b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48" name="文字方塊 52">
                  <a:extLst>
                    <a:ext uri="{FF2B5EF4-FFF2-40B4-BE49-F238E27FC236}">
                      <a16:creationId xmlns:a16="http://schemas.microsoft.com/office/drawing/2014/main" id="{A280F260-19C9-BB31-074A-CF9B626F2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8990" y="3826825"/>
                  <a:ext cx="902811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53">
                  <a:extLst>
                    <a:ext uri="{FF2B5EF4-FFF2-40B4-BE49-F238E27FC236}">
                      <a16:creationId xmlns:a16="http://schemas.microsoft.com/office/drawing/2014/main" id="{FABF06B0-5295-58B6-72F4-7A65C6F3E4AC}"/>
                    </a:ext>
                  </a:extLst>
                </p:cNvPr>
                <p:cNvSpPr txBox="1"/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53">
                  <a:extLst>
                    <a:ext uri="{FF2B5EF4-FFF2-40B4-BE49-F238E27FC236}">
                      <a16:creationId xmlns:a16="http://schemas.microsoft.com/office/drawing/2014/main" id="{FABF06B0-5295-58B6-72F4-7A65C6F3E4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146" y="3821687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筆跡 2">
                <a:extLst>
                  <a:ext uri="{FF2B5EF4-FFF2-40B4-BE49-F238E27FC236}">
                    <a16:creationId xmlns:a16="http://schemas.microsoft.com/office/drawing/2014/main" id="{E80C9A05-A5D6-EDC7-64BA-29F0C4E2A5E7}"/>
                  </a:ext>
                </a:extLst>
              </p14:cNvPr>
              <p14:cNvContentPartPr/>
              <p14:nvPr/>
            </p14:nvContentPartPr>
            <p14:xfrm>
              <a:off x="1637523" y="832585"/>
              <a:ext cx="1811941" cy="45719"/>
            </p14:xfrm>
          </p:contentPart>
        </mc:Choice>
        <mc:Fallback xmlns="">
          <p:pic>
            <p:nvPicPr>
              <p:cNvPr id="50" name="筆跡 2">
                <a:extLst>
                  <a:ext uri="{FF2B5EF4-FFF2-40B4-BE49-F238E27FC236}">
                    <a16:creationId xmlns:a16="http://schemas.microsoft.com/office/drawing/2014/main" id="{E80C9A05-A5D6-EDC7-64BA-29F0C4E2A5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83510" y="-12883115"/>
                <a:ext cx="191960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1" name="筆跡 2">
                <a:extLst>
                  <a:ext uri="{FF2B5EF4-FFF2-40B4-BE49-F238E27FC236}">
                    <a16:creationId xmlns:a16="http://schemas.microsoft.com/office/drawing/2014/main" id="{3A63B5EE-FFD9-514F-8DA9-9EDBA9E17C02}"/>
                  </a:ext>
                </a:extLst>
              </p14:cNvPr>
              <p14:cNvContentPartPr/>
              <p14:nvPr/>
            </p14:nvContentPartPr>
            <p14:xfrm>
              <a:off x="1612571" y="2461301"/>
              <a:ext cx="1811941" cy="45719"/>
            </p14:xfrm>
          </p:contentPart>
        </mc:Choice>
        <mc:Fallback xmlns="">
          <p:pic>
            <p:nvPicPr>
              <p:cNvPr id="51" name="筆跡 2">
                <a:extLst>
                  <a:ext uri="{FF2B5EF4-FFF2-40B4-BE49-F238E27FC236}">
                    <a16:creationId xmlns:a16="http://schemas.microsoft.com/office/drawing/2014/main" id="{3A63B5EE-FFD9-514F-8DA9-9EDBA9E17C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58558" y="-11254399"/>
                <a:ext cx="1919606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346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9" grpId="0"/>
      <p:bldP spid="30" grpId="0"/>
      <p:bldP spid="31" grpId="0"/>
      <p:bldP spid="40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47593DB6-AEBE-3577-FFD3-990201EFC9AC}"/>
              </a:ext>
            </a:extLst>
          </p:cNvPr>
          <p:cNvSpPr txBox="1"/>
          <p:nvPr/>
        </p:nvSpPr>
        <p:spPr>
          <a:xfrm>
            <a:off x="191344" y="44624"/>
            <a:ext cx="3619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筆跡 2">
                <a:extLst>
                  <a:ext uri="{FF2B5EF4-FFF2-40B4-BE49-F238E27FC236}">
                    <a16:creationId xmlns:a16="http://schemas.microsoft.com/office/drawing/2014/main" id="{6053C44A-5A05-93EC-E46D-0D77E73C3C01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5" name="筆跡 2">
                <a:extLst>
                  <a:ext uri="{FF2B5EF4-FFF2-40B4-BE49-F238E27FC236}">
                    <a16:creationId xmlns:a16="http://schemas.microsoft.com/office/drawing/2014/main" id="{6053C44A-5A05-93EC-E46D-0D77E73C3C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9A0BA2D-8CEB-96CE-1B46-88A1A6C9A3A4}"/>
                  </a:ext>
                </a:extLst>
              </p:cNvPr>
              <p:cNvSpPr txBox="1"/>
              <p:nvPr/>
            </p:nvSpPr>
            <p:spPr>
              <a:xfrm>
                <a:off x="504484" y="584261"/>
                <a:ext cx="36190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36.  (a)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−32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9A0BA2D-8CEB-96CE-1B46-88A1A6C9A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84" y="584261"/>
                <a:ext cx="3619044" cy="400110"/>
              </a:xfrm>
              <a:prstGeom prst="rect">
                <a:avLst/>
              </a:prstGeom>
              <a:blipFill>
                <a:blip r:embed="rId4"/>
                <a:stretch>
                  <a:fillRect l="-1855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5431CBA-9E31-D5D0-EE8A-41C0CE3F0A2D}"/>
                  </a:ext>
                </a:extLst>
              </p:cNvPr>
              <p:cNvSpPr txBox="1"/>
              <p:nvPr/>
            </p:nvSpPr>
            <p:spPr>
              <a:xfrm>
                <a:off x="1254849" y="1238453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5431CBA-9E31-D5D0-EE8A-41C0CE3F0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849" y="1238453"/>
                <a:ext cx="36722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CC06434-11ED-1F58-F525-EECA21590A5D}"/>
              </a:ext>
            </a:extLst>
          </p:cNvPr>
          <p:cNvSpPr txBox="1"/>
          <p:nvPr/>
        </p:nvSpPr>
        <p:spPr>
          <a:xfrm>
            <a:off x="1826220" y="1256150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(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130">
                <a:extLst>
                  <a:ext uri="{FF2B5EF4-FFF2-40B4-BE49-F238E27FC236}">
                    <a16:creationId xmlns:a16="http://schemas.microsoft.com/office/drawing/2014/main" id="{3049D5BB-2BD6-9FC2-FC47-1C77DB9F7646}"/>
                  </a:ext>
                </a:extLst>
              </p:cNvPr>
              <p:cNvSpPr txBox="1"/>
              <p:nvPr/>
            </p:nvSpPr>
            <p:spPr>
              <a:xfrm>
                <a:off x="1958705" y="1249926"/>
                <a:ext cx="357790" cy="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130">
                <a:extLst>
                  <a:ext uri="{FF2B5EF4-FFF2-40B4-BE49-F238E27FC236}">
                    <a16:creationId xmlns:a16="http://schemas.microsoft.com/office/drawing/2014/main" id="{3049D5BB-2BD6-9FC2-FC47-1C77DB9F7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705" y="1249926"/>
                <a:ext cx="357790" cy="4062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77E1725-B131-34AE-D03D-99E5EE092C09}"/>
              </a:ext>
            </a:extLst>
          </p:cNvPr>
          <p:cNvSpPr txBox="1"/>
          <p:nvPr/>
        </p:nvSpPr>
        <p:spPr>
          <a:xfrm>
            <a:off x="4109874" y="1205495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)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E6D19D-5DDB-417D-9F05-3EC5664755FD}"/>
              </a:ext>
            </a:extLst>
          </p:cNvPr>
          <p:cNvGrpSpPr/>
          <p:nvPr/>
        </p:nvGrpSpPr>
        <p:grpSpPr>
          <a:xfrm>
            <a:off x="3522213" y="1139814"/>
            <a:ext cx="848707" cy="509063"/>
            <a:chOff x="1224254" y="1243240"/>
            <a:chExt cx="848707" cy="5090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130">
                  <a:extLst>
                    <a:ext uri="{FF2B5EF4-FFF2-40B4-BE49-F238E27FC236}">
                      <a16:creationId xmlns:a16="http://schemas.microsoft.com/office/drawing/2014/main" id="{DB65BC8B-986E-3C3F-F9BD-3078C5A629FC}"/>
                    </a:ext>
                  </a:extLst>
                </p:cNvPr>
                <p:cNvSpPr txBox="1"/>
                <p:nvPr/>
              </p:nvSpPr>
              <p:spPr>
                <a:xfrm>
                  <a:off x="1224254" y="1334496"/>
                  <a:ext cx="306982" cy="417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32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130">
                  <a:extLst>
                    <a:ext uri="{FF2B5EF4-FFF2-40B4-BE49-F238E27FC236}">
                      <a16:creationId xmlns:a16="http://schemas.microsoft.com/office/drawing/2014/main" id="{DB65BC8B-986E-3C3F-F9BD-3078C5A62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254" y="1334496"/>
                  <a:ext cx="306982" cy="417807"/>
                </a:xfrm>
                <a:prstGeom prst="rect">
                  <a:avLst/>
                </a:prstGeom>
                <a:blipFill>
                  <a:blip r:embed="rId7"/>
                  <a:stretch>
                    <a:fillRect r="-5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字方塊 58">
              <a:extLst>
                <a:ext uri="{FF2B5EF4-FFF2-40B4-BE49-F238E27FC236}">
                  <a16:creationId xmlns:a16="http://schemas.microsoft.com/office/drawing/2014/main" id="{51066669-2CCD-A61F-3866-E2A45D75C6CC}"/>
                </a:ext>
              </a:extLst>
            </p:cNvPr>
            <p:cNvSpPr txBox="1"/>
            <p:nvPr/>
          </p:nvSpPr>
          <p:spPr>
            <a:xfrm>
              <a:off x="1715171" y="1243240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1F8DE08-33A3-548C-A7F8-6C453C438D9F}"/>
                  </a:ext>
                </a:extLst>
              </p:cNvPr>
              <p:cNvSpPr txBox="1"/>
              <p:nvPr/>
            </p:nvSpPr>
            <p:spPr>
              <a:xfrm>
                <a:off x="2316495" y="1235342"/>
                <a:ext cx="1386088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4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xy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1F8DE08-33A3-548C-A7F8-6C453C438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95" y="1235342"/>
                <a:ext cx="1386088" cy="4178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EE4CCD-41EE-518C-0871-A49C0810ABE7}"/>
                  </a:ext>
                </a:extLst>
              </p:cNvPr>
              <p:cNvSpPr txBox="1"/>
              <p:nvPr/>
            </p:nvSpPr>
            <p:spPr>
              <a:xfrm>
                <a:off x="3211606" y="1244156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EE4CCD-41EE-518C-0871-A49C0810A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606" y="1244156"/>
                <a:ext cx="40435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1A335D-F20B-3A35-3FDD-A05B813A0F15}"/>
                  </a:ext>
                </a:extLst>
              </p:cNvPr>
              <p:cNvSpPr txBox="1"/>
              <p:nvPr/>
            </p:nvSpPr>
            <p:spPr>
              <a:xfrm>
                <a:off x="1560294" y="1238453"/>
                <a:ext cx="404359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91A335D-F20B-3A35-3FDD-A05B813A0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294" y="1238453"/>
                <a:ext cx="404359" cy="4178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58">
            <a:extLst>
              <a:ext uri="{FF2B5EF4-FFF2-40B4-BE49-F238E27FC236}">
                <a16:creationId xmlns:a16="http://schemas.microsoft.com/office/drawing/2014/main" id="{6C5E3B58-3F77-20A5-7F94-20CF8C1047D3}"/>
              </a:ext>
            </a:extLst>
          </p:cNvPr>
          <p:cNvSpPr txBox="1"/>
          <p:nvPr/>
        </p:nvSpPr>
        <p:spPr>
          <a:xfrm>
            <a:off x="2185479" y="1167212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129">
                <a:extLst>
                  <a:ext uri="{FF2B5EF4-FFF2-40B4-BE49-F238E27FC236}">
                    <a16:creationId xmlns:a16="http://schemas.microsoft.com/office/drawing/2014/main" id="{5F0B9007-4172-3E31-0621-D68421E061A9}"/>
                  </a:ext>
                </a:extLst>
              </p:cNvPr>
              <p:cNvSpPr txBox="1"/>
              <p:nvPr/>
            </p:nvSpPr>
            <p:spPr>
              <a:xfrm>
                <a:off x="1264606" y="1921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129">
                <a:extLst>
                  <a:ext uri="{FF2B5EF4-FFF2-40B4-BE49-F238E27FC236}">
                    <a16:creationId xmlns:a16="http://schemas.microsoft.com/office/drawing/2014/main" id="{5F0B9007-4172-3E31-0621-D68421E06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606" y="192174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130">
            <a:extLst>
              <a:ext uri="{FF2B5EF4-FFF2-40B4-BE49-F238E27FC236}">
                <a16:creationId xmlns:a16="http://schemas.microsoft.com/office/drawing/2014/main" id="{F5896EFF-8D66-B848-175E-5C51DA28F955}"/>
              </a:ext>
            </a:extLst>
          </p:cNvPr>
          <p:cNvGrpSpPr/>
          <p:nvPr/>
        </p:nvGrpSpPr>
        <p:grpSpPr>
          <a:xfrm>
            <a:off x="1879775" y="1921746"/>
            <a:ext cx="1232577" cy="443347"/>
            <a:chOff x="4121935" y="3796407"/>
            <a:chExt cx="1117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131">
                  <a:extLst>
                    <a:ext uri="{FF2B5EF4-FFF2-40B4-BE49-F238E27FC236}">
                      <a16:creationId xmlns:a16="http://schemas.microsoft.com/office/drawing/2014/main" id="{BCA86807-F1EE-9D5C-CFF2-DF2BE9F109C7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文字方塊 131">
                  <a:extLst>
                    <a:ext uri="{FF2B5EF4-FFF2-40B4-BE49-F238E27FC236}">
                      <a16:creationId xmlns:a16="http://schemas.microsoft.com/office/drawing/2014/main" id="{BCA86807-F1EE-9D5C-CFF2-DF2BE9F10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字方塊 132">
              <a:extLst>
                <a:ext uri="{FF2B5EF4-FFF2-40B4-BE49-F238E27FC236}">
                  <a16:creationId xmlns:a16="http://schemas.microsoft.com/office/drawing/2014/main" id="{09C69E80-002F-C68A-3ED2-45208FE2E831}"/>
                </a:ext>
              </a:extLst>
            </p:cNvPr>
            <p:cNvSpPr txBox="1"/>
            <p:nvPr/>
          </p:nvSpPr>
          <p:spPr>
            <a:xfrm>
              <a:off x="4672148" y="3839644"/>
              <a:ext cx="56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133">
                  <a:extLst>
                    <a:ext uri="{FF2B5EF4-FFF2-40B4-BE49-F238E27FC236}">
                      <a16:creationId xmlns:a16="http://schemas.microsoft.com/office/drawing/2014/main" id="{47D754EB-DDF3-B256-FD7B-5F95198258B3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133">
                  <a:extLst>
                    <a:ext uri="{FF2B5EF4-FFF2-40B4-BE49-F238E27FC236}">
                      <a16:creationId xmlns:a16="http://schemas.microsoft.com/office/drawing/2014/main" id="{47D754EB-DDF3-B256-FD7B-5F9519825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群組 134">
            <a:extLst>
              <a:ext uri="{FF2B5EF4-FFF2-40B4-BE49-F238E27FC236}">
                <a16:creationId xmlns:a16="http://schemas.microsoft.com/office/drawing/2014/main" id="{D419C7B2-6E75-8BC6-9431-068F7DD19FAD}"/>
              </a:ext>
            </a:extLst>
          </p:cNvPr>
          <p:cNvGrpSpPr/>
          <p:nvPr/>
        </p:nvGrpSpPr>
        <p:grpSpPr>
          <a:xfrm>
            <a:off x="2953469" y="1941888"/>
            <a:ext cx="1233248" cy="415524"/>
            <a:chOff x="4108339" y="3811411"/>
            <a:chExt cx="1015575" cy="415524"/>
          </a:xfrm>
        </p:grpSpPr>
        <p:sp>
          <p:nvSpPr>
            <p:cNvPr id="45" name="文字方塊 135">
              <a:extLst>
                <a:ext uri="{FF2B5EF4-FFF2-40B4-BE49-F238E27FC236}">
                  <a16:creationId xmlns:a16="http://schemas.microsoft.com/office/drawing/2014/main" id="{66FF25DF-A511-5540-C6FE-B997CBC11282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6" name="文字方塊 136">
              <a:extLst>
                <a:ext uri="{FF2B5EF4-FFF2-40B4-BE49-F238E27FC236}">
                  <a16:creationId xmlns:a16="http://schemas.microsoft.com/office/drawing/2014/main" id="{6FF9AA02-64A7-3CD7-4058-C75FC938885B}"/>
                </a:ext>
              </a:extLst>
            </p:cNvPr>
            <p:cNvSpPr txBox="1"/>
            <p:nvPr/>
          </p:nvSpPr>
          <p:spPr>
            <a:xfrm>
              <a:off x="4608824" y="3826825"/>
              <a:ext cx="51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137">
                  <a:extLst>
                    <a:ext uri="{FF2B5EF4-FFF2-40B4-BE49-F238E27FC236}">
                      <a16:creationId xmlns:a16="http://schemas.microsoft.com/office/drawing/2014/main" id="{5B5BBD20-0E9F-9FA0-B526-F0F41D7CE814}"/>
                    </a:ext>
                  </a:extLst>
                </p:cNvPr>
                <p:cNvSpPr txBox="1"/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7" name="文字方塊 137">
                  <a:extLst>
                    <a:ext uri="{FF2B5EF4-FFF2-40B4-BE49-F238E27FC236}">
                      <a16:creationId xmlns:a16="http://schemas.microsoft.com/office/drawing/2014/main" id="{5B5BBD20-0E9F-9FA0-B526-F0F41D7CE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131">
                <a:extLst>
                  <a:ext uri="{FF2B5EF4-FFF2-40B4-BE49-F238E27FC236}">
                    <a16:creationId xmlns:a16="http://schemas.microsoft.com/office/drawing/2014/main" id="{5E55F908-821A-C964-844E-5C8A6120911E}"/>
                  </a:ext>
                </a:extLst>
              </p:cNvPr>
              <p:cNvSpPr txBox="1"/>
              <p:nvPr/>
            </p:nvSpPr>
            <p:spPr>
              <a:xfrm>
                <a:off x="1458773" y="1912897"/>
                <a:ext cx="61587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131">
                <a:extLst>
                  <a:ext uri="{FF2B5EF4-FFF2-40B4-BE49-F238E27FC236}">
                    <a16:creationId xmlns:a16="http://schemas.microsoft.com/office/drawing/2014/main" id="{5E55F908-821A-C964-844E-5C8A61209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773" y="1912897"/>
                <a:ext cx="615874" cy="4178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8">
                <a:extLst>
                  <a:ext uri="{FF2B5EF4-FFF2-40B4-BE49-F238E27FC236}">
                    <a16:creationId xmlns:a16="http://schemas.microsoft.com/office/drawing/2014/main" id="{B5308A71-56B8-8FC8-EC40-F7D2CE705858}"/>
                  </a:ext>
                </a:extLst>
              </p:cNvPr>
              <p:cNvSpPr txBox="1"/>
              <p:nvPr/>
            </p:nvSpPr>
            <p:spPr>
              <a:xfrm>
                <a:off x="961432" y="2477186"/>
                <a:ext cx="542106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(b)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HK" sz="20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000" b="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+16</m:t>
                        </m:r>
                        <m:r>
                          <a:rPr lang="en-US" altLang="zh-TW" sz="20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𝑥𝑦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+32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HK" sz="20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−32</m:t>
                    </m:r>
                    <m:sSup>
                      <m:sSupPr>
                        <m:ctrlP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HK" sz="20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文字方塊 8">
                <a:extLst>
                  <a:ext uri="{FF2B5EF4-FFF2-40B4-BE49-F238E27FC236}">
                    <a16:creationId xmlns:a16="http://schemas.microsoft.com/office/drawing/2014/main" id="{B5308A71-56B8-8FC8-EC40-F7D2CE705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32" y="2477186"/>
                <a:ext cx="5421064" cy="400110"/>
              </a:xfrm>
              <a:prstGeom prst="rect">
                <a:avLst/>
              </a:prstGeom>
              <a:blipFill>
                <a:blip r:embed="rId16"/>
                <a:stretch>
                  <a:fillRect l="-1237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45">
                <a:extLst>
                  <a:ext uri="{FF2B5EF4-FFF2-40B4-BE49-F238E27FC236}">
                    <a16:creationId xmlns:a16="http://schemas.microsoft.com/office/drawing/2014/main" id="{3C382405-4BD3-05D5-818A-2596A8C0E71F}"/>
                  </a:ext>
                </a:extLst>
              </p:cNvPr>
              <p:cNvSpPr txBox="1"/>
              <p:nvPr/>
            </p:nvSpPr>
            <p:spPr>
              <a:xfrm>
                <a:off x="1271179" y="30352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45">
                <a:extLst>
                  <a:ext uri="{FF2B5EF4-FFF2-40B4-BE49-F238E27FC236}">
                    <a16:creationId xmlns:a16="http://schemas.microsoft.com/office/drawing/2014/main" id="{3C382405-4BD3-05D5-818A-2596A8C0E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79" y="303527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47">
                <a:extLst>
                  <a:ext uri="{FF2B5EF4-FFF2-40B4-BE49-F238E27FC236}">
                    <a16:creationId xmlns:a16="http://schemas.microsoft.com/office/drawing/2014/main" id="{D381056E-EA85-2245-7D8D-AE0578AA0DF2}"/>
                  </a:ext>
                </a:extLst>
              </p:cNvPr>
              <p:cNvSpPr txBox="1"/>
              <p:nvPr/>
            </p:nvSpPr>
            <p:spPr>
              <a:xfrm>
                <a:off x="1612946" y="3075030"/>
                <a:ext cx="24165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47">
                <a:extLst>
                  <a:ext uri="{FF2B5EF4-FFF2-40B4-BE49-F238E27FC236}">
                    <a16:creationId xmlns:a16="http://schemas.microsoft.com/office/drawing/2014/main" id="{D381056E-EA85-2245-7D8D-AE0578AA0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46" y="3075030"/>
                <a:ext cx="2416514" cy="41780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66">
            <a:extLst>
              <a:ext uri="{FF2B5EF4-FFF2-40B4-BE49-F238E27FC236}">
                <a16:creationId xmlns:a16="http://schemas.microsoft.com/office/drawing/2014/main" id="{9DF3CD02-304E-6669-A420-973E63B55E1F}"/>
              </a:ext>
            </a:extLst>
          </p:cNvPr>
          <p:cNvSpPr txBox="1"/>
          <p:nvPr/>
        </p:nvSpPr>
        <p:spPr>
          <a:xfrm>
            <a:off x="1802115" y="299808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4" name="文字方塊 66">
            <a:extLst>
              <a:ext uri="{FF2B5EF4-FFF2-40B4-BE49-F238E27FC236}">
                <a16:creationId xmlns:a16="http://schemas.microsoft.com/office/drawing/2014/main" id="{85A0444E-54BC-C483-7628-795FF21D4EBC}"/>
              </a:ext>
            </a:extLst>
          </p:cNvPr>
          <p:cNvSpPr txBox="1"/>
          <p:nvPr/>
        </p:nvSpPr>
        <p:spPr>
          <a:xfrm>
            <a:off x="2876661" y="299475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5" name="文字方塊 66">
            <a:extLst>
              <a:ext uri="{FF2B5EF4-FFF2-40B4-BE49-F238E27FC236}">
                <a16:creationId xmlns:a16="http://schemas.microsoft.com/office/drawing/2014/main" id="{C2E1E65E-E619-A85E-A982-5C5B736C1226}"/>
              </a:ext>
            </a:extLst>
          </p:cNvPr>
          <p:cNvSpPr txBox="1"/>
          <p:nvPr/>
        </p:nvSpPr>
        <p:spPr>
          <a:xfrm>
            <a:off x="3777096" y="298309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6" name="文字方塊 66">
            <a:extLst>
              <a:ext uri="{FF2B5EF4-FFF2-40B4-BE49-F238E27FC236}">
                <a16:creationId xmlns:a16="http://schemas.microsoft.com/office/drawing/2014/main" id="{03BDEFA1-61DF-EE59-A5A1-22E20143CA59}"/>
              </a:ext>
            </a:extLst>
          </p:cNvPr>
          <p:cNvSpPr txBox="1"/>
          <p:nvPr/>
        </p:nvSpPr>
        <p:spPr>
          <a:xfrm>
            <a:off x="4415891" y="299808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7" name="文字方塊 66">
            <a:extLst>
              <a:ext uri="{FF2B5EF4-FFF2-40B4-BE49-F238E27FC236}">
                <a16:creationId xmlns:a16="http://schemas.microsoft.com/office/drawing/2014/main" id="{03F988AA-03E6-11D4-B164-364413A73F47}"/>
              </a:ext>
            </a:extLst>
          </p:cNvPr>
          <p:cNvSpPr txBox="1"/>
          <p:nvPr/>
        </p:nvSpPr>
        <p:spPr>
          <a:xfrm>
            <a:off x="6145328" y="299808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0573FE0-63C0-E5B9-CDDE-E6FEB7F4255F}"/>
                  </a:ext>
                </a:extLst>
              </p:cNvPr>
              <p:cNvSpPr txBox="1"/>
              <p:nvPr/>
            </p:nvSpPr>
            <p:spPr>
              <a:xfrm>
                <a:off x="3897679" y="3136586"/>
                <a:ext cx="24671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16</a:t>
                </a:r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xy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32</a:t>
                </a:r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0573FE0-63C0-E5B9-CDDE-E6FEB7F42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679" y="3136586"/>
                <a:ext cx="246710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45">
                <a:extLst>
                  <a:ext uri="{FF2B5EF4-FFF2-40B4-BE49-F238E27FC236}">
                    <a16:creationId xmlns:a16="http://schemas.microsoft.com/office/drawing/2014/main" id="{E19442E7-952F-2DDC-219D-3CBFCA9F79C8}"/>
                  </a:ext>
                </a:extLst>
              </p:cNvPr>
              <p:cNvSpPr txBox="1"/>
              <p:nvPr/>
            </p:nvSpPr>
            <p:spPr>
              <a:xfrm>
                <a:off x="1275834" y="36518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45">
                <a:extLst>
                  <a:ext uri="{FF2B5EF4-FFF2-40B4-BE49-F238E27FC236}">
                    <a16:creationId xmlns:a16="http://schemas.microsoft.com/office/drawing/2014/main" id="{E19442E7-952F-2DDC-219D-3CBFCA9F7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834" y="365187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47">
                <a:extLst>
                  <a:ext uri="{FF2B5EF4-FFF2-40B4-BE49-F238E27FC236}">
                    <a16:creationId xmlns:a16="http://schemas.microsoft.com/office/drawing/2014/main" id="{BF594829-F03B-3910-5E47-B6BE8579BCF8}"/>
                  </a:ext>
                </a:extLst>
              </p:cNvPr>
              <p:cNvSpPr txBox="1"/>
              <p:nvPr/>
            </p:nvSpPr>
            <p:spPr>
              <a:xfrm>
                <a:off x="1617601" y="3691627"/>
                <a:ext cx="241651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47">
                <a:extLst>
                  <a:ext uri="{FF2B5EF4-FFF2-40B4-BE49-F238E27FC236}">
                    <a16:creationId xmlns:a16="http://schemas.microsoft.com/office/drawing/2014/main" id="{BF594829-F03B-3910-5E47-B6BE8579B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01" y="3691627"/>
                <a:ext cx="2416514" cy="41780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66">
            <a:extLst>
              <a:ext uri="{FF2B5EF4-FFF2-40B4-BE49-F238E27FC236}">
                <a16:creationId xmlns:a16="http://schemas.microsoft.com/office/drawing/2014/main" id="{8D874354-2A34-46BD-AE46-A14DF4EDB1DF}"/>
              </a:ext>
            </a:extLst>
          </p:cNvPr>
          <p:cNvSpPr txBox="1"/>
          <p:nvPr/>
        </p:nvSpPr>
        <p:spPr>
          <a:xfrm>
            <a:off x="1806770" y="361468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3" name="文字方塊 66">
            <a:extLst>
              <a:ext uri="{FF2B5EF4-FFF2-40B4-BE49-F238E27FC236}">
                <a16:creationId xmlns:a16="http://schemas.microsoft.com/office/drawing/2014/main" id="{B35233EE-2F95-238F-65CC-3E13D22E0614}"/>
              </a:ext>
            </a:extLst>
          </p:cNvPr>
          <p:cNvSpPr txBox="1"/>
          <p:nvPr/>
        </p:nvSpPr>
        <p:spPr>
          <a:xfrm>
            <a:off x="2886093" y="358120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4" name="文字方塊 66">
            <a:extLst>
              <a:ext uri="{FF2B5EF4-FFF2-40B4-BE49-F238E27FC236}">
                <a16:creationId xmlns:a16="http://schemas.microsoft.com/office/drawing/2014/main" id="{7FAE3F39-3765-E9FB-E211-9ABDFFE357CF}"/>
              </a:ext>
            </a:extLst>
          </p:cNvPr>
          <p:cNvSpPr txBox="1"/>
          <p:nvPr/>
        </p:nvSpPr>
        <p:spPr>
          <a:xfrm>
            <a:off x="3725535" y="358120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5" name="文字方塊 66">
            <a:extLst>
              <a:ext uri="{FF2B5EF4-FFF2-40B4-BE49-F238E27FC236}">
                <a16:creationId xmlns:a16="http://schemas.microsoft.com/office/drawing/2014/main" id="{CED9ABB4-57D9-56F4-47E3-5C85DD0C6E12}"/>
              </a:ext>
            </a:extLst>
          </p:cNvPr>
          <p:cNvSpPr txBox="1"/>
          <p:nvPr/>
        </p:nvSpPr>
        <p:spPr>
          <a:xfrm>
            <a:off x="4684733" y="367124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66" name="文字方塊 66">
            <a:extLst>
              <a:ext uri="{FF2B5EF4-FFF2-40B4-BE49-F238E27FC236}">
                <a16:creationId xmlns:a16="http://schemas.microsoft.com/office/drawing/2014/main" id="{9E7D9300-037F-E35F-1682-7C536A0D7D70}"/>
              </a:ext>
            </a:extLst>
          </p:cNvPr>
          <p:cNvSpPr txBox="1"/>
          <p:nvPr/>
        </p:nvSpPr>
        <p:spPr>
          <a:xfrm>
            <a:off x="6421256" y="365187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4597F85-5063-8671-5CD7-D797E9E2D322}"/>
                  </a:ext>
                </a:extLst>
              </p:cNvPr>
              <p:cNvSpPr txBox="1"/>
              <p:nvPr/>
            </p:nvSpPr>
            <p:spPr>
              <a:xfrm>
                <a:off x="3902334" y="3753183"/>
                <a:ext cx="31481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8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16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4597F85-5063-8671-5CD7-D797E9E2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334" y="3753183"/>
                <a:ext cx="314817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66">
            <a:extLst>
              <a:ext uri="{FF2B5EF4-FFF2-40B4-BE49-F238E27FC236}">
                <a16:creationId xmlns:a16="http://schemas.microsoft.com/office/drawing/2014/main" id="{8B234548-B807-3DF1-97BD-AD7DA2F5811A}"/>
              </a:ext>
            </a:extLst>
          </p:cNvPr>
          <p:cNvSpPr txBox="1"/>
          <p:nvPr/>
        </p:nvSpPr>
        <p:spPr>
          <a:xfrm>
            <a:off x="4877565" y="423036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74" name="文字方塊 66">
            <a:extLst>
              <a:ext uri="{FF2B5EF4-FFF2-40B4-BE49-F238E27FC236}">
                <a16:creationId xmlns:a16="http://schemas.microsoft.com/office/drawing/2014/main" id="{BE1D1A6C-82BC-922C-5358-216192D00978}"/>
              </a:ext>
            </a:extLst>
          </p:cNvPr>
          <p:cNvSpPr txBox="1"/>
          <p:nvPr/>
        </p:nvSpPr>
        <p:spPr>
          <a:xfrm>
            <a:off x="7389325" y="423036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3D1F0A-BE91-FD70-12BE-28058538996E}"/>
                  </a:ext>
                </a:extLst>
              </p:cNvPr>
              <p:cNvSpPr txBox="1"/>
              <p:nvPr/>
            </p:nvSpPr>
            <p:spPr>
              <a:xfrm>
                <a:off x="4095165" y="4312305"/>
                <a:ext cx="37572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3D1F0A-BE91-FD70-12BE-280585389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165" y="4312305"/>
                <a:ext cx="3757226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129">
                <a:extLst>
                  <a:ext uri="{FF2B5EF4-FFF2-40B4-BE49-F238E27FC236}">
                    <a16:creationId xmlns:a16="http://schemas.microsoft.com/office/drawing/2014/main" id="{EC6520ED-D9E0-E260-32EE-1A8797175F10}"/>
                  </a:ext>
                </a:extLst>
              </p:cNvPr>
              <p:cNvSpPr txBox="1"/>
              <p:nvPr/>
            </p:nvSpPr>
            <p:spPr>
              <a:xfrm>
                <a:off x="1253725" y="42894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129">
                <a:extLst>
                  <a:ext uri="{FF2B5EF4-FFF2-40B4-BE49-F238E27FC236}">
                    <a16:creationId xmlns:a16="http://schemas.microsoft.com/office/drawing/2014/main" id="{EC6520ED-D9E0-E260-32EE-1A8797175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725" y="4289452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群組 130">
            <a:extLst>
              <a:ext uri="{FF2B5EF4-FFF2-40B4-BE49-F238E27FC236}">
                <a16:creationId xmlns:a16="http://schemas.microsoft.com/office/drawing/2014/main" id="{65F715E7-1E85-F76C-6243-B6358726525A}"/>
              </a:ext>
            </a:extLst>
          </p:cNvPr>
          <p:cNvGrpSpPr/>
          <p:nvPr/>
        </p:nvGrpSpPr>
        <p:grpSpPr>
          <a:xfrm>
            <a:off x="1868894" y="4289452"/>
            <a:ext cx="1232577" cy="443347"/>
            <a:chOff x="4121935" y="3796407"/>
            <a:chExt cx="1117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131">
                  <a:extLst>
                    <a:ext uri="{FF2B5EF4-FFF2-40B4-BE49-F238E27FC236}">
                      <a16:creationId xmlns:a16="http://schemas.microsoft.com/office/drawing/2014/main" id="{05D287D1-FCF4-197E-C0CB-13D97661303C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文字方塊 131">
                  <a:extLst>
                    <a:ext uri="{FF2B5EF4-FFF2-40B4-BE49-F238E27FC236}">
                      <a16:creationId xmlns:a16="http://schemas.microsoft.com/office/drawing/2014/main" id="{05D287D1-FCF4-197E-C0CB-13D976613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文字方塊 132">
              <a:extLst>
                <a:ext uri="{FF2B5EF4-FFF2-40B4-BE49-F238E27FC236}">
                  <a16:creationId xmlns:a16="http://schemas.microsoft.com/office/drawing/2014/main" id="{F746C549-7BF1-BC50-CB67-D1F51BA69F85}"/>
                </a:ext>
              </a:extLst>
            </p:cNvPr>
            <p:cNvSpPr txBox="1"/>
            <p:nvPr/>
          </p:nvSpPr>
          <p:spPr>
            <a:xfrm>
              <a:off x="4672148" y="3839644"/>
              <a:ext cx="56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133">
                  <a:extLst>
                    <a:ext uri="{FF2B5EF4-FFF2-40B4-BE49-F238E27FC236}">
                      <a16:creationId xmlns:a16="http://schemas.microsoft.com/office/drawing/2014/main" id="{9822AF24-B325-CC8F-ABDA-50E247DA79C9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8" name="文字方塊 133">
                  <a:extLst>
                    <a:ext uri="{FF2B5EF4-FFF2-40B4-BE49-F238E27FC236}">
                      <a16:creationId xmlns:a16="http://schemas.microsoft.com/office/drawing/2014/main" id="{9822AF24-B325-CC8F-ABDA-50E247DA7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群組 134">
            <a:extLst>
              <a:ext uri="{FF2B5EF4-FFF2-40B4-BE49-F238E27FC236}">
                <a16:creationId xmlns:a16="http://schemas.microsoft.com/office/drawing/2014/main" id="{284C8BE6-A51E-104A-ADCA-9CC8C6C9B17E}"/>
              </a:ext>
            </a:extLst>
          </p:cNvPr>
          <p:cNvGrpSpPr/>
          <p:nvPr/>
        </p:nvGrpSpPr>
        <p:grpSpPr>
          <a:xfrm>
            <a:off x="2942588" y="4309594"/>
            <a:ext cx="1233248" cy="415524"/>
            <a:chOff x="4108339" y="3811411"/>
            <a:chExt cx="1015575" cy="415524"/>
          </a:xfrm>
        </p:grpSpPr>
        <p:sp>
          <p:nvSpPr>
            <p:cNvPr id="90" name="文字方塊 135">
              <a:extLst>
                <a:ext uri="{FF2B5EF4-FFF2-40B4-BE49-F238E27FC236}">
                  <a16:creationId xmlns:a16="http://schemas.microsoft.com/office/drawing/2014/main" id="{EE3F789D-27D9-46F6-1AAF-9E640F999AAC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1" name="文字方塊 136">
              <a:extLst>
                <a:ext uri="{FF2B5EF4-FFF2-40B4-BE49-F238E27FC236}">
                  <a16:creationId xmlns:a16="http://schemas.microsoft.com/office/drawing/2014/main" id="{177346BA-A272-9BE1-2723-F8CEB40849B8}"/>
                </a:ext>
              </a:extLst>
            </p:cNvPr>
            <p:cNvSpPr txBox="1"/>
            <p:nvPr/>
          </p:nvSpPr>
          <p:spPr>
            <a:xfrm>
              <a:off x="4608824" y="3826825"/>
              <a:ext cx="51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137">
                  <a:extLst>
                    <a:ext uri="{FF2B5EF4-FFF2-40B4-BE49-F238E27FC236}">
                      <a16:creationId xmlns:a16="http://schemas.microsoft.com/office/drawing/2014/main" id="{366887A5-32DA-9EC0-8617-3230AB76DFBF}"/>
                    </a:ext>
                  </a:extLst>
                </p:cNvPr>
                <p:cNvSpPr txBox="1"/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2" name="文字方塊 137">
                  <a:extLst>
                    <a:ext uri="{FF2B5EF4-FFF2-40B4-BE49-F238E27FC236}">
                      <a16:creationId xmlns:a16="http://schemas.microsoft.com/office/drawing/2014/main" id="{366887A5-32DA-9EC0-8617-3230AB76D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131">
                <a:extLst>
                  <a:ext uri="{FF2B5EF4-FFF2-40B4-BE49-F238E27FC236}">
                    <a16:creationId xmlns:a16="http://schemas.microsoft.com/office/drawing/2014/main" id="{609F9E3C-D555-F20B-F26B-0092457D12C1}"/>
                  </a:ext>
                </a:extLst>
              </p:cNvPr>
              <p:cNvSpPr txBox="1"/>
              <p:nvPr/>
            </p:nvSpPr>
            <p:spPr>
              <a:xfrm>
                <a:off x="1447892" y="4280603"/>
                <a:ext cx="61587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93" name="文字方塊 131">
                <a:extLst>
                  <a:ext uri="{FF2B5EF4-FFF2-40B4-BE49-F238E27FC236}">
                    <a16:creationId xmlns:a16="http://schemas.microsoft.com/office/drawing/2014/main" id="{609F9E3C-D555-F20B-F26B-0092457D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92" y="4280603"/>
                <a:ext cx="615874" cy="41780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05437FF-FA6B-1BB5-9380-866537CCAA5B}"/>
                  </a:ext>
                </a:extLst>
              </p:cNvPr>
              <p:cNvSpPr txBox="1"/>
              <p:nvPr/>
            </p:nvSpPr>
            <p:spPr>
              <a:xfrm>
                <a:off x="7662112" y="4268512"/>
                <a:ext cx="2155054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05437FF-FA6B-1BB5-9380-866537CCA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112" y="4268512"/>
                <a:ext cx="2155054" cy="39786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129">
                <a:extLst>
                  <a:ext uri="{FF2B5EF4-FFF2-40B4-BE49-F238E27FC236}">
                    <a16:creationId xmlns:a16="http://schemas.microsoft.com/office/drawing/2014/main" id="{3512D0E6-331C-E833-04F7-59FD298B78DE}"/>
                  </a:ext>
                </a:extLst>
              </p:cNvPr>
              <p:cNvSpPr txBox="1"/>
              <p:nvPr/>
            </p:nvSpPr>
            <p:spPr>
              <a:xfrm>
                <a:off x="1271179" y="50013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文字方塊 129">
                <a:extLst>
                  <a:ext uri="{FF2B5EF4-FFF2-40B4-BE49-F238E27FC236}">
                    <a16:creationId xmlns:a16="http://schemas.microsoft.com/office/drawing/2014/main" id="{3512D0E6-331C-E833-04F7-59FD298B7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79" y="500134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群組 130">
            <a:extLst>
              <a:ext uri="{FF2B5EF4-FFF2-40B4-BE49-F238E27FC236}">
                <a16:creationId xmlns:a16="http://schemas.microsoft.com/office/drawing/2014/main" id="{8D09172E-7D4D-D4BA-B0F3-0D57D7ECB581}"/>
              </a:ext>
            </a:extLst>
          </p:cNvPr>
          <p:cNvGrpSpPr/>
          <p:nvPr/>
        </p:nvGrpSpPr>
        <p:grpSpPr>
          <a:xfrm>
            <a:off x="1886348" y="5001344"/>
            <a:ext cx="1232577" cy="443347"/>
            <a:chOff x="4121935" y="3796407"/>
            <a:chExt cx="1117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字方塊 131">
                  <a:extLst>
                    <a:ext uri="{FF2B5EF4-FFF2-40B4-BE49-F238E27FC236}">
                      <a16:creationId xmlns:a16="http://schemas.microsoft.com/office/drawing/2014/main" id="{DE59A7CB-00EC-CEE7-DE28-E67A0188FEED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7" name="文字方塊 131">
                  <a:extLst>
                    <a:ext uri="{FF2B5EF4-FFF2-40B4-BE49-F238E27FC236}">
                      <a16:creationId xmlns:a16="http://schemas.microsoft.com/office/drawing/2014/main" id="{DE59A7CB-00EC-CEE7-DE28-E67A0188F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文字方塊 132">
              <a:extLst>
                <a:ext uri="{FF2B5EF4-FFF2-40B4-BE49-F238E27FC236}">
                  <a16:creationId xmlns:a16="http://schemas.microsoft.com/office/drawing/2014/main" id="{DA11600E-61B0-10F7-1598-E40B241B1DFE}"/>
                </a:ext>
              </a:extLst>
            </p:cNvPr>
            <p:cNvSpPr txBox="1"/>
            <p:nvPr/>
          </p:nvSpPr>
          <p:spPr>
            <a:xfrm>
              <a:off x="4672148" y="3839644"/>
              <a:ext cx="56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133">
                  <a:extLst>
                    <a:ext uri="{FF2B5EF4-FFF2-40B4-BE49-F238E27FC236}">
                      <a16:creationId xmlns:a16="http://schemas.microsoft.com/office/drawing/2014/main" id="{9DE73BEE-69E9-AD1F-C3EF-D4FEA3964337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9" name="文字方塊 133">
                  <a:extLst>
                    <a:ext uri="{FF2B5EF4-FFF2-40B4-BE49-F238E27FC236}">
                      <a16:creationId xmlns:a16="http://schemas.microsoft.com/office/drawing/2014/main" id="{9DE73BEE-69E9-AD1F-C3EF-D4FEA3964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群組 134">
            <a:extLst>
              <a:ext uri="{FF2B5EF4-FFF2-40B4-BE49-F238E27FC236}">
                <a16:creationId xmlns:a16="http://schemas.microsoft.com/office/drawing/2014/main" id="{FCFF8060-6046-68AC-A23A-C237471D71C5}"/>
              </a:ext>
            </a:extLst>
          </p:cNvPr>
          <p:cNvGrpSpPr/>
          <p:nvPr/>
        </p:nvGrpSpPr>
        <p:grpSpPr>
          <a:xfrm>
            <a:off x="2960042" y="5021486"/>
            <a:ext cx="1233248" cy="415524"/>
            <a:chOff x="4108339" y="3811411"/>
            <a:chExt cx="1015575" cy="415524"/>
          </a:xfrm>
        </p:grpSpPr>
        <p:sp>
          <p:nvSpPr>
            <p:cNvPr id="101" name="文字方塊 135">
              <a:extLst>
                <a:ext uri="{FF2B5EF4-FFF2-40B4-BE49-F238E27FC236}">
                  <a16:creationId xmlns:a16="http://schemas.microsoft.com/office/drawing/2014/main" id="{011B9299-C0AE-FAC7-8137-CB1659D44B3D}"/>
                </a:ext>
              </a:extLst>
            </p:cNvPr>
            <p:cNvSpPr txBox="1"/>
            <p:nvPr/>
          </p:nvSpPr>
          <p:spPr>
            <a:xfrm>
              <a:off x="4108339" y="3826825"/>
              <a:ext cx="500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2" name="文字方塊 136">
              <a:extLst>
                <a:ext uri="{FF2B5EF4-FFF2-40B4-BE49-F238E27FC236}">
                  <a16:creationId xmlns:a16="http://schemas.microsoft.com/office/drawing/2014/main" id="{A3012E1D-4356-CF24-64F9-180C7C059611}"/>
                </a:ext>
              </a:extLst>
            </p:cNvPr>
            <p:cNvSpPr txBox="1"/>
            <p:nvPr/>
          </p:nvSpPr>
          <p:spPr>
            <a:xfrm>
              <a:off x="4608824" y="3826825"/>
              <a:ext cx="51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137">
                  <a:extLst>
                    <a:ext uri="{FF2B5EF4-FFF2-40B4-BE49-F238E27FC236}">
                      <a16:creationId xmlns:a16="http://schemas.microsoft.com/office/drawing/2014/main" id="{71D2515F-AFA3-7581-03FD-995DD12E4C14}"/>
                    </a:ext>
                  </a:extLst>
                </p:cNvPr>
                <p:cNvSpPr txBox="1"/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3" name="文字方塊 137">
                  <a:extLst>
                    <a:ext uri="{FF2B5EF4-FFF2-40B4-BE49-F238E27FC236}">
                      <a16:creationId xmlns:a16="http://schemas.microsoft.com/office/drawing/2014/main" id="{71D2515F-AFA3-7581-03FD-995DD12E4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760" y="3811411"/>
                  <a:ext cx="295688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31">
                <a:extLst>
                  <a:ext uri="{FF2B5EF4-FFF2-40B4-BE49-F238E27FC236}">
                    <a16:creationId xmlns:a16="http://schemas.microsoft.com/office/drawing/2014/main" id="{C4027A2D-FCA5-3C9C-861F-AC467129DB24}"/>
                  </a:ext>
                </a:extLst>
              </p:cNvPr>
              <p:cNvSpPr txBox="1"/>
              <p:nvPr/>
            </p:nvSpPr>
            <p:spPr>
              <a:xfrm>
                <a:off x="1465346" y="4992495"/>
                <a:ext cx="615874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US" sz="2000" b="1"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04" name="文字方塊 131">
                <a:extLst>
                  <a:ext uri="{FF2B5EF4-FFF2-40B4-BE49-F238E27FC236}">
                    <a16:creationId xmlns:a16="http://schemas.microsoft.com/office/drawing/2014/main" id="{C4027A2D-FCA5-3C9C-861F-AC467129D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46" y="4992495"/>
                <a:ext cx="615874" cy="41780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文字方塊 66">
            <a:extLst>
              <a:ext uri="{FF2B5EF4-FFF2-40B4-BE49-F238E27FC236}">
                <a16:creationId xmlns:a16="http://schemas.microsoft.com/office/drawing/2014/main" id="{88ED004B-B32B-68BC-C1CB-DA3B83EB38B6}"/>
              </a:ext>
            </a:extLst>
          </p:cNvPr>
          <p:cNvSpPr txBox="1"/>
          <p:nvPr/>
        </p:nvSpPr>
        <p:spPr>
          <a:xfrm>
            <a:off x="5783421" y="484498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9ACC537-9E61-ADC3-68F8-F57C9EC762F8}"/>
                  </a:ext>
                </a:extLst>
              </p:cNvPr>
              <p:cNvSpPr txBox="1"/>
              <p:nvPr/>
            </p:nvSpPr>
            <p:spPr>
              <a:xfrm>
                <a:off x="4144986" y="5010192"/>
                <a:ext cx="18196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9ACC537-9E61-ADC3-68F8-F57C9EC76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86" y="5010192"/>
                <a:ext cx="1819672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29">
                <a:extLst>
                  <a:ext uri="{FF2B5EF4-FFF2-40B4-BE49-F238E27FC236}">
                    <a16:creationId xmlns:a16="http://schemas.microsoft.com/office/drawing/2014/main" id="{5A2AE5A5-AB1F-B8C2-A34F-FA722533998B}"/>
                  </a:ext>
                </a:extLst>
              </p:cNvPr>
              <p:cNvSpPr txBox="1"/>
              <p:nvPr/>
            </p:nvSpPr>
            <p:spPr>
              <a:xfrm>
                <a:off x="1268343" y="56663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9" name="文字方塊 129">
                <a:extLst>
                  <a:ext uri="{FF2B5EF4-FFF2-40B4-BE49-F238E27FC236}">
                    <a16:creationId xmlns:a16="http://schemas.microsoft.com/office/drawing/2014/main" id="{5A2AE5A5-AB1F-B8C2-A34F-FA7225339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343" y="5666386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群組 130">
            <a:extLst>
              <a:ext uri="{FF2B5EF4-FFF2-40B4-BE49-F238E27FC236}">
                <a16:creationId xmlns:a16="http://schemas.microsoft.com/office/drawing/2014/main" id="{A3CC4EFD-ACDB-342C-5474-353AD51FBC53}"/>
              </a:ext>
            </a:extLst>
          </p:cNvPr>
          <p:cNvGrpSpPr/>
          <p:nvPr/>
        </p:nvGrpSpPr>
        <p:grpSpPr>
          <a:xfrm>
            <a:off x="1609751" y="5658705"/>
            <a:ext cx="1232577" cy="443347"/>
            <a:chOff x="4121935" y="3796407"/>
            <a:chExt cx="1117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31">
                  <a:extLst>
                    <a:ext uri="{FF2B5EF4-FFF2-40B4-BE49-F238E27FC236}">
                      <a16:creationId xmlns:a16="http://schemas.microsoft.com/office/drawing/2014/main" id="{FF09F5E5-2179-4662-BBF4-3CB451DACBD1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1" name="文字方塊 131">
                  <a:extLst>
                    <a:ext uri="{FF2B5EF4-FFF2-40B4-BE49-F238E27FC236}">
                      <a16:creationId xmlns:a16="http://schemas.microsoft.com/office/drawing/2014/main" id="{FF09F5E5-2179-4662-BBF4-3CB451DACB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文字方塊 132">
              <a:extLst>
                <a:ext uri="{FF2B5EF4-FFF2-40B4-BE49-F238E27FC236}">
                  <a16:creationId xmlns:a16="http://schemas.microsoft.com/office/drawing/2014/main" id="{682A040C-A8B2-5A85-B526-7118BA2E5CB1}"/>
                </a:ext>
              </a:extLst>
            </p:cNvPr>
            <p:cNvSpPr txBox="1"/>
            <p:nvPr/>
          </p:nvSpPr>
          <p:spPr>
            <a:xfrm>
              <a:off x="4672148" y="3839644"/>
              <a:ext cx="56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33">
                  <a:extLst>
                    <a:ext uri="{FF2B5EF4-FFF2-40B4-BE49-F238E27FC236}">
                      <a16:creationId xmlns:a16="http://schemas.microsoft.com/office/drawing/2014/main" id="{17D1FF5E-D387-6386-2667-825E4171FFE6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3" name="文字方塊 133">
                  <a:extLst>
                    <a:ext uri="{FF2B5EF4-FFF2-40B4-BE49-F238E27FC236}">
                      <a16:creationId xmlns:a16="http://schemas.microsoft.com/office/drawing/2014/main" id="{17D1FF5E-D387-6386-2667-825E4171F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D40488F-98F8-B1A7-2DB6-18FCF92695F1}"/>
                  </a:ext>
                </a:extLst>
              </p:cNvPr>
              <p:cNvSpPr txBox="1"/>
              <p:nvPr/>
            </p:nvSpPr>
            <p:spPr>
              <a:xfrm>
                <a:off x="2715299" y="5678847"/>
                <a:ext cx="37572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8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D40488F-98F8-B1A7-2DB6-18FCF9269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299" y="5678847"/>
                <a:ext cx="3757226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9">
                <a:extLst>
                  <a:ext uri="{FF2B5EF4-FFF2-40B4-BE49-F238E27FC236}">
                    <a16:creationId xmlns:a16="http://schemas.microsoft.com/office/drawing/2014/main" id="{414677B0-F8A5-A0A9-F391-C75AFC5E40D8}"/>
                  </a:ext>
                </a:extLst>
              </p:cNvPr>
              <p:cNvSpPr txBox="1"/>
              <p:nvPr/>
            </p:nvSpPr>
            <p:spPr>
              <a:xfrm>
                <a:off x="1254771" y="62805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2" name="文字方塊 129">
                <a:extLst>
                  <a:ext uri="{FF2B5EF4-FFF2-40B4-BE49-F238E27FC236}">
                    <a16:creationId xmlns:a16="http://schemas.microsoft.com/office/drawing/2014/main" id="{414677B0-F8A5-A0A9-F391-C75AFC5E4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771" y="6280510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群組 130">
            <a:extLst>
              <a:ext uri="{FF2B5EF4-FFF2-40B4-BE49-F238E27FC236}">
                <a16:creationId xmlns:a16="http://schemas.microsoft.com/office/drawing/2014/main" id="{68E6BDFB-C831-31FE-06F5-B858368F2310}"/>
              </a:ext>
            </a:extLst>
          </p:cNvPr>
          <p:cNvGrpSpPr/>
          <p:nvPr/>
        </p:nvGrpSpPr>
        <p:grpSpPr>
          <a:xfrm>
            <a:off x="1596179" y="6272829"/>
            <a:ext cx="1232577" cy="443347"/>
            <a:chOff x="4121935" y="3796407"/>
            <a:chExt cx="1117108" cy="4433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字方塊 131">
                  <a:extLst>
                    <a:ext uri="{FF2B5EF4-FFF2-40B4-BE49-F238E27FC236}">
                      <a16:creationId xmlns:a16="http://schemas.microsoft.com/office/drawing/2014/main" id="{89608503-2535-F966-06CF-27B31951E74A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4" name="文字方塊 131">
                  <a:extLst>
                    <a:ext uri="{FF2B5EF4-FFF2-40B4-BE49-F238E27FC236}">
                      <a16:creationId xmlns:a16="http://schemas.microsoft.com/office/drawing/2014/main" id="{89608503-2535-F966-06CF-27B31951E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文字方塊 132">
              <a:extLst>
                <a:ext uri="{FF2B5EF4-FFF2-40B4-BE49-F238E27FC236}">
                  <a16:creationId xmlns:a16="http://schemas.microsoft.com/office/drawing/2014/main" id="{409A4474-5035-E3EA-37C2-6A0D99F54621}"/>
                </a:ext>
              </a:extLst>
            </p:cNvPr>
            <p:cNvSpPr txBox="1"/>
            <p:nvPr/>
          </p:nvSpPr>
          <p:spPr>
            <a:xfrm>
              <a:off x="4672148" y="3839644"/>
              <a:ext cx="5668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33">
                  <a:extLst>
                    <a:ext uri="{FF2B5EF4-FFF2-40B4-BE49-F238E27FC236}">
                      <a16:creationId xmlns:a16="http://schemas.microsoft.com/office/drawing/2014/main" id="{2C434F9C-F258-C045-93B9-798AB9F86FFB}"/>
                    </a:ext>
                  </a:extLst>
                </p:cNvPr>
                <p:cNvSpPr txBox="1"/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6" name="文字方塊 133">
                  <a:extLst>
                    <a:ext uri="{FF2B5EF4-FFF2-40B4-BE49-F238E27FC236}">
                      <a16:creationId xmlns:a16="http://schemas.microsoft.com/office/drawing/2014/main" id="{2C434F9C-F258-C045-93B9-798AB9F86F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8338" y="3796407"/>
                  <a:ext cx="295688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C8A1A72-C080-97A3-F01B-8C5C442B2A37}"/>
                  </a:ext>
                </a:extLst>
              </p:cNvPr>
              <p:cNvSpPr txBox="1"/>
              <p:nvPr/>
            </p:nvSpPr>
            <p:spPr>
              <a:xfrm>
                <a:off x="2701727" y="6292971"/>
                <a:ext cx="37572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 err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8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8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C8A1A72-C080-97A3-F01B-8C5C442B2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727" y="6292971"/>
                <a:ext cx="3757226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文字方塊 66">
            <a:extLst>
              <a:ext uri="{FF2B5EF4-FFF2-40B4-BE49-F238E27FC236}">
                <a16:creationId xmlns:a16="http://schemas.microsoft.com/office/drawing/2014/main" id="{C234EA72-8F57-7784-5B4A-E3B5797E604E}"/>
              </a:ext>
            </a:extLst>
          </p:cNvPr>
          <p:cNvSpPr txBox="1"/>
          <p:nvPr/>
        </p:nvSpPr>
        <p:spPr>
          <a:xfrm>
            <a:off x="3839528" y="621602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89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32" grpId="0"/>
      <p:bldP spid="33" grpId="0"/>
      <p:bldP spid="34" grpId="0"/>
      <p:bldP spid="36" grpId="0"/>
      <p:bldP spid="39" grpId="0"/>
      <p:bldP spid="48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3" grpId="0"/>
      <p:bldP spid="74" grpId="0"/>
      <p:bldP spid="75" grpId="0"/>
      <p:bldP spid="84" grpId="0"/>
      <p:bldP spid="93" grpId="0"/>
      <p:bldP spid="94" grpId="0"/>
      <p:bldP spid="95" grpId="0"/>
      <p:bldP spid="104" grpId="0"/>
      <p:bldP spid="107" grpId="0"/>
      <p:bldP spid="108" grpId="0"/>
      <p:bldP spid="109" grpId="0"/>
      <p:bldP spid="121" grpId="0"/>
      <p:bldP spid="122" grpId="0"/>
      <p:bldP spid="127" grpId="0"/>
      <p:bldP spid="1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6F75105B-140C-45FE-6D96-CF3EEAB3AF34}"/>
              </a:ext>
            </a:extLst>
          </p:cNvPr>
          <p:cNvSpPr txBox="1"/>
          <p:nvPr/>
        </p:nvSpPr>
        <p:spPr>
          <a:xfrm>
            <a:off x="191344" y="44624"/>
            <a:ext cx="3619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kern="10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Arial" panose="020B0604020202020204" pitchFamily="34" charset="0"/>
              </a:rPr>
              <a:t>Factorize the following expressions.</a:t>
            </a:r>
            <a:endParaRPr lang="zh-TW" altLang="zh-HK" sz="18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筆跡 2">
                <a:extLst>
                  <a:ext uri="{FF2B5EF4-FFF2-40B4-BE49-F238E27FC236}">
                    <a16:creationId xmlns:a16="http://schemas.microsoft.com/office/drawing/2014/main" id="{FD7B615C-AD56-CA23-EC6A-F8C4BC8E5412}"/>
                  </a:ext>
                </a:extLst>
              </p14:cNvPr>
              <p14:cNvContentPartPr/>
              <p14:nvPr/>
            </p14:nvContentPartPr>
            <p14:xfrm>
              <a:off x="263352" y="214929"/>
              <a:ext cx="864096" cy="45719"/>
            </p14:xfrm>
          </p:contentPart>
        </mc:Choice>
        <mc:Fallback xmlns="">
          <p:pic>
            <p:nvPicPr>
              <p:cNvPr id="5" name="筆跡 2">
                <a:extLst>
                  <a:ext uri="{FF2B5EF4-FFF2-40B4-BE49-F238E27FC236}">
                    <a16:creationId xmlns:a16="http://schemas.microsoft.com/office/drawing/2014/main" id="{FD7B615C-AD56-CA23-EC6A-F8C4BC8E54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346" y="-13500771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8">
                <a:extLst>
                  <a:ext uri="{FF2B5EF4-FFF2-40B4-BE49-F238E27FC236}">
                    <a16:creationId xmlns:a16="http://schemas.microsoft.com/office/drawing/2014/main" id="{064294F0-9818-C22C-586F-F17F2B9D2C40}"/>
                  </a:ext>
                </a:extLst>
              </p:cNvPr>
              <p:cNvSpPr txBox="1"/>
              <p:nvPr/>
            </p:nvSpPr>
            <p:spPr>
              <a:xfrm>
                <a:off x="457831" y="584261"/>
                <a:ext cx="36190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45. </a:t>
                </a:r>
                <a14:m>
                  <m:oMath xmlns:m="http://schemas.openxmlformats.org/officeDocument/2006/math">
                    <m:r>
                      <a:rPr lang="en-US" altLang="zh-HK" sz="200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0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altLang="zh-HK" sz="20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2000" b="0" i="1" kern="1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+3</m:t>
                    </m:r>
                    <m:sSup>
                      <m:sSupPr>
                        <m:ctrlP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HK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HK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−25</m:t>
                    </m:r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HK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−75</m:t>
                    </m:r>
                  </m:oMath>
                </a14:m>
                <a:r>
                  <a:rPr lang="en-US" altLang="zh-HK" sz="20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Arial" panose="020B0604020202020204" pitchFamily="34" charset="0"/>
                  </a:rPr>
                  <a:t>  </a:t>
                </a:r>
                <a:endParaRPr lang="zh-TW" altLang="zh-HK" sz="20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字方塊 8">
                <a:extLst>
                  <a:ext uri="{FF2B5EF4-FFF2-40B4-BE49-F238E27FC236}">
                    <a16:creationId xmlns:a16="http://schemas.microsoft.com/office/drawing/2014/main" id="{064294F0-9818-C22C-586F-F17F2B9D2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31" y="584261"/>
                <a:ext cx="3619044" cy="400110"/>
              </a:xfrm>
              <a:prstGeom prst="rect">
                <a:avLst/>
              </a:prstGeom>
              <a:blipFill>
                <a:blip r:embed="rId4"/>
                <a:stretch>
                  <a:fillRect l="-1684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129">
                <a:extLst>
                  <a:ext uri="{FF2B5EF4-FFF2-40B4-BE49-F238E27FC236}">
                    <a16:creationId xmlns:a16="http://schemas.microsoft.com/office/drawing/2014/main" id="{736A182A-FFDD-E20F-2244-9CDBA748901D}"/>
                  </a:ext>
                </a:extLst>
              </p:cNvPr>
              <p:cNvSpPr txBox="1"/>
              <p:nvPr/>
            </p:nvSpPr>
            <p:spPr>
              <a:xfrm>
                <a:off x="631508" y="11944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文字方塊 129">
                <a:extLst>
                  <a:ext uri="{FF2B5EF4-FFF2-40B4-BE49-F238E27FC236}">
                    <a16:creationId xmlns:a16="http://schemas.microsoft.com/office/drawing/2014/main" id="{736A182A-FFDD-E20F-2244-9CDBA7489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08" y="1194400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130">
            <a:extLst>
              <a:ext uri="{FF2B5EF4-FFF2-40B4-BE49-F238E27FC236}">
                <a16:creationId xmlns:a16="http://schemas.microsoft.com/office/drawing/2014/main" id="{153BB3F8-AE69-4545-0D43-F597ADF2D873}"/>
              </a:ext>
            </a:extLst>
          </p:cNvPr>
          <p:cNvGrpSpPr/>
          <p:nvPr/>
        </p:nvGrpSpPr>
        <p:grpSpPr>
          <a:xfrm>
            <a:off x="932315" y="1214542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131">
                  <a:extLst>
                    <a:ext uri="{FF2B5EF4-FFF2-40B4-BE49-F238E27FC236}">
                      <a16:creationId xmlns:a16="http://schemas.microsoft.com/office/drawing/2014/main" id="{C70C6753-965F-EEB5-DFEE-DAC74FF236AC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文字方塊 131">
                  <a:extLst>
                    <a:ext uri="{FF2B5EF4-FFF2-40B4-BE49-F238E27FC236}">
                      <a16:creationId xmlns:a16="http://schemas.microsoft.com/office/drawing/2014/main" id="{C70C6753-965F-EEB5-DFEE-DAC74FF23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字方塊 132">
              <a:extLst>
                <a:ext uri="{FF2B5EF4-FFF2-40B4-BE49-F238E27FC236}">
                  <a16:creationId xmlns:a16="http://schemas.microsoft.com/office/drawing/2014/main" id="{EB5C6D0F-ED5D-B35A-5B66-6CE6CBC07A54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33">
                  <a:extLst>
                    <a:ext uri="{FF2B5EF4-FFF2-40B4-BE49-F238E27FC236}">
                      <a16:creationId xmlns:a16="http://schemas.microsoft.com/office/drawing/2014/main" id="{3113B612-73DC-5B45-60A7-BE43E62E5AC2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133">
                  <a:extLst>
                    <a:ext uri="{FF2B5EF4-FFF2-40B4-BE49-F238E27FC236}">
                      <a16:creationId xmlns:a16="http://schemas.microsoft.com/office/drawing/2014/main" id="{3113B612-73DC-5B45-60A7-BE43E62E5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文字方塊 58">
            <a:extLst>
              <a:ext uri="{FF2B5EF4-FFF2-40B4-BE49-F238E27FC236}">
                <a16:creationId xmlns:a16="http://schemas.microsoft.com/office/drawing/2014/main" id="{82C991F6-C1EF-3F56-9675-D5788E19B845}"/>
              </a:ext>
            </a:extLst>
          </p:cNvPr>
          <p:cNvSpPr txBox="1"/>
          <p:nvPr/>
        </p:nvSpPr>
        <p:spPr>
          <a:xfrm>
            <a:off x="1765865" y="1117456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763857-A1F9-D727-9505-0512B56E71E1}"/>
                  </a:ext>
                </a:extLst>
              </p:cNvPr>
              <p:cNvSpPr txBox="1"/>
              <p:nvPr/>
            </p:nvSpPr>
            <p:spPr>
              <a:xfrm>
                <a:off x="1876987" y="1230587"/>
                <a:ext cx="17874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763857-A1F9-D727-9505-0512B56E7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987" y="1230587"/>
                <a:ext cx="178740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29">
                <a:extLst>
                  <a:ext uri="{FF2B5EF4-FFF2-40B4-BE49-F238E27FC236}">
                    <a16:creationId xmlns:a16="http://schemas.microsoft.com/office/drawing/2014/main" id="{5A9A4036-71BF-18AF-D8D4-088761C9DA64}"/>
                  </a:ext>
                </a:extLst>
              </p:cNvPr>
              <p:cNvSpPr txBox="1"/>
              <p:nvPr/>
            </p:nvSpPr>
            <p:spPr>
              <a:xfrm>
                <a:off x="641025" y="17795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29">
                <a:extLst>
                  <a:ext uri="{FF2B5EF4-FFF2-40B4-BE49-F238E27FC236}">
                    <a16:creationId xmlns:a16="http://schemas.microsoft.com/office/drawing/2014/main" id="{5A9A4036-71BF-18AF-D8D4-088761C9D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25" y="1779547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30">
            <a:extLst>
              <a:ext uri="{FF2B5EF4-FFF2-40B4-BE49-F238E27FC236}">
                <a16:creationId xmlns:a16="http://schemas.microsoft.com/office/drawing/2014/main" id="{A1BEA084-CAE8-5393-6460-2E09E6C4A031}"/>
              </a:ext>
            </a:extLst>
          </p:cNvPr>
          <p:cNvGrpSpPr/>
          <p:nvPr/>
        </p:nvGrpSpPr>
        <p:grpSpPr>
          <a:xfrm>
            <a:off x="941832" y="1799689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31">
                  <a:extLst>
                    <a:ext uri="{FF2B5EF4-FFF2-40B4-BE49-F238E27FC236}">
                      <a16:creationId xmlns:a16="http://schemas.microsoft.com/office/drawing/2014/main" id="{9B538239-B92B-D9F5-964C-78A1B38F867D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31">
                  <a:extLst>
                    <a:ext uri="{FF2B5EF4-FFF2-40B4-BE49-F238E27FC236}">
                      <a16:creationId xmlns:a16="http://schemas.microsoft.com/office/drawing/2014/main" id="{9B538239-B92B-D9F5-964C-78A1B38F8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字方塊 132">
              <a:extLst>
                <a:ext uri="{FF2B5EF4-FFF2-40B4-BE49-F238E27FC236}">
                  <a16:creationId xmlns:a16="http://schemas.microsoft.com/office/drawing/2014/main" id="{E826DB02-FF3E-E8CD-65CB-C56FBE89AAA8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33">
                  <a:extLst>
                    <a:ext uri="{FF2B5EF4-FFF2-40B4-BE49-F238E27FC236}">
                      <a16:creationId xmlns:a16="http://schemas.microsoft.com/office/drawing/2014/main" id="{B7FCF988-DCE4-F224-6B0E-D6F47CECAA9B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8" name="文字方塊 133">
                  <a:extLst>
                    <a:ext uri="{FF2B5EF4-FFF2-40B4-BE49-F238E27FC236}">
                      <a16:creationId xmlns:a16="http://schemas.microsoft.com/office/drawing/2014/main" id="{B7FCF988-DCE4-F224-6B0E-D6F47CECA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D33A60-F127-E474-C318-65D85F3DDBA9}"/>
                  </a:ext>
                </a:extLst>
              </p:cNvPr>
              <p:cNvSpPr txBox="1"/>
              <p:nvPr/>
            </p:nvSpPr>
            <p:spPr>
              <a:xfrm>
                <a:off x="1853110" y="1799689"/>
                <a:ext cx="19572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[(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D33A60-F127-E474-C318-65D85F3DD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110" y="1799689"/>
                <a:ext cx="195727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58">
            <a:extLst>
              <a:ext uri="{FF2B5EF4-FFF2-40B4-BE49-F238E27FC236}">
                <a16:creationId xmlns:a16="http://schemas.microsoft.com/office/drawing/2014/main" id="{4C7CDB4E-B4F3-BA0D-DB22-EAA77B59A53F}"/>
              </a:ext>
            </a:extLst>
          </p:cNvPr>
          <p:cNvSpPr txBox="1"/>
          <p:nvPr/>
        </p:nvSpPr>
        <p:spPr>
          <a:xfrm>
            <a:off x="2863349" y="1722745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129">
                <a:extLst>
                  <a:ext uri="{FF2B5EF4-FFF2-40B4-BE49-F238E27FC236}">
                    <a16:creationId xmlns:a16="http://schemas.microsoft.com/office/drawing/2014/main" id="{B947F1CF-F8BC-7E59-85A7-F22F47D2C244}"/>
                  </a:ext>
                </a:extLst>
              </p:cNvPr>
              <p:cNvSpPr txBox="1"/>
              <p:nvPr/>
            </p:nvSpPr>
            <p:spPr>
              <a:xfrm>
                <a:off x="652433" y="24364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129">
                <a:extLst>
                  <a:ext uri="{FF2B5EF4-FFF2-40B4-BE49-F238E27FC236}">
                    <a16:creationId xmlns:a16="http://schemas.microsoft.com/office/drawing/2014/main" id="{B947F1CF-F8BC-7E59-85A7-F22F47D2C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33" y="243646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130">
            <a:extLst>
              <a:ext uri="{FF2B5EF4-FFF2-40B4-BE49-F238E27FC236}">
                <a16:creationId xmlns:a16="http://schemas.microsoft.com/office/drawing/2014/main" id="{C4C06363-29BC-AD24-A69A-A204A360A75D}"/>
              </a:ext>
            </a:extLst>
          </p:cNvPr>
          <p:cNvGrpSpPr/>
          <p:nvPr/>
        </p:nvGrpSpPr>
        <p:grpSpPr>
          <a:xfrm>
            <a:off x="953240" y="2456602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131">
                  <a:extLst>
                    <a:ext uri="{FF2B5EF4-FFF2-40B4-BE49-F238E27FC236}">
                      <a16:creationId xmlns:a16="http://schemas.microsoft.com/office/drawing/2014/main" id="{1169703F-8D00-976E-FC3B-3DF06F664976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文字方塊 131">
                  <a:extLst>
                    <a:ext uri="{FF2B5EF4-FFF2-40B4-BE49-F238E27FC236}">
                      <a16:creationId xmlns:a16="http://schemas.microsoft.com/office/drawing/2014/main" id="{1169703F-8D00-976E-FC3B-3DF06F664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字方塊 132">
              <a:extLst>
                <a:ext uri="{FF2B5EF4-FFF2-40B4-BE49-F238E27FC236}">
                  <a16:creationId xmlns:a16="http://schemas.microsoft.com/office/drawing/2014/main" id="{9AC1706B-7BC2-4A31-A653-CD9FB968E763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133">
                  <a:extLst>
                    <a:ext uri="{FF2B5EF4-FFF2-40B4-BE49-F238E27FC236}">
                      <a16:creationId xmlns:a16="http://schemas.microsoft.com/office/drawing/2014/main" id="{F70FE06D-D7AE-76D0-5647-CE333DECD2C6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5" name="文字方塊 133">
                  <a:extLst>
                    <a:ext uri="{FF2B5EF4-FFF2-40B4-BE49-F238E27FC236}">
                      <a16:creationId xmlns:a16="http://schemas.microsoft.com/office/drawing/2014/main" id="{F70FE06D-D7AE-76D0-5647-CE333DECD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9F6A71-A0C1-E5E8-788F-D30A21B41C9E}"/>
                  </a:ext>
                </a:extLst>
              </p:cNvPr>
              <p:cNvSpPr txBox="1"/>
              <p:nvPr/>
            </p:nvSpPr>
            <p:spPr>
              <a:xfrm>
                <a:off x="1864518" y="2456602"/>
                <a:ext cx="19572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[(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 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9F6A71-A0C1-E5E8-788F-D30A21B41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518" y="2456602"/>
                <a:ext cx="195727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58">
            <a:extLst>
              <a:ext uri="{FF2B5EF4-FFF2-40B4-BE49-F238E27FC236}">
                <a16:creationId xmlns:a16="http://schemas.microsoft.com/office/drawing/2014/main" id="{687D2DA7-F260-D2BE-5616-5153B920AC27}"/>
              </a:ext>
            </a:extLst>
          </p:cNvPr>
          <p:cNvSpPr txBox="1"/>
          <p:nvPr/>
        </p:nvSpPr>
        <p:spPr>
          <a:xfrm>
            <a:off x="2874757" y="2379658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8" name="文字方塊 58">
            <a:extLst>
              <a:ext uri="{FF2B5EF4-FFF2-40B4-BE49-F238E27FC236}">
                <a16:creationId xmlns:a16="http://schemas.microsoft.com/office/drawing/2014/main" id="{DFC958C7-1EF8-1F82-FB3E-5CE168460A35}"/>
              </a:ext>
            </a:extLst>
          </p:cNvPr>
          <p:cNvSpPr txBox="1"/>
          <p:nvPr/>
        </p:nvSpPr>
        <p:spPr>
          <a:xfrm>
            <a:off x="3356031" y="2379657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129">
                <a:extLst>
                  <a:ext uri="{FF2B5EF4-FFF2-40B4-BE49-F238E27FC236}">
                    <a16:creationId xmlns:a16="http://schemas.microsoft.com/office/drawing/2014/main" id="{59208904-7BB1-D9BF-1870-B1AFE821D595}"/>
                  </a:ext>
                </a:extLst>
              </p:cNvPr>
              <p:cNvSpPr txBox="1"/>
              <p:nvPr/>
            </p:nvSpPr>
            <p:spPr>
              <a:xfrm>
                <a:off x="652433" y="31827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129">
                <a:extLst>
                  <a:ext uri="{FF2B5EF4-FFF2-40B4-BE49-F238E27FC236}">
                    <a16:creationId xmlns:a16="http://schemas.microsoft.com/office/drawing/2014/main" id="{59208904-7BB1-D9BF-1870-B1AFE821D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33" y="318277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30">
            <a:extLst>
              <a:ext uri="{FF2B5EF4-FFF2-40B4-BE49-F238E27FC236}">
                <a16:creationId xmlns:a16="http://schemas.microsoft.com/office/drawing/2014/main" id="{B82BA3FE-E560-DF6F-3152-3BF83BCBF4F0}"/>
              </a:ext>
            </a:extLst>
          </p:cNvPr>
          <p:cNvGrpSpPr/>
          <p:nvPr/>
        </p:nvGrpSpPr>
        <p:grpSpPr>
          <a:xfrm>
            <a:off x="953240" y="3202920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131">
                  <a:extLst>
                    <a:ext uri="{FF2B5EF4-FFF2-40B4-BE49-F238E27FC236}">
                      <a16:creationId xmlns:a16="http://schemas.microsoft.com/office/drawing/2014/main" id="{39F1D7A8-2443-A867-5952-96D185BFC686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文字方塊 131">
                  <a:extLst>
                    <a:ext uri="{FF2B5EF4-FFF2-40B4-BE49-F238E27FC236}">
                      <a16:creationId xmlns:a16="http://schemas.microsoft.com/office/drawing/2014/main" id="{39F1D7A8-2443-A867-5952-96D185BFC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字方塊 132">
              <a:extLst>
                <a:ext uri="{FF2B5EF4-FFF2-40B4-BE49-F238E27FC236}">
                  <a16:creationId xmlns:a16="http://schemas.microsoft.com/office/drawing/2014/main" id="{1751F06B-4A40-6CC2-6FAD-38B7601E3E32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133">
                  <a:extLst>
                    <a:ext uri="{FF2B5EF4-FFF2-40B4-BE49-F238E27FC236}">
                      <a16:creationId xmlns:a16="http://schemas.microsoft.com/office/drawing/2014/main" id="{5C17D935-66FF-7C42-6720-95E907FE322D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3" name="文字方塊 133">
                  <a:extLst>
                    <a:ext uri="{FF2B5EF4-FFF2-40B4-BE49-F238E27FC236}">
                      <a16:creationId xmlns:a16="http://schemas.microsoft.com/office/drawing/2014/main" id="{5C17D935-66FF-7C42-6720-95E907FE3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968B9C-A4F6-E251-65DB-C7A4EA387B43}"/>
                  </a:ext>
                </a:extLst>
              </p:cNvPr>
              <p:cNvSpPr txBox="1"/>
              <p:nvPr/>
            </p:nvSpPr>
            <p:spPr>
              <a:xfrm>
                <a:off x="1832560" y="3215367"/>
                <a:ext cx="19572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[(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968B9C-A4F6-E251-65DB-C7A4EA387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560" y="3215367"/>
                <a:ext cx="195727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3880A7-A640-4B29-E1A9-02252BAA613A}"/>
                  </a:ext>
                </a:extLst>
              </p:cNvPr>
              <p:cNvSpPr txBox="1"/>
              <p:nvPr/>
            </p:nvSpPr>
            <p:spPr>
              <a:xfrm>
                <a:off x="3426840" y="3214791"/>
                <a:ext cx="19572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[(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3880A7-A640-4B29-E1A9-02252BAA6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840" y="3214791"/>
                <a:ext cx="195727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129">
                <a:extLst>
                  <a:ext uri="{FF2B5EF4-FFF2-40B4-BE49-F238E27FC236}">
                    <a16:creationId xmlns:a16="http://schemas.microsoft.com/office/drawing/2014/main" id="{FB25EF61-3BA4-00B2-A6B3-74F8EFC96AD5}"/>
                  </a:ext>
                </a:extLst>
              </p:cNvPr>
              <p:cNvSpPr txBox="1"/>
              <p:nvPr/>
            </p:nvSpPr>
            <p:spPr>
              <a:xfrm>
                <a:off x="655898" y="39086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129">
                <a:extLst>
                  <a:ext uri="{FF2B5EF4-FFF2-40B4-BE49-F238E27FC236}">
                    <a16:creationId xmlns:a16="http://schemas.microsoft.com/office/drawing/2014/main" id="{FB25EF61-3BA4-00B2-A6B3-74F8EFC96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98" y="390869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130">
            <a:extLst>
              <a:ext uri="{FF2B5EF4-FFF2-40B4-BE49-F238E27FC236}">
                <a16:creationId xmlns:a16="http://schemas.microsoft.com/office/drawing/2014/main" id="{48013C1B-2CBA-6DD6-F122-BBA18BE4042F}"/>
              </a:ext>
            </a:extLst>
          </p:cNvPr>
          <p:cNvGrpSpPr/>
          <p:nvPr/>
        </p:nvGrpSpPr>
        <p:grpSpPr>
          <a:xfrm>
            <a:off x="956705" y="3928833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131">
                  <a:extLst>
                    <a:ext uri="{FF2B5EF4-FFF2-40B4-BE49-F238E27FC236}">
                      <a16:creationId xmlns:a16="http://schemas.microsoft.com/office/drawing/2014/main" id="{E6395EC3-4DC5-C4F2-C1B9-1EF4DD056368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文字方塊 131">
                  <a:extLst>
                    <a:ext uri="{FF2B5EF4-FFF2-40B4-BE49-F238E27FC236}">
                      <a16:creationId xmlns:a16="http://schemas.microsoft.com/office/drawing/2014/main" id="{E6395EC3-4DC5-C4F2-C1B9-1EF4DD056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文字方塊 132">
              <a:extLst>
                <a:ext uri="{FF2B5EF4-FFF2-40B4-BE49-F238E27FC236}">
                  <a16:creationId xmlns:a16="http://schemas.microsoft.com/office/drawing/2014/main" id="{F9093E55-DA55-5F5F-DFA6-75043FAF7DA4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133">
                  <a:extLst>
                    <a:ext uri="{FF2B5EF4-FFF2-40B4-BE49-F238E27FC236}">
                      <a16:creationId xmlns:a16="http://schemas.microsoft.com/office/drawing/2014/main" id="{4DF5AA5E-BC1A-D6C0-2D3C-C9EDD1D83364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2" name="文字方塊 133">
                  <a:extLst>
                    <a:ext uri="{FF2B5EF4-FFF2-40B4-BE49-F238E27FC236}">
                      <a16:creationId xmlns:a16="http://schemas.microsoft.com/office/drawing/2014/main" id="{4DF5AA5E-BC1A-D6C0-2D3C-C9EDD1D83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130">
            <a:extLst>
              <a:ext uri="{FF2B5EF4-FFF2-40B4-BE49-F238E27FC236}">
                <a16:creationId xmlns:a16="http://schemas.microsoft.com/office/drawing/2014/main" id="{F1E51923-7CC5-BD76-1B77-F2735E9A46AE}"/>
              </a:ext>
            </a:extLst>
          </p:cNvPr>
          <p:cNvGrpSpPr/>
          <p:nvPr/>
        </p:nvGrpSpPr>
        <p:grpSpPr>
          <a:xfrm>
            <a:off x="1847391" y="3922603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131">
                  <a:extLst>
                    <a:ext uri="{FF2B5EF4-FFF2-40B4-BE49-F238E27FC236}">
                      <a16:creationId xmlns:a16="http://schemas.microsoft.com/office/drawing/2014/main" id="{88B18ECF-886A-0DFA-AA3D-8B5F871ED525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6" name="文字方塊 131">
                  <a:extLst>
                    <a:ext uri="{FF2B5EF4-FFF2-40B4-BE49-F238E27FC236}">
                      <a16:creationId xmlns:a16="http://schemas.microsoft.com/office/drawing/2014/main" id="{88B18ECF-886A-0DFA-AA3D-8B5F871ED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字方塊 132">
              <a:extLst>
                <a:ext uri="{FF2B5EF4-FFF2-40B4-BE49-F238E27FC236}">
                  <a16:creationId xmlns:a16="http://schemas.microsoft.com/office/drawing/2014/main" id="{2ECC20BD-0FE6-3D05-FE43-686247757A3B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133">
                  <a:extLst>
                    <a:ext uri="{FF2B5EF4-FFF2-40B4-BE49-F238E27FC236}">
                      <a16:creationId xmlns:a16="http://schemas.microsoft.com/office/drawing/2014/main" id="{CAD2FB72-1A9E-D226-B0A7-2BEB3DCB7685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133">
                  <a:extLst>
                    <a:ext uri="{FF2B5EF4-FFF2-40B4-BE49-F238E27FC236}">
                      <a16:creationId xmlns:a16="http://schemas.microsoft.com/office/drawing/2014/main" id="{CAD2FB72-1A9E-D226-B0A7-2BEB3DCB76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群組 130">
            <a:extLst>
              <a:ext uri="{FF2B5EF4-FFF2-40B4-BE49-F238E27FC236}">
                <a16:creationId xmlns:a16="http://schemas.microsoft.com/office/drawing/2014/main" id="{92BB48E6-A066-D5B8-EF2B-2F9B6F7C8695}"/>
              </a:ext>
            </a:extLst>
          </p:cNvPr>
          <p:cNvGrpSpPr/>
          <p:nvPr/>
        </p:nvGrpSpPr>
        <p:grpSpPr>
          <a:xfrm>
            <a:off x="2729215" y="3916373"/>
            <a:ext cx="983848" cy="412570"/>
            <a:chOff x="4121935" y="3816549"/>
            <a:chExt cx="891680" cy="4125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131">
                  <a:extLst>
                    <a:ext uri="{FF2B5EF4-FFF2-40B4-BE49-F238E27FC236}">
                      <a16:creationId xmlns:a16="http://schemas.microsoft.com/office/drawing/2014/main" id="{A953736D-EA36-D7F9-2121-0DCA0B9B0BEE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0" name="文字方塊 131">
                  <a:extLst>
                    <a:ext uri="{FF2B5EF4-FFF2-40B4-BE49-F238E27FC236}">
                      <a16:creationId xmlns:a16="http://schemas.microsoft.com/office/drawing/2014/main" id="{A953736D-EA36-D7F9-2121-0DCA0B9B0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55817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文字方塊 132">
              <a:extLst>
                <a:ext uri="{FF2B5EF4-FFF2-40B4-BE49-F238E27FC236}">
                  <a16:creationId xmlns:a16="http://schemas.microsoft.com/office/drawing/2014/main" id="{C8570BC1-37B2-1276-6FFE-C8657E2753D8}"/>
                </a:ext>
              </a:extLst>
            </p:cNvPr>
            <p:cNvSpPr txBox="1"/>
            <p:nvPr/>
          </p:nvSpPr>
          <p:spPr>
            <a:xfrm>
              <a:off x="4607985" y="3829009"/>
              <a:ext cx="405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133">
                  <a:extLst>
                    <a:ext uri="{FF2B5EF4-FFF2-40B4-BE49-F238E27FC236}">
                      <a16:creationId xmlns:a16="http://schemas.microsoft.com/office/drawing/2014/main" id="{57A94D07-9A89-E96E-1CBD-EE08D4D62EB1}"/>
                    </a:ext>
                  </a:extLst>
                </p:cNvPr>
                <p:cNvSpPr txBox="1"/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2" name="文字方塊 133">
                  <a:extLst>
                    <a:ext uri="{FF2B5EF4-FFF2-40B4-BE49-F238E27FC236}">
                      <a16:creationId xmlns:a16="http://schemas.microsoft.com/office/drawing/2014/main" id="{57A94D07-9A89-E96E-1CBD-EE08D4D62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931" y="3816549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055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4" grpId="0"/>
      <p:bldP spid="19" grpId="0"/>
      <p:bldP spid="20" grpId="0"/>
      <p:bldP spid="21" grpId="0"/>
      <p:bldP spid="26" grpId="0"/>
      <p:bldP spid="27" grpId="0"/>
      <p:bldP spid="28" grpId="0"/>
      <p:bldP spid="29" grpId="0"/>
      <p:bldP spid="34" grpId="0"/>
      <p:bldP spid="37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9FE32765-2007-2861-CBCF-8B2A13F29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49" b="51048"/>
          <a:stretch>
            <a:fillRect/>
          </a:stretch>
        </p:blipFill>
        <p:spPr>
          <a:xfrm>
            <a:off x="331589" y="397830"/>
            <a:ext cx="4089932" cy="6556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F483C1-298C-A28A-AE2F-A9AB5CD8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36" b="23522"/>
          <a:stretch>
            <a:fillRect/>
          </a:stretch>
        </p:blipFill>
        <p:spPr>
          <a:xfrm>
            <a:off x="331589" y="2300713"/>
            <a:ext cx="4089932" cy="4652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7D90E0-196F-63F0-B629-5B675751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741" b="1868"/>
          <a:stretch>
            <a:fillRect/>
          </a:stretch>
        </p:blipFill>
        <p:spPr>
          <a:xfrm>
            <a:off x="331589" y="3828733"/>
            <a:ext cx="4089932" cy="3688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2">
                <a:extLst>
                  <a:ext uri="{FF2B5EF4-FFF2-40B4-BE49-F238E27FC236}">
                    <a16:creationId xmlns:a16="http://schemas.microsoft.com/office/drawing/2014/main" id="{830ADF43-1267-AF9E-4DC9-063C1E8A20A1}"/>
                  </a:ext>
                </a:extLst>
              </p14:cNvPr>
              <p14:cNvContentPartPr/>
              <p14:nvPr/>
            </p14:nvContentPartPr>
            <p14:xfrm>
              <a:off x="1007707" y="556390"/>
              <a:ext cx="886407" cy="45719"/>
            </p14:xfrm>
          </p:contentPart>
        </mc:Choice>
        <mc:Fallback xmlns="">
          <p:pic>
            <p:nvPicPr>
              <p:cNvPr id="5" name="筆跡 2">
                <a:extLst>
                  <a:ext uri="{FF2B5EF4-FFF2-40B4-BE49-F238E27FC236}">
                    <a16:creationId xmlns:a16="http://schemas.microsoft.com/office/drawing/2014/main" id="{830ADF43-1267-AF9E-4DC9-063C1E8A20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702" y="-13159310"/>
                <a:ext cx="9940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129">
                <a:extLst>
                  <a:ext uri="{FF2B5EF4-FFF2-40B4-BE49-F238E27FC236}">
                    <a16:creationId xmlns:a16="http://schemas.microsoft.com/office/drawing/2014/main" id="{9744EEAF-F48D-CCCC-96B7-26B953090D8F}"/>
                  </a:ext>
                </a:extLst>
              </p:cNvPr>
              <p:cNvSpPr txBox="1"/>
              <p:nvPr/>
            </p:nvSpPr>
            <p:spPr>
              <a:xfrm>
                <a:off x="934535" y="11470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129">
                <a:extLst>
                  <a:ext uri="{FF2B5EF4-FFF2-40B4-BE49-F238E27FC236}">
                    <a16:creationId xmlns:a16="http://schemas.microsoft.com/office/drawing/2014/main" id="{9744EEAF-F48D-CCCC-96B7-26B95309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35" y="1147058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69E6094-E8A8-2EEA-F542-6CF8A6C497D3}"/>
                  </a:ext>
                </a:extLst>
              </p:cNvPr>
              <p:cNvSpPr txBox="1"/>
              <p:nvPr/>
            </p:nvSpPr>
            <p:spPr>
              <a:xfrm>
                <a:off x="1230223" y="1164450"/>
                <a:ext cx="2534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69E6094-E8A8-2EEA-F542-6CF8A6C49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23" y="1164450"/>
                <a:ext cx="253438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129">
                <a:extLst>
                  <a:ext uri="{FF2B5EF4-FFF2-40B4-BE49-F238E27FC236}">
                    <a16:creationId xmlns:a16="http://schemas.microsoft.com/office/drawing/2014/main" id="{14397076-210E-6813-43E0-09146527EB21}"/>
                  </a:ext>
                </a:extLst>
              </p:cNvPr>
              <p:cNvSpPr txBox="1"/>
              <p:nvPr/>
            </p:nvSpPr>
            <p:spPr>
              <a:xfrm>
                <a:off x="934535" y="16581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129">
                <a:extLst>
                  <a:ext uri="{FF2B5EF4-FFF2-40B4-BE49-F238E27FC236}">
                    <a16:creationId xmlns:a16="http://schemas.microsoft.com/office/drawing/2014/main" id="{14397076-210E-6813-43E0-09146527E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35" y="1658110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4C4692-22A0-4A96-ED87-77F824D009CE}"/>
                  </a:ext>
                </a:extLst>
              </p:cNvPr>
              <p:cNvSpPr txBox="1"/>
              <p:nvPr/>
            </p:nvSpPr>
            <p:spPr>
              <a:xfrm>
                <a:off x="1230223" y="1675502"/>
                <a:ext cx="2534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4C4692-22A0-4A96-ED87-77F824D00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23" y="1675502"/>
                <a:ext cx="253438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45">
                <a:extLst>
                  <a:ext uri="{FF2B5EF4-FFF2-40B4-BE49-F238E27FC236}">
                    <a16:creationId xmlns:a16="http://schemas.microsoft.com/office/drawing/2014/main" id="{B5B0CF47-6043-16B1-B41D-9E30C75160CC}"/>
                  </a:ext>
                </a:extLst>
              </p:cNvPr>
              <p:cNvSpPr txBox="1"/>
              <p:nvPr/>
            </p:nvSpPr>
            <p:spPr>
              <a:xfrm>
                <a:off x="934535" y="28829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45">
                <a:extLst>
                  <a:ext uri="{FF2B5EF4-FFF2-40B4-BE49-F238E27FC236}">
                    <a16:creationId xmlns:a16="http://schemas.microsoft.com/office/drawing/2014/main" id="{B5B0CF47-6043-16B1-B41D-9E30C7516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35" y="2882951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46">
            <a:extLst>
              <a:ext uri="{FF2B5EF4-FFF2-40B4-BE49-F238E27FC236}">
                <a16:creationId xmlns:a16="http://schemas.microsoft.com/office/drawing/2014/main" id="{BE8D21EE-0FE8-781C-C299-A8372C928F87}"/>
              </a:ext>
            </a:extLst>
          </p:cNvPr>
          <p:cNvGrpSpPr/>
          <p:nvPr/>
        </p:nvGrpSpPr>
        <p:grpSpPr>
          <a:xfrm>
            <a:off x="1254419" y="2917569"/>
            <a:ext cx="1125976" cy="405248"/>
            <a:chOff x="4108340" y="3821687"/>
            <a:chExt cx="1125976" cy="405248"/>
          </a:xfrm>
        </p:grpSpPr>
        <p:sp>
          <p:nvSpPr>
            <p:cNvPr id="38" name="文字方塊 47">
              <a:extLst>
                <a:ext uri="{FF2B5EF4-FFF2-40B4-BE49-F238E27FC236}">
                  <a16:creationId xmlns:a16="http://schemas.microsoft.com/office/drawing/2014/main" id="{75CFC382-BA90-C80F-33A9-F9420504CADC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9" name="文字方塊 48">
              <a:extLst>
                <a:ext uri="{FF2B5EF4-FFF2-40B4-BE49-F238E27FC236}">
                  <a16:creationId xmlns:a16="http://schemas.microsoft.com/office/drawing/2014/main" id="{EB00A2D7-49DA-3BD5-C04D-B19E896775A5}"/>
                </a:ext>
              </a:extLst>
            </p:cNvPr>
            <p:cNvSpPr txBox="1"/>
            <p:nvPr/>
          </p:nvSpPr>
          <p:spPr>
            <a:xfrm>
              <a:off x="4608824" y="3826825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49">
                  <a:extLst>
                    <a:ext uri="{FF2B5EF4-FFF2-40B4-BE49-F238E27FC236}">
                      <a16:creationId xmlns:a16="http://schemas.microsoft.com/office/drawing/2014/main" id="{0137BFC6-6DB5-548F-0D7A-FC2569E339D5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0" name="文字方塊 49">
                  <a:extLst>
                    <a:ext uri="{FF2B5EF4-FFF2-40B4-BE49-F238E27FC236}">
                      <a16:creationId xmlns:a16="http://schemas.microsoft.com/office/drawing/2014/main" id="{0137BFC6-6DB5-548F-0D7A-FC2569E33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群組 50">
            <a:extLst>
              <a:ext uri="{FF2B5EF4-FFF2-40B4-BE49-F238E27FC236}">
                <a16:creationId xmlns:a16="http://schemas.microsoft.com/office/drawing/2014/main" id="{35B3D829-E52B-45D3-38E3-E73F865027AA}"/>
              </a:ext>
            </a:extLst>
          </p:cNvPr>
          <p:cNvGrpSpPr/>
          <p:nvPr/>
        </p:nvGrpSpPr>
        <p:grpSpPr>
          <a:xfrm>
            <a:off x="2215124" y="2917569"/>
            <a:ext cx="1169966" cy="404974"/>
            <a:chOff x="4133139" y="3821687"/>
            <a:chExt cx="1169966" cy="404974"/>
          </a:xfrm>
        </p:grpSpPr>
        <p:sp>
          <p:nvSpPr>
            <p:cNvPr id="42" name="文字方塊 51">
              <a:extLst>
                <a:ext uri="{FF2B5EF4-FFF2-40B4-BE49-F238E27FC236}">
                  <a16:creationId xmlns:a16="http://schemas.microsoft.com/office/drawing/2014/main" id="{26E87957-318B-22C8-D28F-0033D16B6A7C}"/>
                </a:ext>
              </a:extLst>
            </p:cNvPr>
            <p:cNvSpPr txBox="1"/>
            <p:nvPr/>
          </p:nvSpPr>
          <p:spPr>
            <a:xfrm>
              <a:off x="4133139" y="3826551"/>
              <a:ext cx="5645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3" name="文字方塊 52">
              <a:extLst>
                <a:ext uri="{FF2B5EF4-FFF2-40B4-BE49-F238E27FC236}">
                  <a16:creationId xmlns:a16="http://schemas.microsoft.com/office/drawing/2014/main" id="{40B22F4F-FFBD-6D7A-79BF-F192041A38A4}"/>
                </a:ext>
              </a:extLst>
            </p:cNvPr>
            <p:cNvSpPr txBox="1"/>
            <p:nvPr/>
          </p:nvSpPr>
          <p:spPr>
            <a:xfrm>
              <a:off x="4677613" y="3826551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53">
                  <a:extLst>
                    <a:ext uri="{FF2B5EF4-FFF2-40B4-BE49-F238E27FC236}">
                      <a16:creationId xmlns:a16="http://schemas.microsoft.com/office/drawing/2014/main" id="{513259E9-EF0F-E652-48FF-5D0F2CF72F6A}"/>
                    </a:ext>
                  </a:extLst>
                </p:cNvPr>
                <p:cNvSpPr txBox="1"/>
                <p:nvPr/>
              </p:nvSpPr>
              <p:spPr>
                <a:xfrm>
                  <a:off x="446070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4" name="文字方塊 53">
                  <a:extLst>
                    <a:ext uri="{FF2B5EF4-FFF2-40B4-BE49-F238E27FC236}">
                      <a16:creationId xmlns:a16="http://schemas.microsoft.com/office/drawing/2014/main" id="{513259E9-EF0F-E652-48FF-5D0F2CF72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706" y="3821687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5">
                <a:extLst>
                  <a:ext uri="{FF2B5EF4-FFF2-40B4-BE49-F238E27FC236}">
                    <a16:creationId xmlns:a16="http://schemas.microsoft.com/office/drawing/2014/main" id="{184C812E-DC43-CF9B-19FA-48DAA51B76A7}"/>
                  </a:ext>
                </a:extLst>
              </p:cNvPr>
              <p:cNvSpPr txBox="1"/>
              <p:nvPr/>
            </p:nvSpPr>
            <p:spPr>
              <a:xfrm>
                <a:off x="934535" y="44511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5">
                <a:extLst>
                  <a:ext uri="{FF2B5EF4-FFF2-40B4-BE49-F238E27FC236}">
                    <a16:creationId xmlns:a16="http://schemas.microsoft.com/office/drawing/2014/main" id="{184C812E-DC43-CF9B-19FA-48DAA51B7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35" y="4451130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7">
                <a:extLst>
                  <a:ext uri="{FF2B5EF4-FFF2-40B4-BE49-F238E27FC236}">
                    <a16:creationId xmlns:a16="http://schemas.microsoft.com/office/drawing/2014/main" id="{C443EA4A-77D0-B09E-D3C4-9EB191BB7DBD}"/>
                  </a:ext>
                </a:extLst>
              </p:cNvPr>
              <p:cNvSpPr txBox="1"/>
              <p:nvPr/>
            </p:nvSpPr>
            <p:spPr>
              <a:xfrm>
                <a:off x="1276302" y="4490886"/>
                <a:ext cx="2518922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xy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15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)</a:t>
                </a:r>
              </a:p>
            </p:txBody>
          </p:sp>
        </mc:Choice>
        <mc:Fallback xmlns="">
          <p:sp>
            <p:nvSpPr>
              <p:cNvPr id="46" name="文字方塊 47">
                <a:extLst>
                  <a:ext uri="{FF2B5EF4-FFF2-40B4-BE49-F238E27FC236}">
                    <a16:creationId xmlns:a16="http://schemas.microsoft.com/office/drawing/2014/main" id="{C443EA4A-77D0-B09E-D3C4-9EB191BB7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302" y="4490886"/>
                <a:ext cx="2518922" cy="4039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66">
            <a:extLst>
              <a:ext uri="{FF2B5EF4-FFF2-40B4-BE49-F238E27FC236}">
                <a16:creationId xmlns:a16="http://schemas.microsoft.com/office/drawing/2014/main" id="{A667261B-D765-C5B4-6090-9EE6FBFD5823}"/>
              </a:ext>
            </a:extLst>
          </p:cNvPr>
          <p:cNvSpPr txBox="1"/>
          <p:nvPr/>
        </p:nvSpPr>
        <p:spPr>
          <a:xfrm>
            <a:off x="1590697" y="443317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8EE0F3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9" name="文字方塊 66">
            <a:extLst>
              <a:ext uri="{FF2B5EF4-FFF2-40B4-BE49-F238E27FC236}">
                <a16:creationId xmlns:a16="http://schemas.microsoft.com/office/drawing/2014/main" id="{51D3CD18-9900-2CF3-DFF2-55C6DC6FBBBB}"/>
              </a:ext>
            </a:extLst>
          </p:cNvPr>
          <p:cNvSpPr txBox="1"/>
          <p:nvPr/>
        </p:nvSpPr>
        <p:spPr>
          <a:xfrm>
            <a:off x="3315891" y="442649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8EE0F3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BEE9F6C-66EF-3FAD-E29A-98BBE2164E24}"/>
                  </a:ext>
                </a:extLst>
              </p:cNvPr>
              <p:cNvSpPr txBox="1"/>
              <p:nvPr/>
            </p:nvSpPr>
            <p:spPr>
              <a:xfrm>
                <a:off x="3604753" y="4490886"/>
                <a:ext cx="177797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8EE0F3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BEE9F6C-66EF-3FAD-E29A-98BBE2164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753" y="4490886"/>
                <a:ext cx="1777973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45">
                <a:extLst>
                  <a:ext uri="{FF2B5EF4-FFF2-40B4-BE49-F238E27FC236}">
                    <a16:creationId xmlns:a16="http://schemas.microsoft.com/office/drawing/2014/main" id="{D9829E00-8F40-4ACE-4BA4-A394379E2F82}"/>
                  </a:ext>
                </a:extLst>
              </p:cNvPr>
              <p:cNvSpPr txBox="1"/>
              <p:nvPr/>
            </p:nvSpPr>
            <p:spPr>
              <a:xfrm>
                <a:off x="928240" y="50603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45">
                <a:extLst>
                  <a:ext uri="{FF2B5EF4-FFF2-40B4-BE49-F238E27FC236}">
                    <a16:creationId xmlns:a16="http://schemas.microsoft.com/office/drawing/2014/main" id="{D9829E00-8F40-4ACE-4BA4-A394379E2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40" y="506030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46">
            <a:extLst>
              <a:ext uri="{FF2B5EF4-FFF2-40B4-BE49-F238E27FC236}">
                <a16:creationId xmlns:a16="http://schemas.microsoft.com/office/drawing/2014/main" id="{9B4EDD0F-4DEB-CBF6-6995-44A4BB6E31E2}"/>
              </a:ext>
            </a:extLst>
          </p:cNvPr>
          <p:cNvGrpSpPr/>
          <p:nvPr/>
        </p:nvGrpSpPr>
        <p:grpSpPr>
          <a:xfrm>
            <a:off x="1248124" y="5094924"/>
            <a:ext cx="1125976" cy="405248"/>
            <a:chOff x="4108340" y="3821687"/>
            <a:chExt cx="1125976" cy="405248"/>
          </a:xfrm>
        </p:grpSpPr>
        <p:sp>
          <p:nvSpPr>
            <p:cNvPr id="58" name="文字方塊 47">
              <a:extLst>
                <a:ext uri="{FF2B5EF4-FFF2-40B4-BE49-F238E27FC236}">
                  <a16:creationId xmlns:a16="http://schemas.microsoft.com/office/drawing/2014/main" id="{49EAFB40-0F1A-B949-7B58-EDD69AF95C24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9" name="文字方塊 48">
              <a:extLst>
                <a:ext uri="{FF2B5EF4-FFF2-40B4-BE49-F238E27FC236}">
                  <a16:creationId xmlns:a16="http://schemas.microsoft.com/office/drawing/2014/main" id="{55B7B40E-666B-7591-ECAC-99BBD8F4928F}"/>
                </a:ext>
              </a:extLst>
            </p:cNvPr>
            <p:cNvSpPr txBox="1"/>
            <p:nvPr/>
          </p:nvSpPr>
          <p:spPr>
            <a:xfrm>
              <a:off x="4608824" y="3826825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49">
                  <a:extLst>
                    <a:ext uri="{FF2B5EF4-FFF2-40B4-BE49-F238E27FC236}">
                      <a16:creationId xmlns:a16="http://schemas.microsoft.com/office/drawing/2014/main" id="{2B6C3D70-BE8A-0347-7B7A-D18F23E4006D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0" name="文字方塊 49">
                  <a:extLst>
                    <a:ext uri="{FF2B5EF4-FFF2-40B4-BE49-F238E27FC236}">
                      <a16:creationId xmlns:a16="http://schemas.microsoft.com/office/drawing/2014/main" id="{2B6C3D70-BE8A-0347-7B7A-D18F23E400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群組 50">
            <a:extLst>
              <a:ext uri="{FF2B5EF4-FFF2-40B4-BE49-F238E27FC236}">
                <a16:creationId xmlns:a16="http://schemas.microsoft.com/office/drawing/2014/main" id="{636AEEF2-8C14-4B80-4F41-63B5706D4F43}"/>
              </a:ext>
            </a:extLst>
          </p:cNvPr>
          <p:cNvGrpSpPr/>
          <p:nvPr/>
        </p:nvGrpSpPr>
        <p:grpSpPr>
          <a:xfrm>
            <a:off x="2208829" y="5094924"/>
            <a:ext cx="1169966" cy="404974"/>
            <a:chOff x="4133139" y="3821687"/>
            <a:chExt cx="1169966" cy="404974"/>
          </a:xfrm>
        </p:grpSpPr>
        <p:sp>
          <p:nvSpPr>
            <p:cNvPr id="62" name="文字方塊 51">
              <a:extLst>
                <a:ext uri="{FF2B5EF4-FFF2-40B4-BE49-F238E27FC236}">
                  <a16:creationId xmlns:a16="http://schemas.microsoft.com/office/drawing/2014/main" id="{DAEE6A16-B1A5-662E-702E-F36321226B8E}"/>
                </a:ext>
              </a:extLst>
            </p:cNvPr>
            <p:cNvSpPr txBox="1"/>
            <p:nvPr/>
          </p:nvSpPr>
          <p:spPr>
            <a:xfrm>
              <a:off x="4133139" y="3826551"/>
              <a:ext cx="5645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3" name="文字方塊 52">
              <a:extLst>
                <a:ext uri="{FF2B5EF4-FFF2-40B4-BE49-F238E27FC236}">
                  <a16:creationId xmlns:a16="http://schemas.microsoft.com/office/drawing/2014/main" id="{22880473-BEE1-5296-FD1A-53E077A3582B}"/>
                </a:ext>
              </a:extLst>
            </p:cNvPr>
            <p:cNvSpPr txBox="1"/>
            <p:nvPr/>
          </p:nvSpPr>
          <p:spPr>
            <a:xfrm>
              <a:off x="4677613" y="3826551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53">
                  <a:extLst>
                    <a:ext uri="{FF2B5EF4-FFF2-40B4-BE49-F238E27FC236}">
                      <a16:creationId xmlns:a16="http://schemas.microsoft.com/office/drawing/2014/main" id="{A3EBC0AF-B896-F629-01C3-2D430E168680}"/>
                    </a:ext>
                  </a:extLst>
                </p:cNvPr>
                <p:cNvSpPr txBox="1"/>
                <p:nvPr/>
              </p:nvSpPr>
              <p:spPr>
                <a:xfrm>
                  <a:off x="446070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4" name="文字方塊 53">
                  <a:extLst>
                    <a:ext uri="{FF2B5EF4-FFF2-40B4-BE49-F238E27FC236}">
                      <a16:creationId xmlns:a16="http://schemas.microsoft.com/office/drawing/2014/main" id="{A3EBC0AF-B896-F629-01C3-2D430E168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706" y="3821687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BDA0524-C129-34A6-CE40-8DE4FCDD5153}"/>
                  </a:ext>
                </a:extLst>
              </p:cNvPr>
              <p:cNvSpPr txBox="1"/>
              <p:nvPr/>
            </p:nvSpPr>
            <p:spPr>
              <a:xfrm>
                <a:off x="3313374" y="5094924"/>
                <a:ext cx="18433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BDA0524-C129-34A6-CE40-8DE4FCDD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374" y="5094924"/>
                <a:ext cx="1843394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07B7415-8854-2650-134C-5E714CABCED7}"/>
                  </a:ext>
                </a:extLst>
              </p:cNvPr>
              <p:cNvSpPr txBox="1"/>
              <p:nvPr/>
            </p:nvSpPr>
            <p:spPr>
              <a:xfrm>
                <a:off x="5287058" y="5094924"/>
                <a:ext cx="2480167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 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  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07B7415-8854-2650-134C-5E714CAB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058" y="5094924"/>
                <a:ext cx="2480167" cy="39786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45">
                <a:extLst>
                  <a:ext uri="{FF2B5EF4-FFF2-40B4-BE49-F238E27FC236}">
                    <a16:creationId xmlns:a16="http://schemas.microsoft.com/office/drawing/2014/main" id="{CAB6342B-FAE9-014D-602A-3259C3D4F444}"/>
                  </a:ext>
                </a:extLst>
              </p:cNvPr>
              <p:cNvSpPr txBox="1"/>
              <p:nvPr/>
            </p:nvSpPr>
            <p:spPr>
              <a:xfrm>
                <a:off x="928240" y="56951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7" name="文字方塊 45">
                <a:extLst>
                  <a:ext uri="{FF2B5EF4-FFF2-40B4-BE49-F238E27FC236}">
                    <a16:creationId xmlns:a16="http://schemas.microsoft.com/office/drawing/2014/main" id="{CAB6342B-FAE9-014D-602A-3259C3D4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40" y="569511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46">
            <a:extLst>
              <a:ext uri="{FF2B5EF4-FFF2-40B4-BE49-F238E27FC236}">
                <a16:creationId xmlns:a16="http://schemas.microsoft.com/office/drawing/2014/main" id="{BEB5E7F7-3100-5635-7D06-166AB8F3890F}"/>
              </a:ext>
            </a:extLst>
          </p:cNvPr>
          <p:cNvGrpSpPr/>
          <p:nvPr/>
        </p:nvGrpSpPr>
        <p:grpSpPr>
          <a:xfrm>
            <a:off x="1248124" y="5729733"/>
            <a:ext cx="1125976" cy="405248"/>
            <a:chOff x="4108340" y="3821687"/>
            <a:chExt cx="1125976" cy="405248"/>
          </a:xfrm>
        </p:grpSpPr>
        <p:sp>
          <p:nvSpPr>
            <p:cNvPr id="69" name="文字方塊 47">
              <a:extLst>
                <a:ext uri="{FF2B5EF4-FFF2-40B4-BE49-F238E27FC236}">
                  <a16:creationId xmlns:a16="http://schemas.microsoft.com/office/drawing/2014/main" id="{90BED6C9-3D6D-051B-9F71-F5F51E0ACD13}"/>
                </a:ext>
              </a:extLst>
            </p:cNvPr>
            <p:cNvSpPr txBox="1"/>
            <p:nvPr/>
          </p:nvSpPr>
          <p:spPr>
            <a:xfrm>
              <a:off x="4108340" y="3826825"/>
              <a:ext cx="564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0" name="文字方塊 48">
              <a:extLst>
                <a:ext uri="{FF2B5EF4-FFF2-40B4-BE49-F238E27FC236}">
                  <a16:creationId xmlns:a16="http://schemas.microsoft.com/office/drawing/2014/main" id="{5B06BB69-FE62-A90B-522B-6B85683F1C87}"/>
                </a:ext>
              </a:extLst>
            </p:cNvPr>
            <p:cNvSpPr txBox="1"/>
            <p:nvPr/>
          </p:nvSpPr>
          <p:spPr>
            <a:xfrm>
              <a:off x="4608824" y="3826825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49">
                  <a:extLst>
                    <a:ext uri="{FF2B5EF4-FFF2-40B4-BE49-F238E27FC236}">
                      <a16:creationId xmlns:a16="http://schemas.microsoft.com/office/drawing/2014/main" id="{70A939EA-FD3C-CFB8-1C8E-70FF90E75FBD}"/>
                    </a:ext>
                  </a:extLst>
                </p:cNvPr>
                <p:cNvSpPr txBox="1"/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49">
                  <a:extLst>
                    <a:ext uri="{FF2B5EF4-FFF2-40B4-BE49-F238E27FC236}">
                      <a16:creationId xmlns:a16="http://schemas.microsoft.com/office/drawing/2014/main" id="{70A939EA-FD3C-CFB8-1C8E-70FF90E75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8975" y="3821687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群組 50">
            <a:extLst>
              <a:ext uri="{FF2B5EF4-FFF2-40B4-BE49-F238E27FC236}">
                <a16:creationId xmlns:a16="http://schemas.microsoft.com/office/drawing/2014/main" id="{93B8AC5E-0469-4275-D49F-9F7D3AB1EFE2}"/>
              </a:ext>
            </a:extLst>
          </p:cNvPr>
          <p:cNvGrpSpPr/>
          <p:nvPr/>
        </p:nvGrpSpPr>
        <p:grpSpPr>
          <a:xfrm>
            <a:off x="2208829" y="5729733"/>
            <a:ext cx="1705369" cy="404974"/>
            <a:chOff x="4133139" y="3821687"/>
            <a:chExt cx="1705369" cy="404974"/>
          </a:xfrm>
        </p:grpSpPr>
        <p:sp>
          <p:nvSpPr>
            <p:cNvPr id="73" name="文字方塊 51">
              <a:extLst>
                <a:ext uri="{FF2B5EF4-FFF2-40B4-BE49-F238E27FC236}">
                  <a16:creationId xmlns:a16="http://schemas.microsoft.com/office/drawing/2014/main" id="{3A531754-17F7-F757-DF11-7A5244A2891C}"/>
                </a:ext>
              </a:extLst>
            </p:cNvPr>
            <p:cNvSpPr txBox="1"/>
            <p:nvPr/>
          </p:nvSpPr>
          <p:spPr>
            <a:xfrm>
              <a:off x="4133139" y="3826551"/>
              <a:ext cx="5645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字方塊 52">
                  <a:extLst>
                    <a:ext uri="{FF2B5EF4-FFF2-40B4-BE49-F238E27FC236}">
                      <a16:creationId xmlns:a16="http://schemas.microsoft.com/office/drawing/2014/main" id="{EEF50F19-8357-7539-1BF6-AB7E13D5843C}"/>
                    </a:ext>
                  </a:extLst>
                </p:cNvPr>
                <p:cNvSpPr txBox="1"/>
                <p:nvPr/>
              </p:nvSpPr>
              <p:spPr>
                <a:xfrm>
                  <a:off x="4677613" y="3826551"/>
                  <a:ext cx="11608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5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y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rPr>
                    <a:t>3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4" name="文字方塊 52">
                  <a:extLst>
                    <a:ext uri="{FF2B5EF4-FFF2-40B4-BE49-F238E27FC236}">
                      <a16:creationId xmlns:a16="http://schemas.microsoft.com/office/drawing/2014/main" id="{EEF50F19-8357-7539-1BF6-AB7E13D58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613" y="3826551"/>
                  <a:ext cx="1160895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53">
                  <a:extLst>
                    <a:ext uri="{FF2B5EF4-FFF2-40B4-BE49-F238E27FC236}">
                      <a16:creationId xmlns:a16="http://schemas.microsoft.com/office/drawing/2014/main" id="{B69C6B95-8BFF-33AA-129E-C8F61A09BDCD}"/>
                    </a:ext>
                  </a:extLst>
                </p:cNvPr>
                <p:cNvSpPr txBox="1"/>
                <p:nvPr/>
              </p:nvSpPr>
              <p:spPr>
                <a:xfrm>
                  <a:off x="4460706" y="382168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5" name="文字方塊 53">
                  <a:extLst>
                    <a:ext uri="{FF2B5EF4-FFF2-40B4-BE49-F238E27FC236}">
                      <a16:creationId xmlns:a16="http://schemas.microsoft.com/office/drawing/2014/main" id="{B69C6B95-8BFF-33AA-129E-C8F61A09B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706" y="3821687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筆跡 2">
                <a:extLst>
                  <a:ext uri="{FF2B5EF4-FFF2-40B4-BE49-F238E27FC236}">
                    <a16:creationId xmlns:a16="http://schemas.microsoft.com/office/drawing/2014/main" id="{E223471E-2CB0-2DE3-9552-DFAA8D76C013}"/>
                  </a:ext>
                </a:extLst>
              </p14:cNvPr>
              <p14:cNvContentPartPr/>
              <p14:nvPr/>
            </p14:nvContentPartPr>
            <p14:xfrm>
              <a:off x="1530413" y="888040"/>
              <a:ext cx="886407" cy="45719"/>
            </p14:xfrm>
          </p:contentPart>
        </mc:Choice>
        <mc:Fallback xmlns="">
          <p:pic>
            <p:nvPicPr>
              <p:cNvPr id="78" name="筆跡 2">
                <a:extLst>
                  <a:ext uri="{FF2B5EF4-FFF2-40B4-BE49-F238E27FC236}">
                    <a16:creationId xmlns:a16="http://schemas.microsoft.com/office/drawing/2014/main" id="{E223471E-2CB0-2DE3-9552-DFAA8D76C0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6408" y="-12827660"/>
                <a:ext cx="9940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9" name="筆跡 2">
                <a:extLst>
                  <a:ext uri="{FF2B5EF4-FFF2-40B4-BE49-F238E27FC236}">
                    <a16:creationId xmlns:a16="http://schemas.microsoft.com/office/drawing/2014/main" id="{4FCAA705-76B9-0C99-8F12-F92E20DE8334}"/>
                  </a:ext>
                </a:extLst>
              </p14:cNvPr>
              <p14:cNvContentPartPr/>
              <p14:nvPr/>
            </p14:nvContentPartPr>
            <p14:xfrm>
              <a:off x="1548759" y="2529005"/>
              <a:ext cx="1499241" cy="45719"/>
            </p14:xfrm>
          </p:contentPart>
        </mc:Choice>
        <mc:Fallback xmlns="">
          <p:pic>
            <p:nvPicPr>
              <p:cNvPr id="79" name="筆跡 2">
                <a:extLst>
                  <a:ext uri="{FF2B5EF4-FFF2-40B4-BE49-F238E27FC236}">
                    <a16:creationId xmlns:a16="http://schemas.microsoft.com/office/drawing/2014/main" id="{4FCAA705-76B9-0C99-8F12-F92E20DE833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94739" y="-11186695"/>
                <a:ext cx="160692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97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45" grpId="0"/>
      <p:bldP spid="46" grpId="0"/>
      <p:bldP spid="47" grpId="0"/>
      <p:bldP spid="49" grpId="0"/>
      <p:bldP spid="52" grpId="0"/>
      <p:bldP spid="54" grpId="0"/>
      <p:bldP spid="65" grpId="0"/>
      <p:bldP spid="66" grpId="0"/>
      <p:bldP spid="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D842D9A4-68C1-C81F-3A21-E77054BD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041"/>
          <a:stretch>
            <a:fillRect/>
          </a:stretch>
        </p:blipFill>
        <p:spPr>
          <a:xfrm>
            <a:off x="331589" y="297512"/>
            <a:ext cx="5764411" cy="723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DFD190-B8AE-CC6C-3BB7-0BF8EEEA13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1" b="80766"/>
          <a:stretch>
            <a:fillRect/>
          </a:stretch>
        </p:blipFill>
        <p:spPr>
          <a:xfrm>
            <a:off x="331589" y="1782637"/>
            <a:ext cx="5764411" cy="367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EEB0B0-AD88-07BA-75FA-6952EBCA1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50" b="74677"/>
          <a:stretch>
            <a:fillRect/>
          </a:stretch>
        </p:blipFill>
        <p:spPr>
          <a:xfrm>
            <a:off x="331589" y="3155808"/>
            <a:ext cx="5764411" cy="367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筆跡 2">
                <a:extLst>
                  <a:ext uri="{FF2B5EF4-FFF2-40B4-BE49-F238E27FC236}">
                    <a16:creationId xmlns:a16="http://schemas.microsoft.com/office/drawing/2014/main" id="{1D6B26C4-22B2-AECB-A636-BE1CF1594C46}"/>
                  </a:ext>
                </a:extLst>
              </p14:cNvPr>
              <p14:cNvContentPartPr/>
              <p14:nvPr/>
            </p14:nvContentPartPr>
            <p14:xfrm>
              <a:off x="1061020" y="516487"/>
              <a:ext cx="864096" cy="45719"/>
            </p14:xfrm>
          </p:contentPart>
        </mc:Choice>
        <mc:Fallback xmlns="">
          <p:pic>
            <p:nvPicPr>
              <p:cNvPr id="5" name="筆跡 2">
                <a:extLst>
                  <a:ext uri="{FF2B5EF4-FFF2-40B4-BE49-F238E27FC236}">
                    <a16:creationId xmlns:a16="http://schemas.microsoft.com/office/drawing/2014/main" id="{1D6B26C4-22B2-AECB-A636-BE1CF1594C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014" y="-13199213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45">
                <a:extLst>
                  <a:ext uri="{FF2B5EF4-FFF2-40B4-BE49-F238E27FC236}">
                    <a16:creationId xmlns:a16="http://schemas.microsoft.com/office/drawing/2014/main" id="{F926BC5A-5E45-6B4A-E0ED-ED4E69315D17}"/>
                  </a:ext>
                </a:extLst>
              </p:cNvPr>
              <p:cNvSpPr txBox="1"/>
              <p:nvPr/>
            </p:nvSpPr>
            <p:spPr>
              <a:xfrm>
                <a:off x="1061020" y="11820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文字方塊 45">
                <a:extLst>
                  <a:ext uri="{FF2B5EF4-FFF2-40B4-BE49-F238E27FC236}">
                    <a16:creationId xmlns:a16="http://schemas.microsoft.com/office/drawing/2014/main" id="{F926BC5A-5E45-6B4A-E0ED-ED4E69315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20" y="1182087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群組 46">
            <a:extLst>
              <a:ext uri="{FF2B5EF4-FFF2-40B4-BE49-F238E27FC236}">
                <a16:creationId xmlns:a16="http://schemas.microsoft.com/office/drawing/2014/main" id="{6A63B611-5720-5798-7ECA-C90A0DD70B43}"/>
              </a:ext>
            </a:extLst>
          </p:cNvPr>
          <p:cNvGrpSpPr/>
          <p:nvPr/>
        </p:nvGrpSpPr>
        <p:grpSpPr>
          <a:xfrm>
            <a:off x="1380903" y="1212664"/>
            <a:ext cx="1103652" cy="418084"/>
            <a:chOff x="4108339" y="3817646"/>
            <a:chExt cx="1103652" cy="418084"/>
          </a:xfrm>
        </p:grpSpPr>
        <p:sp>
          <p:nvSpPr>
            <p:cNvPr id="8" name="文字方塊 47">
              <a:extLst>
                <a:ext uri="{FF2B5EF4-FFF2-40B4-BE49-F238E27FC236}">
                  <a16:creationId xmlns:a16="http://schemas.microsoft.com/office/drawing/2014/main" id="{0A5078AF-7344-726C-F383-7D29FBD27E6E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" name="文字方塊 48">
              <a:extLst>
                <a:ext uri="{FF2B5EF4-FFF2-40B4-BE49-F238E27FC236}">
                  <a16:creationId xmlns:a16="http://schemas.microsoft.com/office/drawing/2014/main" id="{44A109AA-E439-26FB-767C-238FE6CF3DF0}"/>
                </a:ext>
              </a:extLst>
            </p:cNvPr>
            <p:cNvSpPr txBox="1"/>
            <p:nvPr/>
          </p:nvSpPr>
          <p:spPr>
            <a:xfrm>
              <a:off x="4759623" y="3835620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49">
                  <a:extLst>
                    <a:ext uri="{FF2B5EF4-FFF2-40B4-BE49-F238E27FC236}">
                      <a16:creationId xmlns:a16="http://schemas.microsoft.com/office/drawing/2014/main" id="{27A2FAE5-9655-DFE5-9A93-F4E693345AE0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" name="文字方塊 49">
                  <a:extLst>
                    <a:ext uri="{FF2B5EF4-FFF2-40B4-BE49-F238E27FC236}">
                      <a16:creationId xmlns:a16="http://schemas.microsoft.com/office/drawing/2014/main" id="{27A2FAE5-9655-DFE5-9A93-F4E693345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46">
            <a:extLst>
              <a:ext uri="{FF2B5EF4-FFF2-40B4-BE49-F238E27FC236}">
                <a16:creationId xmlns:a16="http://schemas.microsoft.com/office/drawing/2014/main" id="{DB41BB8A-8895-FC7B-976D-D1AC195679BD}"/>
              </a:ext>
            </a:extLst>
          </p:cNvPr>
          <p:cNvGrpSpPr/>
          <p:nvPr/>
        </p:nvGrpSpPr>
        <p:grpSpPr>
          <a:xfrm>
            <a:off x="2348713" y="1221459"/>
            <a:ext cx="1120121" cy="409289"/>
            <a:chOff x="4108339" y="3817646"/>
            <a:chExt cx="1120121" cy="409289"/>
          </a:xfrm>
        </p:grpSpPr>
        <p:sp>
          <p:nvSpPr>
            <p:cNvPr id="16" name="文字方塊 47">
              <a:extLst>
                <a:ext uri="{FF2B5EF4-FFF2-40B4-BE49-F238E27FC236}">
                  <a16:creationId xmlns:a16="http://schemas.microsoft.com/office/drawing/2014/main" id="{92A9B132-566C-7DAC-DBDE-7F9BEC929A0F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7" name="文字方塊 48">
              <a:extLst>
                <a:ext uri="{FF2B5EF4-FFF2-40B4-BE49-F238E27FC236}">
                  <a16:creationId xmlns:a16="http://schemas.microsoft.com/office/drawing/2014/main" id="{C011641C-3494-AB8B-EA46-A02A3160EA4D}"/>
                </a:ext>
              </a:extLst>
            </p:cNvPr>
            <p:cNvSpPr txBox="1"/>
            <p:nvPr/>
          </p:nvSpPr>
          <p:spPr>
            <a:xfrm>
              <a:off x="4776092" y="3826825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49">
                  <a:extLst>
                    <a:ext uri="{FF2B5EF4-FFF2-40B4-BE49-F238E27FC236}">
                      <a16:creationId xmlns:a16="http://schemas.microsoft.com/office/drawing/2014/main" id="{578746F3-1457-2B09-8823-AB4FD9D4855D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8" name="文字方塊 49">
                  <a:extLst>
                    <a:ext uri="{FF2B5EF4-FFF2-40B4-BE49-F238E27FC236}">
                      <a16:creationId xmlns:a16="http://schemas.microsoft.com/office/drawing/2014/main" id="{578746F3-1457-2B09-8823-AB4FD9D48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29">
                <a:extLst>
                  <a:ext uri="{FF2B5EF4-FFF2-40B4-BE49-F238E27FC236}">
                    <a16:creationId xmlns:a16="http://schemas.microsoft.com/office/drawing/2014/main" id="{D8E41A69-9B9F-C3DC-90D3-64D5D1EB443E}"/>
                  </a:ext>
                </a:extLst>
              </p:cNvPr>
              <p:cNvSpPr txBox="1"/>
              <p:nvPr/>
            </p:nvSpPr>
            <p:spPr>
              <a:xfrm>
                <a:off x="1082349" y="22178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29">
                <a:extLst>
                  <a:ext uri="{FF2B5EF4-FFF2-40B4-BE49-F238E27FC236}">
                    <a16:creationId xmlns:a16="http://schemas.microsoft.com/office/drawing/2014/main" id="{D8E41A69-9B9F-C3DC-90D3-64D5D1EB4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49" y="2217890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69C727-B3E6-3AF1-7D16-C58173D36CB1}"/>
                  </a:ext>
                </a:extLst>
              </p:cNvPr>
              <p:cNvSpPr txBox="1"/>
              <p:nvPr/>
            </p:nvSpPr>
            <p:spPr>
              <a:xfrm>
                <a:off x="1378037" y="2235282"/>
                <a:ext cx="1219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69C727-B3E6-3AF1-7D16-C58173D36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037" y="2235282"/>
                <a:ext cx="121920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129">
                <a:extLst>
                  <a:ext uri="{FF2B5EF4-FFF2-40B4-BE49-F238E27FC236}">
                    <a16:creationId xmlns:a16="http://schemas.microsoft.com/office/drawing/2014/main" id="{B5EE9FE4-8EA5-7887-59F7-6BEF28C67BAB}"/>
                  </a:ext>
                </a:extLst>
              </p:cNvPr>
              <p:cNvSpPr txBox="1"/>
              <p:nvPr/>
            </p:nvSpPr>
            <p:spPr>
              <a:xfrm>
                <a:off x="1082349" y="26805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129">
                <a:extLst>
                  <a:ext uri="{FF2B5EF4-FFF2-40B4-BE49-F238E27FC236}">
                    <a16:creationId xmlns:a16="http://schemas.microsoft.com/office/drawing/2014/main" id="{B5EE9FE4-8EA5-7887-59F7-6BEF28C67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49" y="268058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C026D8-4AEF-27BB-3763-D0A619686172}"/>
                  </a:ext>
                </a:extLst>
              </p:cNvPr>
              <p:cNvSpPr txBox="1"/>
              <p:nvPr/>
            </p:nvSpPr>
            <p:spPr>
              <a:xfrm>
                <a:off x="3819600" y="4127406"/>
                <a:ext cx="30313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C026D8-4AEF-27BB-3763-D0A619686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600" y="4127406"/>
                <a:ext cx="303138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58">
            <a:extLst>
              <a:ext uri="{FF2B5EF4-FFF2-40B4-BE49-F238E27FC236}">
                <a16:creationId xmlns:a16="http://schemas.microsoft.com/office/drawing/2014/main" id="{C9DF200F-AE9D-00D6-72D5-DC5A5F722835}"/>
              </a:ext>
            </a:extLst>
          </p:cNvPr>
          <p:cNvSpPr txBox="1"/>
          <p:nvPr/>
        </p:nvSpPr>
        <p:spPr>
          <a:xfrm>
            <a:off x="1913202" y="2118111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4" name="文字方塊 58">
            <a:extLst>
              <a:ext uri="{FF2B5EF4-FFF2-40B4-BE49-F238E27FC236}">
                <a16:creationId xmlns:a16="http://schemas.microsoft.com/office/drawing/2014/main" id="{3187CF4C-E19E-CEA4-49AA-8449AB8AC4D9}"/>
              </a:ext>
            </a:extLst>
          </p:cNvPr>
          <p:cNvSpPr txBox="1"/>
          <p:nvPr/>
        </p:nvSpPr>
        <p:spPr>
          <a:xfrm>
            <a:off x="2460085" y="2123618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45">
                <a:extLst>
                  <a:ext uri="{FF2B5EF4-FFF2-40B4-BE49-F238E27FC236}">
                    <a16:creationId xmlns:a16="http://schemas.microsoft.com/office/drawing/2014/main" id="{40859AB1-A550-D14F-53C1-B8C869740262}"/>
                  </a:ext>
                </a:extLst>
              </p:cNvPr>
              <p:cNvSpPr txBox="1"/>
              <p:nvPr/>
            </p:nvSpPr>
            <p:spPr>
              <a:xfrm>
                <a:off x="1082714" y="36541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45">
                <a:extLst>
                  <a:ext uri="{FF2B5EF4-FFF2-40B4-BE49-F238E27FC236}">
                    <a16:creationId xmlns:a16="http://schemas.microsoft.com/office/drawing/2014/main" id="{40859AB1-A550-D14F-53C1-B8C869740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714" y="365419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47">
                <a:extLst>
                  <a:ext uri="{FF2B5EF4-FFF2-40B4-BE49-F238E27FC236}">
                    <a16:creationId xmlns:a16="http://schemas.microsoft.com/office/drawing/2014/main" id="{5CF69DFB-574E-644F-820D-A248A7C708CB}"/>
                  </a:ext>
                </a:extLst>
              </p:cNvPr>
              <p:cNvSpPr txBox="1"/>
              <p:nvPr/>
            </p:nvSpPr>
            <p:spPr>
              <a:xfrm>
                <a:off x="1344238" y="3673118"/>
                <a:ext cx="314817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Handwriting" panose="03010101010101010101" pitchFamily="66" charset="0"/>
                      </a:rPr>
                      <m:t>14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25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6" name="文字方塊 47">
                <a:extLst>
                  <a:ext uri="{FF2B5EF4-FFF2-40B4-BE49-F238E27FC236}">
                    <a16:creationId xmlns:a16="http://schemas.microsoft.com/office/drawing/2014/main" id="{5CF69DFB-574E-644F-820D-A248A7C70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238" y="3673118"/>
                <a:ext cx="3148178" cy="4039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66">
            <a:extLst>
              <a:ext uri="{FF2B5EF4-FFF2-40B4-BE49-F238E27FC236}">
                <a16:creationId xmlns:a16="http://schemas.microsoft.com/office/drawing/2014/main" id="{95FAFE60-04CF-FD0C-8B7D-E289701F2BF1}"/>
              </a:ext>
            </a:extLst>
          </p:cNvPr>
          <p:cNvSpPr txBox="1"/>
          <p:nvPr/>
        </p:nvSpPr>
        <p:spPr>
          <a:xfrm>
            <a:off x="2399657" y="359809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8EE0F3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0" name="文字方塊 66">
            <a:extLst>
              <a:ext uri="{FF2B5EF4-FFF2-40B4-BE49-F238E27FC236}">
                <a16:creationId xmlns:a16="http://schemas.microsoft.com/office/drawing/2014/main" id="{04D04BF7-A20A-6410-DCE9-E93A6FA5E95A}"/>
              </a:ext>
            </a:extLst>
          </p:cNvPr>
          <p:cNvSpPr txBox="1"/>
          <p:nvPr/>
        </p:nvSpPr>
        <p:spPr>
          <a:xfrm>
            <a:off x="5208227" y="359809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04919F-8389-304F-CA9C-13AE309B3C07}"/>
                  </a:ext>
                </a:extLst>
              </p:cNvPr>
              <p:cNvSpPr txBox="1"/>
              <p:nvPr/>
            </p:nvSpPr>
            <p:spPr>
              <a:xfrm>
                <a:off x="4052011" y="3654199"/>
                <a:ext cx="19649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49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8EE0F3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04919F-8389-304F-CA9C-13AE309B3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011" y="3654199"/>
                <a:ext cx="196498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45">
                <a:extLst>
                  <a:ext uri="{FF2B5EF4-FFF2-40B4-BE49-F238E27FC236}">
                    <a16:creationId xmlns:a16="http://schemas.microsoft.com/office/drawing/2014/main" id="{249208D7-B7DA-6675-235D-786BC82ECBBD}"/>
                  </a:ext>
                </a:extLst>
              </p:cNvPr>
              <p:cNvSpPr txBox="1"/>
              <p:nvPr/>
            </p:nvSpPr>
            <p:spPr>
              <a:xfrm>
                <a:off x="1089510" y="41293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45">
                <a:extLst>
                  <a:ext uri="{FF2B5EF4-FFF2-40B4-BE49-F238E27FC236}">
                    <a16:creationId xmlns:a16="http://schemas.microsoft.com/office/drawing/2014/main" id="{249208D7-B7DA-6675-235D-786BC82EC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10" y="412933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7ACB83-BCCC-0F38-759B-751F8FC1E95E}"/>
                  </a:ext>
                </a:extLst>
              </p:cNvPr>
              <p:cNvSpPr txBox="1"/>
              <p:nvPr/>
            </p:nvSpPr>
            <p:spPr>
              <a:xfrm>
                <a:off x="7065870" y="4121402"/>
                <a:ext cx="2480167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 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  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7ACB83-BCCC-0F38-759B-751F8FC1E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870" y="4121402"/>
                <a:ext cx="2480167" cy="39786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7">
                <a:extLst>
                  <a:ext uri="{FF2B5EF4-FFF2-40B4-BE49-F238E27FC236}">
                    <a16:creationId xmlns:a16="http://schemas.microsoft.com/office/drawing/2014/main" id="{16877233-7AE0-B713-F5D3-D8DE74F78830}"/>
                  </a:ext>
                </a:extLst>
              </p:cNvPr>
              <p:cNvSpPr txBox="1"/>
              <p:nvPr/>
            </p:nvSpPr>
            <p:spPr>
              <a:xfrm>
                <a:off x="1389905" y="4127406"/>
                <a:ext cx="496484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7">
                <a:extLst>
                  <a:ext uri="{FF2B5EF4-FFF2-40B4-BE49-F238E27FC236}">
                    <a16:creationId xmlns:a16="http://schemas.microsoft.com/office/drawing/2014/main" id="{16877233-7AE0-B713-F5D3-D8DE74F78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905" y="4127406"/>
                <a:ext cx="496484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6">
            <a:extLst>
              <a:ext uri="{FF2B5EF4-FFF2-40B4-BE49-F238E27FC236}">
                <a16:creationId xmlns:a16="http://schemas.microsoft.com/office/drawing/2014/main" id="{CB5B2342-C2C1-AAB1-2367-7212AB581CE6}"/>
              </a:ext>
            </a:extLst>
          </p:cNvPr>
          <p:cNvGrpSpPr/>
          <p:nvPr/>
        </p:nvGrpSpPr>
        <p:grpSpPr>
          <a:xfrm>
            <a:off x="1808138" y="4127406"/>
            <a:ext cx="1103652" cy="418084"/>
            <a:chOff x="4108339" y="3817646"/>
            <a:chExt cx="1103652" cy="418084"/>
          </a:xfrm>
        </p:grpSpPr>
        <p:sp>
          <p:nvSpPr>
            <p:cNvPr id="47" name="文字方塊 47">
              <a:extLst>
                <a:ext uri="{FF2B5EF4-FFF2-40B4-BE49-F238E27FC236}">
                  <a16:creationId xmlns:a16="http://schemas.microsoft.com/office/drawing/2014/main" id="{3C2D9B4A-4FBB-D7FB-1AD3-6878A03C0A2B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8" name="文字方塊 48">
              <a:extLst>
                <a:ext uri="{FF2B5EF4-FFF2-40B4-BE49-F238E27FC236}">
                  <a16:creationId xmlns:a16="http://schemas.microsoft.com/office/drawing/2014/main" id="{CA97CAE6-6295-AC62-2273-05E3965B2164}"/>
                </a:ext>
              </a:extLst>
            </p:cNvPr>
            <p:cNvSpPr txBox="1"/>
            <p:nvPr/>
          </p:nvSpPr>
          <p:spPr>
            <a:xfrm>
              <a:off x="4759623" y="3835620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9">
                  <a:extLst>
                    <a:ext uri="{FF2B5EF4-FFF2-40B4-BE49-F238E27FC236}">
                      <a16:creationId xmlns:a16="http://schemas.microsoft.com/office/drawing/2014/main" id="{784B849C-7ABB-233B-1617-C285DB7A6A74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9">
                  <a:extLst>
                    <a:ext uri="{FF2B5EF4-FFF2-40B4-BE49-F238E27FC236}">
                      <a16:creationId xmlns:a16="http://schemas.microsoft.com/office/drawing/2014/main" id="{784B849C-7ABB-233B-1617-C285DB7A6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群組 46">
            <a:extLst>
              <a:ext uri="{FF2B5EF4-FFF2-40B4-BE49-F238E27FC236}">
                <a16:creationId xmlns:a16="http://schemas.microsoft.com/office/drawing/2014/main" id="{7B8F02C1-AFA1-9DC8-67BC-2F3D06D59617}"/>
              </a:ext>
            </a:extLst>
          </p:cNvPr>
          <p:cNvGrpSpPr/>
          <p:nvPr/>
        </p:nvGrpSpPr>
        <p:grpSpPr>
          <a:xfrm>
            <a:off x="2775948" y="4136201"/>
            <a:ext cx="1120121" cy="409289"/>
            <a:chOff x="4108339" y="3817646"/>
            <a:chExt cx="1120121" cy="409289"/>
          </a:xfrm>
        </p:grpSpPr>
        <p:sp>
          <p:nvSpPr>
            <p:cNvPr id="51" name="文字方塊 47">
              <a:extLst>
                <a:ext uri="{FF2B5EF4-FFF2-40B4-BE49-F238E27FC236}">
                  <a16:creationId xmlns:a16="http://schemas.microsoft.com/office/drawing/2014/main" id="{ED3B921D-16E2-2AB4-DE6F-8534CFDE706E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7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2" name="文字方塊 48">
              <a:extLst>
                <a:ext uri="{FF2B5EF4-FFF2-40B4-BE49-F238E27FC236}">
                  <a16:creationId xmlns:a16="http://schemas.microsoft.com/office/drawing/2014/main" id="{53CF4A55-484A-7910-8D83-E4E623C0D7B4}"/>
                </a:ext>
              </a:extLst>
            </p:cNvPr>
            <p:cNvSpPr txBox="1"/>
            <p:nvPr/>
          </p:nvSpPr>
          <p:spPr>
            <a:xfrm>
              <a:off x="4776092" y="3826825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49">
                  <a:extLst>
                    <a:ext uri="{FF2B5EF4-FFF2-40B4-BE49-F238E27FC236}">
                      <a16:creationId xmlns:a16="http://schemas.microsoft.com/office/drawing/2014/main" id="{E71B533C-0579-1F0F-4397-CF75E64A1100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8EE0F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3" name="文字方塊 49">
                  <a:extLst>
                    <a:ext uri="{FF2B5EF4-FFF2-40B4-BE49-F238E27FC236}">
                      <a16:creationId xmlns:a16="http://schemas.microsoft.com/office/drawing/2014/main" id="{E71B533C-0579-1F0F-4397-CF75E64A1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D90324-36E5-C0A8-9E35-EB072BF75406}"/>
                  </a:ext>
                </a:extLst>
              </p:cNvPr>
              <p:cNvSpPr txBox="1"/>
              <p:nvPr/>
            </p:nvSpPr>
            <p:spPr>
              <a:xfrm>
                <a:off x="1377872" y="2675254"/>
                <a:ext cx="26997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D90324-36E5-C0A8-9E35-EB072BF75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872" y="2675254"/>
                <a:ext cx="2699726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129">
                <a:extLst>
                  <a:ext uri="{FF2B5EF4-FFF2-40B4-BE49-F238E27FC236}">
                    <a16:creationId xmlns:a16="http://schemas.microsoft.com/office/drawing/2014/main" id="{2860868A-F4AB-D804-B640-654C4BAC5883}"/>
                  </a:ext>
                </a:extLst>
              </p:cNvPr>
              <p:cNvSpPr txBox="1"/>
              <p:nvPr/>
            </p:nvSpPr>
            <p:spPr>
              <a:xfrm>
                <a:off x="1103878" y="46110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129">
                <a:extLst>
                  <a:ext uri="{FF2B5EF4-FFF2-40B4-BE49-F238E27FC236}">
                    <a16:creationId xmlns:a16="http://schemas.microsoft.com/office/drawing/2014/main" id="{2860868A-F4AB-D804-B640-654C4BAC5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878" y="461103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130">
            <a:extLst>
              <a:ext uri="{FF2B5EF4-FFF2-40B4-BE49-F238E27FC236}">
                <a16:creationId xmlns:a16="http://schemas.microsoft.com/office/drawing/2014/main" id="{D2961BAA-6DA3-092C-419F-6419A0C1E8E8}"/>
              </a:ext>
            </a:extLst>
          </p:cNvPr>
          <p:cNvGrpSpPr/>
          <p:nvPr/>
        </p:nvGrpSpPr>
        <p:grpSpPr>
          <a:xfrm>
            <a:off x="1445286" y="4611038"/>
            <a:ext cx="1152316" cy="412571"/>
            <a:chOff x="4121935" y="3804088"/>
            <a:chExt cx="1044366" cy="412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131">
                  <a:extLst>
                    <a:ext uri="{FF2B5EF4-FFF2-40B4-BE49-F238E27FC236}">
                      <a16:creationId xmlns:a16="http://schemas.microsoft.com/office/drawing/2014/main" id="{8811BE07-DD6C-73FB-BF7A-AE39C2775D75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7" name="文字方塊 131">
                  <a:extLst>
                    <a:ext uri="{FF2B5EF4-FFF2-40B4-BE49-F238E27FC236}">
                      <a16:creationId xmlns:a16="http://schemas.microsoft.com/office/drawing/2014/main" id="{8811BE07-DD6C-73FB-BF7A-AE39C2775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132">
                  <a:extLst>
                    <a:ext uri="{FF2B5EF4-FFF2-40B4-BE49-F238E27FC236}">
                      <a16:creationId xmlns:a16="http://schemas.microsoft.com/office/drawing/2014/main" id="{65F44909-6F99-C115-A4F4-62C75458000E}"/>
                    </a:ext>
                  </a:extLst>
                </p:cNvPr>
                <p:cNvSpPr txBox="1"/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58" name="文字方塊 132">
                  <a:extLst>
                    <a:ext uri="{FF2B5EF4-FFF2-40B4-BE49-F238E27FC236}">
                      <a16:creationId xmlns:a16="http://schemas.microsoft.com/office/drawing/2014/main" id="{65F44909-6F99-C115-A4F4-62C754580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133">
                  <a:extLst>
                    <a:ext uri="{FF2B5EF4-FFF2-40B4-BE49-F238E27FC236}">
                      <a16:creationId xmlns:a16="http://schemas.microsoft.com/office/drawing/2014/main" id="{524E836C-9AC1-BC83-FD47-690330FEDF3E}"/>
                    </a:ext>
                  </a:extLst>
                </p:cNvPr>
                <p:cNvSpPr txBox="1"/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133">
                  <a:extLst>
                    <a:ext uri="{FF2B5EF4-FFF2-40B4-BE49-F238E27FC236}">
                      <a16:creationId xmlns:a16="http://schemas.microsoft.com/office/drawing/2014/main" id="{524E836C-9AC1-BC83-FD47-690330FEDF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983E4DD-9758-BA02-89A2-05FEEE0E4E74}"/>
                  </a:ext>
                </a:extLst>
              </p:cNvPr>
              <p:cNvSpPr txBox="1"/>
              <p:nvPr/>
            </p:nvSpPr>
            <p:spPr>
              <a:xfrm>
                <a:off x="2460085" y="4623499"/>
                <a:ext cx="375722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)]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983E4DD-9758-BA02-89A2-05FEEE0E4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085" y="4623499"/>
                <a:ext cx="3757226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129">
                <a:extLst>
                  <a:ext uri="{FF2B5EF4-FFF2-40B4-BE49-F238E27FC236}">
                    <a16:creationId xmlns:a16="http://schemas.microsoft.com/office/drawing/2014/main" id="{B8D9CF4A-C78A-5E03-C325-88297B49D2D6}"/>
                  </a:ext>
                </a:extLst>
              </p:cNvPr>
              <p:cNvSpPr txBox="1"/>
              <p:nvPr/>
            </p:nvSpPr>
            <p:spPr>
              <a:xfrm>
                <a:off x="1096991" y="51667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129">
                <a:extLst>
                  <a:ext uri="{FF2B5EF4-FFF2-40B4-BE49-F238E27FC236}">
                    <a16:creationId xmlns:a16="http://schemas.microsoft.com/office/drawing/2014/main" id="{B8D9CF4A-C78A-5E03-C325-88297B49D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91" y="516670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群組 130">
            <a:extLst>
              <a:ext uri="{FF2B5EF4-FFF2-40B4-BE49-F238E27FC236}">
                <a16:creationId xmlns:a16="http://schemas.microsoft.com/office/drawing/2014/main" id="{9000AE6E-4B14-D16B-7B15-C39BE483DAA7}"/>
              </a:ext>
            </a:extLst>
          </p:cNvPr>
          <p:cNvGrpSpPr/>
          <p:nvPr/>
        </p:nvGrpSpPr>
        <p:grpSpPr>
          <a:xfrm>
            <a:off x="1438399" y="5166702"/>
            <a:ext cx="1152316" cy="412571"/>
            <a:chOff x="4121935" y="3804088"/>
            <a:chExt cx="1044366" cy="412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131">
                  <a:extLst>
                    <a:ext uri="{FF2B5EF4-FFF2-40B4-BE49-F238E27FC236}">
                      <a16:creationId xmlns:a16="http://schemas.microsoft.com/office/drawing/2014/main" id="{0B7D450B-94EB-C10B-B4B3-4E76C4F8EA8F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" name="文字方塊 131">
                  <a:extLst>
                    <a:ext uri="{FF2B5EF4-FFF2-40B4-BE49-F238E27FC236}">
                      <a16:creationId xmlns:a16="http://schemas.microsoft.com/office/drawing/2014/main" id="{0B7D450B-94EB-C10B-B4B3-4E76C4F8E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132">
                  <a:extLst>
                    <a:ext uri="{FF2B5EF4-FFF2-40B4-BE49-F238E27FC236}">
                      <a16:creationId xmlns:a16="http://schemas.microsoft.com/office/drawing/2014/main" id="{28294942-1BEE-A055-9396-08E678609C90}"/>
                    </a:ext>
                  </a:extLst>
                </p:cNvPr>
                <p:cNvSpPr txBox="1"/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4" name="文字方塊 132">
                  <a:extLst>
                    <a:ext uri="{FF2B5EF4-FFF2-40B4-BE49-F238E27FC236}">
                      <a16:creationId xmlns:a16="http://schemas.microsoft.com/office/drawing/2014/main" id="{28294942-1BEE-A055-9396-08E678609C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133">
                  <a:extLst>
                    <a:ext uri="{FF2B5EF4-FFF2-40B4-BE49-F238E27FC236}">
                      <a16:creationId xmlns:a16="http://schemas.microsoft.com/office/drawing/2014/main" id="{EDB1B8A0-B218-731E-C62C-249245DA5DDC}"/>
                    </a:ext>
                  </a:extLst>
                </p:cNvPr>
                <p:cNvSpPr txBox="1"/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65" name="文字方塊 133">
                  <a:extLst>
                    <a:ext uri="{FF2B5EF4-FFF2-40B4-BE49-F238E27FC236}">
                      <a16:creationId xmlns:a16="http://schemas.microsoft.com/office/drawing/2014/main" id="{EDB1B8A0-B218-731E-C62C-249245DA5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CDAAE7-9A29-AD5E-BC0E-D82FD18A294D}"/>
                  </a:ext>
                </a:extLst>
              </p:cNvPr>
              <p:cNvSpPr txBox="1"/>
              <p:nvPr/>
            </p:nvSpPr>
            <p:spPr>
              <a:xfrm>
                <a:off x="2453198" y="5179163"/>
                <a:ext cx="27550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9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7CDAAE7-9A29-AD5E-BC0E-D82FD18A2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198" y="5179163"/>
                <a:ext cx="2755029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66">
            <a:extLst>
              <a:ext uri="{FF2B5EF4-FFF2-40B4-BE49-F238E27FC236}">
                <a16:creationId xmlns:a16="http://schemas.microsoft.com/office/drawing/2014/main" id="{02773EFE-F6C8-6295-5C27-91EC7B63B230}"/>
              </a:ext>
            </a:extLst>
          </p:cNvPr>
          <p:cNvSpPr txBox="1"/>
          <p:nvPr/>
        </p:nvSpPr>
        <p:spPr>
          <a:xfrm>
            <a:off x="2923933" y="510221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129">
                <a:extLst>
                  <a:ext uri="{FF2B5EF4-FFF2-40B4-BE49-F238E27FC236}">
                    <a16:creationId xmlns:a16="http://schemas.microsoft.com/office/drawing/2014/main" id="{96BCCBE1-30B7-249C-07BC-CCBB2044BE1C}"/>
                  </a:ext>
                </a:extLst>
              </p:cNvPr>
              <p:cNvSpPr txBox="1"/>
              <p:nvPr/>
            </p:nvSpPr>
            <p:spPr>
              <a:xfrm>
                <a:off x="1089510" y="57042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129">
                <a:extLst>
                  <a:ext uri="{FF2B5EF4-FFF2-40B4-BE49-F238E27FC236}">
                    <a16:creationId xmlns:a16="http://schemas.microsoft.com/office/drawing/2014/main" id="{96BCCBE1-30B7-249C-07BC-CCBB2044B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10" y="5704281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130">
            <a:extLst>
              <a:ext uri="{FF2B5EF4-FFF2-40B4-BE49-F238E27FC236}">
                <a16:creationId xmlns:a16="http://schemas.microsoft.com/office/drawing/2014/main" id="{732C52CC-C0B5-BFD7-0C71-7F1825CB6E27}"/>
              </a:ext>
            </a:extLst>
          </p:cNvPr>
          <p:cNvGrpSpPr/>
          <p:nvPr/>
        </p:nvGrpSpPr>
        <p:grpSpPr>
          <a:xfrm>
            <a:off x="1430918" y="5704281"/>
            <a:ext cx="1152316" cy="412571"/>
            <a:chOff x="4121935" y="3804088"/>
            <a:chExt cx="1044366" cy="412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131">
                  <a:extLst>
                    <a:ext uri="{FF2B5EF4-FFF2-40B4-BE49-F238E27FC236}">
                      <a16:creationId xmlns:a16="http://schemas.microsoft.com/office/drawing/2014/main" id="{E47B18F4-1FDB-94F6-8ADA-C70BD1E49DD9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0" name="文字方塊 131">
                  <a:extLst>
                    <a:ext uri="{FF2B5EF4-FFF2-40B4-BE49-F238E27FC236}">
                      <a16:creationId xmlns:a16="http://schemas.microsoft.com/office/drawing/2014/main" id="{E47B18F4-1FDB-94F6-8ADA-C70BD1E49D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132">
                  <a:extLst>
                    <a:ext uri="{FF2B5EF4-FFF2-40B4-BE49-F238E27FC236}">
                      <a16:creationId xmlns:a16="http://schemas.microsoft.com/office/drawing/2014/main" id="{424D05BA-BB6C-C72A-59C4-AC02079B44B3}"/>
                    </a:ext>
                  </a:extLst>
                </p:cNvPr>
                <p:cNvSpPr txBox="1"/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1" name="文字方塊 132">
                  <a:extLst>
                    <a:ext uri="{FF2B5EF4-FFF2-40B4-BE49-F238E27FC236}">
                      <a16:creationId xmlns:a16="http://schemas.microsoft.com/office/drawing/2014/main" id="{424D05BA-BB6C-C72A-59C4-AC02079B4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133">
                  <a:extLst>
                    <a:ext uri="{FF2B5EF4-FFF2-40B4-BE49-F238E27FC236}">
                      <a16:creationId xmlns:a16="http://schemas.microsoft.com/office/drawing/2014/main" id="{8644385E-8766-7F2A-1ED8-CEBB2104E9A8}"/>
                    </a:ext>
                  </a:extLst>
                </p:cNvPr>
                <p:cNvSpPr txBox="1"/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2" name="文字方塊 133">
                  <a:extLst>
                    <a:ext uri="{FF2B5EF4-FFF2-40B4-BE49-F238E27FC236}">
                      <a16:creationId xmlns:a16="http://schemas.microsoft.com/office/drawing/2014/main" id="{8644385E-8766-7F2A-1ED8-CEBB2104E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AA28FCF-CE09-BB4F-5A53-31FC10EC5A17}"/>
                  </a:ext>
                </a:extLst>
              </p:cNvPr>
              <p:cNvSpPr txBox="1"/>
              <p:nvPr/>
            </p:nvSpPr>
            <p:spPr>
              <a:xfrm>
                <a:off x="2445718" y="5716742"/>
                <a:ext cx="21915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AA28FCF-CE09-BB4F-5A53-31FC10EC5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718" y="5716742"/>
                <a:ext cx="2191550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字方塊 66">
            <a:extLst>
              <a:ext uri="{FF2B5EF4-FFF2-40B4-BE49-F238E27FC236}">
                <a16:creationId xmlns:a16="http://schemas.microsoft.com/office/drawing/2014/main" id="{C9526146-D7A4-3F38-E566-98530DC8C2B4}"/>
              </a:ext>
            </a:extLst>
          </p:cNvPr>
          <p:cNvSpPr txBox="1"/>
          <p:nvPr/>
        </p:nvSpPr>
        <p:spPr>
          <a:xfrm>
            <a:off x="2916452" y="563979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129">
                <a:extLst>
                  <a:ext uri="{FF2B5EF4-FFF2-40B4-BE49-F238E27FC236}">
                    <a16:creationId xmlns:a16="http://schemas.microsoft.com/office/drawing/2014/main" id="{0D8E3A64-CF38-EF75-1DDD-EE690C559536}"/>
                  </a:ext>
                </a:extLst>
              </p:cNvPr>
              <p:cNvSpPr txBox="1"/>
              <p:nvPr/>
            </p:nvSpPr>
            <p:spPr>
              <a:xfrm>
                <a:off x="1089510" y="62215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5" name="文字方塊 129">
                <a:extLst>
                  <a:ext uri="{FF2B5EF4-FFF2-40B4-BE49-F238E27FC236}">
                    <a16:creationId xmlns:a16="http://schemas.microsoft.com/office/drawing/2014/main" id="{0D8E3A64-CF38-EF75-1DDD-EE690C559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10" y="6221586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群組 130">
            <a:extLst>
              <a:ext uri="{FF2B5EF4-FFF2-40B4-BE49-F238E27FC236}">
                <a16:creationId xmlns:a16="http://schemas.microsoft.com/office/drawing/2014/main" id="{EDE35FF8-1D54-A1DF-6DD7-123F9E88427B}"/>
              </a:ext>
            </a:extLst>
          </p:cNvPr>
          <p:cNvGrpSpPr/>
          <p:nvPr/>
        </p:nvGrpSpPr>
        <p:grpSpPr>
          <a:xfrm>
            <a:off x="1430918" y="6221586"/>
            <a:ext cx="1152316" cy="412571"/>
            <a:chOff x="4121935" y="3804088"/>
            <a:chExt cx="1044366" cy="412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131">
                  <a:extLst>
                    <a:ext uri="{FF2B5EF4-FFF2-40B4-BE49-F238E27FC236}">
                      <a16:creationId xmlns:a16="http://schemas.microsoft.com/office/drawing/2014/main" id="{1F48DFFA-47FB-1374-9568-FCC5E5E2FFF6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8" name="文字方塊 131">
                  <a:extLst>
                    <a:ext uri="{FF2B5EF4-FFF2-40B4-BE49-F238E27FC236}">
                      <a16:creationId xmlns:a16="http://schemas.microsoft.com/office/drawing/2014/main" id="{1F48DFFA-47FB-1374-9568-FCC5E5E2FF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字方塊 132">
                  <a:extLst>
                    <a:ext uri="{FF2B5EF4-FFF2-40B4-BE49-F238E27FC236}">
                      <a16:creationId xmlns:a16="http://schemas.microsoft.com/office/drawing/2014/main" id="{8F1C3F8E-87AC-3C0A-28C4-1D6C9A79030D}"/>
                    </a:ext>
                  </a:extLst>
                </p:cNvPr>
                <p:cNvSpPr txBox="1"/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79" name="文字方塊 132">
                  <a:extLst>
                    <a:ext uri="{FF2B5EF4-FFF2-40B4-BE49-F238E27FC236}">
                      <a16:creationId xmlns:a16="http://schemas.microsoft.com/office/drawing/2014/main" id="{8F1C3F8E-87AC-3C0A-28C4-1D6C9A790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133">
                  <a:extLst>
                    <a:ext uri="{FF2B5EF4-FFF2-40B4-BE49-F238E27FC236}">
                      <a16:creationId xmlns:a16="http://schemas.microsoft.com/office/drawing/2014/main" id="{7CECCABB-8C5C-FB70-D434-EA783D6BCDE3}"/>
                    </a:ext>
                  </a:extLst>
                </p:cNvPr>
                <p:cNvSpPr txBox="1"/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0" name="文字方塊 133">
                  <a:extLst>
                    <a:ext uri="{FF2B5EF4-FFF2-40B4-BE49-F238E27FC236}">
                      <a16:creationId xmlns:a16="http://schemas.microsoft.com/office/drawing/2014/main" id="{7CECCABB-8C5C-FB70-D434-EA783D6BC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群組 130">
            <a:extLst>
              <a:ext uri="{FF2B5EF4-FFF2-40B4-BE49-F238E27FC236}">
                <a16:creationId xmlns:a16="http://schemas.microsoft.com/office/drawing/2014/main" id="{2927D21B-46BB-642F-4C24-DC77A36C2B65}"/>
              </a:ext>
            </a:extLst>
          </p:cNvPr>
          <p:cNvGrpSpPr/>
          <p:nvPr/>
        </p:nvGrpSpPr>
        <p:grpSpPr>
          <a:xfrm>
            <a:off x="2432401" y="6223040"/>
            <a:ext cx="1044840" cy="411697"/>
            <a:chOff x="4121935" y="3816549"/>
            <a:chExt cx="946958" cy="411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131">
                  <a:extLst>
                    <a:ext uri="{FF2B5EF4-FFF2-40B4-BE49-F238E27FC236}">
                      <a16:creationId xmlns:a16="http://schemas.microsoft.com/office/drawing/2014/main" id="{07576781-0826-BB36-E320-1F91E4A5F170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4" name="文字方塊 131">
                  <a:extLst>
                    <a:ext uri="{FF2B5EF4-FFF2-40B4-BE49-F238E27FC236}">
                      <a16:creationId xmlns:a16="http://schemas.microsoft.com/office/drawing/2014/main" id="{07576781-0826-BB36-E320-1F91E4A5F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132">
                  <a:extLst>
                    <a:ext uri="{FF2B5EF4-FFF2-40B4-BE49-F238E27FC236}">
                      <a16:creationId xmlns:a16="http://schemas.microsoft.com/office/drawing/2014/main" id="{51792731-0B45-F86F-6D13-E73FCDFD9DF3}"/>
                    </a:ext>
                  </a:extLst>
                </p:cNvPr>
                <p:cNvSpPr txBox="1"/>
                <p:nvPr/>
              </p:nvSpPr>
              <p:spPr>
                <a:xfrm>
                  <a:off x="4658903" y="3827556"/>
                  <a:ext cx="4099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85" name="文字方塊 132">
                  <a:extLst>
                    <a:ext uri="{FF2B5EF4-FFF2-40B4-BE49-F238E27FC236}">
                      <a16:creationId xmlns:a16="http://schemas.microsoft.com/office/drawing/2014/main" id="{51792731-0B45-F86F-6D13-E73FCDF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903" y="3827556"/>
                  <a:ext cx="409990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字方塊 133">
                  <a:extLst>
                    <a:ext uri="{FF2B5EF4-FFF2-40B4-BE49-F238E27FC236}">
                      <a16:creationId xmlns:a16="http://schemas.microsoft.com/office/drawing/2014/main" id="{24A5CB7D-BF9E-B3B3-D2EF-F0E3CEC62BDB}"/>
                    </a:ext>
                  </a:extLst>
                </p:cNvPr>
                <p:cNvSpPr txBox="1"/>
                <p:nvPr/>
              </p:nvSpPr>
              <p:spPr>
                <a:xfrm>
                  <a:off x="4460623" y="382813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6" name="文字方塊 133">
                  <a:extLst>
                    <a:ext uri="{FF2B5EF4-FFF2-40B4-BE49-F238E27FC236}">
                      <a16:creationId xmlns:a16="http://schemas.microsoft.com/office/drawing/2014/main" id="{24A5CB7D-BF9E-B3B3-D2EF-F0E3CEC62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0623" y="3828136"/>
                  <a:ext cx="295688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群組 130">
            <a:extLst>
              <a:ext uri="{FF2B5EF4-FFF2-40B4-BE49-F238E27FC236}">
                <a16:creationId xmlns:a16="http://schemas.microsoft.com/office/drawing/2014/main" id="{F79495B7-C8BC-4152-9006-CF157D0331C7}"/>
              </a:ext>
            </a:extLst>
          </p:cNvPr>
          <p:cNvGrpSpPr/>
          <p:nvPr/>
        </p:nvGrpSpPr>
        <p:grpSpPr>
          <a:xfrm>
            <a:off x="3340100" y="6209125"/>
            <a:ext cx="1152316" cy="412571"/>
            <a:chOff x="4121935" y="3804088"/>
            <a:chExt cx="1044366" cy="412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131">
                  <a:extLst>
                    <a:ext uri="{FF2B5EF4-FFF2-40B4-BE49-F238E27FC236}">
                      <a16:creationId xmlns:a16="http://schemas.microsoft.com/office/drawing/2014/main" id="{DBEDFB8F-8EB3-0292-5C69-16B671AEA7AD}"/>
                    </a:ext>
                  </a:extLst>
                </p:cNvPr>
                <p:cNvSpPr txBox="1"/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(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8" name="文字方塊 131">
                  <a:extLst>
                    <a:ext uri="{FF2B5EF4-FFF2-40B4-BE49-F238E27FC236}">
                      <a16:creationId xmlns:a16="http://schemas.microsoft.com/office/drawing/2014/main" id="{DBEDFB8F-8EB3-0292-5C69-16B671AEA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935" y="3816549"/>
                  <a:ext cx="605196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132">
                  <a:extLst>
                    <a:ext uri="{FF2B5EF4-FFF2-40B4-BE49-F238E27FC236}">
                      <a16:creationId xmlns:a16="http://schemas.microsoft.com/office/drawing/2014/main" id="{7CFA293A-43FD-4B54-19DC-F0EFD4A8582E}"/>
                    </a:ext>
                  </a:extLst>
                </p:cNvPr>
                <p:cNvSpPr txBox="1"/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89" name="文字方塊 132">
                  <a:extLst>
                    <a:ext uri="{FF2B5EF4-FFF2-40B4-BE49-F238E27FC236}">
                      <a16:creationId xmlns:a16="http://schemas.microsoft.com/office/drawing/2014/main" id="{7CFA293A-43FD-4B54-19DC-F0EFD4A85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6311" y="3816549"/>
                  <a:ext cx="409990" cy="40011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133">
                  <a:extLst>
                    <a:ext uri="{FF2B5EF4-FFF2-40B4-BE49-F238E27FC236}">
                      <a16:creationId xmlns:a16="http://schemas.microsoft.com/office/drawing/2014/main" id="{D52CF09B-B5E9-E226-F391-A483D090BDAB}"/>
                    </a:ext>
                  </a:extLst>
                </p:cNvPr>
                <p:cNvSpPr txBox="1"/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0" name="文字方塊 133">
                  <a:extLst>
                    <a:ext uri="{FF2B5EF4-FFF2-40B4-BE49-F238E27FC236}">
                      <a16:creationId xmlns:a16="http://schemas.microsoft.com/office/drawing/2014/main" id="{D52CF09B-B5E9-E226-F391-A483D090B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6345" y="3804088"/>
                  <a:ext cx="295688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2" name="筆跡 2">
                <a:extLst>
                  <a:ext uri="{FF2B5EF4-FFF2-40B4-BE49-F238E27FC236}">
                    <a16:creationId xmlns:a16="http://schemas.microsoft.com/office/drawing/2014/main" id="{2B5BE7FE-9B19-377B-71CC-2F464669280B}"/>
                  </a:ext>
                </a:extLst>
              </p14:cNvPr>
              <p14:cNvContentPartPr/>
              <p14:nvPr/>
            </p14:nvContentPartPr>
            <p14:xfrm>
              <a:off x="1535561" y="1977972"/>
              <a:ext cx="864096" cy="45719"/>
            </p14:xfrm>
          </p:contentPart>
        </mc:Choice>
        <mc:Fallback xmlns="">
          <p:pic>
            <p:nvPicPr>
              <p:cNvPr id="92" name="筆跡 2">
                <a:extLst>
                  <a:ext uri="{FF2B5EF4-FFF2-40B4-BE49-F238E27FC236}">
                    <a16:creationId xmlns:a16="http://schemas.microsoft.com/office/drawing/2014/main" id="{2B5BE7FE-9B19-377B-71CC-2F46466928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1555" y="-11737728"/>
                <a:ext cx="9717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3" name="筆跡 2">
                <a:extLst>
                  <a:ext uri="{FF2B5EF4-FFF2-40B4-BE49-F238E27FC236}">
                    <a16:creationId xmlns:a16="http://schemas.microsoft.com/office/drawing/2014/main" id="{58C52BDD-598A-C087-2F9A-DE6EA17C5F1D}"/>
                  </a:ext>
                </a:extLst>
              </p14:cNvPr>
              <p14:cNvContentPartPr/>
              <p14:nvPr/>
            </p14:nvContentPartPr>
            <p14:xfrm>
              <a:off x="1555589" y="870124"/>
              <a:ext cx="1460877" cy="45719"/>
            </p14:xfrm>
          </p:contentPart>
        </mc:Choice>
        <mc:Fallback xmlns="">
          <p:pic>
            <p:nvPicPr>
              <p:cNvPr id="93" name="筆跡 2">
                <a:extLst>
                  <a:ext uri="{FF2B5EF4-FFF2-40B4-BE49-F238E27FC236}">
                    <a16:creationId xmlns:a16="http://schemas.microsoft.com/office/drawing/2014/main" id="{58C52BDD-598A-C087-2F9A-DE6EA17C5F1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501576" y="-12845576"/>
                <a:ext cx="1568543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778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0" grpId="0"/>
      <p:bldP spid="32" grpId="0"/>
      <p:bldP spid="33" grpId="0"/>
      <p:bldP spid="43" grpId="0"/>
      <p:bldP spid="44" grpId="0"/>
      <p:bldP spid="54" grpId="0"/>
      <p:bldP spid="55" grpId="0"/>
      <p:bldP spid="60" grpId="0"/>
      <p:bldP spid="61" grpId="0"/>
      <p:bldP spid="66" grpId="0"/>
      <p:bldP spid="67" grpId="0"/>
      <p:bldP spid="68" grpId="0"/>
      <p:bldP spid="73" grpId="0"/>
      <p:bldP spid="74" grpId="0"/>
      <p:bldP spid="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90">
            <a:extLst>
              <a:ext uri="{FF2B5EF4-FFF2-40B4-BE49-F238E27FC236}">
                <a16:creationId xmlns:a16="http://schemas.microsoft.com/office/drawing/2014/main" id="{DF164EA9-5805-0EA3-4EF6-C1F5600F1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6" r="28504" b="91591"/>
          <a:stretch>
            <a:fillRect/>
          </a:stretch>
        </p:blipFill>
        <p:spPr>
          <a:xfrm>
            <a:off x="344914" y="358883"/>
            <a:ext cx="4269058" cy="390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B215CF-1FE1-87F3-47C8-4091C4D9E1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6" t="8270" r="28504" b="64910"/>
          <a:stretch>
            <a:fillRect/>
          </a:stretch>
        </p:blipFill>
        <p:spPr>
          <a:xfrm>
            <a:off x="344914" y="1618030"/>
            <a:ext cx="4269058" cy="12442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筆跡 2">
                <a:extLst>
                  <a:ext uri="{FF2B5EF4-FFF2-40B4-BE49-F238E27FC236}">
                    <a16:creationId xmlns:a16="http://schemas.microsoft.com/office/drawing/2014/main" id="{7CD3D144-E748-0EA4-C58D-E60434BD9FA8}"/>
                  </a:ext>
                </a:extLst>
              </p14:cNvPr>
              <p14:cNvContentPartPr/>
              <p14:nvPr/>
            </p14:nvContentPartPr>
            <p14:xfrm>
              <a:off x="1566152" y="553956"/>
              <a:ext cx="2159542" cy="45719"/>
            </p14:xfrm>
          </p:contentPart>
        </mc:Choice>
        <mc:Fallback xmlns="">
          <p:pic>
            <p:nvPicPr>
              <p:cNvPr id="6" name="筆跡 2">
                <a:extLst>
                  <a:ext uri="{FF2B5EF4-FFF2-40B4-BE49-F238E27FC236}">
                    <a16:creationId xmlns:a16="http://schemas.microsoft.com/office/drawing/2014/main" id="{7CD3D144-E748-0EA4-C58D-E60434BD9F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136" y="-13161744"/>
                <a:ext cx="2267213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群組 46">
            <a:extLst>
              <a:ext uri="{FF2B5EF4-FFF2-40B4-BE49-F238E27FC236}">
                <a16:creationId xmlns:a16="http://schemas.microsoft.com/office/drawing/2014/main" id="{34A206DD-1A91-C544-59EF-0354CB7F95CB}"/>
              </a:ext>
            </a:extLst>
          </p:cNvPr>
          <p:cNvGrpSpPr/>
          <p:nvPr/>
        </p:nvGrpSpPr>
        <p:grpSpPr>
          <a:xfrm>
            <a:off x="1351720" y="983475"/>
            <a:ext cx="1042242" cy="409289"/>
            <a:chOff x="4108339" y="3826441"/>
            <a:chExt cx="1042242" cy="409289"/>
          </a:xfrm>
        </p:grpSpPr>
        <p:sp>
          <p:nvSpPr>
            <p:cNvPr id="9" name="文字方塊 47">
              <a:extLst>
                <a:ext uri="{FF2B5EF4-FFF2-40B4-BE49-F238E27FC236}">
                  <a16:creationId xmlns:a16="http://schemas.microsoft.com/office/drawing/2014/main" id="{1ACD586F-FA4F-7E3E-9CFF-188CBBD750A6}"/>
                </a:ext>
              </a:extLst>
            </p:cNvPr>
            <p:cNvSpPr txBox="1"/>
            <p:nvPr/>
          </p:nvSpPr>
          <p:spPr>
            <a:xfrm>
              <a:off x="4108339" y="3826825"/>
              <a:ext cx="4653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" name="文字方塊 48">
              <a:extLst>
                <a:ext uri="{FF2B5EF4-FFF2-40B4-BE49-F238E27FC236}">
                  <a16:creationId xmlns:a16="http://schemas.microsoft.com/office/drawing/2014/main" id="{BEF99304-DC87-2FAB-1505-E45EBEC7AEA7}"/>
                </a:ext>
              </a:extLst>
            </p:cNvPr>
            <p:cNvSpPr txBox="1"/>
            <p:nvPr/>
          </p:nvSpPr>
          <p:spPr>
            <a:xfrm>
              <a:off x="4698213" y="3835620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49">
                  <a:extLst>
                    <a:ext uri="{FF2B5EF4-FFF2-40B4-BE49-F238E27FC236}">
                      <a16:creationId xmlns:a16="http://schemas.microsoft.com/office/drawing/2014/main" id="{BBF6DC2D-B2B1-BA92-B33B-4ACAA0FA775B}"/>
                    </a:ext>
                  </a:extLst>
                </p:cNvPr>
                <p:cNvSpPr txBox="1"/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" name="文字方塊 49">
                  <a:extLst>
                    <a:ext uri="{FF2B5EF4-FFF2-40B4-BE49-F238E27FC236}">
                      <a16:creationId xmlns:a16="http://schemas.microsoft.com/office/drawing/2014/main" id="{BBF6DC2D-B2B1-BA92-B33B-4ACAA0FA7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群組 46">
            <a:extLst>
              <a:ext uri="{FF2B5EF4-FFF2-40B4-BE49-F238E27FC236}">
                <a16:creationId xmlns:a16="http://schemas.microsoft.com/office/drawing/2014/main" id="{F99294DA-5949-C96B-F602-8AB3A134A106}"/>
              </a:ext>
            </a:extLst>
          </p:cNvPr>
          <p:cNvGrpSpPr/>
          <p:nvPr/>
        </p:nvGrpSpPr>
        <p:grpSpPr>
          <a:xfrm>
            <a:off x="2237282" y="983475"/>
            <a:ext cx="1120121" cy="409289"/>
            <a:chOff x="4108339" y="3817646"/>
            <a:chExt cx="1120121" cy="409289"/>
          </a:xfrm>
        </p:grpSpPr>
        <p:sp>
          <p:nvSpPr>
            <p:cNvPr id="13" name="文字方塊 47">
              <a:extLst>
                <a:ext uri="{FF2B5EF4-FFF2-40B4-BE49-F238E27FC236}">
                  <a16:creationId xmlns:a16="http://schemas.microsoft.com/office/drawing/2014/main" id="{605570F1-E68D-35C1-E767-9AEF412A3FE7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" name="文字方塊 48">
              <a:extLst>
                <a:ext uri="{FF2B5EF4-FFF2-40B4-BE49-F238E27FC236}">
                  <a16:creationId xmlns:a16="http://schemas.microsoft.com/office/drawing/2014/main" id="{4766C449-699C-2309-F4A6-7EE0D827537F}"/>
                </a:ext>
              </a:extLst>
            </p:cNvPr>
            <p:cNvSpPr txBox="1"/>
            <p:nvPr/>
          </p:nvSpPr>
          <p:spPr>
            <a:xfrm>
              <a:off x="4776092" y="3826825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49">
                  <a:extLst>
                    <a:ext uri="{FF2B5EF4-FFF2-40B4-BE49-F238E27FC236}">
                      <a16:creationId xmlns:a16="http://schemas.microsoft.com/office/drawing/2014/main" id="{BAAF32B9-7F63-265E-12BD-586C9B0AE057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5" name="文字方塊 49">
                  <a:extLst>
                    <a:ext uri="{FF2B5EF4-FFF2-40B4-BE49-F238E27FC236}">
                      <a16:creationId xmlns:a16="http://schemas.microsoft.com/office/drawing/2014/main" id="{BAAF32B9-7F63-265E-12BD-586C9B0AE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45">
                <a:extLst>
                  <a:ext uri="{FF2B5EF4-FFF2-40B4-BE49-F238E27FC236}">
                    <a16:creationId xmlns:a16="http://schemas.microsoft.com/office/drawing/2014/main" id="{90981827-4554-391A-E486-32260B23DF0A}"/>
                  </a:ext>
                </a:extLst>
              </p:cNvPr>
              <p:cNvSpPr txBox="1"/>
              <p:nvPr/>
            </p:nvSpPr>
            <p:spPr>
              <a:xfrm>
                <a:off x="1086737" y="9834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45">
                <a:extLst>
                  <a:ext uri="{FF2B5EF4-FFF2-40B4-BE49-F238E27FC236}">
                    <a16:creationId xmlns:a16="http://schemas.microsoft.com/office/drawing/2014/main" id="{90981827-4554-391A-E486-32260B23D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737" y="98347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61">
                <a:extLst>
                  <a:ext uri="{FF2B5EF4-FFF2-40B4-BE49-F238E27FC236}">
                    <a16:creationId xmlns:a16="http://schemas.microsoft.com/office/drawing/2014/main" id="{F17C0B89-0B57-DE04-EAC8-69E36E185F2C}"/>
                  </a:ext>
                </a:extLst>
              </p:cNvPr>
              <p:cNvSpPr txBox="1"/>
              <p:nvPr/>
            </p:nvSpPr>
            <p:spPr>
              <a:xfrm>
                <a:off x="1586631" y="3044279"/>
                <a:ext cx="21390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Let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61">
                <a:extLst>
                  <a:ext uri="{FF2B5EF4-FFF2-40B4-BE49-F238E27FC236}">
                    <a16:creationId xmlns:a16="http://schemas.microsoft.com/office/drawing/2014/main" id="{F17C0B89-0B57-DE04-EAC8-69E36E185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631" y="3044279"/>
                <a:ext cx="213906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48C654C-473F-A534-E41C-C8B6FBC05AB1}"/>
              </a:ext>
            </a:extLst>
          </p:cNvPr>
          <p:cNvSpPr txBox="1"/>
          <p:nvPr/>
        </p:nvSpPr>
        <p:spPr>
          <a:xfrm>
            <a:off x="933505" y="3059668"/>
            <a:ext cx="602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(bi)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47">
                <a:extLst>
                  <a:ext uri="{FF2B5EF4-FFF2-40B4-BE49-F238E27FC236}">
                    <a16:creationId xmlns:a16="http://schemas.microsoft.com/office/drawing/2014/main" id="{70E61801-6DAE-CA4E-BEF0-BEA2941BDA31}"/>
                  </a:ext>
                </a:extLst>
              </p:cNvPr>
              <p:cNvSpPr txBox="1"/>
              <p:nvPr/>
            </p:nvSpPr>
            <p:spPr>
              <a:xfrm>
                <a:off x="1435005" y="3552111"/>
                <a:ext cx="3178967" cy="428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y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y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47">
                <a:extLst>
                  <a:ext uri="{FF2B5EF4-FFF2-40B4-BE49-F238E27FC236}">
                    <a16:creationId xmlns:a16="http://schemas.microsoft.com/office/drawing/2014/main" id="{70E61801-6DAE-CA4E-BEF0-BEA2941BD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005" y="3552111"/>
                <a:ext cx="3178967" cy="4287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66">
            <a:extLst>
              <a:ext uri="{FF2B5EF4-FFF2-40B4-BE49-F238E27FC236}">
                <a16:creationId xmlns:a16="http://schemas.microsoft.com/office/drawing/2014/main" id="{88820606-CE81-D77A-EAA3-442181E076BC}"/>
              </a:ext>
            </a:extLst>
          </p:cNvPr>
          <p:cNvSpPr txBox="1"/>
          <p:nvPr/>
        </p:nvSpPr>
        <p:spPr>
          <a:xfrm>
            <a:off x="2413810" y="342900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45">
                <a:extLst>
                  <a:ext uri="{FF2B5EF4-FFF2-40B4-BE49-F238E27FC236}">
                    <a16:creationId xmlns:a16="http://schemas.microsoft.com/office/drawing/2014/main" id="{F002A0A2-9AD2-1BE2-F241-C1D5A64E72CB}"/>
                  </a:ext>
                </a:extLst>
              </p:cNvPr>
              <p:cNvSpPr txBox="1"/>
              <p:nvPr/>
            </p:nvSpPr>
            <p:spPr>
              <a:xfrm>
                <a:off x="1148621" y="40680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45">
                <a:extLst>
                  <a:ext uri="{FF2B5EF4-FFF2-40B4-BE49-F238E27FC236}">
                    <a16:creationId xmlns:a16="http://schemas.microsoft.com/office/drawing/2014/main" id="{F002A0A2-9AD2-1BE2-F241-C1D5A64E7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621" y="4068098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47">
                <a:extLst>
                  <a:ext uri="{FF2B5EF4-FFF2-40B4-BE49-F238E27FC236}">
                    <a16:creationId xmlns:a16="http://schemas.microsoft.com/office/drawing/2014/main" id="{AB066CBF-8DB8-CE94-C160-C38F1D240DA0}"/>
                  </a:ext>
                </a:extLst>
              </p:cNvPr>
              <p:cNvSpPr txBox="1"/>
              <p:nvPr/>
            </p:nvSpPr>
            <p:spPr>
              <a:xfrm>
                <a:off x="1415158" y="4113207"/>
                <a:ext cx="1942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47">
                <a:extLst>
                  <a:ext uri="{FF2B5EF4-FFF2-40B4-BE49-F238E27FC236}">
                    <a16:creationId xmlns:a16="http://schemas.microsoft.com/office/drawing/2014/main" id="{AB066CBF-8DB8-CE94-C160-C38F1D240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158" y="4113207"/>
                <a:ext cx="1942245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66">
            <a:extLst>
              <a:ext uri="{FF2B5EF4-FFF2-40B4-BE49-F238E27FC236}">
                <a16:creationId xmlns:a16="http://schemas.microsoft.com/office/drawing/2014/main" id="{0CB4FB4C-DFB8-1D7F-3DFB-714423095674}"/>
              </a:ext>
            </a:extLst>
          </p:cNvPr>
          <p:cNvSpPr txBox="1"/>
          <p:nvPr/>
        </p:nvSpPr>
        <p:spPr>
          <a:xfrm>
            <a:off x="1797164" y="405059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31" name="群組 46">
            <a:extLst>
              <a:ext uri="{FF2B5EF4-FFF2-40B4-BE49-F238E27FC236}">
                <a16:creationId xmlns:a16="http://schemas.microsoft.com/office/drawing/2014/main" id="{208D9E57-EF74-96B8-9D02-CB0CD64E3AED}"/>
              </a:ext>
            </a:extLst>
          </p:cNvPr>
          <p:cNvGrpSpPr/>
          <p:nvPr/>
        </p:nvGrpSpPr>
        <p:grpSpPr>
          <a:xfrm>
            <a:off x="1432098" y="4636622"/>
            <a:ext cx="1042242" cy="409289"/>
            <a:chOff x="4108339" y="3826441"/>
            <a:chExt cx="1042242" cy="409289"/>
          </a:xfrm>
        </p:grpSpPr>
        <p:sp>
          <p:nvSpPr>
            <p:cNvPr id="32" name="文字方塊 47">
              <a:extLst>
                <a:ext uri="{FF2B5EF4-FFF2-40B4-BE49-F238E27FC236}">
                  <a16:creationId xmlns:a16="http://schemas.microsoft.com/office/drawing/2014/main" id="{B45E0525-5B3F-3725-7DD5-C3CD012188EC}"/>
                </a:ext>
              </a:extLst>
            </p:cNvPr>
            <p:cNvSpPr txBox="1"/>
            <p:nvPr/>
          </p:nvSpPr>
          <p:spPr>
            <a:xfrm>
              <a:off x="4108339" y="3826825"/>
              <a:ext cx="4653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3" name="文字方塊 48">
              <a:extLst>
                <a:ext uri="{FF2B5EF4-FFF2-40B4-BE49-F238E27FC236}">
                  <a16:creationId xmlns:a16="http://schemas.microsoft.com/office/drawing/2014/main" id="{C97C3FBD-5095-C78E-EF5F-D71F74B28911}"/>
                </a:ext>
              </a:extLst>
            </p:cNvPr>
            <p:cNvSpPr txBox="1"/>
            <p:nvPr/>
          </p:nvSpPr>
          <p:spPr>
            <a:xfrm>
              <a:off x="4698213" y="3835620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49">
                  <a:extLst>
                    <a:ext uri="{FF2B5EF4-FFF2-40B4-BE49-F238E27FC236}">
                      <a16:creationId xmlns:a16="http://schemas.microsoft.com/office/drawing/2014/main" id="{4C6F3283-FD81-97B7-1A18-C66C776E9087}"/>
                    </a:ext>
                  </a:extLst>
                </p:cNvPr>
                <p:cNvSpPr txBox="1"/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4" name="文字方塊 49">
                  <a:extLst>
                    <a:ext uri="{FF2B5EF4-FFF2-40B4-BE49-F238E27FC236}">
                      <a16:creationId xmlns:a16="http://schemas.microsoft.com/office/drawing/2014/main" id="{4C6F3283-FD81-97B7-1A18-C66C776E9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群組 46">
            <a:extLst>
              <a:ext uri="{FF2B5EF4-FFF2-40B4-BE49-F238E27FC236}">
                <a16:creationId xmlns:a16="http://schemas.microsoft.com/office/drawing/2014/main" id="{F83C9805-A8D3-1EB4-3A7D-E18FBCE0053A}"/>
              </a:ext>
            </a:extLst>
          </p:cNvPr>
          <p:cNvGrpSpPr/>
          <p:nvPr/>
        </p:nvGrpSpPr>
        <p:grpSpPr>
          <a:xfrm>
            <a:off x="2317660" y="4636622"/>
            <a:ext cx="1120121" cy="409289"/>
            <a:chOff x="4108339" y="3817646"/>
            <a:chExt cx="1120121" cy="409289"/>
          </a:xfrm>
        </p:grpSpPr>
        <p:sp>
          <p:nvSpPr>
            <p:cNvPr id="36" name="文字方塊 47">
              <a:extLst>
                <a:ext uri="{FF2B5EF4-FFF2-40B4-BE49-F238E27FC236}">
                  <a16:creationId xmlns:a16="http://schemas.microsoft.com/office/drawing/2014/main" id="{0807C4BF-F10E-4E45-690C-695B31DCBE24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7" name="文字方塊 48">
              <a:extLst>
                <a:ext uri="{FF2B5EF4-FFF2-40B4-BE49-F238E27FC236}">
                  <a16:creationId xmlns:a16="http://schemas.microsoft.com/office/drawing/2014/main" id="{AADC8505-392D-4DAC-AA01-149A2EAF7556}"/>
                </a:ext>
              </a:extLst>
            </p:cNvPr>
            <p:cNvSpPr txBox="1"/>
            <p:nvPr/>
          </p:nvSpPr>
          <p:spPr>
            <a:xfrm>
              <a:off x="4776092" y="3826825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49">
                  <a:extLst>
                    <a:ext uri="{FF2B5EF4-FFF2-40B4-BE49-F238E27FC236}">
                      <a16:creationId xmlns:a16="http://schemas.microsoft.com/office/drawing/2014/main" id="{3986A61A-73A8-0F7B-0335-3679F9C54DAA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8" name="文字方塊 49">
                  <a:extLst>
                    <a:ext uri="{FF2B5EF4-FFF2-40B4-BE49-F238E27FC236}">
                      <a16:creationId xmlns:a16="http://schemas.microsoft.com/office/drawing/2014/main" id="{3986A61A-73A8-0F7B-0335-3679F9C54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45">
                <a:extLst>
                  <a:ext uri="{FF2B5EF4-FFF2-40B4-BE49-F238E27FC236}">
                    <a16:creationId xmlns:a16="http://schemas.microsoft.com/office/drawing/2014/main" id="{2E8ED683-A5CA-68B9-48EA-FCA33AD5CB30}"/>
                  </a:ext>
                </a:extLst>
              </p:cNvPr>
              <p:cNvSpPr txBox="1"/>
              <p:nvPr/>
            </p:nvSpPr>
            <p:spPr>
              <a:xfrm>
                <a:off x="1167115" y="46366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45">
                <a:extLst>
                  <a:ext uri="{FF2B5EF4-FFF2-40B4-BE49-F238E27FC236}">
                    <a16:creationId xmlns:a16="http://schemas.microsoft.com/office/drawing/2014/main" id="{2E8ED683-A5CA-68B9-48EA-FCA33AD5C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115" y="4636622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D431E2-5AE4-48F0-02A9-1743B6E1709B}"/>
                  </a:ext>
                </a:extLst>
              </p:cNvPr>
              <p:cNvSpPr txBox="1"/>
              <p:nvPr/>
            </p:nvSpPr>
            <p:spPr>
              <a:xfrm>
                <a:off x="3237232" y="4636622"/>
                <a:ext cx="2480167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D431E2-5AE4-48F0-02A9-1743B6E1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232" y="4636622"/>
                <a:ext cx="2480167" cy="3978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129">
                <a:extLst>
                  <a:ext uri="{FF2B5EF4-FFF2-40B4-BE49-F238E27FC236}">
                    <a16:creationId xmlns:a16="http://schemas.microsoft.com/office/drawing/2014/main" id="{43F30B50-48EF-F67B-9568-1FCB2BC214D9}"/>
                  </a:ext>
                </a:extLst>
              </p:cNvPr>
              <p:cNvSpPr txBox="1"/>
              <p:nvPr/>
            </p:nvSpPr>
            <p:spPr>
              <a:xfrm>
                <a:off x="1156967" y="52634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129">
                <a:extLst>
                  <a:ext uri="{FF2B5EF4-FFF2-40B4-BE49-F238E27FC236}">
                    <a16:creationId xmlns:a16="http://schemas.microsoft.com/office/drawing/2014/main" id="{43F30B50-48EF-F67B-9568-1FCB2BC21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967" y="526344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459972D-3488-D58C-0BF2-0B102527FEBE}"/>
                  </a:ext>
                </a:extLst>
              </p:cNvPr>
              <p:cNvSpPr txBox="1"/>
              <p:nvPr/>
            </p:nvSpPr>
            <p:spPr>
              <a:xfrm>
                <a:off x="1452489" y="5258112"/>
                <a:ext cx="382007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 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459972D-3488-D58C-0BF2-0B102527F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489" y="5258112"/>
                <a:ext cx="382007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129">
                <a:extLst>
                  <a:ext uri="{FF2B5EF4-FFF2-40B4-BE49-F238E27FC236}">
                    <a16:creationId xmlns:a16="http://schemas.microsoft.com/office/drawing/2014/main" id="{B14E21B1-C4DA-EC8E-1461-05E9CC145D1E}"/>
                  </a:ext>
                </a:extLst>
              </p:cNvPr>
              <p:cNvSpPr txBox="1"/>
              <p:nvPr/>
            </p:nvSpPr>
            <p:spPr>
              <a:xfrm>
                <a:off x="1167281" y="59039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129">
                <a:extLst>
                  <a:ext uri="{FF2B5EF4-FFF2-40B4-BE49-F238E27FC236}">
                    <a16:creationId xmlns:a16="http://schemas.microsoft.com/office/drawing/2014/main" id="{B14E21B1-C4DA-EC8E-1461-05E9CC145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281" y="5903934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8390604-B259-8960-A540-7F818A38DA0C}"/>
                  </a:ext>
                </a:extLst>
              </p:cNvPr>
              <p:cNvSpPr txBox="1"/>
              <p:nvPr/>
            </p:nvSpPr>
            <p:spPr>
              <a:xfrm>
                <a:off x="1462803" y="5898602"/>
                <a:ext cx="22628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8390604-B259-8960-A540-7F818A38D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803" y="5898602"/>
                <a:ext cx="2262891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61">
                <a:extLst>
                  <a:ext uri="{FF2B5EF4-FFF2-40B4-BE49-F238E27FC236}">
                    <a16:creationId xmlns:a16="http://schemas.microsoft.com/office/drawing/2014/main" id="{1B0739D9-C7EC-BA10-3EEB-3778C303C88C}"/>
                  </a:ext>
                </a:extLst>
              </p:cNvPr>
              <p:cNvSpPr txBox="1"/>
              <p:nvPr/>
            </p:nvSpPr>
            <p:spPr>
              <a:xfrm>
                <a:off x="7572564" y="2494198"/>
                <a:ext cx="21390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Let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61">
                <a:extLst>
                  <a:ext uri="{FF2B5EF4-FFF2-40B4-BE49-F238E27FC236}">
                    <a16:creationId xmlns:a16="http://schemas.microsoft.com/office/drawing/2014/main" id="{1B0739D9-C7EC-BA10-3EEB-3778C303C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564" y="2494198"/>
                <a:ext cx="2139063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5CA47187-66A5-D47C-EACC-08EBA6B2D8EC}"/>
              </a:ext>
            </a:extLst>
          </p:cNvPr>
          <p:cNvSpPr txBox="1"/>
          <p:nvPr/>
        </p:nvSpPr>
        <p:spPr>
          <a:xfrm>
            <a:off x="6795724" y="2509587"/>
            <a:ext cx="72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(</a:t>
            </a:r>
            <a:r>
              <a:rPr lang="en-US" sz="1800" b="1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bii</a:t>
            </a:r>
            <a:r>
              <a:rPr lang="en-US" sz="18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Calligraphy" panose="03010101010101010101" pitchFamily="66" charset="0"/>
              </a:rPr>
              <a:t>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47">
                <a:extLst>
                  <a:ext uri="{FF2B5EF4-FFF2-40B4-BE49-F238E27FC236}">
                    <a16:creationId xmlns:a16="http://schemas.microsoft.com/office/drawing/2014/main" id="{5799F433-C813-B686-FF06-B7ABAF280FCC}"/>
                  </a:ext>
                </a:extLst>
              </p:cNvPr>
              <p:cNvSpPr txBox="1"/>
              <p:nvPr/>
            </p:nvSpPr>
            <p:spPr>
              <a:xfrm>
                <a:off x="7420938" y="3002030"/>
                <a:ext cx="3336057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z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z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86" name="文字方塊 47">
                <a:extLst>
                  <a:ext uri="{FF2B5EF4-FFF2-40B4-BE49-F238E27FC236}">
                    <a16:creationId xmlns:a16="http://schemas.microsoft.com/office/drawing/2014/main" id="{5799F433-C813-B686-FF06-B7ABAF280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938" y="3002030"/>
                <a:ext cx="3336057" cy="40395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文字方塊 66">
            <a:extLst>
              <a:ext uri="{FF2B5EF4-FFF2-40B4-BE49-F238E27FC236}">
                <a16:creationId xmlns:a16="http://schemas.microsoft.com/office/drawing/2014/main" id="{04845790-ACD2-8AE8-D04E-199398222AF5}"/>
              </a:ext>
            </a:extLst>
          </p:cNvPr>
          <p:cNvSpPr txBox="1"/>
          <p:nvPr/>
        </p:nvSpPr>
        <p:spPr>
          <a:xfrm>
            <a:off x="8580181" y="287599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129">
                <a:extLst>
                  <a:ext uri="{FF2B5EF4-FFF2-40B4-BE49-F238E27FC236}">
                    <a16:creationId xmlns:a16="http://schemas.microsoft.com/office/drawing/2014/main" id="{F13BB69E-A45D-EB6C-294E-C3A3B17D8428}"/>
                  </a:ext>
                </a:extLst>
              </p:cNvPr>
              <p:cNvSpPr txBox="1"/>
              <p:nvPr/>
            </p:nvSpPr>
            <p:spPr>
              <a:xfrm>
                <a:off x="7064372" y="35012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6" name="文字方塊 129">
                <a:extLst>
                  <a:ext uri="{FF2B5EF4-FFF2-40B4-BE49-F238E27FC236}">
                    <a16:creationId xmlns:a16="http://schemas.microsoft.com/office/drawing/2014/main" id="{F13BB69E-A45D-EB6C-294E-C3A3B17D8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72" y="350124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47">
                <a:extLst>
                  <a:ext uri="{FF2B5EF4-FFF2-40B4-BE49-F238E27FC236}">
                    <a16:creationId xmlns:a16="http://schemas.microsoft.com/office/drawing/2014/main" id="{9AC9B53F-B853-4A23-A76F-A436F8CA9CDA}"/>
                  </a:ext>
                </a:extLst>
              </p:cNvPr>
              <p:cNvSpPr txBox="1"/>
              <p:nvPr/>
            </p:nvSpPr>
            <p:spPr>
              <a:xfrm>
                <a:off x="7420938" y="3501240"/>
                <a:ext cx="3336057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z</m:t>
                    </m:r>
                    <m:r>
                      <a:rPr lang="en-US" sz="2000" b="1" i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z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10 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07" name="文字方塊 47">
                <a:extLst>
                  <a:ext uri="{FF2B5EF4-FFF2-40B4-BE49-F238E27FC236}">
                    <a16:creationId xmlns:a16="http://schemas.microsoft.com/office/drawing/2014/main" id="{9AC9B53F-B853-4A23-A76F-A436F8CA9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938" y="3501240"/>
                <a:ext cx="3336057" cy="40395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字方塊 66">
            <a:extLst>
              <a:ext uri="{FF2B5EF4-FFF2-40B4-BE49-F238E27FC236}">
                <a16:creationId xmlns:a16="http://schemas.microsoft.com/office/drawing/2014/main" id="{EB61F7F2-D40C-EEA6-5105-2A0A74077212}"/>
              </a:ext>
            </a:extLst>
          </p:cNvPr>
          <p:cNvSpPr txBox="1"/>
          <p:nvPr/>
        </p:nvSpPr>
        <p:spPr>
          <a:xfrm>
            <a:off x="8580181" y="337520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29">
                <a:extLst>
                  <a:ext uri="{FF2B5EF4-FFF2-40B4-BE49-F238E27FC236}">
                    <a16:creationId xmlns:a16="http://schemas.microsoft.com/office/drawing/2014/main" id="{DF4B354A-708A-39B2-F12C-F5F42FC4B9B4}"/>
                  </a:ext>
                </a:extLst>
              </p:cNvPr>
              <p:cNvSpPr txBox="1"/>
              <p:nvPr/>
            </p:nvSpPr>
            <p:spPr>
              <a:xfrm>
                <a:off x="7064372" y="40004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9" name="文字方塊 129">
                <a:extLst>
                  <a:ext uri="{FF2B5EF4-FFF2-40B4-BE49-F238E27FC236}">
                    <a16:creationId xmlns:a16="http://schemas.microsoft.com/office/drawing/2014/main" id="{DF4B354A-708A-39B2-F12C-F5F42FC4B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72" y="400045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47">
                <a:extLst>
                  <a:ext uri="{FF2B5EF4-FFF2-40B4-BE49-F238E27FC236}">
                    <a16:creationId xmlns:a16="http://schemas.microsoft.com/office/drawing/2014/main" id="{24840800-69C8-32B6-D595-2931647D314A}"/>
                  </a:ext>
                </a:extLst>
              </p:cNvPr>
              <p:cNvSpPr txBox="1"/>
              <p:nvPr/>
            </p:nvSpPr>
            <p:spPr>
              <a:xfrm>
                <a:off x="7420938" y="4000450"/>
                <a:ext cx="348376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z</m:t>
                    </m:r>
                    <m:r>
                      <a:rPr lang="en-US" sz="2000" b="1" i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z</m:t>
                    </m:r>
                    <m:r>
                      <a:rPr lang="en-US" sz="2000" b="1" i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10 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10" name="文字方塊 47">
                <a:extLst>
                  <a:ext uri="{FF2B5EF4-FFF2-40B4-BE49-F238E27FC236}">
                    <a16:creationId xmlns:a16="http://schemas.microsoft.com/office/drawing/2014/main" id="{24840800-69C8-32B6-D595-2931647D3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938" y="4000450"/>
                <a:ext cx="3483768" cy="40395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文字方塊 66">
            <a:extLst>
              <a:ext uri="{FF2B5EF4-FFF2-40B4-BE49-F238E27FC236}">
                <a16:creationId xmlns:a16="http://schemas.microsoft.com/office/drawing/2014/main" id="{C03C480A-E897-3FEE-8471-6E39473649BB}"/>
              </a:ext>
            </a:extLst>
          </p:cNvPr>
          <p:cNvSpPr txBox="1"/>
          <p:nvPr/>
        </p:nvSpPr>
        <p:spPr>
          <a:xfrm>
            <a:off x="8580181" y="387441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45">
                <a:extLst>
                  <a:ext uri="{FF2B5EF4-FFF2-40B4-BE49-F238E27FC236}">
                    <a16:creationId xmlns:a16="http://schemas.microsoft.com/office/drawing/2014/main" id="{099CCD61-0870-DCB8-31B5-9F146B4A0D4F}"/>
                  </a:ext>
                </a:extLst>
              </p:cNvPr>
              <p:cNvSpPr txBox="1"/>
              <p:nvPr/>
            </p:nvSpPr>
            <p:spPr>
              <a:xfrm>
                <a:off x="7064372" y="44861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2" name="文字方塊 45">
                <a:extLst>
                  <a:ext uri="{FF2B5EF4-FFF2-40B4-BE49-F238E27FC236}">
                    <a16:creationId xmlns:a16="http://schemas.microsoft.com/office/drawing/2014/main" id="{099CCD61-0870-DCB8-31B5-9F146B4A0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72" y="448619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47">
                <a:extLst>
                  <a:ext uri="{FF2B5EF4-FFF2-40B4-BE49-F238E27FC236}">
                    <a16:creationId xmlns:a16="http://schemas.microsoft.com/office/drawing/2014/main" id="{03158637-B470-6901-EA6C-77E3657C0E62}"/>
                  </a:ext>
                </a:extLst>
              </p:cNvPr>
              <p:cNvSpPr txBox="1"/>
              <p:nvPr/>
            </p:nvSpPr>
            <p:spPr>
              <a:xfrm>
                <a:off x="7330909" y="4531301"/>
                <a:ext cx="1942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13" name="文字方塊 47">
                <a:extLst>
                  <a:ext uri="{FF2B5EF4-FFF2-40B4-BE49-F238E27FC236}">
                    <a16:creationId xmlns:a16="http://schemas.microsoft.com/office/drawing/2014/main" id="{03158637-B470-6901-EA6C-77E3657C0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909" y="4531301"/>
                <a:ext cx="1942245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字方塊 66">
            <a:extLst>
              <a:ext uri="{FF2B5EF4-FFF2-40B4-BE49-F238E27FC236}">
                <a16:creationId xmlns:a16="http://schemas.microsoft.com/office/drawing/2014/main" id="{65CBD37C-3D02-FD55-6584-CA005983CB74}"/>
              </a:ext>
            </a:extLst>
          </p:cNvPr>
          <p:cNvSpPr txBox="1"/>
          <p:nvPr/>
        </p:nvSpPr>
        <p:spPr>
          <a:xfrm>
            <a:off x="7712915" y="446868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15" name="群組 46">
            <a:extLst>
              <a:ext uri="{FF2B5EF4-FFF2-40B4-BE49-F238E27FC236}">
                <a16:creationId xmlns:a16="http://schemas.microsoft.com/office/drawing/2014/main" id="{B6AC1771-09FC-246D-B3DB-092F65D787C0}"/>
              </a:ext>
            </a:extLst>
          </p:cNvPr>
          <p:cNvGrpSpPr/>
          <p:nvPr/>
        </p:nvGrpSpPr>
        <p:grpSpPr>
          <a:xfrm>
            <a:off x="7343730" y="5034358"/>
            <a:ext cx="1042242" cy="409289"/>
            <a:chOff x="4108339" y="3826441"/>
            <a:chExt cx="1042242" cy="409289"/>
          </a:xfrm>
        </p:grpSpPr>
        <p:sp>
          <p:nvSpPr>
            <p:cNvPr id="116" name="文字方塊 47">
              <a:extLst>
                <a:ext uri="{FF2B5EF4-FFF2-40B4-BE49-F238E27FC236}">
                  <a16:creationId xmlns:a16="http://schemas.microsoft.com/office/drawing/2014/main" id="{44965FCC-F8FF-F7D8-A89A-D799CCECA094}"/>
                </a:ext>
              </a:extLst>
            </p:cNvPr>
            <p:cNvSpPr txBox="1"/>
            <p:nvPr/>
          </p:nvSpPr>
          <p:spPr>
            <a:xfrm>
              <a:off x="4108339" y="3826825"/>
              <a:ext cx="4653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17" name="文字方塊 48">
              <a:extLst>
                <a:ext uri="{FF2B5EF4-FFF2-40B4-BE49-F238E27FC236}">
                  <a16:creationId xmlns:a16="http://schemas.microsoft.com/office/drawing/2014/main" id="{483E2175-B5DB-3396-E559-FAC088C35AA1}"/>
                </a:ext>
              </a:extLst>
            </p:cNvPr>
            <p:cNvSpPr txBox="1"/>
            <p:nvPr/>
          </p:nvSpPr>
          <p:spPr>
            <a:xfrm>
              <a:off x="4698213" y="3835620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字方塊 49">
                  <a:extLst>
                    <a:ext uri="{FF2B5EF4-FFF2-40B4-BE49-F238E27FC236}">
                      <a16:creationId xmlns:a16="http://schemas.microsoft.com/office/drawing/2014/main" id="{3AA8E178-2A98-3ECA-6BEA-F10FB6AE6E53}"/>
                    </a:ext>
                  </a:extLst>
                </p:cNvPr>
                <p:cNvSpPr txBox="1"/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8" name="文字方塊 49">
                  <a:extLst>
                    <a:ext uri="{FF2B5EF4-FFF2-40B4-BE49-F238E27FC236}">
                      <a16:creationId xmlns:a16="http://schemas.microsoft.com/office/drawing/2014/main" id="{3AA8E178-2A98-3ECA-6BEA-F10FB6AE6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群組 46">
            <a:extLst>
              <a:ext uri="{FF2B5EF4-FFF2-40B4-BE49-F238E27FC236}">
                <a16:creationId xmlns:a16="http://schemas.microsoft.com/office/drawing/2014/main" id="{370AC7B4-6AFC-56A2-3C5B-2D23F710A0E6}"/>
              </a:ext>
            </a:extLst>
          </p:cNvPr>
          <p:cNvGrpSpPr/>
          <p:nvPr/>
        </p:nvGrpSpPr>
        <p:grpSpPr>
          <a:xfrm>
            <a:off x="8229292" y="5034358"/>
            <a:ext cx="1120121" cy="409289"/>
            <a:chOff x="4108339" y="3817646"/>
            <a:chExt cx="1120121" cy="409289"/>
          </a:xfrm>
        </p:grpSpPr>
        <p:sp>
          <p:nvSpPr>
            <p:cNvPr id="120" name="文字方塊 47">
              <a:extLst>
                <a:ext uri="{FF2B5EF4-FFF2-40B4-BE49-F238E27FC236}">
                  <a16:creationId xmlns:a16="http://schemas.microsoft.com/office/drawing/2014/main" id="{46A5CAD0-78CA-7C5A-C29B-2873D9F0B0DF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1" name="文字方塊 48">
              <a:extLst>
                <a:ext uri="{FF2B5EF4-FFF2-40B4-BE49-F238E27FC236}">
                  <a16:creationId xmlns:a16="http://schemas.microsoft.com/office/drawing/2014/main" id="{79EBD180-C2EB-046F-E94F-2B8ED4490986}"/>
                </a:ext>
              </a:extLst>
            </p:cNvPr>
            <p:cNvSpPr txBox="1"/>
            <p:nvPr/>
          </p:nvSpPr>
          <p:spPr>
            <a:xfrm>
              <a:off x="4776092" y="3826825"/>
              <a:ext cx="4523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49">
                  <a:extLst>
                    <a:ext uri="{FF2B5EF4-FFF2-40B4-BE49-F238E27FC236}">
                      <a16:creationId xmlns:a16="http://schemas.microsoft.com/office/drawing/2014/main" id="{7CBB228B-0BFB-85CC-AF8B-CBAC4BF45F68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2" name="文字方塊 49">
                  <a:extLst>
                    <a:ext uri="{FF2B5EF4-FFF2-40B4-BE49-F238E27FC236}">
                      <a16:creationId xmlns:a16="http://schemas.microsoft.com/office/drawing/2014/main" id="{7CBB228B-0BFB-85CC-AF8B-CBAC4BF45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45">
                <a:extLst>
                  <a:ext uri="{FF2B5EF4-FFF2-40B4-BE49-F238E27FC236}">
                    <a16:creationId xmlns:a16="http://schemas.microsoft.com/office/drawing/2014/main" id="{54CEF373-8E7A-2C15-020C-E009C91BDCBF}"/>
                  </a:ext>
                </a:extLst>
              </p:cNvPr>
              <p:cNvSpPr txBox="1"/>
              <p:nvPr/>
            </p:nvSpPr>
            <p:spPr>
              <a:xfrm>
                <a:off x="7078747" y="50343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3" name="文字方塊 45">
                <a:extLst>
                  <a:ext uri="{FF2B5EF4-FFF2-40B4-BE49-F238E27FC236}">
                    <a16:creationId xmlns:a16="http://schemas.microsoft.com/office/drawing/2014/main" id="{54CEF373-8E7A-2C15-020C-E009C91BD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747" y="5034358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9742B2F-73AE-0EF8-551A-21578C0F4483}"/>
                  </a:ext>
                </a:extLst>
              </p:cNvPr>
              <p:cNvSpPr txBox="1"/>
              <p:nvPr/>
            </p:nvSpPr>
            <p:spPr>
              <a:xfrm>
                <a:off x="9148864" y="5034358"/>
                <a:ext cx="2480167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29742B2F-73AE-0EF8-551A-21578C0F4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864" y="5034358"/>
                <a:ext cx="2480167" cy="39786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9">
                <a:extLst>
                  <a:ext uri="{FF2B5EF4-FFF2-40B4-BE49-F238E27FC236}">
                    <a16:creationId xmlns:a16="http://schemas.microsoft.com/office/drawing/2014/main" id="{D78B6554-E91A-C120-31B6-426A9AFD9606}"/>
                  </a:ext>
                </a:extLst>
              </p:cNvPr>
              <p:cNvSpPr txBox="1"/>
              <p:nvPr/>
            </p:nvSpPr>
            <p:spPr>
              <a:xfrm>
                <a:off x="7064372" y="55878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5" name="文字方塊 129">
                <a:extLst>
                  <a:ext uri="{FF2B5EF4-FFF2-40B4-BE49-F238E27FC236}">
                    <a16:creationId xmlns:a16="http://schemas.microsoft.com/office/drawing/2014/main" id="{D78B6554-E91A-C120-31B6-426A9AFD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72" y="5587856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5E943CB-36DF-496B-24C3-294E852D64C9}"/>
                  </a:ext>
                </a:extLst>
              </p:cNvPr>
              <p:cNvSpPr txBox="1"/>
              <p:nvPr/>
            </p:nvSpPr>
            <p:spPr>
              <a:xfrm>
                <a:off x="7359894" y="5582524"/>
                <a:ext cx="418678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[(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 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5E943CB-36DF-496B-24C3-294E852D6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894" y="5582524"/>
                <a:ext cx="4186783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9">
                <a:extLst>
                  <a:ext uri="{FF2B5EF4-FFF2-40B4-BE49-F238E27FC236}">
                    <a16:creationId xmlns:a16="http://schemas.microsoft.com/office/drawing/2014/main" id="{52955232-6CE7-A8A9-DB64-99EF191BDDAF}"/>
                  </a:ext>
                </a:extLst>
              </p:cNvPr>
              <p:cNvSpPr txBox="1"/>
              <p:nvPr/>
            </p:nvSpPr>
            <p:spPr>
              <a:xfrm>
                <a:off x="7078747" y="61511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7" name="文字方塊 129">
                <a:extLst>
                  <a:ext uri="{FF2B5EF4-FFF2-40B4-BE49-F238E27FC236}">
                    <a16:creationId xmlns:a16="http://schemas.microsoft.com/office/drawing/2014/main" id="{52955232-6CE7-A8A9-DB64-99EF191BD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747" y="6151183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72257FC-1EB7-FA2B-807E-EAD0C82830E1}"/>
                  </a:ext>
                </a:extLst>
              </p:cNvPr>
              <p:cNvSpPr txBox="1"/>
              <p:nvPr/>
            </p:nvSpPr>
            <p:spPr>
              <a:xfrm>
                <a:off x="7374269" y="6145851"/>
                <a:ext cx="24798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C72257FC-1EB7-FA2B-807E-EAD0C8283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269" y="6145851"/>
                <a:ext cx="2479850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04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2" grpId="0"/>
      <p:bldP spid="25" grpId="0"/>
      <p:bldP spid="27" grpId="0"/>
      <p:bldP spid="28" grpId="0"/>
      <p:bldP spid="29" grpId="0"/>
      <p:bldP spid="30" grpId="0"/>
      <p:bldP spid="39" grpId="0"/>
      <p:bldP spid="40" grpId="0"/>
      <p:bldP spid="59" grpId="0"/>
      <p:bldP spid="60" grpId="0"/>
      <p:bldP spid="61" grpId="0"/>
      <p:bldP spid="62" grpId="0"/>
      <p:bldP spid="84" grpId="0"/>
      <p:bldP spid="85" grpId="0"/>
      <p:bldP spid="86" grpId="0"/>
      <p:bldP spid="87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23" grpId="0"/>
      <p:bldP spid="124" grpId="0"/>
      <p:bldP spid="125" grpId="0"/>
      <p:bldP spid="126" grpId="0"/>
      <p:bldP spid="127" grpId="0"/>
      <p:bldP spid="1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28">
            <a:extLst>
              <a:ext uri="{FF2B5EF4-FFF2-40B4-BE49-F238E27FC236}">
                <a16:creationId xmlns:a16="http://schemas.microsoft.com/office/drawing/2014/main" id="{1E58005A-2FA0-40AC-D53F-2C8933ADC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1" b="87842"/>
          <a:stretch>
            <a:fillRect/>
          </a:stretch>
        </p:blipFill>
        <p:spPr>
          <a:xfrm>
            <a:off x="441142" y="396918"/>
            <a:ext cx="5037871" cy="361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8BC899-1E83-54FD-E329-645AAD6E7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15" b="72837"/>
          <a:stretch>
            <a:fillRect/>
          </a:stretch>
        </p:blipFill>
        <p:spPr>
          <a:xfrm>
            <a:off x="441142" y="1455672"/>
            <a:ext cx="5037871" cy="6863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筆跡 2">
                <a:extLst>
                  <a:ext uri="{FF2B5EF4-FFF2-40B4-BE49-F238E27FC236}">
                    <a16:creationId xmlns:a16="http://schemas.microsoft.com/office/drawing/2014/main" id="{0B9EBE92-76FB-9394-EB9B-7C34C353D3D8}"/>
                  </a:ext>
                </a:extLst>
              </p14:cNvPr>
              <p14:cNvContentPartPr/>
              <p14:nvPr/>
            </p14:nvContentPartPr>
            <p14:xfrm>
              <a:off x="1566152" y="553956"/>
              <a:ext cx="2665380" cy="45719"/>
            </p14:xfrm>
          </p:contentPart>
        </mc:Choice>
        <mc:Fallback xmlns="">
          <p:pic>
            <p:nvPicPr>
              <p:cNvPr id="7" name="筆跡 2">
                <a:extLst>
                  <a:ext uri="{FF2B5EF4-FFF2-40B4-BE49-F238E27FC236}">
                    <a16:creationId xmlns:a16="http://schemas.microsoft.com/office/drawing/2014/main" id="{0B9EBE92-76FB-9394-EB9B-7C34C353D3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131" y="-13161744"/>
                <a:ext cx="27730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129">
                <a:extLst>
                  <a:ext uri="{FF2B5EF4-FFF2-40B4-BE49-F238E27FC236}">
                    <a16:creationId xmlns:a16="http://schemas.microsoft.com/office/drawing/2014/main" id="{886A38E3-EC38-6993-C382-264C441A2C2C}"/>
                  </a:ext>
                </a:extLst>
              </p:cNvPr>
              <p:cNvSpPr txBox="1"/>
              <p:nvPr/>
            </p:nvSpPr>
            <p:spPr>
              <a:xfrm>
                <a:off x="1516552" y="8880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129">
                <a:extLst>
                  <a:ext uri="{FF2B5EF4-FFF2-40B4-BE49-F238E27FC236}">
                    <a16:creationId xmlns:a16="http://schemas.microsoft.com/office/drawing/2014/main" id="{886A38E3-EC38-6993-C382-264C441A2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552" y="88801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F6883-64AC-4A69-AF49-2882275A639C}"/>
                  </a:ext>
                </a:extLst>
              </p:cNvPr>
              <p:cNvSpPr txBox="1"/>
              <p:nvPr/>
            </p:nvSpPr>
            <p:spPr>
              <a:xfrm>
                <a:off x="1812074" y="882682"/>
                <a:ext cx="259455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F6883-64AC-4A69-AF49-2882275A6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74" y="882682"/>
                <a:ext cx="25945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61">
                <a:extLst>
                  <a:ext uri="{FF2B5EF4-FFF2-40B4-BE49-F238E27FC236}">
                    <a16:creationId xmlns:a16="http://schemas.microsoft.com/office/drawing/2014/main" id="{ED44464B-FC49-B299-A302-5A96E3E4E210}"/>
                  </a:ext>
                </a:extLst>
              </p:cNvPr>
              <p:cNvSpPr txBox="1"/>
              <p:nvPr/>
            </p:nvSpPr>
            <p:spPr>
              <a:xfrm>
                <a:off x="1469019" y="2163741"/>
                <a:ext cx="5037871" cy="428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Let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)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and 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y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61">
                <a:extLst>
                  <a:ext uri="{FF2B5EF4-FFF2-40B4-BE49-F238E27FC236}">
                    <a16:creationId xmlns:a16="http://schemas.microsoft.com/office/drawing/2014/main" id="{ED44464B-FC49-B299-A302-5A96E3E4E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019" y="2163741"/>
                <a:ext cx="5037871" cy="428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47">
                <a:extLst>
                  <a:ext uri="{FF2B5EF4-FFF2-40B4-BE49-F238E27FC236}">
                    <a16:creationId xmlns:a16="http://schemas.microsoft.com/office/drawing/2014/main" id="{D3AC1CC0-1E54-C26C-C9AF-888ABAFE537B}"/>
                  </a:ext>
                </a:extLst>
              </p:cNvPr>
              <p:cNvSpPr txBox="1"/>
              <p:nvPr/>
            </p:nvSpPr>
            <p:spPr>
              <a:xfrm>
                <a:off x="1380293" y="2735432"/>
                <a:ext cx="4473134" cy="428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4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)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51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47">
                <a:extLst>
                  <a:ext uri="{FF2B5EF4-FFF2-40B4-BE49-F238E27FC236}">
                    <a16:creationId xmlns:a16="http://schemas.microsoft.com/office/drawing/2014/main" id="{D3AC1CC0-1E54-C26C-C9AF-888ABAFE5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293" y="2735432"/>
                <a:ext cx="4473134" cy="4287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66">
            <a:extLst>
              <a:ext uri="{FF2B5EF4-FFF2-40B4-BE49-F238E27FC236}">
                <a16:creationId xmlns:a16="http://schemas.microsoft.com/office/drawing/2014/main" id="{00C12BE3-1AEE-9F89-8E25-17E60BC5D00B}"/>
              </a:ext>
            </a:extLst>
          </p:cNvPr>
          <p:cNvSpPr txBox="1"/>
          <p:nvPr/>
        </p:nvSpPr>
        <p:spPr>
          <a:xfrm>
            <a:off x="2534956" y="259693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5" name="文字方塊 66">
            <a:extLst>
              <a:ext uri="{FF2B5EF4-FFF2-40B4-BE49-F238E27FC236}">
                <a16:creationId xmlns:a16="http://schemas.microsoft.com/office/drawing/2014/main" id="{D569966D-FA69-115B-26B5-229458552864}"/>
              </a:ext>
            </a:extLst>
          </p:cNvPr>
          <p:cNvSpPr txBox="1"/>
          <p:nvPr/>
        </p:nvSpPr>
        <p:spPr>
          <a:xfrm>
            <a:off x="3540720" y="269049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6" name="文字方塊 66">
            <a:extLst>
              <a:ext uri="{FF2B5EF4-FFF2-40B4-BE49-F238E27FC236}">
                <a16:creationId xmlns:a16="http://schemas.microsoft.com/office/drawing/2014/main" id="{E419C2D9-E5B0-1161-4923-07A6E81C5927}"/>
              </a:ext>
            </a:extLst>
          </p:cNvPr>
          <p:cNvSpPr txBox="1"/>
          <p:nvPr/>
        </p:nvSpPr>
        <p:spPr>
          <a:xfrm>
            <a:off x="4073202" y="269049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7" name="文字方塊 66">
            <a:extLst>
              <a:ext uri="{FF2B5EF4-FFF2-40B4-BE49-F238E27FC236}">
                <a16:creationId xmlns:a16="http://schemas.microsoft.com/office/drawing/2014/main" id="{BBBA70E2-1E87-9973-D073-E05FD7BA39DA}"/>
              </a:ext>
            </a:extLst>
          </p:cNvPr>
          <p:cNvSpPr txBox="1"/>
          <p:nvPr/>
        </p:nvSpPr>
        <p:spPr>
          <a:xfrm>
            <a:off x="5611448" y="265527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8EE0F3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29">
                <a:extLst>
                  <a:ext uri="{FF2B5EF4-FFF2-40B4-BE49-F238E27FC236}">
                    <a16:creationId xmlns:a16="http://schemas.microsoft.com/office/drawing/2014/main" id="{707A818E-43B7-8527-2D5C-204EDECEB310}"/>
                  </a:ext>
                </a:extLst>
              </p:cNvPr>
              <p:cNvSpPr txBox="1"/>
              <p:nvPr/>
            </p:nvSpPr>
            <p:spPr>
              <a:xfrm>
                <a:off x="1049963" y="33653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29">
                <a:extLst>
                  <a:ext uri="{FF2B5EF4-FFF2-40B4-BE49-F238E27FC236}">
                    <a16:creationId xmlns:a16="http://schemas.microsoft.com/office/drawing/2014/main" id="{707A818E-43B7-8527-2D5C-204EDECE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63" y="3365343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19CF86-F3A6-4AF0-CDCC-62291229ACC2}"/>
                  </a:ext>
                </a:extLst>
              </p:cNvPr>
              <p:cNvSpPr txBox="1"/>
              <p:nvPr/>
            </p:nvSpPr>
            <p:spPr>
              <a:xfrm>
                <a:off x="1345486" y="3360011"/>
                <a:ext cx="16895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q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19CF86-F3A6-4AF0-CDCC-62291229A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86" y="3360011"/>
                <a:ext cx="168954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66">
            <a:extLst>
              <a:ext uri="{FF2B5EF4-FFF2-40B4-BE49-F238E27FC236}">
                <a16:creationId xmlns:a16="http://schemas.microsoft.com/office/drawing/2014/main" id="{1E5AD570-E62C-B2AF-FBB2-4310DC59DCF1}"/>
              </a:ext>
            </a:extLst>
          </p:cNvPr>
          <p:cNvSpPr txBox="1"/>
          <p:nvPr/>
        </p:nvSpPr>
        <p:spPr>
          <a:xfrm>
            <a:off x="2868384" y="331507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48AF9A-4A64-47BA-3990-84542F53D685}"/>
                  </a:ext>
                </a:extLst>
              </p:cNvPr>
              <p:cNvSpPr txBox="1"/>
              <p:nvPr/>
            </p:nvSpPr>
            <p:spPr>
              <a:xfrm>
                <a:off x="3035030" y="3408631"/>
                <a:ext cx="3745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48AF9A-4A64-47BA-3990-84542F53D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030" y="3408631"/>
                <a:ext cx="37451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381F87-8798-7BAC-8500-F3B478375B18}"/>
                  </a:ext>
                </a:extLst>
              </p:cNvPr>
              <p:cNvSpPr txBox="1"/>
              <p:nvPr/>
            </p:nvSpPr>
            <p:spPr>
              <a:xfrm>
                <a:off x="3330553" y="3360011"/>
                <a:ext cx="2772170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17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 q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381F87-8798-7BAC-8500-F3B478375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553" y="3360011"/>
                <a:ext cx="2772170" cy="42877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F3434-E99E-CAE5-869B-770C2FFAD102}"/>
                  </a:ext>
                </a:extLst>
              </p:cNvPr>
              <p:cNvSpPr txBox="1"/>
              <p:nvPr/>
            </p:nvSpPr>
            <p:spPr>
              <a:xfrm>
                <a:off x="5944876" y="3393738"/>
                <a:ext cx="1421868" cy="395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sz="1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18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18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18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18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18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8F3434-E99E-CAE5-869B-770C2FFAD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876" y="3393738"/>
                <a:ext cx="1421868" cy="3950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66">
            <a:extLst>
              <a:ext uri="{FF2B5EF4-FFF2-40B4-BE49-F238E27FC236}">
                <a16:creationId xmlns:a16="http://schemas.microsoft.com/office/drawing/2014/main" id="{31FCCA63-336B-5384-E84D-46FA9D53DE98}"/>
              </a:ext>
            </a:extLst>
          </p:cNvPr>
          <p:cNvSpPr txBox="1"/>
          <p:nvPr/>
        </p:nvSpPr>
        <p:spPr>
          <a:xfrm>
            <a:off x="7139615" y="332589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8EE0F3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8EE0F3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45">
                <a:extLst>
                  <a:ext uri="{FF2B5EF4-FFF2-40B4-BE49-F238E27FC236}">
                    <a16:creationId xmlns:a16="http://schemas.microsoft.com/office/drawing/2014/main" id="{6CC39F1C-A754-183A-DDA1-F6E525645514}"/>
                  </a:ext>
                </a:extLst>
              </p:cNvPr>
              <p:cNvSpPr txBox="1"/>
              <p:nvPr/>
            </p:nvSpPr>
            <p:spPr>
              <a:xfrm>
                <a:off x="1055023" y="39077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45">
                <a:extLst>
                  <a:ext uri="{FF2B5EF4-FFF2-40B4-BE49-F238E27FC236}">
                    <a16:creationId xmlns:a16="http://schemas.microsoft.com/office/drawing/2014/main" id="{6CC39F1C-A754-183A-DDA1-F6E525645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23" y="390771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47">
                <a:extLst>
                  <a:ext uri="{FF2B5EF4-FFF2-40B4-BE49-F238E27FC236}">
                    <a16:creationId xmlns:a16="http://schemas.microsoft.com/office/drawing/2014/main" id="{389B40BF-723D-4552-36B8-1C127104E157}"/>
                  </a:ext>
                </a:extLst>
              </p:cNvPr>
              <p:cNvSpPr txBox="1"/>
              <p:nvPr/>
            </p:nvSpPr>
            <p:spPr>
              <a:xfrm>
                <a:off x="1321560" y="3952820"/>
                <a:ext cx="2376846" cy="417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xy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6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y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47">
                <a:extLst>
                  <a:ext uri="{FF2B5EF4-FFF2-40B4-BE49-F238E27FC236}">
                    <a16:creationId xmlns:a16="http://schemas.microsoft.com/office/drawing/2014/main" id="{389B40BF-723D-4552-36B8-1C127104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560" y="3952820"/>
                <a:ext cx="2376846" cy="4178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66">
            <a:extLst>
              <a:ext uri="{FF2B5EF4-FFF2-40B4-BE49-F238E27FC236}">
                <a16:creationId xmlns:a16="http://schemas.microsoft.com/office/drawing/2014/main" id="{90A7A5D2-0082-9C33-0026-0EC384271AC8}"/>
              </a:ext>
            </a:extLst>
          </p:cNvPr>
          <p:cNvSpPr txBox="1"/>
          <p:nvPr/>
        </p:nvSpPr>
        <p:spPr>
          <a:xfrm>
            <a:off x="1703566" y="389020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1" name="文字方塊 66">
            <a:extLst>
              <a:ext uri="{FF2B5EF4-FFF2-40B4-BE49-F238E27FC236}">
                <a16:creationId xmlns:a16="http://schemas.microsoft.com/office/drawing/2014/main" id="{46B4D852-E554-B2BD-7C7B-91918C7D994E}"/>
              </a:ext>
            </a:extLst>
          </p:cNvPr>
          <p:cNvSpPr txBox="1"/>
          <p:nvPr/>
        </p:nvSpPr>
        <p:spPr>
          <a:xfrm>
            <a:off x="3409544" y="390771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32" name="群組 46">
            <a:extLst>
              <a:ext uri="{FF2B5EF4-FFF2-40B4-BE49-F238E27FC236}">
                <a16:creationId xmlns:a16="http://schemas.microsoft.com/office/drawing/2014/main" id="{E40A7F92-3D70-6E2A-4C50-CCCCC889CB8B}"/>
              </a:ext>
            </a:extLst>
          </p:cNvPr>
          <p:cNvGrpSpPr/>
          <p:nvPr/>
        </p:nvGrpSpPr>
        <p:grpSpPr>
          <a:xfrm>
            <a:off x="1314781" y="4495188"/>
            <a:ext cx="1220175" cy="409289"/>
            <a:chOff x="4108339" y="3826441"/>
            <a:chExt cx="1220175" cy="409289"/>
          </a:xfrm>
        </p:grpSpPr>
        <p:sp>
          <p:nvSpPr>
            <p:cNvPr id="33" name="文字方塊 47">
              <a:extLst>
                <a:ext uri="{FF2B5EF4-FFF2-40B4-BE49-F238E27FC236}">
                  <a16:creationId xmlns:a16="http://schemas.microsoft.com/office/drawing/2014/main" id="{E75A1FE4-C0F8-D550-58EF-225204D40B38}"/>
                </a:ext>
              </a:extLst>
            </p:cNvPr>
            <p:cNvSpPr txBox="1"/>
            <p:nvPr/>
          </p:nvSpPr>
          <p:spPr>
            <a:xfrm>
              <a:off x="4108339" y="3826825"/>
              <a:ext cx="4653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4" name="文字方塊 48">
              <a:extLst>
                <a:ext uri="{FF2B5EF4-FFF2-40B4-BE49-F238E27FC236}">
                  <a16:creationId xmlns:a16="http://schemas.microsoft.com/office/drawing/2014/main" id="{47FE68BA-0550-9C3B-D731-D7EBCF95CAA4}"/>
                </a:ext>
              </a:extLst>
            </p:cNvPr>
            <p:cNvSpPr txBox="1"/>
            <p:nvPr/>
          </p:nvSpPr>
          <p:spPr>
            <a:xfrm>
              <a:off x="4698213" y="3835620"/>
              <a:ext cx="6303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49">
                  <a:extLst>
                    <a:ext uri="{FF2B5EF4-FFF2-40B4-BE49-F238E27FC236}">
                      <a16:creationId xmlns:a16="http://schemas.microsoft.com/office/drawing/2014/main" id="{A1C61285-172A-BC7C-5F23-E5164973291F}"/>
                    </a:ext>
                  </a:extLst>
                </p:cNvPr>
                <p:cNvSpPr txBox="1"/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49">
                  <a:extLst>
                    <a:ext uri="{FF2B5EF4-FFF2-40B4-BE49-F238E27FC236}">
                      <a16:creationId xmlns:a16="http://schemas.microsoft.com/office/drawing/2014/main" id="{A1C61285-172A-BC7C-5F23-E51649732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3935" y="3826441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群組 46">
            <a:extLst>
              <a:ext uri="{FF2B5EF4-FFF2-40B4-BE49-F238E27FC236}">
                <a16:creationId xmlns:a16="http://schemas.microsoft.com/office/drawing/2014/main" id="{E7D9560C-B7B3-1FC7-FC87-969A4F875597}"/>
              </a:ext>
            </a:extLst>
          </p:cNvPr>
          <p:cNvGrpSpPr/>
          <p:nvPr/>
        </p:nvGrpSpPr>
        <p:grpSpPr>
          <a:xfrm>
            <a:off x="2405161" y="4504367"/>
            <a:ext cx="1293245" cy="409289"/>
            <a:chOff x="4108339" y="3817646"/>
            <a:chExt cx="1293245" cy="409289"/>
          </a:xfrm>
        </p:grpSpPr>
        <p:sp>
          <p:nvSpPr>
            <p:cNvPr id="37" name="文字方塊 47">
              <a:extLst>
                <a:ext uri="{FF2B5EF4-FFF2-40B4-BE49-F238E27FC236}">
                  <a16:creationId xmlns:a16="http://schemas.microsoft.com/office/drawing/2014/main" id="{DF6E6E6D-354A-75D6-B557-1AED6A14E01E}"/>
                </a:ext>
              </a:extLst>
            </p:cNvPr>
            <p:cNvSpPr txBox="1"/>
            <p:nvPr/>
          </p:nvSpPr>
          <p:spPr>
            <a:xfrm>
              <a:off x="4108339" y="3826825"/>
              <a:ext cx="6677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(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8" name="文字方塊 48">
              <a:extLst>
                <a:ext uri="{FF2B5EF4-FFF2-40B4-BE49-F238E27FC236}">
                  <a16:creationId xmlns:a16="http://schemas.microsoft.com/office/drawing/2014/main" id="{E3A0A405-57C3-D7EA-B67D-CDC6EC1358F3}"/>
                </a:ext>
              </a:extLst>
            </p:cNvPr>
            <p:cNvSpPr txBox="1"/>
            <p:nvPr/>
          </p:nvSpPr>
          <p:spPr>
            <a:xfrm>
              <a:off x="4776092" y="3826825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y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49">
                  <a:extLst>
                    <a:ext uri="{FF2B5EF4-FFF2-40B4-BE49-F238E27FC236}">
                      <a16:creationId xmlns:a16="http://schemas.microsoft.com/office/drawing/2014/main" id="{24F6098F-88E1-C68F-0FC3-3AD6641D908B}"/>
                    </a:ext>
                  </a:extLst>
                </p:cNvPr>
                <p:cNvSpPr txBox="1"/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9" name="文字方塊 49">
                  <a:extLst>
                    <a:ext uri="{FF2B5EF4-FFF2-40B4-BE49-F238E27FC236}">
                      <a16:creationId xmlns:a16="http://schemas.microsoft.com/office/drawing/2014/main" id="{24F6098F-88E1-C68F-0FC3-3AD6641D9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730" y="3817646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45">
                <a:extLst>
                  <a:ext uri="{FF2B5EF4-FFF2-40B4-BE49-F238E27FC236}">
                    <a16:creationId xmlns:a16="http://schemas.microsoft.com/office/drawing/2014/main" id="{0CCC3012-3CC8-4460-20BB-75BA5D652663}"/>
                  </a:ext>
                </a:extLst>
              </p:cNvPr>
              <p:cNvSpPr txBox="1"/>
              <p:nvPr/>
            </p:nvSpPr>
            <p:spPr>
              <a:xfrm>
                <a:off x="1049798" y="44951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0" name="文字方塊 45">
                <a:extLst>
                  <a:ext uri="{FF2B5EF4-FFF2-40B4-BE49-F238E27FC236}">
                    <a16:creationId xmlns:a16="http://schemas.microsoft.com/office/drawing/2014/main" id="{0CCC3012-3CC8-4460-20BB-75BA5D652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98" y="4495188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9F6810-6408-7285-C80B-58CB53F0B3FD}"/>
                  </a:ext>
                </a:extLst>
              </p:cNvPr>
              <p:cNvSpPr txBox="1"/>
              <p:nvPr/>
            </p:nvSpPr>
            <p:spPr>
              <a:xfrm>
                <a:off x="3789863" y="4497432"/>
                <a:ext cx="1447615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9F6810-6408-7285-C80B-58CB53F0B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863" y="4497432"/>
                <a:ext cx="1447615" cy="39786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129">
                <a:extLst>
                  <a:ext uri="{FF2B5EF4-FFF2-40B4-BE49-F238E27FC236}">
                    <a16:creationId xmlns:a16="http://schemas.microsoft.com/office/drawing/2014/main" id="{A09293D7-9928-B458-54E6-EC0BBA017E64}"/>
                  </a:ext>
                </a:extLst>
              </p:cNvPr>
              <p:cNvSpPr txBox="1"/>
              <p:nvPr/>
            </p:nvSpPr>
            <p:spPr>
              <a:xfrm>
                <a:off x="1049964" y="50968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1" name="文字方塊 129">
                <a:extLst>
                  <a:ext uri="{FF2B5EF4-FFF2-40B4-BE49-F238E27FC236}">
                    <a16:creationId xmlns:a16="http://schemas.microsoft.com/office/drawing/2014/main" id="{A09293D7-9928-B458-54E6-EC0BBA017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64" y="509684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4FD4420-72F5-D5B4-5256-84CC612D3D97}"/>
                  </a:ext>
                </a:extLst>
              </p:cNvPr>
              <p:cNvSpPr txBox="1"/>
              <p:nvPr/>
            </p:nvSpPr>
            <p:spPr>
              <a:xfrm>
                <a:off x="1345486" y="5091508"/>
                <a:ext cx="2772171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[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]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4FD4420-72F5-D5B4-5256-84CC612D3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86" y="5091508"/>
                <a:ext cx="2772171" cy="42877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4849425-6A40-7A5A-E6F0-257AFF9CED6B}"/>
                  </a:ext>
                </a:extLst>
              </p:cNvPr>
              <p:cNvSpPr txBox="1"/>
              <p:nvPr/>
            </p:nvSpPr>
            <p:spPr>
              <a:xfrm>
                <a:off x="3987955" y="5105839"/>
                <a:ext cx="3266629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{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[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)]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}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4849425-6A40-7A5A-E6F0-257AFF9C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955" y="5105839"/>
                <a:ext cx="3266629" cy="42877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129">
                <a:extLst>
                  <a:ext uri="{FF2B5EF4-FFF2-40B4-BE49-F238E27FC236}">
                    <a16:creationId xmlns:a16="http://schemas.microsoft.com/office/drawing/2014/main" id="{4386EB1F-7FAB-1678-EB0E-1CB7B671D637}"/>
                  </a:ext>
                </a:extLst>
              </p:cNvPr>
              <p:cNvSpPr txBox="1"/>
              <p:nvPr/>
            </p:nvSpPr>
            <p:spPr>
              <a:xfrm>
                <a:off x="1049964" y="56898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129">
                <a:extLst>
                  <a:ext uri="{FF2B5EF4-FFF2-40B4-BE49-F238E27FC236}">
                    <a16:creationId xmlns:a16="http://schemas.microsoft.com/office/drawing/2014/main" id="{4386EB1F-7FAB-1678-EB0E-1CB7B671D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64" y="568986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C684993-F1D5-2308-D185-6344679EC092}"/>
                  </a:ext>
                </a:extLst>
              </p:cNvPr>
              <p:cNvSpPr txBox="1"/>
              <p:nvPr/>
            </p:nvSpPr>
            <p:spPr>
              <a:xfrm>
                <a:off x="1345486" y="5684535"/>
                <a:ext cx="2772171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3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q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C684993-F1D5-2308-D185-6344679EC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86" y="5684535"/>
                <a:ext cx="2772171" cy="42877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D3A5F0-7CF5-2DFD-96CF-5DDEE4475091}"/>
                  </a:ext>
                </a:extLst>
              </p:cNvPr>
              <p:cNvSpPr txBox="1"/>
              <p:nvPr/>
            </p:nvSpPr>
            <p:spPr>
              <a:xfrm>
                <a:off x="3987955" y="5698866"/>
                <a:ext cx="3266629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15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D3A5F0-7CF5-2DFD-96CF-5DDEE4475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955" y="5698866"/>
                <a:ext cx="3266629" cy="42877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129">
                <a:extLst>
                  <a:ext uri="{FF2B5EF4-FFF2-40B4-BE49-F238E27FC236}">
                    <a16:creationId xmlns:a16="http://schemas.microsoft.com/office/drawing/2014/main" id="{38C906A6-F70C-6D62-E468-B6D5FC1BBC2B}"/>
                  </a:ext>
                </a:extLst>
              </p:cNvPr>
              <p:cNvSpPr txBox="1"/>
              <p:nvPr/>
            </p:nvSpPr>
            <p:spPr>
              <a:xfrm>
                <a:off x="1049964" y="62716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129">
                <a:extLst>
                  <a:ext uri="{FF2B5EF4-FFF2-40B4-BE49-F238E27FC236}">
                    <a16:creationId xmlns:a16="http://schemas.microsoft.com/office/drawing/2014/main" id="{38C906A6-F70C-6D62-E468-B6D5FC1BB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64" y="6271614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E4CBC64-0600-CF2B-2233-291BF3C8E008}"/>
                  </a:ext>
                </a:extLst>
              </p:cNvPr>
              <p:cNvSpPr txBox="1"/>
              <p:nvPr/>
            </p:nvSpPr>
            <p:spPr>
              <a:xfrm>
                <a:off x="1345487" y="6266282"/>
                <a:ext cx="646942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q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E4CBC64-0600-CF2B-2233-291BF3C8E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87" y="6266282"/>
                <a:ext cx="646942" cy="42877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7B7E294-22B4-4100-2C20-7ADD5B17F6FD}"/>
                  </a:ext>
                </a:extLst>
              </p:cNvPr>
              <p:cNvSpPr txBox="1"/>
              <p:nvPr/>
            </p:nvSpPr>
            <p:spPr>
              <a:xfrm>
                <a:off x="1951797" y="6271614"/>
                <a:ext cx="1833174" cy="428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13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p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7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q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7B7E294-22B4-4100-2C20-7ADD5B17F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797" y="6271614"/>
                <a:ext cx="1833174" cy="42877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630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40" grpId="0"/>
      <p:bldP spid="41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137071C4-6FA8-25C3-7DA1-C6A174B9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435"/>
          <a:stretch>
            <a:fillRect/>
          </a:stretch>
        </p:blipFill>
        <p:spPr>
          <a:xfrm>
            <a:off x="426466" y="306602"/>
            <a:ext cx="5137756" cy="422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55DE9-3F4F-7A60-E349-BDDC8028E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0" b="82403"/>
          <a:stretch>
            <a:fillRect/>
          </a:stretch>
        </p:blipFill>
        <p:spPr>
          <a:xfrm>
            <a:off x="426466" y="1536191"/>
            <a:ext cx="5137756" cy="3527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筆跡 2">
                <a:extLst>
                  <a:ext uri="{FF2B5EF4-FFF2-40B4-BE49-F238E27FC236}">
                    <a16:creationId xmlns:a16="http://schemas.microsoft.com/office/drawing/2014/main" id="{76048197-9E22-4C8E-5E3F-2C69C4A0DB8F}"/>
                  </a:ext>
                </a:extLst>
              </p14:cNvPr>
              <p14:cNvContentPartPr/>
              <p14:nvPr/>
            </p14:nvContentPartPr>
            <p14:xfrm>
              <a:off x="1566152" y="553956"/>
              <a:ext cx="2665380" cy="45719"/>
            </p14:xfrm>
          </p:contentPart>
        </mc:Choice>
        <mc:Fallback xmlns="">
          <p:pic>
            <p:nvPicPr>
              <p:cNvPr id="6" name="筆跡 2">
                <a:extLst>
                  <a:ext uri="{FF2B5EF4-FFF2-40B4-BE49-F238E27FC236}">
                    <a16:creationId xmlns:a16="http://schemas.microsoft.com/office/drawing/2014/main" id="{76048197-9E22-4C8E-5E3F-2C69C4A0D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131" y="-13161744"/>
                <a:ext cx="27730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129">
                <a:extLst>
                  <a:ext uri="{FF2B5EF4-FFF2-40B4-BE49-F238E27FC236}">
                    <a16:creationId xmlns:a16="http://schemas.microsoft.com/office/drawing/2014/main" id="{CEF31169-B15B-A9F0-3858-03E794EA965C}"/>
                  </a:ext>
                </a:extLst>
              </p:cNvPr>
              <p:cNvSpPr txBox="1"/>
              <p:nvPr/>
            </p:nvSpPr>
            <p:spPr>
              <a:xfrm>
                <a:off x="1516552" y="8880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文字方塊 129">
                <a:extLst>
                  <a:ext uri="{FF2B5EF4-FFF2-40B4-BE49-F238E27FC236}">
                    <a16:creationId xmlns:a16="http://schemas.microsoft.com/office/drawing/2014/main" id="{CEF31169-B15B-A9F0-3858-03E794EA9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552" y="88801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88E682-A4E8-E748-B38C-91584D3C1E68}"/>
                  </a:ext>
                </a:extLst>
              </p:cNvPr>
              <p:cNvSpPr txBox="1"/>
              <p:nvPr/>
            </p:nvSpPr>
            <p:spPr>
              <a:xfrm>
                <a:off x="1812074" y="882682"/>
                <a:ext cx="259455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6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88E682-A4E8-E748-B38C-91584D3C1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74" y="882682"/>
                <a:ext cx="259455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45">
                <a:extLst>
                  <a:ext uri="{FF2B5EF4-FFF2-40B4-BE49-F238E27FC236}">
                    <a16:creationId xmlns:a16="http://schemas.microsoft.com/office/drawing/2014/main" id="{42D51830-55DE-DC18-C961-2C07FFDBB50D}"/>
                  </a:ext>
                </a:extLst>
              </p:cNvPr>
              <p:cNvSpPr txBox="1"/>
              <p:nvPr/>
            </p:nvSpPr>
            <p:spPr>
              <a:xfrm>
                <a:off x="1516552" y="19985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45">
                <a:extLst>
                  <a:ext uri="{FF2B5EF4-FFF2-40B4-BE49-F238E27FC236}">
                    <a16:creationId xmlns:a16="http://schemas.microsoft.com/office/drawing/2014/main" id="{42D51830-55DE-DC18-C961-2C07FFDBB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552" y="1998507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47">
                <a:extLst>
                  <a:ext uri="{FF2B5EF4-FFF2-40B4-BE49-F238E27FC236}">
                    <a16:creationId xmlns:a16="http://schemas.microsoft.com/office/drawing/2014/main" id="{ADAFB68F-C733-4732-5D66-DC07E57379D8}"/>
                  </a:ext>
                </a:extLst>
              </p:cNvPr>
              <p:cNvSpPr txBox="1"/>
              <p:nvPr/>
            </p:nvSpPr>
            <p:spPr>
              <a:xfrm>
                <a:off x="1783088" y="2043616"/>
                <a:ext cx="344333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31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6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45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9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47">
                <a:extLst>
                  <a:ext uri="{FF2B5EF4-FFF2-40B4-BE49-F238E27FC236}">
                    <a16:creationId xmlns:a16="http://schemas.microsoft.com/office/drawing/2014/main" id="{ADAFB68F-C733-4732-5D66-DC07E5737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88" y="2043616"/>
                <a:ext cx="3443336" cy="407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66">
            <a:extLst>
              <a:ext uri="{FF2B5EF4-FFF2-40B4-BE49-F238E27FC236}">
                <a16:creationId xmlns:a16="http://schemas.microsoft.com/office/drawing/2014/main" id="{62A32759-3B0F-FF1D-0D32-12D87E06C1C7}"/>
              </a:ext>
            </a:extLst>
          </p:cNvPr>
          <p:cNvSpPr txBox="1"/>
          <p:nvPr/>
        </p:nvSpPr>
        <p:spPr>
          <a:xfrm>
            <a:off x="2165095" y="198100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2" name="文字方塊 66">
            <a:extLst>
              <a:ext uri="{FF2B5EF4-FFF2-40B4-BE49-F238E27FC236}">
                <a16:creationId xmlns:a16="http://schemas.microsoft.com/office/drawing/2014/main" id="{F93729F2-AABB-9342-1EB1-8025A2C1E99A}"/>
              </a:ext>
            </a:extLst>
          </p:cNvPr>
          <p:cNvSpPr txBox="1"/>
          <p:nvPr/>
        </p:nvSpPr>
        <p:spPr>
          <a:xfrm>
            <a:off x="3006351" y="193404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45">
                <a:extLst>
                  <a:ext uri="{FF2B5EF4-FFF2-40B4-BE49-F238E27FC236}">
                    <a16:creationId xmlns:a16="http://schemas.microsoft.com/office/drawing/2014/main" id="{4EB9E057-0E0A-9A06-EAB4-E6C56BF0C21A}"/>
                  </a:ext>
                </a:extLst>
              </p:cNvPr>
              <p:cNvSpPr txBox="1"/>
              <p:nvPr/>
            </p:nvSpPr>
            <p:spPr>
              <a:xfrm>
                <a:off x="1516552" y="25726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45">
                <a:extLst>
                  <a:ext uri="{FF2B5EF4-FFF2-40B4-BE49-F238E27FC236}">
                    <a16:creationId xmlns:a16="http://schemas.microsoft.com/office/drawing/2014/main" id="{4EB9E057-0E0A-9A06-EAB4-E6C56BF0C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552" y="257264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47">
                <a:extLst>
                  <a:ext uri="{FF2B5EF4-FFF2-40B4-BE49-F238E27FC236}">
                    <a16:creationId xmlns:a16="http://schemas.microsoft.com/office/drawing/2014/main" id="{81025964-A178-998A-8BAE-E5E1EF38C31A}"/>
                  </a:ext>
                </a:extLst>
              </p:cNvPr>
              <p:cNvSpPr txBox="1"/>
              <p:nvPr/>
            </p:nvSpPr>
            <p:spPr>
              <a:xfrm>
                <a:off x="1783088" y="2617751"/>
                <a:ext cx="3631594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31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6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45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9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47">
                <a:extLst>
                  <a:ext uri="{FF2B5EF4-FFF2-40B4-BE49-F238E27FC236}">
                    <a16:creationId xmlns:a16="http://schemas.microsoft.com/office/drawing/2014/main" id="{81025964-A178-998A-8BAE-E5E1EF38C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88" y="2617751"/>
                <a:ext cx="3631594" cy="4070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66">
            <a:extLst>
              <a:ext uri="{FF2B5EF4-FFF2-40B4-BE49-F238E27FC236}">
                <a16:creationId xmlns:a16="http://schemas.microsoft.com/office/drawing/2014/main" id="{1782D36F-3970-E131-1215-6BCE60706077}"/>
              </a:ext>
            </a:extLst>
          </p:cNvPr>
          <p:cNvSpPr txBox="1"/>
          <p:nvPr/>
        </p:nvSpPr>
        <p:spPr>
          <a:xfrm>
            <a:off x="2351977" y="255705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29">
                <a:extLst>
                  <a:ext uri="{FF2B5EF4-FFF2-40B4-BE49-F238E27FC236}">
                    <a16:creationId xmlns:a16="http://schemas.microsoft.com/office/drawing/2014/main" id="{1E94DEAE-3B4C-AF87-B0D5-471943D8405A}"/>
                  </a:ext>
                </a:extLst>
              </p:cNvPr>
              <p:cNvSpPr txBox="1"/>
              <p:nvPr/>
            </p:nvSpPr>
            <p:spPr>
              <a:xfrm>
                <a:off x="1516552" y="31611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29">
                <a:extLst>
                  <a:ext uri="{FF2B5EF4-FFF2-40B4-BE49-F238E27FC236}">
                    <a16:creationId xmlns:a16="http://schemas.microsoft.com/office/drawing/2014/main" id="{1E94DEAE-3B4C-AF87-B0D5-471943D8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552" y="3161100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E769C-B227-48A6-E651-873F1C37828B}"/>
                  </a:ext>
                </a:extLst>
              </p:cNvPr>
              <p:cNvSpPr txBox="1"/>
              <p:nvPr/>
            </p:nvSpPr>
            <p:spPr>
              <a:xfrm>
                <a:off x="1812075" y="3155768"/>
                <a:ext cx="222204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6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)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E769C-B227-48A6-E651-873F1C378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75" y="3155768"/>
                <a:ext cx="2222043" cy="4070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AE1B59-65D4-5712-F952-1A475A1A8461}"/>
                  </a:ext>
                </a:extLst>
              </p:cNvPr>
              <p:cNvSpPr txBox="1"/>
              <p:nvPr/>
            </p:nvSpPr>
            <p:spPr>
              <a:xfrm>
                <a:off x="4135016" y="3155768"/>
                <a:ext cx="1380564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9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1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AE1B59-65D4-5712-F952-1A475A1A8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16" y="3155768"/>
                <a:ext cx="1380564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DA0AB1-9FE7-C3F0-D22A-AA8EF74F79D6}"/>
                  </a:ext>
                </a:extLst>
              </p:cNvPr>
              <p:cNvSpPr txBox="1"/>
              <p:nvPr/>
            </p:nvSpPr>
            <p:spPr>
              <a:xfrm>
                <a:off x="3845859" y="3155768"/>
                <a:ext cx="3765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DA0AB1-9FE7-C3F0-D22A-AA8EF74F7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859" y="3155768"/>
                <a:ext cx="37651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76292B-B71B-D8E1-B996-17BC9167B022}"/>
                  </a:ext>
                </a:extLst>
              </p:cNvPr>
              <p:cNvSpPr txBox="1"/>
              <p:nvPr/>
            </p:nvSpPr>
            <p:spPr>
              <a:xfrm>
                <a:off x="6062475" y="3127234"/>
                <a:ext cx="1447615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176292B-B71B-D8E1-B996-17BC9167B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475" y="3127234"/>
                <a:ext cx="1447615" cy="3978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129">
                <a:extLst>
                  <a:ext uri="{FF2B5EF4-FFF2-40B4-BE49-F238E27FC236}">
                    <a16:creationId xmlns:a16="http://schemas.microsoft.com/office/drawing/2014/main" id="{1AFAF0DF-7830-B936-C85F-236E2DD32FE2}"/>
                  </a:ext>
                </a:extLst>
              </p:cNvPr>
              <p:cNvSpPr txBox="1"/>
              <p:nvPr/>
            </p:nvSpPr>
            <p:spPr>
              <a:xfrm>
                <a:off x="1498622" y="37068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129">
                <a:extLst>
                  <a:ext uri="{FF2B5EF4-FFF2-40B4-BE49-F238E27FC236}">
                    <a16:creationId xmlns:a16="http://schemas.microsoft.com/office/drawing/2014/main" id="{1AFAF0DF-7830-B936-C85F-236E2DD32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22" y="370689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32A3C6-C04C-5233-AB35-AEF16B5C44D0}"/>
                  </a:ext>
                </a:extLst>
              </p:cNvPr>
              <p:cNvSpPr txBox="1"/>
              <p:nvPr/>
            </p:nvSpPr>
            <p:spPr>
              <a:xfrm>
                <a:off x="1736607" y="3701563"/>
                <a:ext cx="119427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32A3C6-C04C-5233-AB35-AEF16B5C4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607" y="3701563"/>
                <a:ext cx="1194276" cy="4070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8EC52C-B656-E736-980B-34BAE07EFB7E}"/>
                  </a:ext>
                </a:extLst>
              </p:cNvPr>
              <p:cNvSpPr txBox="1"/>
              <p:nvPr/>
            </p:nvSpPr>
            <p:spPr>
              <a:xfrm>
                <a:off x="2799274" y="3701563"/>
                <a:ext cx="184444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[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b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6</m:t>
                    </m:r>
                    <m:r>
                      <m:rPr>
                        <m:nor/>
                      </m:rP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9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]</m:t>
                    </m:r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8EC52C-B656-E736-980B-34BAE07EF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274" y="3701563"/>
                <a:ext cx="1844443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129">
                <a:extLst>
                  <a:ext uri="{FF2B5EF4-FFF2-40B4-BE49-F238E27FC236}">
                    <a16:creationId xmlns:a16="http://schemas.microsoft.com/office/drawing/2014/main" id="{BD8D71C3-4B85-03FA-C9BD-F1153D41BFBE}"/>
                  </a:ext>
                </a:extLst>
              </p:cNvPr>
              <p:cNvSpPr txBox="1"/>
              <p:nvPr/>
            </p:nvSpPr>
            <p:spPr>
              <a:xfrm>
                <a:off x="1498622" y="42863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129">
                <a:extLst>
                  <a:ext uri="{FF2B5EF4-FFF2-40B4-BE49-F238E27FC236}">
                    <a16:creationId xmlns:a16="http://schemas.microsoft.com/office/drawing/2014/main" id="{BD8D71C3-4B85-03FA-C9BD-F1153D41B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22" y="428636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5F1206-6CEE-C990-E2CA-4413A446FF8A}"/>
                  </a:ext>
                </a:extLst>
              </p:cNvPr>
              <p:cNvSpPr txBox="1"/>
              <p:nvPr/>
            </p:nvSpPr>
            <p:spPr>
              <a:xfrm>
                <a:off x="1736607" y="4281030"/>
                <a:ext cx="119427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5F1206-6CEE-C990-E2CA-4413A446F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607" y="4281030"/>
                <a:ext cx="1194276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027C43-3F34-409E-3A37-7237699975E5}"/>
                  </a:ext>
                </a:extLst>
              </p:cNvPr>
              <p:cNvSpPr txBox="1"/>
              <p:nvPr/>
            </p:nvSpPr>
            <p:spPr>
              <a:xfrm>
                <a:off x="2750652" y="4279373"/>
                <a:ext cx="184444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027C43-3F34-409E-3A37-723769997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652" y="4279373"/>
                <a:ext cx="1844443" cy="4070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66">
            <a:extLst>
              <a:ext uri="{FF2B5EF4-FFF2-40B4-BE49-F238E27FC236}">
                <a16:creationId xmlns:a16="http://schemas.microsoft.com/office/drawing/2014/main" id="{F77E098D-126F-A415-9949-111AE673AAC7}"/>
              </a:ext>
            </a:extLst>
          </p:cNvPr>
          <p:cNvSpPr txBox="1"/>
          <p:nvPr/>
        </p:nvSpPr>
        <p:spPr>
          <a:xfrm>
            <a:off x="3098518" y="420592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AD03C2-E681-541A-78E5-C5A52B82648D}"/>
                  </a:ext>
                </a:extLst>
              </p:cNvPr>
              <p:cNvSpPr txBox="1"/>
              <p:nvPr/>
            </p:nvSpPr>
            <p:spPr>
              <a:xfrm>
                <a:off x="1511064" y="4934187"/>
                <a:ext cx="36722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AD03C2-E681-541A-78E5-C5A52B826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064" y="4934187"/>
                <a:ext cx="367220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8C4F4F1B-98F2-7264-3D33-EF679D29B9EE}"/>
              </a:ext>
            </a:extLst>
          </p:cNvPr>
          <p:cNvSpPr txBox="1"/>
          <p:nvPr/>
        </p:nvSpPr>
        <p:spPr>
          <a:xfrm>
            <a:off x="2811267" y="4940105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[</a:t>
            </a:r>
            <a:endParaRPr lang="en-US" sz="20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366958-E999-192E-5777-592902DC6B6F}"/>
              </a:ext>
            </a:extLst>
          </p:cNvPr>
          <p:cNvSpPr txBox="1"/>
          <p:nvPr/>
        </p:nvSpPr>
        <p:spPr>
          <a:xfrm>
            <a:off x="5284198" y="4937245"/>
            <a:ext cx="239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]</a:t>
            </a:r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04D8F2-1B42-D3CE-C0AE-BCCD3F8F0ED6}"/>
                  </a:ext>
                </a:extLst>
              </p:cNvPr>
              <p:cNvSpPr txBox="1"/>
              <p:nvPr/>
            </p:nvSpPr>
            <p:spPr>
              <a:xfrm>
                <a:off x="3371187" y="4930749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04D8F2-1B42-D3CE-C0AE-BCCD3F8F0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187" y="4930749"/>
                <a:ext cx="404359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159">
            <a:extLst>
              <a:ext uri="{FF2B5EF4-FFF2-40B4-BE49-F238E27FC236}">
                <a16:creationId xmlns:a16="http://schemas.microsoft.com/office/drawing/2014/main" id="{32A2E7F5-CA9C-F84B-08A8-FB7B84F8B238}"/>
              </a:ext>
            </a:extLst>
          </p:cNvPr>
          <p:cNvSpPr txBox="1"/>
          <p:nvPr/>
        </p:nvSpPr>
        <p:spPr>
          <a:xfrm>
            <a:off x="3674721" y="4941303"/>
            <a:ext cx="395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p:grpSp>
        <p:nvGrpSpPr>
          <p:cNvPr id="37" name="群組 160">
            <a:extLst>
              <a:ext uri="{FF2B5EF4-FFF2-40B4-BE49-F238E27FC236}">
                <a16:creationId xmlns:a16="http://schemas.microsoft.com/office/drawing/2014/main" id="{6F0DF8B3-7BAB-4F82-25E7-56ACEB355C8F}"/>
              </a:ext>
            </a:extLst>
          </p:cNvPr>
          <p:cNvGrpSpPr/>
          <p:nvPr/>
        </p:nvGrpSpPr>
        <p:grpSpPr>
          <a:xfrm>
            <a:off x="3867040" y="4948435"/>
            <a:ext cx="671586" cy="411996"/>
            <a:chOff x="1151524" y="1368058"/>
            <a:chExt cx="807481" cy="339536"/>
          </a:xfrm>
        </p:grpSpPr>
        <p:sp>
          <p:nvSpPr>
            <p:cNvPr id="38" name="文字方塊 161">
              <a:extLst>
                <a:ext uri="{FF2B5EF4-FFF2-40B4-BE49-F238E27FC236}">
                  <a16:creationId xmlns:a16="http://schemas.microsoft.com/office/drawing/2014/main" id="{41FEB078-B937-B738-8E81-D9EE207C1D6E}"/>
                </a:ext>
              </a:extLst>
            </p:cNvPr>
            <p:cNvSpPr txBox="1"/>
            <p:nvPr/>
          </p:nvSpPr>
          <p:spPr>
            <a:xfrm>
              <a:off x="1151524" y="1377853"/>
              <a:ext cx="329966" cy="329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162">
                  <a:extLst>
                    <a:ext uri="{FF2B5EF4-FFF2-40B4-BE49-F238E27FC236}">
                      <a16:creationId xmlns:a16="http://schemas.microsoft.com/office/drawing/2014/main" id="{0081B097-E0F7-ADDF-C472-FEADF525ECC9}"/>
                    </a:ext>
                  </a:extLst>
                </p:cNvPr>
                <p:cNvSpPr txBox="1"/>
                <p:nvPr/>
              </p:nvSpPr>
              <p:spPr>
                <a:xfrm>
                  <a:off x="1256904" y="1368058"/>
                  <a:ext cx="702101" cy="3355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39" name="文字方塊 162">
                  <a:extLst>
                    <a:ext uri="{FF2B5EF4-FFF2-40B4-BE49-F238E27FC236}">
                      <a16:creationId xmlns:a16="http://schemas.microsoft.com/office/drawing/2014/main" id="{0081B097-E0F7-ADDF-C472-FEADF525E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6904" y="1368058"/>
                  <a:ext cx="702101" cy="335501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151">
            <a:extLst>
              <a:ext uri="{FF2B5EF4-FFF2-40B4-BE49-F238E27FC236}">
                <a16:creationId xmlns:a16="http://schemas.microsoft.com/office/drawing/2014/main" id="{DDD014DE-91B5-8AE2-1863-B8C8134B1F3C}"/>
              </a:ext>
            </a:extLst>
          </p:cNvPr>
          <p:cNvGrpSpPr/>
          <p:nvPr/>
        </p:nvGrpSpPr>
        <p:grpSpPr>
          <a:xfrm>
            <a:off x="4264191" y="4952985"/>
            <a:ext cx="573888" cy="401280"/>
            <a:chOff x="1875596" y="1758128"/>
            <a:chExt cx="573888" cy="320955"/>
          </a:xfrm>
        </p:grpSpPr>
        <p:sp>
          <p:nvSpPr>
            <p:cNvPr id="41" name="文字方塊 156">
              <a:extLst>
                <a:ext uri="{FF2B5EF4-FFF2-40B4-BE49-F238E27FC236}">
                  <a16:creationId xmlns:a16="http://schemas.microsoft.com/office/drawing/2014/main" id="{5810C735-C5DD-E720-3EB0-19496090A4A9}"/>
                </a:ext>
              </a:extLst>
            </p:cNvPr>
            <p:cNvSpPr txBox="1"/>
            <p:nvPr/>
          </p:nvSpPr>
          <p:spPr>
            <a:xfrm>
              <a:off x="1972151" y="1759064"/>
              <a:ext cx="444156" cy="3200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  <p:sp>
          <p:nvSpPr>
            <p:cNvPr id="42" name="文字方塊 154">
              <a:extLst>
                <a:ext uri="{FF2B5EF4-FFF2-40B4-BE49-F238E27FC236}">
                  <a16:creationId xmlns:a16="http://schemas.microsoft.com/office/drawing/2014/main" id="{45D4DAFB-9D9F-9B72-6C71-C58B9B377567}"/>
                </a:ext>
              </a:extLst>
            </p:cNvPr>
            <p:cNvSpPr txBox="1"/>
            <p:nvPr/>
          </p:nvSpPr>
          <p:spPr>
            <a:xfrm>
              <a:off x="1875596" y="1758128"/>
              <a:ext cx="274434" cy="3200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43" name="文字方塊 155">
              <a:extLst>
                <a:ext uri="{FF2B5EF4-FFF2-40B4-BE49-F238E27FC236}">
                  <a16:creationId xmlns:a16="http://schemas.microsoft.com/office/drawing/2014/main" id="{F780BFCA-CF56-E0B8-3B6F-EB7DE5BEE4FB}"/>
                </a:ext>
              </a:extLst>
            </p:cNvPr>
            <p:cNvSpPr txBox="1"/>
            <p:nvPr/>
          </p:nvSpPr>
          <p:spPr>
            <a:xfrm>
              <a:off x="2175050" y="1758128"/>
              <a:ext cx="274434" cy="3200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1BF155-7AF6-3505-A3F9-A55F5708FB37}"/>
                  </a:ext>
                </a:extLst>
              </p:cNvPr>
              <p:cNvSpPr txBox="1"/>
              <p:nvPr/>
            </p:nvSpPr>
            <p:spPr>
              <a:xfrm>
                <a:off x="4714220" y="4899631"/>
                <a:ext cx="4043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1BF155-7AF6-3505-A3F9-A55F5708F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220" y="4899631"/>
                <a:ext cx="404359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9AEBDA30-B3AD-79EC-FC3F-0CC12B271CB8}"/>
              </a:ext>
            </a:extLst>
          </p:cNvPr>
          <p:cNvGrpSpPr/>
          <p:nvPr/>
        </p:nvGrpSpPr>
        <p:grpSpPr>
          <a:xfrm>
            <a:off x="4965690" y="4772411"/>
            <a:ext cx="565967" cy="573271"/>
            <a:chOff x="1521215" y="1193164"/>
            <a:chExt cx="565967" cy="458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130">
                  <a:extLst>
                    <a:ext uri="{FF2B5EF4-FFF2-40B4-BE49-F238E27FC236}">
                      <a16:creationId xmlns:a16="http://schemas.microsoft.com/office/drawing/2014/main" id="{D3668D4D-CD28-7401-6F4E-CB081AF00D64}"/>
                    </a:ext>
                  </a:extLst>
                </p:cNvPr>
                <p:cNvSpPr txBox="1"/>
                <p:nvPr/>
              </p:nvSpPr>
              <p:spPr>
                <a:xfrm>
                  <a:off x="1521215" y="1331663"/>
                  <a:ext cx="357790" cy="320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130">
                  <a:extLst>
                    <a:ext uri="{FF2B5EF4-FFF2-40B4-BE49-F238E27FC236}">
                      <a16:creationId xmlns:a16="http://schemas.microsoft.com/office/drawing/2014/main" id="{D3668D4D-CD28-7401-6F4E-CB081AF00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215" y="1331663"/>
                  <a:ext cx="357790" cy="32001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字方塊 58">
              <a:extLst>
                <a:ext uri="{FF2B5EF4-FFF2-40B4-BE49-F238E27FC236}">
                  <a16:creationId xmlns:a16="http://schemas.microsoft.com/office/drawing/2014/main" id="{05B34B8D-4216-ADC1-8C94-7E8F2E28872C}"/>
                </a:ext>
              </a:extLst>
            </p:cNvPr>
            <p:cNvSpPr txBox="1"/>
            <p:nvPr/>
          </p:nvSpPr>
          <p:spPr>
            <a:xfrm>
              <a:off x="1729392" y="1193164"/>
              <a:ext cx="357790" cy="221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48" name="群組 150">
            <a:extLst>
              <a:ext uri="{FF2B5EF4-FFF2-40B4-BE49-F238E27FC236}">
                <a16:creationId xmlns:a16="http://schemas.microsoft.com/office/drawing/2014/main" id="{C379456C-A1DA-60FA-A35F-8F87B43FC277}"/>
              </a:ext>
            </a:extLst>
          </p:cNvPr>
          <p:cNvGrpSpPr/>
          <p:nvPr/>
        </p:nvGrpSpPr>
        <p:grpSpPr>
          <a:xfrm>
            <a:off x="3027875" y="4822687"/>
            <a:ext cx="624258" cy="525857"/>
            <a:chOff x="1084050" y="982917"/>
            <a:chExt cx="624258" cy="525857"/>
          </a:xfrm>
        </p:grpSpPr>
        <p:sp>
          <p:nvSpPr>
            <p:cNvPr id="49" name="文字方塊 156">
              <a:extLst>
                <a:ext uri="{FF2B5EF4-FFF2-40B4-BE49-F238E27FC236}">
                  <a16:creationId xmlns:a16="http://schemas.microsoft.com/office/drawing/2014/main" id="{B95C04E8-3172-F683-A4FE-B51F55BA78F3}"/>
                </a:ext>
              </a:extLst>
            </p:cNvPr>
            <p:cNvSpPr txBox="1"/>
            <p:nvPr/>
          </p:nvSpPr>
          <p:spPr>
            <a:xfrm>
              <a:off x="1084050" y="1108664"/>
              <a:ext cx="5799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50" name="文字方塊 152">
              <a:extLst>
                <a:ext uri="{FF2B5EF4-FFF2-40B4-BE49-F238E27FC236}">
                  <a16:creationId xmlns:a16="http://schemas.microsoft.com/office/drawing/2014/main" id="{D864912E-01B9-6821-3C25-9E66FBC7B878}"/>
                </a:ext>
              </a:extLst>
            </p:cNvPr>
            <p:cNvSpPr txBox="1"/>
            <p:nvPr/>
          </p:nvSpPr>
          <p:spPr>
            <a:xfrm>
              <a:off x="1350518" y="982917"/>
              <a:ext cx="3577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6B6AA76-CBEA-4117-81BB-C268BD4AE79C}"/>
                  </a:ext>
                </a:extLst>
              </p:cNvPr>
              <p:cNvSpPr txBox="1"/>
              <p:nvPr/>
            </p:nvSpPr>
            <p:spPr>
              <a:xfrm>
                <a:off x="1746095" y="4919668"/>
                <a:ext cx="119427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6B6AA76-CBEA-4117-81BB-C268BD4AE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095" y="4919668"/>
                <a:ext cx="1194276" cy="4070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129">
                <a:extLst>
                  <a:ext uri="{FF2B5EF4-FFF2-40B4-BE49-F238E27FC236}">
                    <a16:creationId xmlns:a16="http://schemas.microsoft.com/office/drawing/2014/main" id="{D51FD3E2-41AC-3478-0B8B-1E453236CA67}"/>
                  </a:ext>
                </a:extLst>
              </p:cNvPr>
              <p:cNvSpPr txBox="1"/>
              <p:nvPr/>
            </p:nvSpPr>
            <p:spPr>
              <a:xfrm>
                <a:off x="1515663" y="56242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129">
                <a:extLst>
                  <a:ext uri="{FF2B5EF4-FFF2-40B4-BE49-F238E27FC236}">
                    <a16:creationId xmlns:a16="http://schemas.microsoft.com/office/drawing/2014/main" id="{D51FD3E2-41AC-3478-0B8B-1E453236C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663" y="562420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B706211-DCF3-9D38-0FCD-6A5427EA8334}"/>
                  </a:ext>
                </a:extLst>
              </p:cNvPr>
              <p:cNvSpPr txBox="1"/>
              <p:nvPr/>
            </p:nvSpPr>
            <p:spPr>
              <a:xfrm>
                <a:off x="1753648" y="5618872"/>
                <a:ext cx="119427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B706211-DCF3-9D38-0FCD-6A5427EA8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648" y="5618872"/>
                <a:ext cx="1194276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CB7A90-CBE5-7473-B997-86C5121AA5C5}"/>
                  </a:ext>
                </a:extLst>
              </p:cNvPr>
              <p:cNvSpPr txBox="1"/>
              <p:nvPr/>
            </p:nvSpPr>
            <p:spPr>
              <a:xfrm>
                <a:off x="2767693" y="5617215"/>
                <a:ext cx="1099347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b</m:t>
                      </m:r>
                      <m: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CB7A90-CBE5-7473-B997-86C5121AA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693" y="5617215"/>
                <a:ext cx="1099347" cy="4070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字方塊 66">
            <a:extLst>
              <a:ext uri="{FF2B5EF4-FFF2-40B4-BE49-F238E27FC236}">
                <a16:creationId xmlns:a16="http://schemas.microsoft.com/office/drawing/2014/main" id="{8A51CF94-EDA2-E068-B915-D9D03FE8188A}"/>
              </a:ext>
            </a:extLst>
          </p:cNvPr>
          <p:cNvSpPr txBox="1"/>
          <p:nvPr/>
        </p:nvSpPr>
        <p:spPr>
          <a:xfrm>
            <a:off x="3652133" y="549336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2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44" grpId="0"/>
      <p:bldP spid="51" grpId="0"/>
      <p:bldP spid="52" grpId="0"/>
      <p:bldP spid="53" grpId="0"/>
      <p:bldP spid="54" grpId="0"/>
      <p:bldP spid="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83329B66-2C07-AB3D-80F8-D2D89495CE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0" b="88179"/>
          <a:stretch>
            <a:fillRect/>
          </a:stretch>
        </p:blipFill>
        <p:spPr>
          <a:xfrm>
            <a:off x="401811" y="382956"/>
            <a:ext cx="6283222" cy="737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22C246-93FD-A5C3-1B03-DE8AFC222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56" r="2260" b="67924"/>
          <a:stretch>
            <a:fillRect/>
          </a:stretch>
        </p:blipFill>
        <p:spPr>
          <a:xfrm>
            <a:off x="401811" y="3012080"/>
            <a:ext cx="6283222" cy="737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41F9E-F5D2-4662-6A6A-1ADA35379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44" r="2260" b="80586"/>
          <a:stretch>
            <a:fillRect/>
          </a:stretch>
        </p:blipFill>
        <p:spPr>
          <a:xfrm>
            <a:off x="401811" y="2017659"/>
            <a:ext cx="6283222" cy="466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129">
                <a:extLst>
                  <a:ext uri="{FF2B5EF4-FFF2-40B4-BE49-F238E27FC236}">
                    <a16:creationId xmlns:a16="http://schemas.microsoft.com/office/drawing/2014/main" id="{015C0023-9FE6-B0A8-60B9-B04452B6CACF}"/>
                  </a:ext>
                </a:extLst>
              </p:cNvPr>
              <p:cNvSpPr txBox="1"/>
              <p:nvPr/>
            </p:nvSpPr>
            <p:spPr>
              <a:xfrm>
                <a:off x="1718843" y="11962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129">
                <a:extLst>
                  <a:ext uri="{FF2B5EF4-FFF2-40B4-BE49-F238E27FC236}">
                    <a16:creationId xmlns:a16="http://schemas.microsoft.com/office/drawing/2014/main" id="{015C0023-9FE6-B0A8-60B9-B04452B6C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843" y="1196254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4C98E5-2DD5-EE64-9F91-B9124EEC869F}"/>
                  </a:ext>
                </a:extLst>
              </p:cNvPr>
              <p:cNvSpPr txBox="1"/>
              <p:nvPr/>
            </p:nvSpPr>
            <p:spPr>
              <a:xfrm>
                <a:off x="2014531" y="1213646"/>
                <a:ext cx="158284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4C98E5-2DD5-EE64-9F91-B9124EEC8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531" y="1213646"/>
                <a:ext cx="158284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29">
                <a:extLst>
                  <a:ext uri="{FF2B5EF4-FFF2-40B4-BE49-F238E27FC236}">
                    <a16:creationId xmlns:a16="http://schemas.microsoft.com/office/drawing/2014/main" id="{2EB54837-B8E4-08F7-7329-7BD9C173FAA1}"/>
                  </a:ext>
                </a:extLst>
              </p:cNvPr>
              <p:cNvSpPr txBox="1"/>
              <p:nvPr/>
            </p:nvSpPr>
            <p:spPr>
              <a:xfrm>
                <a:off x="1718843" y="16391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29">
                <a:extLst>
                  <a:ext uri="{FF2B5EF4-FFF2-40B4-BE49-F238E27FC236}">
                    <a16:creationId xmlns:a16="http://schemas.microsoft.com/office/drawing/2014/main" id="{2EB54837-B8E4-08F7-7329-7BD9C173F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843" y="163911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58">
            <a:extLst>
              <a:ext uri="{FF2B5EF4-FFF2-40B4-BE49-F238E27FC236}">
                <a16:creationId xmlns:a16="http://schemas.microsoft.com/office/drawing/2014/main" id="{69FF508F-1184-F46A-1223-11A592FB8A0C}"/>
              </a:ext>
            </a:extLst>
          </p:cNvPr>
          <p:cNvSpPr txBox="1"/>
          <p:nvPr/>
        </p:nvSpPr>
        <p:spPr>
          <a:xfrm>
            <a:off x="2549696" y="1096475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4" name="文字方塊 58">
            <a:extLst>
              <a:ext uri="{FF2B5EF4-FFF2-40B4-BE49-F238E27FC236}">
                <a16:creationId xmlns:a16="http://schemas.microsoft.com/office/drawing/2014/main" id="{8E89744B-4A86-FF1F-F2A5-60118447F15E}"/>
              </a:ext>
            </a:extLst>
          </p:cNvPr>
          <p:cNvSpPr txBox="1"/>
          <p:nvPr/>
        </p:nvSpPr>
        <p:spPr>
          <a:xfrm>
            <a:off x="3364229" y="1078913"/>
            <a:ext cx="357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02F3F7-EC77-2BEA-860B-82A2C15F66CE}"/>
                  </a:ext>
                </a:extLst>
              </p:cNvPr>
              <p:cNvSpPr txBox="1"/>
              <p:nvPr/>
            </p:nvSpPr>
            <p:spPr>
              <a:xfrm>
                <a:off x="2014365" y="1633780"/>
                <a:ext cx="27921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02F3F7-EC77-2BEA-860B-82A2C15F6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365" y="1633780"/>
                <a:ext cx="279213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筆跡 2">
                <a:extLst>
                  <a:ext uri="{FF2B5EF4-FFF2-40B4-BE49-F238E27FC236}">
                    <a16:creationId xmlns:a16="http://schemas.microsoft.com/office/drawing/2014/main" id="{32C74A88-65DF-F81B-9F51-84D207A0FA2D}"/>
                  </a:ext>
                </a:extLst>
              </p14:cNvPr>
              <p14:cNvContentPartPr/>
              <p14:nvPr/>
            </p14:nvContentPartPr>
            <p14:xfrm>
              <a:off x="2187387" y="953128"/>
              <a:ext cx="995083" cy="45719"/>
            </p14:xfrm>
          </p:contentPart>
        </mc:Choice>
        <mc:Fallback xmlns="">
          <p:pic>
            <p:nvPicPr>
              <p:cNvPr id="16" name="筆跡 2">
                <a:extLst>
                  <a:ext uri="{FF2B5EF4-FFF2-40B4-BE49-F238E27FC236}">
                    <a16:creationId xmlns:a16="http://schemas.microsoft.com/office/drawing/2014/main" id="{32C74A88-65DF-F81B-9F51-84D207A0FA2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33385" y="-12762572"/>
                <a:ext cx="11027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筆跡 2">
                <a:extLst>
                  <a:ext uri="{FF2B5EF4-FFF2-40B4-BE49-F238E27FC236}">
                    <a16:creationId xmlns:a16="http://schemas.microsoft.com/office/drawing/2014/main" id="{F3FD7D87-FFBA-0AB8-EFD0-439054C284FF}"/>
                  </a:ext>
                </a:extLst>
              </p14:cNvPr>
              <p14:cNvContentPartPr/>
              <p14:nvPr/>
            </p14:nvContentPartPr>
            <p14:xfrm>
              <a:off x="2187386" y="2266039"/>
              <a:ext cx="1703296" cy="45719"/>
            </p14:xfrm>
          </p:contentPart>
        </mc:Choice>
        <mc:Fallback xmlns="">
          <p:pic>
            <p:nvPicPr>
              <p:cNvPr id="17" name="筆跡 2">
                <a:extLst>
                  <a:ext uri="{FF2B5EF4-FFF2-40B4-BE49-F238E27FC236}">
                    <a16:creationId xmlns:a16="http://schemas.microsoft.com/office/drawing/2014/main" id="{F3FD7D87-FFBA-0AB8-EFD0-439054C284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3370" y="-11449661"/>
                <a:ext cx="181096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29">
                <a:extLst>
                  <a:ext uri="{FF2B5EF4-FFF2-40B4-BE49-F238E27FC236}">
                    <a16:creationId xmlns:a16="http://schemas.microsoft.com/office/drawing/2014/main" id="{FA3AB376-9E4A-C999-7FB9-09EA367F95C1}"/>
                  </a:ext>
                </a:extLst>
              </p:cNvPr>
              <p:cNvSpPr txBox="1"/>
              <p:nvPr/>
            </p:nvSpPr>
            <p:spPr>
              <a:xfrm>
                <a:off x="1718677" y="25781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8EE0F3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29">
                <a:extLst>
                  <a:ext uri="{FF2B5EF4-FFF2-40B4-BE49-F238E27FC236}">
                    <a16:creationId xmlns:a16="http://schemas.microsoft.com/office/drawing/2014/main" id="{FA3AB376-9E4A-C999-7FB9-09EA367F9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677" y="257815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F13ABD-AF29-845A-977E-815AA7BBDEB8}"/>
                  </a:ext>
                </a:extLst>
              </p:cNvPr>
              <p:cNvSpPr txBox="1"/>
              <p:nvPr/>
            </p:nvSpPr>
            <p:spPr>
              <a:xfrm>
                <a:off x="2014199" y="2572826"/>
                <a:ext cx="27921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3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4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)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8EE0F3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Handwriting" panose="03010101010101010101" pitchFamily="66" charset="0"/>
                  </a:rPr>
                  <a:t>7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y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8EE0F3"/>
                    </a:solidFill>
                    <a:latin typeface="Lucida Calligraphy" panose="03010101010101010101" pitchFamily="66" charset="0"/>
                  </a:rPr>
                  <a:t>) </a:t>
                </a:r>
                <a:endParaRPr lang="en-US" sz="2000">
                  <a:solidFill>
                    <a:srgbClr val="8EE0F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F13ABD-AF29-845A-977E-815AA7BBD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99" y="2572826"/>
                <a:ext cx="279213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筆跡 2">
                <a:extLst>
                  <a:ext uri="{FF2B5EF4-FFF2-40B4-BE49-F238E27FC236}">
                    <a16:creationId xmlns:a16="http://schemas.microsoft.com/office/drawing/2014/main" id="{ABF03BB5-9F70-4179-2425-45FE5EA8C46C}"/>
                  </a:ext>
                </a:extLst>
              </p14:cNvPr>
              <p14:cNvContentPartPr/>
              <p14:nvPr/>
            </p14:nvContentPartPr>
            <p14:xfrm>
              <a:off x="3533009" y="3149481"/>
              <a:ext cx="1639626" cy="45719"/>
            </p14:xfrm>
          </p:contentPart>
        </mc:Choice>
        <mc:Fallback xmlns="">
          <p:pic>
            <p:nvPicPr>
              <p:cNvPr id="20" name="筆跡 2">
                <a:extLst>
                  <a:ext uri="{FF2B5EF4-FFF2-40B4-BE49-F238E27FC236}">
                    <a16:creationId xmlns:a16="http://schemas.microsoft.com/office/drawing/2014/main" id="{ABF03BB5-9F70-4179-2425-45FE5EA8C46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78991" y="-10566219"/>
                <a:ext cx="174730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筆跡 2">
                <a:extLst>
                  <a:ext uri="{FF2B5EF4-FFF2-40B4-BE49-F238E27FC236}">
                    <a16:creationId xmlns:a16="http://schemas.microsoft.com/office/drawing/2014/main" id="{6B734627-E973-E3CF-6A07-7016A5C27BCC}"/>
                  </a:ext>
                </a:extLst>
              </p14:cNvPr>
              <p14:cNvContentPartPr/>
              <p14:nvPr/>
            </p14:nvContentPartPr>
            <p14:xfrm>
              <a:off x="5569969" y="3154117"/>
              <a:ext cx="1045984" cy="45719"/>
            </p14:xfrm>
          </p:contentPart>
        </mc:Choice>
        <mc:Fallback xmlns="">
          <p:pic>
            <p:nvPicPr>
              <p:cNvPr id="21" name="筆跡 2">
                <a:extLst>
                  <a:ext uri="{FF2B5EF4-FFF2-40B4-BE49-F238E27FC236}">
                    <a16:creationId xmlns:a16="http://schemas.microsoft.com/office/drawing/2014/main" id="{6B734627-E973-E3CF-6A07-7016A5C27BC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515959" y="-10561583"/>
                <a:ext cx="115364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7">
                <a:extLst>
                  <a:ext uri="{FF2B5EF4-FFF2-40B4-BE49-F238E27FC236}">
                    <a16:creationId xmlns:a16="http://schemas.microsoft.com/office/drawing/2014/main" id="{B82B5DD0-DB37-FB04-9429-1F53F1AD1587}"/>
                  </a:ext>
                </a:extLst>
              </p:cNvPr>
              <p:cNvSpPr txBox="1"/>
              <p:nvPr/>
            </p:nvSpPr>
            <p:spPr>
              <a:xfrm>
                <a:off x="1513874" y="41166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7">
                <a:extLst>
                  <a:ext uri="{FF2B5EF4-FFF2-40B4-BE49-F238E27FC236}">
                    <a16:creationId xmlns:a16="http://schemas.microsoft.com/office/drawing/2014/main" id="{B82B5DD0-DB37-FB04-9429-1F53F1AD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74" y="4116640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74">
            <a:extLst>
              <a:ext uri="{FF2B5EF4-FFF2-40B4-BE49-F238E27FC236}">
                <a16:creationId xmlns:a16="http://schemas.microsoft.com/office/drawing/2014/main" id="{CE16553C-A8EE-8B1C-0306-ED61A50A4364}"/>
              </a:ext>
            </a:extLst>
          </p:cNvPr>
          <p:cNvGrpSpPr/>
          <p:nvPr/>
        </p:nvGrpSpPr>
        <p:grpSpPr>
          <a:xfrm>
            <a:off x="1755765" y="3933985"/>
            <a:ext cx="2750177" cy="799707"/>
            <a:chOff x="2966782" y="4852524"/>
            <a:chExt cx="796294" cy="7997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75">
                  <a:extLst>
                    <a:ext uri="{FF2B5EF4-FFF2-40B4-BE49-F238E27FC236}">
                      <a16:creationId xmlns:a16="http://schemas.microsoft.com/office/drawing/2014/main" id="{7B9DC08A-6D71-92D0-A215-5086064B4C13}"/>
                    </a:ext>
                  </a:extLst>
                </p:cNvPr>
                <p:cNvSpPr txBox="1"/>
                <p:nvPr/>
              </p:nvSpPr>
              <p:spPr>
                <a:xfrm>
                  <a:off x="2966782" y="4852524"/>
                  <a:ext cx="7962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(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3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x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4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y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) (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5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x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7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y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) </a:t>
                  </a:r>
                  <a:endParaRPr lang="en-US" sz="2000">
                    <a:solidFill>
                      <a:srgbClr val="8EE0F3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字方塊 75">
                  <a:extLst>
                    <a:ext uri="{FF2B5EF4-FFF2-40B4-BE49-F238E27FC236}">
                      <a16:creationId xmlns:a16="http://schemas.microsoft.com/office/drawing/2014/main" id="{7B9DC08A-6D71-92D0-A215-5086064B4C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6782" y="4852524"/>
                  <a:ext cx="796294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群組 76">
              <a:extLst>
                <a:ext uri="{FF2B5EF4-FFF2-40B4-BE49-F238E27FC236}">
                  <a16:creationId xmlns:a16="http://schemas.microsoft.com/office/drawing/2014/main" id="{EEB2FAB2-3B53-FA3E-10C9-3C02F08EF85A}"/>
                </a:ext>
              </a:extLst>
            </p:cNvPr>
            <p:cNvGrpSpPr/>
            <p:nvPr/>
          </p:nvGrpSpPr>
          <p:grpSpPr>
            <a:xfrm>
              <a:off x="3015681" y="5234424"/>
              <a:ext cx="687948" cy="417807"/>
              <a:chOff x="3015681" y="5234424"/>
              <a:chExt cx="687948" cy="417807"/>
            </a:xfrm>
          </p:grpSpPr>
          <p:cxnSp>
            <p:nvCxnSpPr>
              <p:cNvPr id="26" name="直線接點 77">
                <a:extLst>
                  <a:ext uri="{FF2B5EF4-FFF2-40B4-BE49-F238E27FC236}">
                    <a16:creationId xmlns:a16="http://schemas.microsoft.com/office/drawing/2014/main" id="{4230DD56-3CEE-7B84-0FD0-6CBCE203D6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015681" y="5236043"/>
                <a:ext cx="68794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字方塊 78">
                    <a:extLst>
                      <a:ext uri="{FF2B5EF4-FFF2-40B4-BE49-F238E27FC236}">
                        <a16:creationId xmlns:a16="http://schemas.microsoft.com/office/drawing/2014/main" id="{44FC4A51-55B3-5C34-6503-AF880F74B04C}"/>
                      </a:ext>
                    </a:extLst>
                  </p:cNvPr>
                  <p:cNvSpPr txBox="1"/>
                  <p:nvPr/>
                </p:nvSpPr>
                <p:spPr>
                  <a:xfrm>
                    <a:off x="3092502" y="5234424"/>
                    <a:ext cx="485437" cy="4178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45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63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m:t>y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7" name="文字方塊 78">
                    <a:extLst>
                      <a:ext uri="{FF2B5EF4-FFF2-40B4-BE49-F238E27FC236}">
                        <a16:creationId xmlns:a16="http://schemas.microsoft.com/office/drawing/2014/main" id="{44FC4A51-55B3-5C34-6503-AF880F74B0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2502" y="5234424"/>
                    <a:ext cx="485437" cy="41780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53">
                <a:extLst>
                  <a:ext uri="{FF2B5EF4-FFF2-40B4-BE49-F238E27FC236}">
                    <a16:creationId xmlns:a16="http://schemas.microsoft.com/office/drawing/2014/main" id="{D006712D-A17E-9817-9E97-C4B6C3E20F4B}"/>
                  </a:ext>
                </a:extLst>
              </p:cNvPr>
              <p:cNvSpPr txBox="1"/>
              <p:nvPr/>
            </p:nvSpPr>
            <p:spPr>
              <a:xfrm>
                <a:off x="4358098" y="41158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53">
                <a:extLst>
                  <a:ext uri="{FF2B5EF4-FFF2-40B4-BE49-F238E27FC236}">
                    <a16:creationId xmlns:a16="http://schemas.microsoft.com/office/drawing/2014/main" id="{D006712D-A17E-9817-9E97-C4B6C3E20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098" y="411583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74">
            <a:extLst>
              <a:ext uri="{FF2B5EF4-FFF2-40B4-BE49-F238E27FC236}">
                <a16:creationId xmlns:a16="http://schemas.microsoft.com/office/drawing/2014/main" id="{5E5F0977-45C4-A1FB-F9C6-475D81710671}"/>
              </a:ext>
            </a:extLst>
          </p:cNvPr>
          <p:cNvGrpSpPr/>
          <p:nvPr/>
        </p:nvGrpSpPr>
        <p:grpSpPr>
          <a:xfrm>
            <a:off x="4621028" y="3887113"/>
            <a:ext cx="3077368" cy="841354"/>
            <a:chOff x="2942938" y="4713332"/>
            <a:chExt cx="963283" cy="8018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75">
                  <a:extLst>
                    <a:ext uri="{FF2B5EF4-FFF2-40B4-BE49-F238E27FC236}">
                      <a16:creationId xmlns:a16="http://schemas.microsoft.com/office/drawing/2014/main" id="{3593D7B4-FE7A-04CD-FE3D-B1145667F860}"/>
                    </a:ext>
                  </a:extLst>
                </p:cNvPr>
                <p:cNvSpPr txBox="1"/>
                <p:nvPr/>
              </p:nvSpPr>
              <p:spPr>
                <a:xfrm>
                  <a:off x="2942938" y="4713332"/>
                  <a:ext cx="963283" cy="408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) (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 </m:t>
                        </m:r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)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75">
                  <a:extLst>
                    <a:ext uri="{FF2B5EF4-FFF2-40B4-BE49-F238E27FC236}">
                      <a16:creationId xmlns:a16="http://schemas.microsoft.com/office/drawing/2014/main" id="{3593D7B4-FE7A-04CD-FE3D-B1145667F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938" y="4713332"/>
                  <a:ext cx="963283" cy="40865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群組 76">
              <a:extLst>
                <a:ext uri="{FF2B5EF4-FFF2-40B4-BE49-F238E27FC236}">
                  <a16:creationId xmlns:a16="http://schemas.microsoft.com/office/drawing/2014/main" id="{D92C772E-F05F-EB52-58B6-3225D4B7C5D5}"/>
                </a:ext>
              </a:extLst>
            </p:cNvPr>
            <p:cNvGrpSpPr/>
            <p:nvPr/>
          </p:nvGrpSpPr>
          <p:grpSpPr>
            <a:xfrm>
              <a:off x="2985390" y="5117005"/>
              <a:ext cx="905710" cy="398202"/>
              <a:chOff x="2985390" y="5117005"/>
              <a:chExt cx="905710" cy="398202"/>
            </a:xfrm>
          </p:grpSpPr>
          <p:cxnSp>
            <p:nvCxnSpPr>
              <p:cNvPr id="32" name="直線接點 77">
                <a:extLst>
                  <a:ext uri="{FF2B5EF4-FFF2-40B4-BE49-F238E27FC236}">
                    <a16:creationId xmlns:a16="http://schemas.microsoft.com/office/drawing/2014/main" id="{C78A95B2-5F73-34C7-E33D-4D4E4657F8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85390" y="5121985"/>
                <a:ext cx="905710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78">
                    <a:extLst>
                      <a:ext uri="{FF2B5EF4-FFF2-40B4-BE49-F238E27FC236}">
                        <a16:creationId xmlns:a16="http://schemas.microsoft.com/office/drawing/2014/main" id="{F23A6EC3-0114-77CA-0D45-C7D8CC3FD512}"/>
                      </a:ext>
                    </a:extLst>
                  </p:cNvPr>
                  <p:cNvSpPr txBox="1"/>
                  <p:nvPr/>
                </p:nvSpPr>
                <p:spPr>
                  <a:xfrm>
                    <a:off x="3156390" y="5117005"/>
                    <a:ext cx="485438" cy="3982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15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6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m:t>y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33" name="文字方塊 78">
                    <a:extLst>
                      <a:ext uri="{FF2B5EF4-FFF2-40B4-BE49-F238E27FC236}">
                        <a16:creationId xmlns:a16="http://schemas.microsoft.com/office/drawing/2014/main" id="{F23A6EC3-0114-77CA-0D45-C7D8CC3FD5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6390" y="5117005"/>
                    <a:ext cx="485438" cy="39820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筆跡 6">
                <a:extLst>
                  <a:ext uri="{FF2B5EF4-FFF2-40B4-BE49-F238E27FC236}">
                    <a16:creationId xmlns:a16="http://schemas.microsoft.com/office/drawing/2014/main" id="{8CC23B6E-B5B5-C693-1160-D424A3F1E81B}"/>
                  </a:ext>
                </a:extLst>
              </p14:cNvPr>
              <p14:cNvContentPartPr/>
              <p14:nvPr/>
            </p14:nvContentPartPr>
            <p14:xfrm>
              <a:off x="4994746" y="5450816"/>
              <a:ext cx="984713" cy="45719"/>
            </p14:xfrm>
          </p:contentPart>
        </mc:Choice>
        <mc:Fallback xmlns="">
          <p:pic>
            <p:nvPicPr>
              <p:cNvPr id="36" name="筆跡 6">
                <a:extLst>
                  <a:ext uri="{FF2B5EF4-FFF2-40B4-BE49-F238E27FC236}">
                    <a16:creationId xmlns:a16="http://schemas.microsoft.com/office/drawing/2014/main" id="{8CC23B6E-B5B5-C693-1160-D424A3F1E81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40720" y="-8264884"/>
                <a:ext cx="109240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筆跡 6">
                <a:extLst>
                  <a:ext uri="{FF2B5EF4-FFF2-40B4-BE49-F238E27FC236}">
                    <a16:creationId xmlns:a16="http://schemas.microsoft.com/office/drawing/2014/main" id="{0B831B2D-04C2-1BE2-E8BC-4639F9F1AFE4}"/>
                  </a:ext>
                </a:extLst>
              </p14:cNvPr>
              <p14:cNvContentPartPr/>
              <p14:nvPr/>
            </p14:nvContentPartPr>
            <p14:xfrm>
              <a:off x="1951385" y="5031070"/>
              <a:ext cx="1033861" cy="45719"/>
            </p14:xfrm>
          </p:contentPart>
        </mc:Choice>
        <mc:Fallback xmlns="">
          <p:pic>
            <p:nvPicPr>
              <p:cNvPr id="37" name="筆跡 6">
                <a:extLst>
                  <a:ext uri="{FF2B5EF4-FFF2-40B4-BE49-F238E27FC236}">
                    <a16:creationId xmlns:a16="http://schemas.microsoft.com/office/drawing/2014/main" id="{0B831B2D-04C2-1BE2-E8BC-4639F9F1AFE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97388" y="-8684630"/>
                <a:ext cx="1141495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BE22415-C717-167E-E0D3-5E555A28A1F1}"/>
              </a:ext>
            </a:extLst>
          </p:cNvPr>
          <p:cNvCxnSpPr>
            <a:cxnSpLocks/>
          </p:cNvCxnSpPr>
          <p:nvPr/>
        </p:nvCxnSpPr>
        <p:spPr>
          <a:xfrm flipV="1">
            <a:off x="1866521" y="4988741"/>
            <a:ext cx="1233812" cy="1482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D28A38D-890C-56FD-B3EE-DC6F6F92E4EB}"/>
              </a:ext>
            </a:extLst>
          </p:cNvPr>
          <p:cNvCxnSpPr>
            <a:cxnSpLocks/>
          </p:cNvCxnSpPr>
          <p:nvPr/>
        </p:nvCxnSpPr>
        <p:spPr>
          <a:xfrm flipV="1">
            <a:off x="4887859" y="5418943"/>
            <a:ext cx="1190483" cy="17944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筆跡 6">
                <a:extLst>
                  <a:ext uri="{FF2B5EF4-FFF2-40B4-BE49-F238E27FC236}">
                    <a16:creationId xmlns:a16="http://schemas.microsoft.com/office/drawing/2014/main" id="{C65B1904-E5EE-0452-F96B-2378E1E5D589}"/>
                  </a:ext>
                </a:extLst>
              </p14:cNvPr>
              <p14:cNvContentPartPr/>
              <p14:nvPr/>
            </p14:nvContentPartPr>
            <p14:xfrm>
              <a:off x="2605893" y="5435828"/>
              <a:ext cx="1116126" cy="45719"/>
            </p14:xfrm>
          </p:contentPart>
        </mc:Choice>
        <mc:Fallback xmlns="">
          <p:pic>
            <p:nvPicPr>
              <p:cNvPr id="41" name="筆跡 6">
                <a:extLst>
                  <a:ext uri="{FF2B5EF4-FFF2-40B4-BE49-F238E27FC236}">
                    <a16:creationId xmlns:a16="http://schemas.microsoft.com/office/drawing/2014/main" id="{C65B1904-E5EE-0452-F96B-2378E1E5D58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51887" y="-8279872"/>
                <a:ext cx="122377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2" name="筆跡 6">
                <a:extLst>
                  <a:ext uri="{FF2B5EF4-FFF2-40B4-BE49-F238E27FC236}">
                    <a16:creationId xmlns:a16="http://schemas.microsoft.com/office/drawing/2014/main" id="{980BA09B-E420-1143-2069-0BD996BEAAC3}"/>
                  </a:ext>
                </a:extLst>
              </p14:cNvPr>
              <p14:cNvContentPartPr/>
              <p14:nvPr/>
            </p14:nvContentPartPr>
            <p14:xfrm>
              <a:off x="3303522" y="5031069"/>
              <a:ext cx="1038217" cy="45719"/>
            </p14:xfrm>
          </p:contentPart>
        </mc:Choice>
        <mc:Fallback xmlns="">
          <p:pic>
            <p:nvPicPr>
              <p:cNvPr id="42" name="筆跡 6">
                <a:extLst>
                  <a:ext uri="{FF2B5EF4-FFF2-40B4-BE49-F238E27FC236}">
                    <a16:creationId xmlns:a16="http://schemas.microsoft.com/office/drawing/2014/main" id="{980BA09B-E420-1143-2069-0BD996BEAAC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249523" y="-8684631"/>
                <a:ext cx="1145855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184560-8716-119A-995E-E3B0E182675B}"/>
              </a:ext>
            </a:extLst>
          </p:cNvPr>
          <p:cNvCxnSpPr>
            <a:cxnSpLocks/>
          </p:cNvCxnSpPr>
          <p:nvPr/>
        </p:nvCxnSpPr>
        <p:spPr>
          <a:xfrm flipV="1">
            <a:off x="3246527" y="4932422"/>
            <a:ext cx="1210299" cy="1991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B77FB7-3441-04F4-65F5-577CABA4B658}"/>
              </a:ext>
            </a:extLst>
          </p:cNvPr>
          <p:cNvCxnSpPr>
            <a:cxnSpLocks/>
          </p:cNvCxnSpPr>
          <p:nvPr/>
        </p:nvCxnSpPr>
        <p:spPr>
          <a:xfrm flipV="1">
            <a:off x="2524172" y="5309456"/>
            <a:ext cx="1342358" cy="25527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489D9C-137A-61B7-4A9F-175006BD55BE}"/>
                  </a:ext>
                </a:extLst>
              </p:cNvPr>
              <p:cNvSpPr txBox="1"/>
              <p:nvPr/>
            </p:nvSpPr>
            <p:spPr>
              <a:xfrm>
                <a:off x="8113348" y="4101498"/>
                <a:ext cx="1447615" cy="397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from</m:t>
                      </m:r>
                      <m:r>
                        <a:rPr lang="en-US" altLang="zh-HK" sz="18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HK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))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489D9C-137A-61B7-4A9F-175006BD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348" y="4101498"/>
                <a:ext cx="1447615" cy="39786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27">
                <a:extLst>
                  <a:ext uri="{FF2B5EF4-FFF2-40B4-BE49-F238E27FC236}">
                    <a16:creationId xmlns:a16="http://schemas.microsoft.com/office/drawing/2014/main" id="{1A8A1A6C-5539-DE97-0791-718776A071D6}"/>
                  </a:ext>
                </a:extLst>
              </p:cNvPr>
              <p:cNvSpPr txBox="1"/>
              <p:nvPr/>
            </p:nvSpPr>
            <p:spPr>
              <a:xfrm>
                <a:off x="1513874" y="50196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27">
                <a:extLst>
                  <a:ext uri="{FF2B5EF4-FFF2-40B4-BE49-F238E27FC236}">
                    <a16:creationId xmlns:a16="http://schemas.microsoft.com/office/drawing/2014/main" id="{1A8A1A6C-5539-DE97-0791-718776A07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74" y="5019643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74">
            <a:extLst>
              <a:ext uri="{FF2B5EF4-FFF2-40B4-BE49-F238E27FC236}">
                <a16:creationId xmlns:a16="http://schemas.microsoft.com/office/drawing/2014/main" id="{27405EAA-0AC4-0ACE-D3FE-EBD85DD02E76}"/>
              </a:ext>
            </a:extLst>
          </p:cNvPr>
          <p:cNvGrpSpPr/>
          <p:nvPr/>
        </p:nvGrpSpPr>
        <p:grpSpPr>
          <a:xfrm>
            <a:off x="1755765" y="4836988"/>
            <a:ext cx="2750177" cy="810672"/>
            <a:chOff x="2966782" y="4852524"/>
            <a:chExt cx="796294" cy="810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75">
                  <a:extLst>
                    <a:ext uri="{FF2B5EF4-FFF2-40B4-BE49-F238E27FC236}">
                      <a16:creationId xmlns:a16="http://schemas.microsoft.com/office/drawing/2014/main" id="{1CFB53B5-01A3-51B2-2D4C-D6EA86362A6B}"/>
                    </a:ext>
                  </a:extLst>
                </p:cNvPr>
                <p:cNvSpPr txBox="1"/>
                <p:nvPr/>
              </p:nvSpPr>
              <p:spPr>
                <a:xfrm>
                  <a:off x="2966782" y="4852524"/>
                  <a:ext cx="7962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(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3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x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4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y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) (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5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x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8EE0F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Handwriting" panose="03010101010101010101" pitchFamily="66" charset="0"/>
                    </a:rPr>
                    <a:t>7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y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8EE0F3"/>
                      </a:solidFill>
                      <a:latin typeface="Lucida Calligraphy" panose="03010101010101010101" pitchFamily="66" charset="0"/>
                    </a:rPr>
                    <a:t>) </a:t>
                  </a:r>
                  <a:endParaRPr lang="en-US" sz="2000">
                    <a:solidFill>
                      <a:srgbClr val="8EE0F3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字方塊 75">
                  <a:extLst>
                    <a:ext uri="{FF2B5EF4-FFF2-40B4-BE49-F238E27FC236}">
                      <a16:creationId xmlns:a16="http://schemas.microsoft.com/office/drawing/2014/main" id="{1CFB53B5-01A3-51B2-2D4C-D6EA86362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6782" y="4852524"/>
                  <a:ext cx="796294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群組 76">
              <a:extLst>
                <a:ext uri="{FF2B5EF4-FFF2-40B4-BE49-F238E27FC236}">
                  <a16:creationId xmlns:a16="http://schemas.microsoft.com/office/drawing/2014/main" id="{A63B54BD-4532-B6C1-81F2-F865357CDE23}"/>
                </a:ext>
              </a:extLst>
            </p:cNvPr>
            <p:cNvGrpSpPr/>
            <p:nvPr/>
          </p:nvGrpSpPr>
          <p:grpSpPr>
            <a:xfrm>
              <a:off x="3015681" y="5234424"/>
              <a:ext cx="687948" cy="428772"/>
              <a:chOff x="3015681" y="5234424"/>
              <a:chExt cx="687948" cy="428772"/>
            </a:xfrm>
          </p:grpSpPr>
          <p:cxnSp>
            <p:nvCxnSpPr>
              <p:cNvPr id="53" name="直線接點 77">
                <a:extLst>
                  <a:ext uri="{FF2B5EF4-FFF2-40B4-BE49-F238E27FC236}">
                    <a16:creationId xmlns:a16="http://schemas.microsoft.com/office/drawing/2014/main" id="{1D1D01C9-6506-CE0C-CFD3-522B1578B7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015681" y="5236043"/>
                <a:ext cx="68794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78">
                    <a:extLst>
                      <a:ext uri="{FF2B5EF4-FFF2-40B4-BE49-F238E27FC236}">
                        <a16:creationId xmlns:a16="http://schemas.microsoft.com/office/drawing/2014/main" id="{1E1267B9-2BD8-C833-2ABF-0A8E2B4B49CF}"/>
                      </a:ext>
                    </a:extLst>
                  </p:cNvPr>
                  <p:cNvSpPr txBox="1"/>
                  <p:nvPr/>
                </p:nvSpPr>
                <p:spPr>
                  <a:xfrm>
                    <a:off x="3092502" y="5234424"/>
                    <a:ext cx="498603" cy="42877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Handwriting" panose="03010101010101010101" pitchFamily="66" charset="0"/>
                            </a:rPr>
                            <m:t>9</m:t>
                          </m:r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Handwriting" panose="03010101010101010101" pitchFamily="66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 </m:t>
                          </m:r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Handwriting" panose="03010101010101010101" pitchFamily="66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)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54" name="文字方塊 78">
                    <a:extLst>
                      <a:ext uri="{FF2B5EF4-FFF2-40B4-BE49-F238E27FC236}">
                        <a16:creationId xmlns:a16="http://schemas.microsoft.com/office/drawing/2014/main" id="{1E1267B9-2BD8-C833-2ABF-0A8E2B4B49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2502" y="5234424"/>
                    <a:ext cx="498603" cy="42877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3">
                <a:extLst>
                  <a:ext uri="{FF2B5EF4-FFF2-40B4-BE49-F238E27FC236}">
                    <a16:creationId xmlns:a16="http://schemas.microsoft.com/office/drawing/2014/main" id="{4800242B-8886-C3B1-9D66-4D59C2F9C9B8}"/>
                  </a:ext>
                </a:extLst>
              </p:cNvPr>
              <p:cNvSpPr txBox="1"/>
              <p:nvPr/>
            </p:nvSpPr>
            <p:spPr>
              <a:xfrm>
                <a:off x="4358098" y="50188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3">
                <a:extLst>
                  <a:ext uri="{FF2B5EF4-FFF2-40B4-BE49-F238E27FC236}">
                    <a16:creationId xmlns:a16="http://schemas.microsoft.com/office/drawing/2014/main" id="{4800242B-8886-C3B1-9D66-4D59C2F9C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098" y="5018833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74">
            <a:extLst>
              <a:ext uri="{FF2B5EF4-FFF2-40B4-BE49-F238E27FC236}">
                <a16:creationId xmlns:a16="http://schemas.microsoft.com/office/drawing/2014/main" id="{36DE3808-DDA1-209C-105F-4E9A76B2AC60}"/>
              </a:ext>
            </a:extLst>
          </p:cNvPr>
          <p:cNvGrpSpPr/>
          <p:nvPr/>
        </p:nvGrpSpPr>
        <p:grpSpPr>
          <a:xfrm>
            <a:off x="4522301" y="4790116"/>
            <a:ext cx="3291689" cy="871871"/>
            <a:chOff x="2912034" y="4713332"/>
            <a:chExt cx="1030370" cy="8309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75">
                  <a:extLst>
                    <a:ext uri="{FF2B5EF4-FFF2-40B4-BE49-F238E27FC236}">
                      <a16:creationId xmlns:a16="http://schemas.microsoft.com/office/drawing/2014/main" id="{D61FBE06-F065-A450-7181-73BCB64D0895}"/>
                    </a:ext>
                  </a:extLst>
                </p:cNvPr>
                <p:cNvSpPr txBox="1"/>
                <p:nvPr/>
              </p:nvSpPr>
              <p:spPr>
                <a:xfrm>
                  <a:off x="2942938" y="4713332"/>
                  <a:ext cx="963283" cy="408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 </m:t>
                        </m:r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  <m:r>
                          <m:rPr>
                            <m:nor/>
                          </m:rPr>
                          <a:rPr lang="en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)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7" name="文字方塊 75">
                  <a:extLst>
                    <a:ext uri="{FF2B5EF4-FFF2-40B4-BE49-F238E27FC236}">
                      <a16:creationId xmlns:a16="http://schemas.microsoft.com/office/drawing/2014/main" id="{D61FBE06-F065-A450-7181-73BCB64D0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938" y="4713332"/>
                  <a:ext cx="963283" cy="40865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" name="群組 76">
              <a:extLst>
                <a:ext uri="{FF2B5EF4-FFF2-40B4-BE49-F238E27FC236}">
                  <a16:creationId xmlns:a16="http://schemas.microsoft.com/office/drawing/2014/main" id="{6AC7D21D-4B8B-113E-8983-E78341BBE113}"/>
                </a:ext>
              </a:extLst>
            </p:cNvPr>
            <p:cNvGrpSpPr/>
            <p:nvPr/>
          </p:nvGrpSpPr>
          <p:grpSpPr>
            <a:xfrm>
              <a:off x="2912034" y="5121985"/>
              <a:ext cx="1030370" cy="422307"/>
              <a:chOff x="2912034" y="5121985"/>
              <a:chExt cx="1030370" cy="422307"/>
            </a:xfrm>
          </p:grpSpPr>
          <p:cxnSp>
            <p:nvCxnSpPr>
              <p:cNvPr id="59" name="直線接點 77">
                <a:extLst>
                  <a:ext uri="{FF2B5EF4-FFF2-40B4-BE49-F238E27FC236}">
                    <a16:creationId xmlns:a16="http://schemas.microsoft.com/office/drawing/2014/main" id="{665E036A-06BE-FB42-1BCD-330EE3C5CF0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85390" y="5121985"/>
                <a:ext cx="905710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78">
                    <a:extLst>
                      <a:ext uri="{FF2B5EF4-FFF2-40B4-BE49-F238E27FC236}">
                        <a16:creationId xmlns:a16="http://schemas.microsoft.com/office/drawing/2014/main" id="{C0BA9723-2FD3-2EFC-8978-AF7B870A19ED}"/>
                      </a:ext>
                    </a:extLst>
                  </p:cNvPr>
                  <p:cNvSpPr txBox="1"/>
                  <p:nvPr/>
                </p:nvSpPr>
                <p:spPr>
                  <a:xfrm>
                    <a:off x="2912034" y="5135640"/>
                    <a:ext cx="1030370" cy="4086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Handwriting" panose="03010101010101010101" pitchFamily="66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HK" altLang="zh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Handwriting" panose="03010101010101010101" pitchFamily="66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) (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Handwriting" panose="03010101010101010101" pitchFamily="66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 </m:t>
                          </m:r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Handwriting" panose="03010101010101010101" pitchFamily="66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HK" altLang="zh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Lucida Calligraphy" panose="03010101010101010101" pitchFamily="66" charset="0"/>
                            </a:rPr>
                            <m:t>)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0" name="文字方塊 78">
                    <a:extLst>
                      <a:ext uri="{FF2B5EF4-FFF2-40B4-BE49-F238E27FC236}">
                        <a16:creationId xmlns:a16="http://schemas.microsoft.com/office/drawing/2014/main" id="{C0BA9723-2FD3-2EFC-8978-AF7B870A1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2034" y="5135640"/>
                    <a:ext cx="1030370" cy="40865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4" name="筆跡 7">
                <a:extLst>
                  <a:ext uri="{FF2B5EF4-FFF2-40B4-BE49-F238E27FC236}">
                    <a16:creationId xmlns:a16="http://schemas.microsoft.com/office/drawing/2014/main" id="{A15CA4DD-9DB9-83E2-B90C-CE649511D682}"/>
                  </a:ext>
                </a:extLst>
              </p14:cNvPr>
              <p14:cNvContentPartPr/>
              <p14:nvPr/>
            </p14:nvContentPartPr>
            <p14:xfrm>
              <a:off x="5440978" y="5017139"/>
              <a:ext cx="84244" cy="45719"/>
            </p14:xfrm>
          </p:contentPart>
        </mc:Choice>
        <mc:Fallback xmlns="">
          <p:pic>
            <p:nvPicPr>
              <p:cNvPr id="74" name="筆跡 7">
                <a:extLst>
                  <a:ext uri="{FF2B5EF4-FFF2-40B4-BE49-F238E27FC236}">
                    <a16:creationId xmlns:a16="http://schemas.microsoft.com/office/drawing/2014/main" id="{A15CA4DD-9DB9-83E2-B90C-CE649511D6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87205" y="-8698561"/>
                <a:ext cx="191431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F1C951C-13EE-4FF5-3176-FAB8F2106601}"/>
              </a:ext>
            </a:extLst>
          </p:cNvPr>
          <p:cNvCxnSpPr>
            <a:cxnSpLocks/>
          </p:cNvCxnSpPr>
          <p:nvPr/>
        </p:nvCxnSpPr>
        <p:spPr>
          <a:xfrm flipV="1">
            <a:off x="2262767" y="5298382"/>
            <a:ext cx="240263" cy="25720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6" name="筆跡 7">
                <a:extLst>
                  <a:ext uri="{FF2B5EF4-FFF2-40B4-BE49-F238E27FC236}">
                    <a16:creationId xmlns:a16="http://schemas.microsoft.com/office/drawing/2014/main" id="{CF62E313-6681-5A11-8EC0-68FA1F1F2468}"/>
                  </a:ext>
                </a:extLst>
              </p14:cNvPr>
              <p14:cNvContentPartPr/>
              <p14:nvPr/>
            </p14:nvContentPartPr>
            <p14:xfrm>
              <a:off x="2312894" y="5427956"/>
              <a:ext cx="62670" cy="45719"/>
            </p14:xfrm>
          </p:contentPart>
        </mc:Choice>
        <mc:Fallback xmlns="">
          <p:pic>
            <p:nvPicPr>
              <p:cNvPr id="76" name="筆跡 7">
                <a:extLst>
                  <a:ext uri="{FF2B5EF4-FFF2-40B4-BE49-F238E27FC236}">
                    <a16:creationId xmlns:a16="http://schemas.microsoft.com/office/drawing/2014/main" id="{CF62E313-6681-5A11-8EC0-68FA1F1F246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59177" y="-8287744"/>
                <a:ext cx="169746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66121FE-68FE-479C-9FC4-854FE39C7DE3}"/>
              </a:ext>
            </a:extLst>
          </p:cNvPr>
          <p:cNvCxnSpPr>
            <a:cxnSpLocks/>
          </p:cNvCxnSpPr>
          <p:nvPr/>
        </p:nvCxnSpPr>
        <p:spPr>
          <a:xfrm flipV="1">
            <a:off x="5372035" y="4878186"/>
            <a:ext cx="227469" cy="25318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1D7EB7C-0BFF-6890-DEB1-3E3B733CA975}"/>
                  </a:ext>
                </a:extLst>
              </p:cNvPr>
              <p:cNvSpPr txBox="1"/>
              <p:nvPr/>
            </p:nvSpPr>
            <p:spPr>
              <a:xfrm>
                <a:off x="1841902" y="5286623"/>
                <a:ext cx="3587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1D7EB7C-0BFF-6890-DEB1-3E3B733CA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902" y="5286623"/>
                <a:ext cx="358722" cy="3693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字方塊 27">
                <a:extLst>
                  <a:ext uri="{FF2B5EF4-FFF2-40B4-BE49-F238E27FC236}">
                    <a16:creationId xmlns:a16="http://schemas.microsoft.com/office/drawing/2014/main" id="{D8E00849-DF99-5D82-23F6-6F033CED2AA1}"/>
                  </a:ext>
                </a:extLst>
              </p:cNvPr>
              <p:cNvSpPr txBox="1"/>
              <p:nvPr/>
            </p:nvSpPr>
            <p:spPr>
              <a:xfrm>
                <a:off x="1541449" y="59468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1" name="文字方塊 27">
                <a:extLst>
                  <a:ext uri="{FF2B5EF4-FFF2-40B4-BE49-F238E27FC236}">
                    <a16:creationId xmlns:a16="http://schemas.microsoft.com/office/drawing/2014/main" id="{D8E00849-DF99-5D82-23F6-6F033CED2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49" y="5946805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群組 74">
            <a:extLst>
              <a:ext uri="{FF2B5EF4-FFF2-40B4-BE49-F238E27FC236}">
                <a16:creationId xmlns:a16="http://schemas.microsoft.com/office/drawing/2014/main" id="{836F65E2-BA2E-51EF-B14C-BCBD4FF6E627}"/>
              </a:ext>
            </a:extLst>
          </p:cNvPr>
          <p:cNvGrpSpPr/>
          <p:nvPr/>
        </p:nvGrpSpPr>
        <p:grpSpPr>
          <a:xfrm>
            <a:off x="1830486" y="5761525"/>
            <a:ext cx="1550813" cy="799965"/>
            <a:chOff x="2978643" y="4840503"/>
            <a:chExt cx="485438" cy="7624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75">
                  <a:extLst>
                    <a:ext uri="{FF2B5EF4-FFF2-40B4-BE49-F238E27FC236}">
                      <a16:creationId xmlns:a16="http://schemas.microsoft.com/office/drawing/2014/main" id="{39038654-6054-ECEB-C61A-85FF68C3E026}"/>
                    </a:ext>
                  </a:extLst>
                </p:cNvPr>
                <p:cNvSpPr txBox="1"/>
                <p:nvPr/>
              </p:nvSpPr>
              <p:spPr>
                <a:xfrm>
                  <a:off x="3033856" y="4840503"/>
                  <a:ext cx="375011" cy="4086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Handwriting" panose="03010101010101010101" pitchFamily="6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HK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9" name="文字方塊 75">
                  <a:extLst>
                    <a:ext uri="{FF2B5EF4-FFF2-40B4-BE49-F238E27FC236}">
                      <a16:creationId xmlns:a16="http://schemas.microsoft.com/office/drawing/2014/main" id="{39038654-6054-ECEB-C61A-85FF68C3E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856" y="4840503"/>
                  <a:ext cx="375011" cy="40865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0" name="群組 76">
              <a:extLst>
                <a:ext uri="{FF2B5EF4-FFF2-40B4-BE49-F238E27FC236}">
                  <a16:creationId xmlns:a16="http://schemas.microsoft.com/office/drawing/2014/main" id="{5C82FF78-487A-1EED-F1DE-78D21F3A3A89}"/>
                </a:ext>
              </a:extLst>
            </p:cNvPr>
            <p:cNvGrpSpPr/>
            <p:nvPr/>
          </p:nvGrpSpPr>
          <p:grpSpPr>
            <a:xfrm>
              <a:off x="2978643" y="5194279"/>
              <a:ext cx="485438" cy="408652"/>
              <a:chOff x="2978643" y="5194279"/>
              <a:chExt cx="485438" cy="408652"/>
            </a:xfrm>
          </p:grpSpPr>
          <p:cxnSp>
            <p:nvCxnSpPr>
              <p:cNvPr id="91" name="直線接點 77">
                <a:extLst>
                  <a:ext uri="{FF2B5EF4-FFF2-40B4-BE49-F238E27FC236}">
                    <a16:creationId xmlns:a16="http://schemas.microsoft.com/office/drawing/2014/main" id="{3CE6DFC1-5BD8-211B-6DDD-AA8D53DB720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021424" y="5218043"/>
                <a:ext cx="427534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字方塊 78">
                    <a:extLst>
                      <a:ext uri="{FF2B5EF4-FFF2-40B4-BE49-F238E27FC236}">
                        <a16:creationId xmlns:a16="http://schemas.microsoft.com/office/drawing/2014/main" id="{296E949A-0589-6AFC-8F5B-5F13595FEED8}"/>
                      </a:ext>
                    </a:extLst>
                  </p:cNvPr>
                  <p:cNvSpPr txBox="1"/>
                  <p:nvPr/>
                </p:nvSpPr>
                <p:spPr>
                  <a:xfrm>
                    <a:off x="2978643" y="5194279"/>
                    <a:ext cx="485438" cy="4086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m:t>x</m:t>
                          </m:r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Handwriting" panose="03010101010101010101" pitchFamily="66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en-US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Lucida Calligraphy" panose="03010101010101010101" pitchFamily="66" charset="0"/>
                            </a:rPr>
                            <m:t>)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2" name="文字方塊 78">
                    <a:extLst>
                      <a:ext uri="{FF2B5EF4-FFF2-40B4-BE49-F238E27FC236}">
                        <a16:creationId xmlns:a16="http://schemas.microsoft.com/office/drawing/2014/main" id="{296E949A-0589-6AFC-8F5B-5F13595FEE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8643" y="5194279"/>
                    <a:ext cx="485438" cy="408652"/>
                  </a:xfrm>
                  <a:prstGeom prst="rect">
                    <a:avLst/>
                  </a:prstGeom>
                  <a:blipFill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74673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8" grpId="0"/>
      <p:bldP spid="19" grpId="0"/>
      <p:bldP spid="22" grpId="0"/>
      <p:bldP spid="28" grpId="0"/>
      <p:bldP spid="48" grpId="0"/>
      <p:bldP spid="49" grpId="0"/>
      <p:bldP spid="55" grpId="0"/>
      <p:bldP spid="78" grpId="0"/>
      <p:bldP spid="8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E8D4B3-2E9B-4B77-A9B0-B23B80BF88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14F621-81DD-4343-944D-9489FF7992E8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53703969-f457-4a88-8c40-86a712be61e1"/>
    <ds:schemaRef ds:uri="http://purl.org/dc/elements/1.1/"/>
    <ds:schemaRef ds:uri="http://schemas.microsoft.com/office/infopath/2007/PartnerControls"/>
    <ds:schemaRef ds:uri="1d17fa38-d5b6-4a8b-82e7-5ce3b2398ac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0223DA9-34C2-426B-8E0C-42311EE868B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2123</Words>
  <Application>Microsoft Office PowerPoint</Application>
  <PresentationFormat>Widescreen</PresentationFormat>
  <Paragraphs>859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Aptos Display</vt:lpstr>
      <vt:lpstr>Arial</vt:lpstr>
      <vt:lpstr>Brush Script MT</vt:lpstr>
      <vt:lpstr>Calibri</vt:lpstr>
      <vt:lpstr>Cambria Math</vt:lpstr>
      <vt:lpstr>Lucida Calligraphy</vt:lpstr>
      <vt:lpstr>Lucida Handwriting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CSPT02</dc:creator>
  <cp:lastModifiedBy>CSPT02</cp:lastModifiedBy>
  <cp:revision>1</cp:revision>
  <dcterms:created xsi:type="dcterms:W3CDTF">2025-07-03T09:11:48Z</dcterms:created>
  <dcterms:modified xsi:type="dcterms:W3CDTF">2025-07-11T09:07:27Z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