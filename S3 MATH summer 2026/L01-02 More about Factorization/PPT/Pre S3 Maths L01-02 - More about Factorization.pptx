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87" r:id="rId5"/>
    <p:sldId id="289" r:id="rId6"/>
    <p:sldId id="290" r:id="rId7"/>
    <p:sldId id="291" r:id="rId8"/>
    <p:sldId id="292" r:id="rId9"/>
    <p:sldId id="293" r:id="rId10"/>
    <p:sldId id="379" r:id="rId11"/>
    <p:sldId id="408" r:id="rId12"/>
    <p:sldId id="409" r:id="rId13"/>
    <p:sldId id="410" r:id="rId14"/>
    <p:sldId id="411" r:id="rId15"/>
    <p:sldId id="412" r:id="rId16"/>
    <p:sldId id="413" r:id="rId17"/>
    <p:sldId id="414" r:id="rId18"/>
    <p:sldId id="415" r:id="rId19"/>
    <p:sldId id="416" r:id="rId20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 S3 L1" id="{341B8D06-A50A-42AA-BAA8-B719971F42F6}">
          <p14:sldIdLst>
            <p14:sldId id="287"/>
            <p14:sldId id="289"/>
            <p14:sldId id="290"/>
            <p14:sldId id="291"/>
            <p14:sldId id="292"/>
            <p14:sldId id="293"/>
            <p14:sldId id="379"/>
          </p14:sldIdLst>
        </p14:section>
        <p14:section name="Pre S3 L2" id="{92AD96C5-192D-449B-BCBE-4E8FF741F282}">
          <p14:sldIdLst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69A94-D1CF-4458-AD63-CED167285535}" v="6" dt="2025-07-30T06:20:14.964"/>
    <p1510:client id="{F863C143-8B20-0A9D-B0D3-CAC8B89C531B}" v="2" dt="2025-07-30T06:13:33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60" d="100"/>
          <a:sy n="160" d="100"/>
        </p:scale>
        <p:origin x="-2712" y="-1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i Sura" userId="51f810a5dc7c05aa" providerId="LiveId" clId="{118ABC16-D749-42B2-82A8-2878D098F169}"/>
    <pc:docChg chg="custSel addSld delSld modSld addSection modSection">
      <pc:chgData name="Tai Sura" userId="51f810a5dc7c05aa" providerId="LiveId" clId="{118ABC16-D749-42B2-82A8-2878D098F169}" dt="2022-07-30T03:35:29.059" v="74"/>
      <pc:docMkLst>
        <pc:docMk/>
      </pc:docMkLst>
      <pc:sldChg chg="delSp new del mod">
        <pc:chgData name="Tai Sura" userId="51f810a5dc7c05aa" providerId="LiveId" clId="{118ABC16-D749-42B2-82A8-2878D098F169}" dt="2022-07-30T03:35:10.302" v="72" actId="47"/>
        <pc:sldMkLst>
          <pc:docMk/>
          <pc:sldMk cId="2346840186" sldId="256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754178837" sldId="378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883093029" sldId="379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852689055" sldId="381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340111880" sldId="383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769089539" sldId="384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020092285" sldId="385"/>
        </pc:sldMkLst>
      </pc:sldChg>
      <pc:sldChg chg="modSp add mod">
        <pc:chgData name="Tai Sura" userId="51f810a5dc7c05aa" providerId="LiveId" clId="{118ABC16-D749-42B2-82A8-2878D098F169}" dt="2022-07-28T06:12:05.221" v="37" actId="20577"/>
        <pc:sldMkLst>
          <pc:docMk/>
          <pc:sldMk cId="3027699691" sldId="386"/>
        </pc:sldMkLst>
      </pc:sldChg>
      <pc:sldChg chg="modSp add">
        <pc:chgData name="Tai Sura" userId="51f810a5dc7c05aa" providerId="LiveId" clId="{118ABC16-D749-42B2-82A8-2878D098F169}" dt="2022-07-28T06:12:42.798" v="65" actId="20577"/>
        <pc:sldMkLst>
          <pc:docMk/>
          <pc:sldMk cId="1624585304" sldId="387"/>
        </pc:sldMkLst>
      </pc:sldChg>
      <pc:sldChg chg="add modAnim">
        <pc:chgData name="Tai Sura" userId="51f810a5dc7c05aa" providerId="LiveId" clId="{118ABC16-D749-42B2-82A8-2878D098F169}" dt="2022-07-30T03:35:29.059" v="74"/>
        <pc:sldMkLst>
          <pc:docMk/>
          <pc:sldMk cId="3839971599" sldId="399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717041588" sldId="400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1065936135" sldId="401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118039536" sldId="402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84186784" sldId="403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733791810" sldId="404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969039947" sldId="405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356548245" sldId="406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92368153" sldId="407"/>
        </pc:sldMkLst>
      </pc:sldChg>
      <pc:sldChg chg="delSp new del mod">
        <pc:chgData name="Tai Sura" userId="51f810a5dc7c05aa" providerId="LiveId" clId="{118ABC16-D749-42B2-82A8-2878D098F169}" dt="2022-07-30T03:35:14.200" v="73" actId="47"/>
        <pc:sldMkLst>
          <pc:docMk/>
          <pc:sldMk cId="467897697" sldId="408"/>
        </pc:sldMkLst>
      </pc:sldChg>
    </pc:docChg>
  </pc:docChgLst>
  <pc:docChgLst>
    <pc:chgData name="Hoi" userId="064b9ae9-efb5-4029-bcbc-4c9becbf9a22" providerId="ADAL" clId="{9EE4205D-B641-49A4-8D1A-A7101879A0DE}"/>
    <pc:docChg chg="undo custSel addSld delSld modSld modSection">
      <pc:chgData name="Hoi" userId="064b9ae9-efb5-4029-bcbc-4c9becbf9a22" providerId="ADAL" clId="{9EE4205D-B641-49A4-8D1A-A7101879A0DE}" dt="2023-07-15T06:33:30.505" v="27" actId="47"/>
      <pc:docMkLst>
        <pc:docMk/>
      </pc:docMkLst>
      <pc:sldChg chg="addSp modSp add mod modAnim">
        <pc:chgData name="Hoi" userId="064b9ae9-efb5-4029-bcbc-4c9becbf9a22" providerId="ADAL" clId="{9EE4205D-B641-49A4-8D1A-A7101879A0DE}" dt="2023-07-15T06:33:12.060" v="26"/>
        <pc:sldMkLst>
          <pc:docMk/>
          <pc:sldMk cId="3242292743" sldId="287"/>
        </pc:sldMkLst>
      </pc:sldChg>
      <pc:sldChg chg="add">
        <pc:chgData name="Hoi" userId="064b9ae9-efb5-4029-bcbc-4c9becbf9a22" providerId="ADAL" clId="{9EE4205D-B641-49A4-8D1A-A7101879A0DE}" dt="2023-07-15T06:32:08.382" v="14"/>
        <pc:sldMkLst>
          <pc:docMk/>
          <pc:sldMk cId="2270036858" sldId="289"/>
        </pc:sldMkLst>
      </pc:sldChg>
      <pc:sldChg chg="add">
        <pc:chgData name="Hoi" userId="064b9ae9-efb5-4029-bcbc-4c9becbf9a22" providerId="ADAL" clId="{9EE4205D-B641-49A4-8D1A-A7101879A0DE}" dt="2023-07-15T06:32:08.382" v="14"/>
        <pc:sldMkLst>
          <pc:docMk/>
          <pc:sldMk cId="1877567504" sldId="290"/>
        </pc:sldMkLst>
      </pc:sldChg>
      <pc:sldChg chg="add">
        <pc:chgData name="Hoi" userId="064b9ae9-efb5-4029-bcbc-4c9becbf9a22" providerId="ADAL" clId="{9EE4205D-B641-49A4-8D1A-A7101879A0DE}" dt="2023-07-15T06:32:08.382" v="14"/>
        <pc:sldMkLst>
          <pc:docMk/>
          <pc:sldMk cId="1677104574" sldId="291"/>
        </pc:sldMkLst>
      </pc:sldChg>
      <pc:sldChg chg="add">
        <pc:chgData name="Hoi" userId="064b9ae9-efb5-4029-bcbc-4c9becbf9a22" providerId="ADAL" clId="{9EE4205D-B641-49A4-8D1A-A7101879A0DE}" dt="2023-07-15T06:32:08.382" v="14"/>
        <pc:sldMkLst>
          <pc:docMk/>
          <pc:sldMk cId="2379145913" sldId="292"/>
        </pc:sldMkLst>
      </pc:sldChg>
      <pc:sldChg chg="add">
        <pc:chgData name="Hoi" userId="064b9ae9-efb5-4029-bcbc-4c9becbf9a22" providerId="ADAL" clId="{9EE4205D-B641-49A4-8D1A-A7101879A0DE}" dt="2023-07-15T06:32:08.382" v="14"/>
        <pc:sldMkLst>
          <pc:docMk/>
          <pc:sldMk cId="3744640184" sldId="293"/>
        </pc:sldMkLst>
      </pc:sldChg>
      <pc:sldChg chg="del">
        <pc:chgData name="Hoi" userId="064b9ae9-efb5-4029-bcbc-4c9becbf9a22" providerId="ADAL" clId="{9EE4205D-B641-49A4-8D1A-A7101879A0DE}" dt="2023-07-15T06:33:30.505" v="27" actId="47"/>
        <pc:sldMkLst>
          <pc:docMk/>
          <pc:sldMk cId="1754178837" sldId="378"/>
        </pc:sldMkLst>
      </pc:sldChg>
      <pc:sldChg chg="del">
        <pc:chgData name="Hoi" userId="064b9ae9-efb5-4029-bcbc-4c9becbf9a22" providerId="ADAL" clId="{9EE4205D-B641-49A4-8D1A-A7101879A0DE}" dt="2023-07-15T06:30:15.460" v="10" actId="47"/>
        <pc:sldMkLst>
          <pc:docMk/>
          <pc:sldMk cId="1852689055" sldId="381"/>
        </pc:sldMkLst>
      </pc:sldChg>
      <pc:sldChg chg="del">
        <pc:chgData name="Hoi" userId="064b9ae9-efb5-4029-bcbc-4c9becbf9a22" providerId="ADAL" clId="{9EE4205D-B641-49A4-8D1A-A7101879A0DE}" dt="2023-07-15T06:30:15.460" v="10" actId="47"/>
        <pc:sldMkLst>
          <pc:docMk/>
          <pc:sldMk cId="2340111880" sldId="383"/>
        </pc:sldMkLst>
      </pc:sldChg>
      <pc:sldChg chg="del">
        <pc:chgData name="Hoi" userId="064b9ae9-efb5-4029-bcbc-4c9becbf9a22" providerId="ADAL" clId="{9EE4205D-B641-49A4-8D1A-A7101879A0DE}" dt="2023-07-15T06:30:15.460" v="10" actId="47"/>
        <pc:sldMkLst>
          <pc:docMk/>
          <pc:sldMk cId="1769089539" sldId="384"/>
        </pc:sldMkLst>
      </pc:sldChg>
      <pc:sldChg chg="del">
        <pc:chgData name="Hoi" userId="064b9ae9-efb5-4029-bcbc-4c9becbf9a22" providerId="ADAL" clId="{9EE4205D-B641-49A4-8D1A-A7101879A0DE}" dt="2023-07-15T06:30:15.460" v="10" actId="47"/>
        <pc:sldMkLst>
          <pc:docMk/>
          <pc:sldMk cId="2020092285" sldId="385"/>
        </pc:sldMkLst>
      </pc:sldChg>
      <pc:sldChg chg="del">
        <pc:chgData name="Hoi" userId="064b9ae9-efb5-4029-bcbc-4c9becbf9a22" providerId="ADAL" clId="{9EE4205D-B641-49A4-8D1A-A7101879A0DE}" dt="2023-07-15T06:30:15.460" v="10" actId="47"/>
        <pc:sldMkLst>
          <pc:docMk/>
          <pc:sldMk cId="3027699691" sldId="386"/>
        </pc:sldMkLst>
      </pc:sldChg>
      <pc:sldChg chg="addSp delSp del mod">
        <pc:chgData name="Hoi" userId="064b9ae9-efb5-4029-bcbc-4c9becbf9a22" providerId="ADAL" clId="{9EE4205D-B641-49A4-8D1A-A7101879A0DE}" dt="2023-07-15T06:30:15.460" v="10" actId="47"/>
        <pc:sldMkLst>
          <pc:docMk/>
          <pc:sldMk cId="1624585304" sldId="387"/>
        </pc:sldMkLst>
      </pc:sldChg>
      <pc:sldChg chg="del">
        <pc:chgData name="Hoi" userId="064b9ae9-efb5-4029-bcbc-4c9becbf9a22" providerId="ADAL" clId="{9EE4205D-B641-49A4-8D1A-A7101879A0DE}" dt="2023-07-15T06:29:20.792" v="6" actId="47"/>
        <pc:sldMkLst>
          <pc:docMk/>
          <pc:sldMk cId="3839971599" sldId="399"/>
        </pc:sldMkLst>
      </pc:sldChg>
      <pc:sldChg chg="del">
        <pc:chgData name="Hoi" userId="064b9ae9-efb5-4029-bcbc-4c9becbf9a22" providerId="ADAL" clId="{9EE4205D-B641-49A4-8D1A-A7101879A0DE}" dt="2023-07-15T06:29:20.792" v="6" actId="47"/>
        <pc:sldMkLst>
          <pc:docMk/>
          <pc:sldMk cId="2717041588" sldId="400"/>
        </pc:sldMkLst>
      </pc:sldChg>
      <pc:sldChg chg="del">
        <pc:chgData name="Hoi" userId="064b9ae9-efb5-4029-bcbc-4c9becbf9a22" providerId="ADAL" clId="{9EE4205D-B641-49A4-8D1A-A7101879A0DE}" dt="2023-07-15T06:29:20.792" v="6" actId="47"/>
        <pc:sldMkLst>
          <pc:docMk/>
          <pc:sldMk cId="1065936135" sldId="401"/>
        </pc:sldMkLst>
      </pc:sldChg>
      <pc:sldChg chg="del">
        <pc:chgData name="Hoi" userId="064b9ae9-efb5-4029-bcbc-4c9becbf9a22" providerId="ADAL" clId="{9EE4205D-B641-49A4-8D1A-A7101879A0DE}" dt="2023-07-15T06:29:20.792" v="6" actId="47"/>
        <pc:sldMkLst>
          <pc:docMk/>
          <pc:sldMk cId="118039536" sldId="402"/>
        </pc:sldMkLst>
      </pc:sldChg>
      <pc:sldChg chg="addSp delSp modSp del mod">
        <pc:chgData name="Hoi" userId="064b9ae9-efb5-4029-bcbc-4c9becbf9a22" providerId="ADAL" clId="{9EE4205D-B641-49A4-8D1A-A7101879A0DE}" dt="2023-07-15T06:29:06.524" v="5" actId="47"/>
        <pc:sldMkLst>
          <pc:docMk/>
          <pc:sldMk cId="284186784" sldId="403"/>
        </pc:sldMkLst>
      </pc:sldChg>
      <pc:sldChg chg="del">
        <pc:chgData name="Hoi" userId="064b9ae9-efb5-4029-bcbc-4c9becbf9a22" providerId="ADAL" clId="{9EE4205D-B641-49A4-8D1A-A7101879A0DE}" dt="2023-07-15T06:29:20.792" v="6" actId="47"/>
        <pc:sldMkLst>
          <pc:docMk/>
          <pc:sldMk cId="2733791810" sldId="404"/>
        </pc:sldMkLst>
      </pc:sldChg>
      <pc:sldChg chg="del">
        <pc:chgData name="Hoi" userId="064b9ae9-efb5-4029-bcbc-4c9becbf9a22" providerId="ADAL" clId="{9EE4205D-B641-49A4-8D1A-A7101879A0DE}" dt="2023-07-15T06:30:15.460" v="10" actId="47"/>
        <pc:sldMkLst>
          <pc:docMk/>
          <pc:sldMk cId="1969039947" sldId="405"/>
        </pc:sldMkLst>
      </pc:sldChg>
      <pc:sldChg chg="del">
        <pc:chgData name="Hoi" userId="064b9ae9-efb5-4029-bcbc-4c9becbf9a22" providerId="ADAL" clId="{9EE4205D-B641-49A4-8D1A-A7101879A0DE}" dt="2023-07-15T06:30:15.460" v="10" actId="47"/>
        <pc:sldMkLst>
          <pc:docMk/>
          <pc:sldMk cId="1356548245" sldId="406"/>
        </pc:sldMkLst>
      </pc:sldChg>
      <pc:sldChg chg="del">
        <pc:chgData name="Hoi" userId="064b9ae9-efb5-4029-bcbc-4c9becbf9a22" providerId="ADAL" clId="{9EE4205D-B641-49A4-8D1A-A7101879A0DE}" dt="2023-07-15T06:30:15.460" v="10" actId="47"/>
        <pc:sldMkLst>
          <pc:docMk/>
          <pc:sldMk cId="292368153" sldId="407"/>
        </pc:sldMkLst>
      </pc:sldChg>
      <pc:sldChg chg="add">
        <pc:chgData name="Hoi" userId="064b9ae9-efb5-4029-bcbc-4c9becbf9a22" providerId="ADAL" clId="{9EE4205D-B641-49A4-8D1A-A7101879A0DE}" dt="2023-07-15T06:30:08.227" v="9"/>
        <pc:sldMkLst>
          <pc:docMk/>
          <pc:sldMk cId="4005410612" sldId="408"/>
        </pc:sldMkLst>
      </pc:sldChg>
      <pc:sldChg chg="modSp add">
        <pc:chgData name="Hoi" userId="064b9ae9-efb5-4029-bcbc-4c9becbf9a22" providerId="ADAL" clId="{9EE4205D-B641-49A4-8D1A-A7101879A0DE}" dt="2023-07-15T06:31:00.166" v="13" actId="20577"/>
        <pc:sldMkLst>
          <pc:docMk/>
          <pc:sldMk cId="1759925328" sldId="409"/>
        </pc:sldMkLst>
      </pc:sldChg>
      <pc:sldChg chg="add">
        <pc:chgData name="Hoi" userId="064b9ae9-efb5-4029-bcbc-4c9becbf9a22" providerId="ADAL" clId="{9EE4205D-B641-49A4-8D1A-A7101879A0DE}" dt="2023-07-15T06:30:08.227" v="9"/>
        <pc:sldMkLst>
          <pc:docMk/>
          <pc:sldMk cId="1800408250" sldId="410"/>
        </pc:sldMkLst>
      </pc:sldChg>
      <pc:sldChg chg="add">
        <pc:chgData name="Hoi" userId="064b9ae9-efb5-4029-bcbc-4c9becbf9a22" providerId="ADAL" clId="{9EE4205D-B641-49A4-8D1A-A7101879A0DE}" dt="2023-07-15T06:30:08.227" v="9"/>
        <pc:sldMkLst>
          <pc:docMk/>
          <pc:sldMk cId="676087127" sldId="411"/>
        </pc:sldMkLst>
      </pc:sldChg>
      <pc:sldChg chg="add">
        <pc:chgData name="Hoi" userId="064b9ae9-efb5-4029-bcbc-4c9becbf9a22" providerId="ADAL" clId="{9EE4205D-B641-49A4-8D1A-A7101879A0DE}" dt="2023-07-15T06:30:08.227" v="9"/>
        <pc:sldMkLst>
          <pc:docMk/>
          <pc:sldMk cId="1035849486" sldId="412"/>
        </pc:sldMkLst>
      </pc:sldChg>
      <pc:sldChg chg="add">
        <pc:chgData name="Hoi" userId="064b9ae9-efb5-4029-bcbc-4c9becbf9a22" providerId="ADAL" clId="{9EE4205D-B641-49A4-8D1A-A7101879A0DE}" dt="2023-07-15T06:30:08.227" v="9"/>
        <pc:sldMkLst>
          <pc:docMk/>
          <pc:sldMk cId="1757507095" sldId="413"/>
        </pc:sldMkLst>
      </pc:sldChg>
      <pc:sldChg chg="add">
        <pc:chgData name="Hoi" userId="064b9ae9-efb5-4029-bcbc-4c9becbf9a22" providerId="ADAL" clId="{9EE4205D-B641-49A4-8D1A-A7101879A0DE}" dt="2023-07-15T06:30:08.227" v="9"/>
        <pc:sldMkLst>
          <pc:docMk/>
          <pc:sldMk cId="1014795466" sldId="414"/>
        </pc:sldMkLst>
      </pc:sldChg>
      <pc:sldChg chg="add">
        <pc:chgData name="Hoi" userId="064b9ae9-efb5-4029-bcbc-4c9becbf9a22" providerId="ADAL" clId="{9EE4205D-B641-49A4-8D1A-A7101879A0DE}" dt="2023-07-15T06:30:08.227" v="9"/>
        <pc:sldMkLst>
          <pc:docMk/>
          <pc:sldMk cId="219836136" sldId="415"/>
        </pc:sldMkLst>
      </pc:sldChg>
      <pc:sldChg chg="add">
        <pc:chgData name="Hoi" userId="064b9ae9-efb5-4029-bcbc-4c9becbf9a22" providerId="ADAL" clId="{9EE4205D-B641-49A4-8D1A-A7101879A0DE}" dt="2023-07-15T06:30:08.227" v="9"/>
        <pc:sldMkLst>
          <pc:docMk/>
          <pc:sldMk cId="3716991297" sldId="416"/>
        </pc:sldMkLst>
      </pc:sldChg>
    </pc:docChg>
  </pc:docChgLst>
  <pc:docChgLst>
    <pc:chgData name="mathspt" userId="S::mathspt@unipluseducation.com::0238e0ea-a655-48f2-bae3-2ff3e0b97742" providerId="AD" clId="Web-{F863C143-8B20-0A9D-B0D3-CAC8B89C531B}"/>
    <pc:docChg chg="modSld">
      <pc:chgData name="mathspt" userId="S::mathspt@unipluseducation.com::0238e0ea-a655-48f2-bae3-2ff3e0b97742" providerId="AD" clId="Web-{F863C143-8B20-0A9D-B0D3-CAC8B89C531B}" dt="2025-07-30T06:13:33.217" v="1" actId="1076"/>
      <pc:docMkLst>
        <pc:docMk/>
      </pc:docMkLst>
      <pc:sldChg chg="modSp">
        <pc:chgData name="mathspt" userId="S::mathspt@unipluseducation.com::0238e0ea-a655-48f2-bae3-2ff3e0b97742" providerId="AD" clId="Web-{F863C143-8B20-0A9D-B0D3-CAC8B89C531B}" dt="2025-07-30T06:13:33.217" v="1" actId="1076"/>
        <pc:sldMkLst>
          <pc:docMk/>
          <pc:sldMk cId="3242292743" sldId="287"/>
        </pc:sldMkLst>
        <pc:spChg chg="mod">
          <ac:chgData name="mathspt" userId="S::mathspt@unipluseducation.com::0238e0ea-a655-48f2-bae3-2ff3e0b97742" providerId="AD" clId="Web-{F863C143-8B20-0A9D-B0D3-CAC8B89C531B}" dt="2025-07-30T06:13:33.217" v="1" actId="1076"/>
          <ac:spMkLst>
            <pc:docMk/>
            <pc:sldMk cId="3242292743" sldId="287"/>
            <ac:spMk id="12" creationId="{00000000-0000-0000-0000-000000000000}"/>
          </ac:spMkLst>
        </pc:spChg>
      </pc:sldChg>
    </pc:docChg>
  </pc:docChgLst>
  <pc:docChgLst>
    <pc:chgData name="mathspt" userId="0238e0ea-a655-48f2-bae3-2ff3e0b97742" providerId="ADAL" clId="{8BE69A94-D1CF-4458-AD63-CED167285535}"/>
    <pc:docChg chg="modSld">
      <pc:chgData name="mathspt" userId="0238e0ea-a655-48f2-bae3-2ff3e0b97742" providerId="ADAL" clId="{8BE69A94-D1CF-4458-AD63-CED167285535}" dt="2025-07-30T08:44:47.581" v="23" actId="1076"/>
      <pc:docMkLst>
        <pc:docMk/>
      </pc:docMkLst>
      <pc:sldChg chg="modSp mod">
        <pc:chgData name="mathspt" userId="0238e0ea-a655-48f2-bae3-2ff3e0b97742" providerId="ADAL" clId="{8BE69A94-D1CF-4458-AD63-CED167285535}" dt="2025-07-30T06:20:14.964" v="5" actId="1076"/>
        <pc:sldMkLst>
          <pc:docMk/>
          <pc:sldMk cId="3242292743" sldId="287"/>
        </pc:sldMkLst>
        <pc:spChg chg="mod">
          <ac:chgData name="mathspt" userId="0238e0ea-a655-48f2-bae3-2ff3e0b97742" providerId="ADAL" clId="{8BE69A94-D1CF-4458-AD63-CED167285535}" dt="2025-07-30T06:15:50.940" v="1" actId="1076"/>
          <ac:spMkLst>
            <pc:docMk/>
            <pc:sldMk cId="3242292743" sldId="287"/>
            <ac:spMk id="5" creationId="{00000000-0000-0000-0000-000000000000}"/>
          </ac:spMkLst>
        </pc:spChg>
        <pc:spChg chg="mod">
          <ac:chgData name="mathspt" userId="0238e0ea-a655-48f2-bae3-2ff3e0b97742" providerId="ADAL" clId="{8BE69A94-D1CF-4458-AD63-CED167285535}" dt="2025-07-30T06:16:04.247" v="2" actId="1076"/>
          <ac:spMkLst>
            <pc:docMk/>
            <pc:sldMk cId="3242292743" sldId="287"/>
            <ac:spMk id="6" creationId="{00000000-0000-0000-0000-000000000000}"/>
          </ac:spMkLst>
        </pc:spChg>
        <pc:spChg chg="mod">
          <ac:chgData name="mathspt" userId="0238e0ea-a655-48f2-bae3-2ff3e0b97742" providerId="ADAL" clId="{8BE69A94-D1CF-4458-AD63-CED167285535}" dt="2025-07-30T06:20:14.964" v="5" actId="1076"/>
          <ac:spMkLst>
            <pc:docMk/>
            <pc:sldMk cId="3242292743" sldId="287"/>
            <ac:spMk id="12" creationId="{00000000-0000-0000-0000-000000000000}"/>
          </ac:spMkLst>
        </pc:spChg>
        <pc:spChg chg="mod">
          <ac:chgData name="mathspt" userId="0238e0ea-a655-48f2-bae3-2ff3e0b97742" providerId="ADAL" clId="{8BE69A94-D1CF-4458-AD63-CED167285535}" dt="2025-07-30T06:20:02.741" v="4" actId="1076"/>
          <ac:spMkLst>
            <pc:docMk/>
            <pc:sldMk cId="3242292743" sldId="287"/>
            <ac:spMk id="15" creationId="{00000000-0000-0000-0000-000000000000}"/>
          </ac:spMkLst>
        </pc:spChg>
      </pc:sldChg>
      <pc:sldChg chg="modSp mod">
        <pc:chgData name="mathspt" userId="0238e0ea-a655-48f2-bae3-2ff3e0b97742" providerId="ADAL" clId="{8BE69A94-D1CF-4458-AD63-CED167285535}" dt="2025-07-30T08:44:47.581" v="23" actId="1076"/>
        <pc:sldMkLst>
          <pc:docMk/>
          <pc:sldMk cId="4005410612" sldId="408"/>
        </pc:sldMkLst>
        <pc:spChg chg="mod">
          <ac:chgData name="mathspt" userId="0238e0ea-a655-48f2-bae3-2ff3e0b97742" providerId="ADAL" clId="{8BE69A94-D1CF-4458-AD63-CED167285535}" dt="2025-07-30T08:44:47.581" v="23" actId="1076"/>
          <ac:spMkLst>
            <pc:docMk/>
            <pc:sldMk cId="4005410612" sldId="408"/>
            <ac:spMk id="48" creationId="{74D38D2E-30E1-1639-6FB6-CD0C90756C30}"/>
          </ac:spMkLst>
        </pc:spChg>
        <pc:spChg chg="mod">
          <ac:chgData name="mathspt" userId="0238e0ea-a655-48f2-bae3-2ff3e0b97742" providerId="ADAL" clId="{8BE69A94-D1CF-4458-AD63-CED167285535}" dt="2025-07-30T08:44:20.883" v="22" actId="1036"/>
          <ac:spMkLst>
            <pc:docMk/>
            <pc:sldMk cId="4005410612" sldId="408"/>
            <ac:spMk id="49" creationId="{4EFE8164-A1D8-82AD-2B9E-B22BB672521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7-24T10:58:50.87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7-24T12:02:47.91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7-24T12:16:06.51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7-24T12:24:25.43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7-24T12:38:39.85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7-24T12:43:53.163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21649-C3DE-4E3D-8615-C4EFE0F14F53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EF5A4-207B-4D14-A966-A9991C2C398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2161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75BC8-67AF-4069-89B7-E9DEE6CC1B06}" type="slidenum">
              <a:rPr lang="zh-HK" altLang="en-US" smtClean="0"/>
              <a:t>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71526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036B6-DE75-6C62-3AC0-526512557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714A825-A64C-612D-8029-FD2F2A447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BCB6C3-7106-803D-22B0-8127D5E5E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4E8BD2-BD5F-E74F-8FE3-DE93FE88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4E263-156E-E7B4-95BB-3588A41F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897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006410-7700-AC1B-E615-18BAEB2C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DC0E54-B7A3-2114-D0F0-2AFB10D80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00D159-86E6-7585-B5D0-3F18EF5B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F3AB38-1298-BFDB-91F4-74ABB01C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10B311-311E-2E63-BB4B-A210ED2A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2364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9FD562-1293-7E1E-D6DE-56B97ACC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41D6BA-3BC4-6D8A-6042-835262FD2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F87542-8729-7819-7ADB-A49C23F1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EA4D65-FEC3-6BEA-2429-A9DAA121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1687BB-1733-7780-84B4-6D87EDAE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746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D41E63-19F7-6504-E4D8-75EF4D84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C684AA-1B97-2BF0-FD5E-18D56C63C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335546-48E9-5E7B-1241-4F17EE862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40E461-0F10-2E57-40E5-5920B7D6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37137D-51F0-7843-5D8D-2761BAE6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598672-5716-FEFF-4861-CD4B46D5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198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972B0B-7BB6-D641-C465-D92DB1AE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49EB65-6C18-83A2-2116-8F71E63AC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182A7A-8D99-682B-1C84-9E26BDA0E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40BD873-4A5A-0EE2-70D1-3B75F17D3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F7F62F5-EE4D-ACC1-A77A-DE3252C87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9C0C95E-3E55-CF1A-975F-C1326D41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3777E8-7854-F613-CAB1-A2A8A33A8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362DE6-5035-F0C7-2CA6-5DDC9CA6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5471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86E5F4-E573-055C-0267-E9F5CAAB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68CCAB4-C3F7-4480-32B5-6AD6DD0D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73BB12-9904-5C07-DFEB-17581864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B6DADA-0A82-EE13-8934-99FCF6479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73849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6790FD6-C4F7-FD61-FCCC-F633670E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75C74C-24D5-FE8B-1D20-1359687B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536DF6-11B6-AC61-A043-8E005B78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8192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4EF5AC-1A15-A777-8680-20A72F8A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DFD53D-88DD-D5A4-AD31-173DAAA05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6AE3FC-6114-37DA-7086-175484F99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5908CE-87EC-1C78-AD54-114F196E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24FEA4-89EE-B209-4383-BB68ADB9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BA464A-2630-B443-F9C2-74F9CDEF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294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B4D67-E98F-E2DB-FF2D-93D9460A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F7352DB-F463-3DD3-F645-1840A5749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FEF3B7-2EC7-3D70-58DB-3185923F5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5044D7-A664-4DF3-FE9B-5C2724E2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EA0FFC-4804-77CB-085E-7395B57B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FC64AE-6C36-AAB3-D66C-334FD9AA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03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787D9B-1BC5-578D-0770-B429E0E1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8480C3-2D0D-FCE6-AF20-F8760B394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708CF8-7CAD-3912-6B96-D97BC4F7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C254F1-F9DD-25C2-A2EA-BC49B7E9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D46747-5BD8-0A11-0AAA-881EED37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897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55EC53B-1EF1-2DAD-DC9B-58B6216F3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16EC12-D0D8-DEBE-9FB0-EDEB0345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78B9B8-0653-A451-2F87-D4D7717B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426ABB-54FD-E659-CA84-23FFB587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121201-978E-FA27-7210-AE5FC080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500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2AC42D8-C3CF-C4ED-830F-4C125E02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BCA0A4-C73B-EFCC-5A74-C37ADDFA6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D85841-FFD4-34A7-63B5-AAB952AC8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30545C-20D7-8322-8634-E0D42A43C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1247EC-D1BF-E987-AACD-632B5517D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9779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19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.png"/><Relationship Id="rId18" Type="http://schemas.openxmlformats.org/officeDocument/2006/relationships/image" Target="../media/image76.png"/><Relationship Id="rId26" Type="http://schemas.openxmlformats.org/officeDocument/2006/relationships/image" Target="../media/image84.png"/><Relationship Id="rId39" Type="http://schemas.openxmlformats.org/officeDocument/2006/relationships/image" Target="../media/image97.png"/><Relationship Id="rId21" Type="http://schemas.openxmlformats.org/officeDocument/2006/relationships/image" Target="../media/image79.png"/><Relationship Id="rId34" Type="http://schemas.openxmlformats.org/officeDocument/2006/relationships/image" Target="../media/image92.png"/><Relationship Id="rId42" Type="http://schemas.openxmlformats.org/officeDocument/2006/relationships/image" Target="../media/image100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6" Type="http://schemas.openxmlformats.org/officeDocument/2006/relationships/image" Target="../media/image74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24" Type="http://schemas.openxmlformats.org/officeDocument/2006/relationships/image" Target="../media/image82.png"/><Relationship Id="rId32" Type="http://schemas.openxmlformats.org/officeDocument/2006/relationships/image" Target="../media/image90.png"/><Relationship Id="rId37" Type="http://schemas.openxmlformats.org/officeDocument/2006/relationships/image" Target="../media/image95.png"/><Relationship Id="rId40" Type="http://schemas.openxmlformats.org/officeDocument/2006/relationships/image" Target="../media/image98.png"/><Relationship Id="rId45" Type="http://schemas.openxmlformats.org/officeDocument/2006/relationships/image" Target="../media/image103.png"/><Relationship Id="rId5" Type="http://schemas.openxmlformats.org/officeDocument/2006/relationships/image" Target="../media/image64.png"/><Relationship Id="rId15" Type="http://schemas.openxmlformats.org/officeDocument/2006/relationships/customXml" Target="../ink/ink1.xml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36" Type="http://schemas.openxmlformats.org/officeDocument/2006/relationships/image" Target="../media/image94.png"/><Relationship Id="rId10" Type="http://schemas.openxmlformats.org/officeDocument/2006/relationships/image" Target="../media/image69.png"/><Relationship Id="rId19" Type="http://schemas.openxmlformats.org/officeDocument/2006/relationships/image" Target="../media/image77.png"/><Relationship Id="rId31" Type="http://schemas.openxmlformats.org/officeDocument/2006/relationships/image" Target="../media/image89.png"/><Relationship Id="rId44" Type="http://schemas.openxmlformats.org/officeDocument/2006/relationships/image" Target="../media/image102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80.png"/><Relationship Id="rId27" Type="http://schemas.openxmlformats.org/officeDocument/2006/relationships/image" Target="../media/image85.png"/><Relationship Id="rId30" Type="http://schemas.openxmlformats.org/officeDocument/2006/relationships/image" Target="../media/image88.png"/><Relationship Id="rId35" Type="http://schemas.openxmlformats.org/officeDocument/2006/relationships/image" Target="../media/image93.png"/><Relationship Id="rId43" Type="http://schemas.openxmlformats.org/officeDocument/2006/relationships/image" Target="../media/image101.png"/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12" Type="http://schemas.openxmlformats.org/officeDocument/2006/relationships/image" Target="../media/image71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33" Type="http://schemas.openxmlformats.org/officeDocument/2006/relationships/image" Target="../media/image91.png"/><Relationship Id="rId38" Type="http://schemas.openxmlformats.org/officeDocument/2006/relationships/image" Target="../media/image96.png"/><Relationship Id="rId20" Type="http://schemas.openxmlformats.org/officeDocument/2006/relationships/image" Target="../media/image78.png"/><Relationship Id="rId41" Type="http://schemas.openxmlformats.org/officeDocument/2006/relationships/image" Target="../media/image9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0.png"/><Relationship Id="rId18" Type="http://schemas.openxmlformats.org/officeDocument/2006/relationships/image" Target="../media/image135.png"/><Relationship Id="rId26" Type="http://schemas.openxmlformats.org/officeDocument/2006/relationships/image" Target="../media/image143.png"/><Relationship Id="rId39" Type="http://schemas.openxmlformats.org/officeDocument/2006/relationships/image" Target="../media/image156.png"/><Relationship Id="rId21" Type="http://schemas.openxmlformats.org/officeDocument/2006/relationships/image" Target="../media/image138.png"/><Relationship Id="rId34" Type="http://schemas.openxmlformats.org/officeDocument/2006/relationships/image" Target="../media/image151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17" Type="http://schemas.openxmlformats.org/officeDocument/2006/relationships/image" Target="../media/image134.png"/><Relationship Id="rId25" Type="http://schemas.openxmlformats.org/officeDocument/2006/relationships/image" Target="../media/image142.png"/><Relationship Id="rId33" Type="http://schemas.openxmlformats.org/officeDocument/2006/relationships/image" Target="../media/image150.png"/><Relationship Id="rId38" Type="http://schemas.openxmlformats.org/officeDocument/2006/relationships/image" Target="../media/image155.png"/><Relationship Id="rId2" Type="http://schemas.openxmlformats.org/officeDocument/2006/relationships/customXml" Target="../ink/ink2.xml"/><Relationship Id="rId16" Type="http://schemas.openxmlformats.org/officeDocument/2006/relationships/image" Target="../media/image133.png"/><Relationship Id="rId20" Type="http://schemas.openxmlformats.org/officeDocument/2006/relationships/image" Target="../media/image137.png"/><Relationship Id="rId29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24" Type="http://schemas.openxmlformats.org/officeDocument/2006/relationships/image" Target="../media/image141.png"/><Relationship Id="rId32" Type="http://schemas.openxmlformats.org/officeDocument/2006/relationships/image" Target="../media/image149.png"/><Relationship Id="rId37" Type="http://schemas.openxmlformats.org/officeDocument/2006/relationships/image" Target="../media/image154.png"/><Relationship Id="rId5" Type="http://schemas.openxmlformats.org/officeDocument/2006/relationships/image" Target="../media/image122.png"/><Relationship Id="rId15" Type="http://schemas.openxmlformats.org/officeDocument/2006/relationships/image" Target="../media/image132.png"/><Relationship Id="rId23" Type="http://schemas.openxmlformats.org/officeDocument/2006/relationships/image" Target="../media/image140.png"/><Relationship Id="rId28" Type="http://schemas.openxmlformats.org/officeDocument/2006/relationships/image" Target="../media/image145.png"/><Relationship Id="rId36" Type="http://schemas.openxmlformats.org/officeDocument/2006/relationships/image" Target="../media/image153.png"/><Relationship Id="rId10" Type="http://schemas.openxmlformats.org/officeDocument/2006/relationships/image" Target="../media/image127.png"/><Relationship Id="rId19" Type="http://schemas.openxmlformats.org/officeDocument/2006/relationships/image" Target="../media/image136.png"/><Relationship Id="rId31" Type="http://schemas.openxmlformats.org/officeDocument/2006/relationships/image" Target="../media/image148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Relationship Id="rId14" Type="http://schemas.openxmlformats.org/officeDocument/2006/relationships/image" Target="../media/image131.png"/><Relationship Id="rId22" Type="http://schemas.openxmlformats.org/officeDocument/2006/relationships/image" Target="../media/image139.png"/><Relationship Id="rId27" Type="http://schemas.openxmlformats.org/officeDocument/2006/relationships/image" Target="../media/image144.png"/><Relationship Id="rId30" Type="http://schemas.openxmlformats.org/officeDocument/2006/relationships/image" Target="../media/image147.png"/><Relationship Id="rId35" Type="http://schemas.openxmlformats.org/officeDocument/2006/relationships/image" Target="../media/image152.png"/><Relationship Id="rId8" Type="http://schemas.openxmlformats.org/officeDocument/2006/relationships/image" Target="../media/image125.png"/><Relationship Id="rId3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66.png"/><Relationship Id="rId18" Type="http://schemas.openxmlformats.org/officeDocument/2006/relationships/image" Target="../media/image171.png"/><Relationship Id="rId3" Type="http://schemas.openxmlformats.org/officeDocument/2006/relationships/image" Target="../media/image158.png"/><Relationship Id="rId21" Type="http://schemas.openxmlformats.org/officeDocument/2006/relationships/image" Target="../media/image172.png"/><Relationship Id="rId7" Type="http://schemas.openxmlformats.org/officeDocument/2006/relationships/image" Target="../media/image161.png"/><Relationship Id="rId12" Type="http://schemas.openxmlformats.org/officeDocument/2006/relationships/image" Target="../media/image165.png"/><Relationship Id="rId17" Type="http://schemas.openxmlformats.org/officeDocument/2006/relationships/image" Target="../media/image170.png"/><Relationship Id="rId2" Type="http://schemas.openxmlformats.org/officeDocument/2006/relationships/image" Target="../media/image157.png"/><Relationship Id="rId16" Type="http://schemas.openxmlformats.org/officeDocument/2006/relationships/image" Target="../media/image169.png"/><Relationship Id="rId20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0.png"/><Relationship Id="rId5" Type="http://schemas.openxmlformats.org/officeDocument/2006/relationships/image" Target="../media/image160.png"/><Relationship Id="rId15" Type="http://schemas.openxmlformats.org/officeDocument/2006/relationships/image" Target="../media/image168.png"/><Relationship Id="rId10" Type="http://schemas.openxmlformats.org/officeDocument/2006/relationships/image" Target="../media/image164.png"/><Relationship Id="rId19" Type="http://schemas.openxmlformats.org/officeDocument/2006/relationships/image" Target="../media/image117.png"/><Relationship Id="rId4" Type="http://schemas.openxmlformats.org/officeDocument/2006/relationships/image" Target="../media/image159.png"/><Relationship Id="rId9" Type="http://schemas.openxmlformats.org/officeDocument/2006/relationships/image" Target="../media/image163.png"/><Relationship Id="rId14" Type="http://schemas.openxmlformats.org/officeDocument/2006/relationships/image" Target="../media/image167.png"/><Relationship Id="rId22" Type="http://schemas.openxmlformats.org/officeDocument/2006/relationships/image" Target="../media/image173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3.png"/><Relationship Id="rId18" Type="http://schemas.openxmlformats.org/officeDocument/2006/relationships/image" Target="../media/image188.png"/><Relationship Id="rId26" Type="http://schemas.openxmlformats.org/officeDocument/2006/relationships/image" Target="../media/image196.png"/><Relationship Id="rId39" Type="http://schemas.openxmlformats.org/officeDocument/2006/relationships/image" Target="../media/image209.png"/><Relationship Id="rId21" Type="http://schemas.openxmlformats.org/officeDocument/2006/relationships/image" Target="../media/image191.png"/><Relationship Id="rId34" Type="http://schemas.openxmlformats.org/officeDocument/2006/relationships/image" Target="../media/image204.png"/><Relationship Id="rId7" Type="http://schemas.openxmlformats.org/officeDocument/2006/relationships/image" Target="../media/image177.png"/><Relationship Id="rId2" Type="http://schemas.openxmlformats.org/officeDocument/2006/relationships/customXml" Target="../ink/ink3.xml"/><Relationship Id="rId16" Type="http://schemas.openxmlformats.org/officeDocument/2006/relationships/image" Target="../media/image186.png"/><Relationship Id="rId20" Type="http://schemas.openxmlformats.org/officeDocument/2006/relationships/image" Target="../media/image190.png"/><Relationship Id="rId29" Type="http://schemas.openxmlformats.org/officeDocument/2006/relationships/image" Target="../media/image199.png"/><Relationship Id="rId41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24" Type="http://schemas.openxmlformats.org/officeDocument/2006/relationships/image" Target="../media/image194.png"/><Relationship Id="rId32" Type="http://schemas.openxmlformats.org/officeDocument/2006/relationships/image" Target="../media/image202.png"/><Relationship Id="rId37" Type="http://schemas.openxmlformats.org/officeDocument/2006/relationships/image" Target="../media/image207.png"/><Relationship Id="rId40" Type="http://schemas.openxmlformats.org/officeDocument/2006/relationships/image" Target="../media/image210.png"/><Relationship Id="rId5" Type="http://schemas.openxmlformats.org/officeDocument/2006/relationships/image" Target="../media/image175.png"/><Relationship Id="rId15" Type="http://schemas.openxmlformats.org/officeDocument/2006/relationships/image" Target="../media/image185.png"/><Relationship Id="rId23" Type="http://schemas.openxmlformats.org/officeDocument/2006/relationships/image" Target="../media/image193.png"/><Relationship Id="rId28" Type="http://schemas.openxmlformats.org/officeDocument/2006/relationships/image" Target="../media/image198.png"/><Relationship Id="rId36" Type="http://schemas.openxmlformats.org/officeDocument/2006/relationships/image" Target="../media/image206.png"/><Relationship Id="rId10" Type="http://schemas.openxmlformats.org/officeDocument/2006/relationships/image" Target="../media/image180.png"/><Relationship Id="rId19" Type="http://schemas.openxmlformats.org/officeDocument/2006/relationships/image" Target="../media/image189.png"/><Relationship Id="rId31" Type="http://schemas.openxmlformats.org/officeDocument/2006/relationships/image" Target="../media/image201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Relationship Id="rId14" Type="http://schemas.openxmlformats.org/officeDocument/2006/relationships/image" Target="../media/image184.png"/><Relationship Id="rId22" Type="http://schemas.openxmlformats.org/officeDocument/2006/relationships/image" Target="../media/image192.png"/><Relationship Id="rId27" Type="http://schemas.openxmlformats.org/officeDocument/2006/relationships/image" Target="../media/image197.png"/><Relationship Id="rId30" Type="http://schemas.openxmlformats.org/officeDocument/2006/relationships/image" Target="../media/image200.png"/><Relationship Id="rId35" Type="http://schemas.openxmlformats.org/officeDocument/2006/relationships/image" Target="../media/image205.png"/><Relationship Id="rId8" Type="http://schemas.openxmlformats.org/officeDocument/2006/relationships/image" Target="../media/image178.png"/><Relationship Id="rId3" Type="http://schemas.openxmlformats.org/officeDocument/2006/relationships/image" Target="../media/image74.png"/><Relationship Id="rId12" Type="http://schemas.openxmlformats.org/officeDocument/2006/relationships/image" Target="../media/image182.png"/><Relationship Id="rId17" Type="http://schemas.openxmlformats.org/officeDocument/2006/relationships/image" Target="../media/image187.png"/><Relationship Id="rId25" Type="http://schemas.openxmlformats.org/officeDocument/2006/relationships/image" Target="../media/image195.png"/><Relationship Id="rId33" Type="http://schemas.openxmlformats.org/officeDocument/2006/relationships/image" Target="../media/image203.png"/><Relationship Id="rId38" Type="http://schemas.openxmlformats.org/officeDocument/2006/relationships/image" Target="../media/image208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1.png"/><Relationship Id="rId18" Type="http://schemas.openxmlformats.org/officeDocument/2006/relationships/image" Target="../media/image226.png"/><Relationship Id="rId26" Type="http://schemas.openxmlformats.org/officeDocument/2006/relationships/image" Target="../media/image234.png"/><Relationship Id="rId39" Type="http://schemas.openxmlformats.org/officeDocument/2006/relationships/image" Target="../media/image247.png"/><Relationship Id="rId21" Type="http://schemas.openxmlformats.org/officeDocument/2006/relationships/image" Target="../media/image229.png"/><Relationship Id="rId34" Type="http://schemas.openxmlformats.org/officeDocument/2006/relationships/image" Target="../media/image242.png"/><Relationship Id="rId42" Type="http://schemas.openxmlformats.org/officeDocument/2006/relationships/image" Target="../media/image250.png"/><Relationship Id="rId47" Type="http://schemas.openxmlformats.org/officeDocument/2006/relationships/image" Target="../media/image255.png"/><Relationship Id="rId7" Type="http://schemas.openxmlformats.org/officeDocument/2006/relationships/image" Target="../media/image215.png"/><Relationship Id="rId2" Type="http://schemas.openxmlformats.org/officeDocument/2006/relationships/customXml" Target="../ink/ink4.xml"/><Relationship Id="rId16" Type="http://schemas.openxmlformats.org/officeDocument/2006/relationships/image" Target="../media/image224.png"/><Relationship Id="rId29" Type="http://schemas.openxmlformats.org/officeDocument/2006/relationships/image" Target="../media/image237.png"/><Relationship Id="rId11" Type="http://schemas.openxmlformats.org/officeDocument/2006/relationships/image" Target="../media/image219.png"/><Relationship Id="rId24" Type="http://schemas.openxmlformats.org/officeDocument/2006/relationships/image" Target="../media/image232.png"/><Relationship Id="rId32" Type="http://schemas.openxmlformats.org/officeDocument/2006/relationships/image" Target="../media/image240.png"/><Relationship Id="rId37" Type="http://schemas.openxmlformats.org/officeDocument/2006/relationships/image" Target="../media/image245.png"/><Relationship Id="rId40" Type="http://schemas.openxmlformats.org/officeDocument/2006/relationships/image" Target="../media/image248.png"/><Relationship Id="rId45" Type="http://schemas.openxmlformats.org/officeDocument/2006/relationships/image" Target="../media/image253.png"/><Relationship Id="rId5" Type="http://schemas.openxmlformats.org/officeDocument/2006/relationships/image" Target="../media/image213.png"/><Relationship Id="rId15" Type="http://schemas.openxmlformats.org/officeDocument/2006/relationships/image" Target="../media/image223.png"/><Relationship Id="rId23" Type="http://schemas.openxmlformats.org/officeDocument/2006/relationships/image" Target="../media/image231.png"/><Relationship Id="rId28" Type="http://schemas.openxmlformats.org/officeDocument/2006/relationships/image" Target="../media/image236.png"/><Relationship Id="rId36" Type="http://schemas.openxmlformats.org/officeDocument/2006/relationships/image" Target="../media/image244.png"/><Relationship Id="rId49" Type="http://schemas.openxmlformats.org/officeDocument/2006/relationships/image" Target="../media/image257.png"/><Relationship Id="rId10" Type="http://schemas.openxmlformats.org/officeDocument/2006/relationships/image" Target="../media/image218.png"/><Relationship Id="rId19" Type="http://schemas.openxmlformats.org/officeDocument/2006/relationships/image" Target="../media/image227.png"/><Relationship Id="rId31" Type="http://schemas.openxmlformats.org/officeDocument/2006/relationships/image" Target="../media/image239.png"/><Relationship Id="rId44" Type="http://schemas.openxmlformats.org/officeDocument/2006/relationships/image" Target="../media/image252.png"/><Relationship Id="rId4" Type="http://schemas.openxmlformats.org/officeDocument/2006/relationships/image" Target="../media/image212.png"/><Relationship Id="rId9" Type="http://schemas.openxmlformats.org/officeDocument/2006/relationships/image" Target="../media/image217.png"/><Relationship Id="rId14" Type="http://schemas.openxmlformats.org/officeDocument/2006/relationships/image" Target="../media/image222.png"/><Relationship Id="rId22" Type="http://schemas.openxmlformats.org/officeDocument/2006/relationships/image" Target="../media/image230.png"/><Relationship Id="rId27" Type="http://schemas.openxmlformats.org/officeDocument/2006/relationships/image" Target="../media/image235.png"/><Relationship Id="rId30" Type="http://schemas.openxmlformats.org/officeDocument/2006/relationships/image" Target="../media/image238.png"/><Relationship Id="rId35" Type="http://schemas.openxmlformats.org/officeDocument/2006/relationships/image" Target="../media/image243.png"/><Relationship Id="rId43" Type="http://schemas.openxmlformats.org/officeDocument/2006/relationships/image" Target="../media/image251.png"/><Relationship Id="rId48" Type="http://schemas.openxmlformats.org/officeDocument/2006/relationships/image" Target="../media/image256.png"/><Relationship Id="rId8" Type="http://schemas.openxmlformats.org/officeDocument/2006/relationships/image" Target="../media/image216.png"/><Relationship Id="rId3" Type="http://schemas.openxmlformats.org/officeDocument/2006/relationships/image" Target="../media/image74.png"/><Relationship Id="rId12" Type="http://schemas.openxmlformats.org/officeDocument/2006/relationships/image" Target="../media/image220.png"/><Relationship Id="rId17" Type="http://schemas.openxmlformats.org/officeDocument/2006/relationships/image" Target="../media/image225.png"/><Relationship Id="rId25" Type="http://schemas.openxmlformats.org/officeDocument/2006/relationships/image" Target="../media/image233.png"/><Relationship Id="rId33" Type="http://schemas.openxmlformats.org/officeDocument/2006/relationships/image" Target="../media/image241.png"/><Relationship Id="rId38" Type="http://schemas.openxmlformats.org/officeDocument/2006/relationships/image" Target="../media/image246.png"/><Relationship Id="rId46" Type="http://schemas.openxmlformats.org/officeDocument/2006/relationships/image" Target="../media/image254.png"/><Relationship Id="rId20" Type="http://schemas.openxmlformats.org/officeDocument/2006/relationships/image" Target="../media/image228.png"/><Relationship Id="rId41" Type="http://schemas.openxmlformats.org/officeDocument/2006/relationships/image" Target="../media/image2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png"/><Relationship Id="rId13" Type="http://schemas.openxmlformats.org/officeDocument/2006/relationships/image" Target="../media/image269.png"/><Relationship Id="rId18" Type="http://schemas.openxmlformats.org/officeDocument/2006/relationships/image" Target="../media/image274.png"/><Relationship Id="rId3" Type="http://schemas.openxmlformats.org/officeDocument/2006/relationships/image" Target="../media/image259.png"/><Relationship Id="rId21" Type="http://schemas.openxmlformats.org/officeDocument/2006/relationships/image" Target="../media/image277.png"/><Relationship Id="rId7" Type="http://schemas.openxmlformats.org/officeDocument/2006/relationships/image" Target="../media/image263.png"/><Relationship Id="rId12" Type="http://schemas.openxmlformats.org/officeDocument/2006/relationships/image" Target="../media/image268.png"/><Relationship Id="rId17" Type="http://schemas.openxmlformats.org/officeDocument/2006/relationships/image" Target="../media/image273.png"/><Relationship Id="rId2" Type="http://schemas.openxmlformats.org/officeDocument/2006/relationships/image" Target="../media/image258.png"/><Relationship Id="rId16" Type="http://schemas.openxmlformats.org/officeDocument/2006/relationships/image" Target="../media/image272.png"/><Relationship Id="rId20" Type="http://schemas.openxmlformats.org/officeDocument/2006/relationships/image" Target="../media/image2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.png"/><Relationship Id="rId11" Type="http://schemas.openxmlformats.org/officeDocument/2006/relationships/image" Target="../media/image267.png"/><Relationship Id="rId5" Type="http://schemas.openxmlformats.org/officeDocument/2006/relationships/image" Target="../media/image261.png"/><Relationship Id="rId15" Type="http://schemas.openxmlformats.org/officeDocument/2006/relationships/image" Target="../media/image271.png"/><Relationship Id="rId10" Type="http://schemas.openxmlformats.org/officeDocument/2006/relationships/image" Target="../media/image266.png"/><Relationship Id="rId19" Type="http://schemas.openxmlformats.org/officeDocument/2006/relationships/image" Target="../media/image275.png"/><Relationship Id="rId4" Type="http://schemas.openxmlformats.org/officeDocument/2006/relationships/image" Target="../media/image260.png"/><Relationship Id="rId9" Type="http://schemas.openxmlformats.org/officeDocument/2006/relationships/image" Target="../media/image265.png"/><Relationship Id="rId14" Type="http://schemas.openxmlformats.org/officeDocument/2006/relationships/image" Target="../media/image270.png"/><Relationship Id="rId22" Type="http://schemas.openxmlformats.org/officeDocument/2006/relationships/image" Target="../media/image27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png"/><Relationship Id="rId3" Type="http://schemas.openxmlformats.org/officeDocument/2006/relationships/image" Target="../media/image280.png"/><Relationship Id="rId7" Type="http://schemas.openxmlformats.org/officeDocument/2006/relationships/image" Target="../media/image283.png"/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2.png"/><Relationship Id="rId5" Type="http://schemas.openxmlformats.org/officeDocument/2006/relationships/image" Target="../media/image281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4.png"/><Relationship Id="rId18" Type="http://schemas.openxmlformats.org/officeDocument/2006/relationships/image" Target="../media/image299.png"/><Relationship Id="rId26" Type="http://schemas.openxmlformats.org/officeDocument/2006/relationships/image" Target="../media/image307.png"/><Relationship Id="rId39" Type="http://schemas.openxmlformats.org/officeDocument/2006/relationships/image" Target="../media/image319.png"/><Relationship Id="rId21" Type="http://schemas.openxmlformats.org/officeDocument/2006/relationships/image" Target="../media/image302.png"/><Relationship Id="rId34" Type="http://schemas.openxmlformats.org/officeDocument/2006/relationships/image" Target="../media/image314.png"/><Relationship Id="rId42" Type="http://schemas.openxmlformats.org/officeDocument/2006/relationships/image" Target="../media/image322.png"/><Relationship Id="rId47" Type="http://schemas.openxmlformats.org/officeDocument/2006/relationships/image" Target="../media/image326.png"/><Relationship Id="rId50" Type="http://schemas.openxmlformats.org/officeDocument/2006/relationships/image" Target="../media/image329.png"/><Relationship Id="rId7" Type="http://schemas.openxmlformats.org/officeDocument/2006/relationships/image" Target="../media/image288.png"/><Relationship Id="rId2" Type="http://schemas.openxmlformats.org/officeDocument/2006/relationships/customXml" Target="../ink/ink5.xml"/><Relationship Id="rId16" Type="http://schemas.openxmlformats.org/officeDocument/2006/relationships/image" Target="../media/image297.png"/><Relationship Id="rId29" Type="http://schemas.openxmlformats.org/officeDocument/2006/relationships/image" Target="../media/image309.png"/><Relationship Id="rId11" Type="http://schemas.openxmlformats.org/officeDocument/2006/relationships/image" Target="../media/image292.png"/><Relationship Id="rId24" Type="http://schemas.openxmlformats.org/officeDocument/2006/relationships/image" Target="../media/image305.png"/><Relationship Id="rId32" Type="http://schemas.openxmlformats.org/officeDocument/2006/relationships/image" Target="../media/image312.png"/><Relationship Id="rId37" Type="http://schemas.openxmlformats.org/officeDocument/2006/relationships/image" Target="../media/image317.png"/><Relationship Id="rId40" Type="http://schemas.openxmlformats.org/officeDocument/2006/relationships/image" Target="../media/image320.png"/><Relationship Id="rId45" Type="http://schemas.openxmlformats.org/officeDocument/2006/relationships/image" Target="../media/image324.png"/><Relationship Id="rId5" Type="http://schemas.openxmlformats.org/officeDocument/2006/relationships/image" Target="../media/image286.png"/><Relationship Id="rId15" Type="http://schemas.openxmlformats.org/officeDocument/2006/relationships/image" Target="../media/image296.png"/><Relationship Id="rId23" Type="http://schemas.openxmlformats.org/officeDocument/2006/relationships/image" Target="../media/image304.png"/><Relationship Id="rId28" Type="http://schemas.openxmlformats.org/officeDocument/2006/relationships/image" Target="../media/image308.png"/><Relationship Id="rId36" Type="http://schemas.openxmlformats.org/officeDocument/2006/relationships/image" Target="../media/image316.png"/><Relationship Id="rId49" Type="http://schemas.openxmlformats.org/officeDocument/2006/relationships/image" Target="../media/image328.png"/><Relationship Id="rId10" Type="http://schemas.openxmlformats.org/officeDocument/2006/relationships/image" Target="../media/image291.png"/><Relationship Id="rId19" Type="http://schemas.openxmlformats.org/officeDocument/2006/relationships/image" Target="../media/image300.png"/><Relationship Id="rId31" Type="http://schemas.openxmlformats.org/officeDocument/2006/relationships/image" Target="../media/image311.png"/><Relationship Id="rId44" Type="http://schemas.openxmlformats.org/officeDocument/2006/relationships/image" Target="../media/image323.png"/><Relationship Id="rId4" Type="http://schemas.openxmlformats.org/officeDocument/2006/relationships/image" Target="../media/image285.png"/><Relationship Id="rId9" Type="http://schemas.openxmlformats.org/officeDocument/2006/relationships/image" Target="../media/image290.png"/><Relationship Id="rId14" Type="http://schemas.openxmlformats.org/officeDocument/2006/relationships/image" Target="../media/image295.png"/><Relationship Id="rId22" Type="http://schemas.openxmlformats.org/officeDocument/2006/relationships/image" Target="../media/image303.png"/><Relationship Id="rId27" Type="http://schemas.openxmlformats.org/officeDocument/2006/relationships/image" Target="../media/image193.png"/><Relationship Id="rId30" Type="http://schemas.openxmlformats.org/officeDocument/2006/relationships/image" Target="../media/image310.png"/><Relationship Id="rId35" Type="http://schemas.openxmlformats.org/officeDocument/2006/relationships/image" Target="../media/image315.png"/><Relationship Id="rId43" Type="http://schemas.openxmlformats.org/officeDocument/2006/relationships/image" Target="../media/image156.png"/><Relationship Id="rId48" Type="http://schemas.openxmlformats.org/officeDocument/2006/relationships/image" Target="../media/image327.png"/><Relationship Id="rId8" Type="http://schemas.openxmlformats.org/officeDocument/2006/relationships/image" Target="../media/image289.png"/><Relationship Id="rId51" Type="http://schemas.openxmlformats.org/officeDocument/2006/relationships/image" Target="../media/image330.png"/><Relationship Id="rId3" Type="http://schemas.openxmlformats.org/officeDocument/2006/relationships/image" Target="../media/image74.png"/><Relationship Id="rId12" Type="http://schemas.openxmlformats.org/officeDocument/2006/relationships/image" Target="../media/image293.png"/><Relationship Id="rId17" Type="http://schemas.openxmlformats.org/officeDocument/2006/relationships/image" Target="../media/image298.png"/><Relationship Id="rId25" Type="http://schemas.openxmlformats.org/officeDocument/2006/relationships/image" Target="../media/image306.png"/><Relationship Id="rId33" Type="http://schemas.openxmlformats.org/officeDocument/2006/relationships/image" Target="../media/image313.png"/><Relationship Id="rId38" Type="http://schemas.openxmlformats.org/officeDocument/2006/relationships/image" Target="../media/image318.png"/><Relationship Id="rId46" Type="http://schemas.openxmlformats.org/officeDocument/2006/relationships/image" Target="../media/image325.png"/><Relationship Id="rId20" Type="http://schemas.openxmlformats.org/officeDocument/2006/relationships/image" Target="../media/image301.png"/><Relationship Id="rId41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7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0.png"/><Relationship Id="rId18" Type="http://schemas.openxmlformats.org/officeDocument/2006/relationships/image" Target="../media/image345.png"/><Relationship Id="rId26" Type="http://schemas.openxmlformats.org/officeDocument/2006/relationships/image" Target="../media/image353.png"/><Relationship Id="rId39" Type="http://schemas.openxmlformats.org/officeDocument/2006/relationships/image" Target="../media/image366.png"/><Relationship Id="rId21" Type="http://schemas.openxmlformats.org/officeDocument/2006/relationships/image" Target="../media/image348.png"/><Relationship Id="rId34" Type="http://schemas.openxmlformats.org/officeDocument/2006/relationships/image" Target="../media/image361.png"/><Relationship Id="rId42" Type="http://schemas.openxmlformats.org/officeDocument/2006/relationships/image" Target="../media/image369.png"/><Relationship Id="rId47" Type="http://schemas.openxmlformats.org/officeDocument/2006/relationships/image" Target="../media/image374.png"/><Relationship Id="rId50" Type="http://schemas.openxmlformats.org/officeDocument/2006/relationships/image" Target="../media/image377.png"/><Relationship Id="rId55" Type="http://schemas.openxmlformats.org/officeDocument/2006/relationships/image" Target="../media/image382.png"/><Relationship Id="rId7" Type="http://schemas.openxmlformats.org/officeDocument/2006/relationships/image" Target="../media/image334.png"/><Relationship Id="rId2" Type="http://schemas.openxmlformats.org/officeDocument/2006/relationships/customXml" Target="../ink/ink6.xml"/><Relationship Id="rId16" Type="http://schemas.openxmlformats.org/officeDocument/2006/relationships/image" Target="../media/image343.png"/><Relationship Id="rId29" Type="http://schemas.openxmlformats.org/officeDocument/2006/relationships/image" Target="../media/image356.png"/><Relationship Id="rId11" Type="http://schemas.openxmlformats.org/officeDocument/2006/relationships/image" Target="../media/image338.png"/><Relationship Id="rId24" Type="http://schemas.openxmlformats.org/officeDocument/2006/relationships/image" Target="../media/image351.png"/><Relationship Id="rId32" Type="http://schemas.openxmlformats.org/officeDocument/2006/relationships/image" Target="../media/image359.png"/><Relationship Id="rId37" Type="http://schemas.openxmlformats.org/officeDocument/2006/relationships/image" Target="../media/image364.png"/><Relationship Id="rId40" Type="http://schemas.openxmlformats.org/officeDocument/2006/relationships/image" Target="../media/image367.png"/><Relationship Id="rId45" Type="http://schemas.openxmlformats.org/officeDocument/2006/relationships/image" Target="../media/image372.png"/><Relationship Id="rId53" Type="http://schemas.openxmlformats.org/officeDocument/2006/relationships/image" Target="../media/image380.png"/><Relationship Id="rId58" Type="http://schemas.openxmlformats.org/officeDocument/2006/relationships/image" Target="../media/image385.png"/><Relationship Id="rId5" Type="http://schemas.openxmlformats.org/officeDocument/2006/relationships/image" Target="../media/image332.png"/><Relationship Id="rId19" Type="http://schemas.openxmlformats.org/officeDocument/2006/relationships/image" Target="../media/image346.png"/><Relationship Id="rId4" Type="http://schemas.openxmlformats.org/officeDocument/2006/relationships/image" Target="../media/image331.png"/><Relationship Id="rId9" Type="http://schemas.openxmlformats.org/officeDocument/2006/relationships/image" Target="../media/image336.png"/><Relationship Id="rId14" Type="http://schemas.openxmlformats.org/officeDocument/2006/relationships/image" Target="../media/image341.png"/><Relationship Id="rId22" Type="http://schemas.openxmlformats.org/officeDocument/2006/relationships/image" Target="../media/image349.png"/><Relationship Id="rId27" Type="http://schemas.openxmlformats.org/officeDocument/2006/relationships/image" Target="../media/image354.png"/><Relationship Id="rId30" Type="http://schemas.openxmlformats.org/officeDocument/2006/relationships/image" Target="../media/image357.png"/><Relationship Id="rId35" Type="http://schemas.openxmlformats.org/officeDocument/2006/relationships/image" Target="../media/image362.png"/><Relationship Id="rId43" Type="http://schemas.openxmlformats.org/officeDocument/2006/relationships/image" Target="../media/image370.png"/><Relationship Id="rId48" Type="http://schemas.openxmlformats.org/officeDocument/2006/relationships/image" Target="../media/image375.png"/><Relationship Id="rId56" Type="http://schemas.openxmlformats.org/officeDocument/2006/relationships/image" Target="../media/image383.png"/><Relationship Id="rId8" Type="http://schemas.openxmlformats.org/officeDocument/2006/relationships/image" Target="../media/image335.png"/><Relationship Id="rId51" Type="http://schemas.openxmlformats.org/officeDocument/2006/relationships/image" Target="../media/image378.png"/><Relationship Id="rId3" Type="http://schemas.openxmlformats.org/officeDocument/2006/relationships/image" Target="../media/image74.png"/><Relationship Id="rId12" Type="http://schemas.openxmlformats.org/officeDocument/2006/relationships/image" Target="../media/image339.png"/><Relationship Id="rId17" Type="http://schemas.openxmlformats.org/officeDocument/2006/relationships/image" Target="../media/image344.png"/><Relationship Id="rId25" Type="http://schemas.openxmlformats.org/officeDocument/2006/relationships/image" Target="../media/image352.png"/><Relationship Id="rId33" Type="http://schemas.openxmlformats.org/officeDocument/2006/relationships/image" Target="../media/image360.png"/><Relationship Id="rId38" Type="http://schemas.openxmlformats.org/officeDocument/2006/relationships/image" Target="../media/image365.png"/><Relationship Id="rId46" Type="http://schemas.openxmlformats.org/officeDocument/2006/relationships/image" Target="../media/image373.png"/><Relationship Id="rId20" Type="http://schemas.openxmlformats.org/officeDocument/2006/relationships/image" Target="../media/image347.png"/><Relationship Id="rId41" Type="http://schemas.openxmlformats.org/officeDocument/2006/relationships/image" Target="../media/image368.png"/><Relationship Id="rId54" Type="http://schemas.openxmlformats.org/officeDocument/2006/relationships/image" Target="../media/image3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3.png"/><Relationship Id="rId15" Type="http://schemas.openxmlformats.org/officeDocument/2006/relationships/image" Target="../media/image342.png"/><Relationship Id="rId23" Type="http://schemas.openxmlformats.org/officeDocument/2006/relationships/image" Target="../media/image350.png"/><Relationship Id="rId28" Type="http://schemas.openxmlformats.org/officeDocument/2006/relationships/image" Target="../media/image355.png"/><Relationship Id="rId36" Type="http://schemas.openxmlformats.org/officeDocument/2006/relationships/image" Target="../media/image363.png"/><Relationship Id="rId49" Type="http://schemas.openxmlformats.org/officeDocument/2006/relationships/image" Target="../media/image376.png"/><Relationship Id="rId57" Type="http://schemas.openxmlformats.org/officeDocument/2006/relationships/image" Target="../media/image384.png"/><Relationship Id="rId10" Type="http://schemas.openxmlformats.org/officeDocument/2006/relationships/image" Target="../media/image337.png"/><Relationship Id="rId31" Type="http://schemas.openxmlformats.org/officeDocument/2006/relationships/image" Target="../media/image358.png"/><Relationship Id="rId44" Type="http://schemas.openxmlformats.org/officeDocument/2006/relationships/image" Target="../media/image371.png"/><Relationship Id="rId52" Type="http://schemas.openxmlformats.org/officeDocument/2006/relationships/image" Target="../media/image3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1444856" y="1590328"/>
                <a:ext cx="407305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+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e>
                      </m:d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−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HK" altLang="en-US" sz="4400" b="1" spc="300" dirty="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856" y="1590328"/>
                <a:ext cx="4073051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形箭號 2"/>
          <p:cNvSpPr/>
          <p:nvPr/>
        </p:nvSpPr>
        <p:spPr>
          <a:xfrm>
            <a:off x="1450528" y="294183"/>
            <a:ext cx="3960440" cy="2952328"/>
          </a:xfrm>
          <a:prstGeom prst="circularArrow">
            <a:avLst>
              <a:gd name="adj1" fmla="val 4751"/>
              <a:gd name="adj2" fmla="val 1216818"/>
              <a:gd name="adj3" fmla="val 20148996"/>
              <a:gd name="adj4" fmla="val 10978705"/>
              <a:gd name="adj5" fmla="val 21419"/>
            </a:avLst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4" name="圓形箭號 3"/>
          <p:cNvSpPr/>
          <p:nvPr/>
        </p:nvSpPr>
        <p:spPr>
          <a:xfrm>
            <a:off x="1779041" y="1014264"/>
            <a:ext cx="2399402" cy="1332255"/>
          </a:xfrm>
          <a:prstGeom prst="circularArrow">
            <a:avLst>
              <a:gd name="adj1" fmla="val 7915"/>
              <a:gd name="adj2" fmla="val 1142319"/>
              <a:gd name="adj3" fmla="val 20702867"/>
              <a:gd name="adj4" fmla="val 10800000"/>
              <a:gd name="adj5" fmla="val 25000"/>
            </a:avLst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038976" y="2558780"/>
            <a:ext cx="470530" cy="520834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469891" y="2582037"/>
            <a:ext cx="429360" cy="519089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7" name="圓形箭號 6"/>
          <p:cNvSpPr/>
          <p:nvPr/>
        </p:nvSpPr>
        <p:spPr>
          <a:xfrm rot="10800000">
            <a:off x="2713146" y="1199658"/>
            <a:ext cx="2481799" cy="2109068"/>
          </a:xfrm>
          <a:prstGeom prst="circularArrow">
            <a:avLst>
              <a:gd name="adj1" fmla="val 10351"/>
              <a:gd name="adj2" fmla="val 1366570"/>
              <a:gd name="adj3" fmla="val 20127277"/>
              <a:gd name="adj4" fmla="val 10937176"/>
              <a:gd name="adj5" fmla="val 16431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8" name="圓形箭號 7"/>
          <p:cNvSpPr/>
          <p:nvPr/>
        </p:nvSpPr>
        <p:spPr>
          <a:xfrm rot="10800000">
            <a:off x="2818680" y="1734343"/>
            <a:ext cx="1359763" cy="111623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8503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699555" y="1743328"/>
            <a:ext cx="415269" cy="511848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4682499" y="1726550"/>
            <a:ext cx="504055" cy="528626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442417" y="2958480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17" y="2958480"/>
                <a:ext cx="1182221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1522178" y="3139070"/>
                <a:ext cx="2376264" cy="784767"/>
              </a:xfrm>
              <a:prstGeom prst="rect">
                <a:avLst/>
              </a:prstGeom>
              <a:noFill/>
              <a:ln w="22225"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𝟐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178" y="3139070"/>
                <a:ext cx="2376264" cy="7847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3856856" y="3110885"/>
                <a:ext cx="2575511" cy="769441"/>
              </a:xfrm>
              <a:prstGeom prst="rect">
                <a:avLst/>
              </a:prstGeom>
              <a:noFill/>
              <a:ln w="2540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+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𝟐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𝒙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chemeClr val="accent2">
                      <a:lumMod val="75000"/>
                    </a:schemeClr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856" y="3110885"/>
                <a:ext cx="2575511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442417" y="3959041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17" y="3959041"/>
                <a:ext cx="1182221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1323291" y="4101687"/>
                <a:ext cx="2376264" cy="784767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zh-HK" altLang="en-US" sz="4400" b="1" spc="300" dirty="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291" y="4101687"/>
                <a:ext cx="2376264" cy="7847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22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1"/>
              <p:cNvSpPr txBox="1"/>
              <p:nvPr/>
            </p:nvSpPr>
            <p:spPr>
              <a:xfrm>
                <a:off x="6720128" y="3642664"/>
                <a:ext cx="445148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+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e>
                      </m:d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−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45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128" y="3642664"/>
                <a:ext cx="4451481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圓形箭號 2"/>
          <p:cNvSpPr/>
          <p:nvPr/>
        </p:nvSpPr>
        <p:spPr>
          <a:xfrm>
            <a:off x="6725800" y="2346519"/>
            <a:ext cx="3960440" cy="2952328"/>
          </a:xfrm>
          <a:prstGeom prst="circularArrow">
            <a:avLst>
              <a:gd name="adj1" fmla="val 4751"/>
              <a:gd name="adj2" fmla="val 1216818"/>
              <a:gd name="adj3" fmla="val 20148996"/>
              <a:gd name="adj4" fmla="val 10978705"/>
              <a:gd name="adj5" fmla="val 21419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47" name="圓形箭號 3"/>
          <p:cNvSpPr/>
          <p:nvPr/>
        </p:nvSpPr>
        <p:spPr>
          <a:xfrm>
            <a:off x="7054313" y="3066600"/>
            <a:ext cx="2399402" cy="1332255"/>
          </a:xfrm>
          <a:prstGeom prst="circularArrow">
            <a:avLst>
              <a:gd name="adj1" fmla="val 7915"/>
              <a:gd name="adj2" fmla="val 1142319"/>
              <a:gd name="adj3" fmla="val 20702867"/>
              <a:gd name="adj4" fmla="val 10800000"/>
              <a:gd name="adj5" fmla="val 25000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48" name="文字方塊 4"/>
          <p:cNvSpPr txBox="1"/>
          <p:nvPr/>
        </p:nvSpPr>
        <p:spPr>
          <a:xfrm>
            <a:off x="7057629" y="3795664"/>
            <a:ext cx="470530" cy="520834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49" name="文字方塊 5"/>
          <p:cNvSpPr txBox="1"/>
          <p:nvPr/>
        </p:nvSpPr>
        <p:spPr>
          <a:xfrm>
            <a:off x="8063113" y="3788423"/>
            <a:ext cx="429360" cy="519089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50" name="圓形箭號 6"/>
          <p:cNvSpPr/>
          <p:nvPr/>
        </p:nvSpPr>
        <p:spPr>
          <a:xfrm rot="10800000">
            <a:off x="7988418" y="3251994"/>
            <a:ext cx="2481799" cy="2109068"/>
          </a:xfrm>
          <a:prstGeom prst="circularArrow">
            <a:avLst>
              <a:gd name="adj1" fmla="val 10351"/>
              <a:gd name="adj2" fmla="val 1366570"/>
              <a:gd name="adj3" fmla="val 20127277"/>
              <a:gd name="adj4" fmla="val 10937176"/>
              <a:gd name="adj5" fmla="val 16431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51" name="圓形箭號 7"/>
          <p:cNvSpPr/>
          <p:nvPr/>
        </p:nvSpPr>
        <p:spPr>
          <a:xfrm rot="10800000">
            <a:off x="8093952" y="3786679"/>
            <a:ext cx="1359763" cy="111623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8503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52" name="文字方塊 8"/>
          <p:cNvSpPr txBox="1"/>
          <p:nvPr/>
        </p:nvSpPr>
        <p:spPr>
          <a:xfrm>
            <a:off x="8974827" y="3795664"/>
            <a:ext cx="415269" cy="511848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53" name="文字方塊 9"/>
          <p:cNvSpPr txBox="1"/>
          <p:nvPr/>
        </p:nvSpPr>
        <p:spPr>
          <a:xfrm>
            <a:off x="10379521" y="3778886"/>
            <a:ext cx="504055" cy="528626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10"/>
              <p:cNvSpPr txBox="1"/>
              <p:nvPr/>
            </p:nvSpPr>
            <p:spPr>
              <a:xfrm>
                <a:off x="5395762" y="5024170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54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762" y="5024170"/>
                <a:ext cx="1182221" cy="10156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11"/>
              <p:cNvSpPr txBox="1"/>
              <p:nvPr/>
            </p:nvSpPr>
            <p:spPr>
              <a:xfrm>
                <a:off x="6320829" y="5159530"/>
                <a:ext cx="2861632" cy="769441"/>
              </a:xfrm>
              <a:prstGeom prst="rect">
                <a:avLst/>
              </a:prstGeom>
              <a:noFill/>
              <a:ln w="22225"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55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829" y="5159530"/>
                <a:ext cx="2861632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2225"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12"/>
              <p:cNvSpPr txBox="1"/>
              <p:nvPr/>
            </p:nvSpPr>
            <p:spPr>
              <a:xfrm>
                <a:off x="9229317" y="5159530"/>
                <a:ext cx="2575511" cy="769441"/>
              </a:xfrm>
              <a:prstGeom prst="rect">
                <a:avLst/>
              </a:prstGeom>
              <a:noFill/>
              <a:ln w="2540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+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56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9317" y="5159530"/>
                <a:ext cx="2575511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E67A23C-29CD-2D7C-AB43-A5FA99D7345D}"/>
              </a:ext>
            </a:extLst>
          </p:cNvPr>
          <p:cNvSpPr txBox="1"/>
          <p:nvPr/>
        </p:nvSpPr>
        <p:spPr>
          <a:xfrm>
            <a:off x="-255417" y="34099"/>
            <a:ext cx="5879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More about Factorization</a:t>
            </a:r>
            <a:endParaRPr lang="zh-TW" altLang="en-US" sz="2800" b="1">
              <a:solidFill>
                <a:srgbClr val="FF66FF"/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29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/>
      <p:bldP spid="15" grpId="0"/>
      <p:bldP spid="45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/>
      <p:bldP spid="55" grpId="0" animBg="1"/>
      <p:bldP spid="56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1"/>
              <p:cNvSpPr txBox="1"/>
              <p:nvPr/>
            </p:nvSpPr>
            <p:spPr>
              <a:xfrm>
                <a:off x="2129888" y="1296145"/>
                <a:ext cx="445148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+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4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888" y="1296145"/>
                <a:ext cx="4451481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8"/>
          <p:cNvSpPr txBox="1"/>
          <p:nvPr/>
        </p:nvSpPr>
        <p:spPr>
          <a:xfrm>
            <a:off x="4528603" y="1449145"/>
            <a:ext cx="415269" cy="511848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8" name="文字方塊 5"/>
          <p:cNvSpPr txBox="1"/>
          <p:nvPr/>
        </p:nvSpPr>
        <p:spPr>
          <a:xfrm>
            <a:off x="3650416" y="1441904"/>
            <a:ext cx="429360" cy="519089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5" name="圓形箭號 2"/>
          <p:cNvSpPr/>
          <p:nvPr/>
        </p:nvSpPr>
        <p:spPr>
          <a:xfrm>
            <a:off x="2135560" y="0"/>
            <a:ext cx="3960440" cy="2952328"/>
          </a:xfrm>
          <a:prstGeom prst="circularArrow">
            <a:avLst>
              <a:gd name="adj1" fmla="val 4751"/>
              <a:gd name="adj2" fmla="val 1216818"/>
              <a:gd name="adj3" fmla="val 20148996"/>
              <a:gd name="adj4" fmla="val 10978705"/>
              <a:gd name="adj5" fmla="val 21419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6" name="圓形箭號 3"/>
          <p:cNvSpPr/>
          <p:nvPr/>
        </p:nvSpPr>
        <p:spPr>
          <a:xfrm>
            <a:off x="2464073" y="720081"/>
            <a:ext cx="2399402" cy="1332255"/>
          </a:xfrm>
          <a:prstGeom prst="circularArrow">
            <a:avLst>
              <a:gd name="adj1" fmla="val 7915"/>
              <a:gd name="adj2" fmla="val 1142319"/>
              <a:gd name="adj3" fmla="val 20702867"/>
              <a:gd name="adj4" fmla="val 10800000"/>
              <a:gd name="adj5" fmla="val 25000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7" name="文字方塊 4"/>
          <p:cNvSpPr txBox="1"/>
          <p:nvPr/>
        </p:nvSpPr>
        <p:spPr>
          <a:xfrm>
            <a:off x="2601134" y="1449145"/>
            <a:ext cx="470530" cy="520834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9" name="圓形箭號 6"/>
          <p:cNvSpPr/>
          <p:nvPr/>
        </p:nvSpPr>
        <p:spPr>
          <a:xfrm rot="10800000">
            <a:off x="3398177" y="905475"/>
            <a:ext cx="2744677" cy="2109068"/>
          </a:xfrm>
          <a:prstGeom prst="circularArrow">
            <a:avLst>
              <a:gd name="adj1" fmla="val 10351"/>
              <a:gd name="adj2" fmla="val 1366570"/>
              <a:gd name="adj3" fmla="val 20127277"/>
              <a:gd name="adj4" fmla="val 10937176"/>
              <a:gd name="adj5" fmla="val 16431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10" name="圓形箭號 7"/>
          <p:cNvSpPr/>
          <p:nvPr/>
        </p:nvSpPr>
        <p:spPr>
          <a:xfrm rot="10800000">
            <a:off x="3503711" y="1440160"/>
            <a:ext cx="1440160" cy="111623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8503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12" name="文字方塊 9"/>
          <p:cNvSpPr txBox="1"/>
          <p:nvPr/>
        </p:nvSpPr>
        <p:spPr>
          <a:xfrm>
            <a:off x="5591944" y="1432367"/>
            <a:ext cx="504055" cy="528626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0"/>
              <p:cNvSpPr txBox="1"/>
              <p:nvPr/>
            </p:nvSpPr>
            <p:spPr>
              <a:xfrm>
                <a:off x="805522" y="2677651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3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22" y="2677651"/>
                <a:ext cx="1182221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1"/>
              <p:cNvSpPr txBox="1"/>
              <p:nvPr/>
            </p:nvSpPr>
            <p:spPr>
              <a:xfrm>
                <a:off x="1730589" y="2813011"/>
                <a:ext cx="2861632" cy="784767"/>
              </a:xfrm>
              <a:prstGeom prst="rect">
                <a:avLst/>
              </a:prstGeom>
              <a:noFill/>
              <a:ln w="57150">
                <a:solidFill>
                  <a:srgbClr val="00B0F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𝒂𝒃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4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589" y="2813011"/>
                <a:ext cx="2861632" cy="7847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rgbClr val="00B0F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2"/>
              <p:cNvSpPr txBox="1"/>
              <p:nvPr/>
            </p:nvSpPr>
            <p:spPr>
              <a:xfrm>
                <a:off x="4639077" y="2813011"/>
                <a:ext cx="2825075" cy="784767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+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5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077" y="2813011"/>
                <a:ext cx="2825075" cy="7847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7150">
                <a:solidFill>
                  <a:srgbClr val="FF000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0"/>
              <p:cNvSpPr txBox="1"/>
              <p:nvPr/>
            </p:nvSpPr>
            <p:spPr>
              <a:xfrm>
                <a:off x="1031151" y="3590607"/>
                <a:ext cx="6000953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60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zh-HK" altLang="en-US" sz="6000" b="1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6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151" y="3590607"/>
                <a:ext cx="6000953" cy="10365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0"/>
              <p:cNvSpPr txBox="1"/>
              <p:nvPr/>
            </p:nvSpPr>
            <p:spPr>
              <a:xfrm>
                <a:off x="6484318" y="1107405"/>
                <a:ext cx="3996445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60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zh-HK" altLang="en-US" sz="6000" b="1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p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7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318" y="1107405"/>
                <a:ext cx="3996445" cy="10365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0"/>
              <p:cNvSpPr txBox="1"/>
              <p:nvPr/>
            </p:nvSpPr>
            <p:spPr>
              <a:xfrm>
                <a:off x="7194444" y="1101185"/>
                <a:ext cx="3081556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444" y="1101185"/>
                <a:ext cx="3081556" cy="10365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0"/>
              <p:cNvSpPr txBox="1"/>
              <p:nvPr/>
            </p:nvSpPr>
            <p:spPr>
              <a:xfrm>
                <a:off x="1343472" y="3591380"/>
                <a:ext cx="6000953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72" y="3591380"/>
                <a:ext cx="6000953" cy="10365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5"/>
              <p:cNvSpPr txBox="1"/>
              <p:nvPr/>
            </p:nvSpPr>
            <p:spPr>
              <a:xfrm>
                <a:off x="4511824" y="4697268"/>
                <a:ext cx="820747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72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zh-HK" altLang="en-US" sz="8800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4697268"/>
                <a:ext cx="820747" cy="1107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03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1.11111E-6 L -0.47748 0.53681 " pathEditMode="relative" rAng="0" ptsTypes="AA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80" y="26829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29727 0.16875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57" y="8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 animBg="1"/>
      <p:bldP spid="8" grpId="0" animBg="1"/>
      <p:bldP spid="5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/>
      <p:bldP spid="14" grpId="0" animBg="1"/>
      <p:bldP spid="15" grpId="0" animBg="1"/>
      <p:bldP spid="16" grpId="0"/>
      <p:bldP spid="17" grpId="0"/>
      <p:bldP spid="18" grpId="0"/>
      <p:bldP spid="18" grpId="1"/>
      <p:bldP spid="19" grpId="0"/>
      <p:bldP spid="19" grpId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1"/>
              <p:cNvSpPr txBox="1"/>
              <p:nvPr/>
            </p:nvSpPr>
            <p:spPr>
              <a:xfrm>
                <a:off x="2129888" y="1296145"/>
                <a:ext cx="445148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4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888" y="1296145"/>
                <a:ext cx="4451481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8"/>
          <p:cNvSpPr txBox="1"/>
          <p:nvPr/>
        </p:nvSpPr>
        <p:spPr>
          <a:xfrm>
            <a:off x="4528603" y="1449145"/>
            <a:ext cx="415269" cy="511848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8" name="文字方塊 5"/>
          <p:cNvSpPr txBox="1"/>
          <p:nvPr/>
        </p:nvSpPr>
        <p:spPr>
          <a:xfrm>
            <a:off x="3650416" y="1441904"/>
            <a:ext cx="429360" cy="519089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5" name="圓形箭號 2"/>
          <p:cNvSpPr/>
          <p:nvPr/>
        </p:nvSpPr>
        <p:spPr>
          <a:xfrm>
            <a:off x="2135560" y="0"/>
            <a:ext cx="3960440" cy="2952328"/>
          </a:xfrm>
          <a:prstGeom prst="circularArrow">
            <a:avLst>
              <a:gd name="adj1" fmla="val 4751"/>
              <a:gd name="adj2" fmla="val 1216818"/>
              <a:gd name="adj3" fmla="val 20148996"/>
              <a:gd name="adj4" fmla="val 10978705"/>
              <a:gd name="adj5" fmla="val 21419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6" name="圓形箭號 3"/>
          <p:cNvSpPr/>
          <p:nvPr/>
        </p:nvSpPr>
        <p:spPr>
          <a:xfrm>
            <a:off x="2464073" y="720081"/>
            <a:ext cx="2399402" cy="1332255"/>
          </a:xfrm>
          <a:prstGeom prst="circularArrow">
            <a:avLst>
              <a:gd name="adj1" fmla="val 7915"/>
              <a:gd name="adj2" fmla="val 1142319"/>
              <a:gd name="adj3" fmla="val 20702867"/>
              <a:gd name="adj4" fmla="val 10800000"/>
              <a:gd name="adj5" fmla="val 25000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7" name="文字方塊 4"/>
          <p:cNvSpPr txBox="1"/>
          <p:nvPr/>
        </p:nvSpPr>
        <p:spPr>
          <a:xfrm>
            <a:off x="2601134" y="1449145"/>
            <a:ext cx="470530" cy="520834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9" name="圓形箭號 6"/>
          <p:cNvSpPr/>
          <p:nvPr/>
        </p:nvSpPr>
        <p:spPr>
          <a:xfrm rot="10800000">
            <a:off x="3398177" y="905475"/>
            <a:ext cx="2744677" cy="2109068"/>
          </a:xfrm>
          <a:prstGeom prst="circularArrow">
            <a:avLst>
              <a:gd name="adj1" fmla="val 10351"/>
              <a:gd name="adj2" fmla="val 1366570"/>
              <a:gd name="adj3" fmla="val 20127277"/>
              <a:gd name="adj4" fmla="val 10937176"/>
              <a:gd name="adj5" fmla="val 16431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10" name="圓形箭號 7"/>
          <p:cNvSpPr/>
          <p:nvPr/>
        </p:nvSpPr>
        <p:spPr>
          <a:xfrm rot="10800000">
            <a:off x="3503711" y="1440160"/>
            <a:ext cx="1440160" cy="111623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8503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12" name="文字方塊 9"/>
          <p:cNvSpPr txBox="1"/>
          <p:nvPr/>
        </p:nvSpPr>
        <p:spPr>
          <a:xfrm>
            <a:off x="5591944" y="1432367"/>
            <a:ext cx="504055" cy="528626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0"/>
              <p:cNvSpPr txBox="1"/>
              <p:nvPr/>
            </p:nvSpPr>
            <p:spPr>
              <a:xfrm>
                <a:off x="805522" y="2677651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3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22" y="2677651"/>
                <a:ext cx="1182221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1"/>
              <p:cNvSpPr txBox="1"/>
              <p:nvPr/>
            </p:nvSpPr>
            <p:spPr>
              <a:xfrm>
                <a:off x="1730589" y="2813011"/>
                <a:ext cx="2861632" cy="784767"/>
              </a:xfrm>
              <a:prstGeom prst="rect">
                <a:avLst/>
              </a:prstGeom>
              <a:noFill/>
              <a:ln w="57150">
                <a:solidFill>
                  <a:srgbClr val="00B0F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𝒂𝒃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4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589" y="2813011"/>
                <a:ext cx="2861632" cy="7847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rgbClr val="00B0F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2"/>
              <p:cNvSpPr txBox="1"/>
              <p:nvPr/>
            </p:nvSpPr>
            <p:spPr>
              <a:xfrm>
                <a:off x="4639077" y="2813011"/>
                <a:ext cx="2825075" cy="784767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5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077" y="2813011"/>
                <a:ext cx="2825075" cy="7847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7150">
                <a:solidFill>
                  <a:srgbClr val="FF000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0"/>
              <p:cNvSpPr txBox="1"/>
              <p:nvPr/>
            </p:nvSpPr>
            <p:spPr>
              <a:xfrm>
                <a:off x="1031151" y="3590607"/>
                <a:ext cx="6000953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60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zh-HK" altLang="en-US" sz="6000" b="1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HK" sz="6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6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151" y="3590607"/>
                <a:ext cx="6000953" cy="10365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0"/>
              <p:cNvSpPr txBox="1"/>
              <p:nvPr/>
            </p:nvSpPr>
            <p:spPr>
              <a:xfrm>
                <a:off x="6484318" y="1107405"/>
                <a:ext cx="3996445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60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zh-HK" altLang="en-US" sz="6000" b="1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HK" sz="60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p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7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318" y="1107405"/>
                <a:ext cx="3996445" cy="10365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0"/>
              <p:cNvSpPr txBox="1"/>
              <p:nvPr/>
            </p:nvSpPr>
            <p:spPr>
              <a:xfrm>
                <a:off x="7194444" y="1101185"/>
                <a:ext cx="3081556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444" y="1101185"/>
                <a:ext cx="3081556" cy="10365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0"/>
              <p:cNvSpPr txBox="1"/>
              <p:nvPr/>
            </p:nvSpPr>
            <p:spPr>
              <a:xfrm>
                <a:off x="1343472" y="3591380"/>
                <a:ext cx="6000953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72" y="3591380"/>
                <a:ext cx="6000953" cy="10365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5"/>
              <p:cNvSpPr txBox="1"/>
              <p:nvPr/>
            </p:nvSpPr>
            <p:spPr>
              <a:xfrm>
                <a:off x="4511824" y="4697268"/>
                <a:ext cx="820747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72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zh-HK" altLang="en-US" sz="8800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4697268"/>
                <a:ext cx="820747" cy="1107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0"/>
              <p:cNvSpPr txBox="1"/>
              <p:nvPr/>
            </p:nvSpPr>
            <p:spPr>
              <a:xfrm>
                <a:off x="1055681" y="5661248"/>
                <a:ext cx="9713984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681" y="5661248"/>
                <a:ext cx="9713984" cy="10365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5"/>
          <p:cNvSpPr txBox="1"/>
          <p:nvPr/>
        </p:nvSpPr>
        <p:spPr>
          <a:xfrm>
            <a:off x="2495600" y="5085184"/>
            <a:ext cx="607591" cy="1413021"/>
          </a:xfrm>
          <a:prstGeom prst="rect">
            <a:avLst/>
          </a:prstGeom>
          <a:noFill/>
          <a:ln w="41275"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23" name="文字方塊 5"/>
          <p:cNvSpPr txBox="1"/>
          <p:nvPr/>
        </p:nvSpPr>
        <p:spPr>
          <a:xfrm>
            <a:off x="6384032" y="5085184"/>
            <a:ext cx="607591" cy="1413021"/>
          </a:xfrm>
          <a:prstGeom prst="rect">
            <a:avLst/>
          </a:prstGeom>
          <a:noFill/>
          <a:ln w="41275"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7756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1.11111E-6 L -0.47032 0.53681 " pathEditMode="relative" rAng="0" ptsTypes="AA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16" y="26829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28555 0.16875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71" y="8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 animBg="1"/>
      <p:bldP spid="8" grpId="0" animBg="1"/>
      <p:bldP spid="5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/>
      <p:bldP spid="14" grpId="0" animBg="1"/>
      <p:bldP spid="15" grpId="0" animBg="1"/>
      <p:bldP spid="16" grpId="0"/>
      <p:bldP spid="17" grpId="0"/>
      <p:bldP spid="18" grpId="0"/>
      <p:bldP spid="18" grpId="1"/>
      <p:bldP spid="19" grpId="0"/>
      <p:bldP spid="19" grpId="1"/>
      <p:bldP spid="21" grpId="0"/>
      <p:bldP spid="20" grpId="0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21"/>
              <p:cNvSpPr txBox="1"/>
              <p:nvPr/>
            </p:nvSpPr>
            <p:spPr>
              <a:xfrm>
                <a:off x="1487488" y="116632"/>
                <a:ext cx="3024336" cy="879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(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𝟑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𝒚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+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𝟏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rgbClr val="002060"/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4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116632"/>
                <a:ext cx="3024336" cy="879215"/>
              </a:xfrm>
              <a:prstGeom prst="rect">
                <a:avLst/>
              </a:prstGeom>
              <a:blipFill>
                <a:blip r:embed="rId2"/>
                <a:stretch>
                  <a:fillRect r="-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10"/>
              <p:cNvSpPr txBox="1"/>
              <p:nvPr/>
            </p:nvSpPr>
            <p:spPr>
              <a:xfrm>
                <a:off x="1703512" y="4437112"/>
                <a:ext cx="9713984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4437112"/>
                <a:ext cx="9713984" cy="1036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10"/>
              <p:cNvSpPr txBox="1"/>
              <p:nvPr/>
            </p:nvSpPr>
            <p:spPr>
              <a:xfrm>
                <a:off x="1703512" y="5517232"/>
                <a:ext cx="9713984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5517232"/>
                <a:ext cx="9713984" cy="10365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21"/>
              <p:cNvSpPr txBox="1"/>
              <p:nvPr/>
            </p:nvSpPr>
            <p:spPr>
              <a:xfrm>
                <a:off x="1487488" y="1039401"/>
                <a:ext cx="2016224" cy="879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(</m:t>
                          </m:r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B05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7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1039401"/>
                <a:ext cx="2016224" cy="8792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21"/>
              <p:cNvSpPr txBox="1"/>
              <p:nvPr/>
            </p:nvSpPr>
            <p:spPr>
              <a:xfrm>
                <a:off x="878225" y="1090619"/>
                <a:ext cx="79208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8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225" y="1090619"/>
                <a:ext cx="792088" cy="8617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21"/>
              <p:cNvSpPr txBox="1"/>
              <p:nvPr/>
            </p:nvSpPr>
            <p:spPr>
              <a:xfrm>
                <a:off x="3359696" y="1087157"/>
                <a:ext cx="3567944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B05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B05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 )(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B05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1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696" y="1087157"/>
                <a:ext cx="3567944" cy="8617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21"/>
              <p:cNvSpPr txBox="1"/>
              <p:nvPr/>
            </p:nvSpPr>
            <p:spPr>
              <a:xfrm>
                <a:off x="6816080" y="1108934"/>
                <a:ext cx="1944216" cy="879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HK" sz="5000" b="1" i="1" spc="300" smtClean="0">
                                  <a:ln w="11430" cmpd="sng">
                                    <a:solidFill>
                                      <a:schemeClr val="accent1">
                                        <a:tint val="10000"/>
                                      </a:schemeClr>
                                    </a:solidFill>
                                    <a:prstDash val="solid"/>
                                    <a:miter lim="800000"/>
                                  </a:ln>
                                  <a:solidFill>
                                    <a:srgbClr val="002060"/>
                                  </a:solidFill>
                                  <a:effectLst>
                                    <a:glow rad="45500">
                                      <a:schemeClr val="accent1">
                                        <a:satMod val="220000"/>
                                        <a:alpha val="35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5000" b="1" i="1" spc="300" smtClean="0">
                                  <a:ln w="11430" cmpd="sng">
                                    <a:solidFill>
                                      <a:schemeClr val="accent1">
                                        <a:tint val="10000"/>
                                      </a:schemeClr>
                                    </a:solidFill>
                                    <a:prstDash val="solid"/>
                                    <a:miter lim="800000"/>
                                  </a:ln>
                                  <a:solidFill>
                                    <a:srgbClr val="00B050"/>
                                  </a:solidFill>
                                  <a:effectLst>
                                    <a:glow rad="45500">
                                      <a:schemeClr val="accent1">
                                        <a:satMod val="220000"/>
                                        <a:alpha val="35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80" y="1108934"/>
                <a:ext cx="1944216" cy="8792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21"/>
              <p:cNvSpPr txBox="1"/>
              <p:nvPr/>
            </p:nvSpPr>
            <p:spPr>
              <a:xfrm>
                <a:off x="1487488" y="1069716"/>
                <a:ext cx="2016224" cy="879215"/>
              </a:xfrm>
              <a:prstGeom prst="rect">
                <a:avLst/>
              </a:prstGeom>
              <a:solidFill>
                <a:srgbClr val="EFEDE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(</m:t>
                          </m:r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rgbClr val="002060"/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3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1069716"/>
                <a:ext cx="2016224" cy="87921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21"/>
              <p:cNvSpPr txBox="1"/>
              <p:nvPr/>
            </p:nvSpPr>
            <p:spPr>
              <a:xfrm>
                <a:off x="3359696" y="1076451"/>
                <a:ext cx="3567944" cy="861774"/>
              </a:xfrm>
              <a:prstGeom prst="rect">
                <a:avLst/>
              </a:prstGeom>
              <a:solidFill>
                <a:srgbClr val="EFEDE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rgbClr val="002060"/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4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696" y="1076451"/>
                <a:ext cx="3567944" cy="8617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21"/>
              <p:cNvSpPr txBox="1"/>
              <p:nvPr/>
            </p:nvSpPr>
            <p:spPr>
              <a:xfrm>
                <a:off x="6816080" y="1108934"/>
                <a:ext cx="1944216" cy="879215"/>
              </a:xfrm>
              <a:prstGeom prst="rect">
                <a:avLst/>
              </a:prstGeom>
              <a:solidFill>
                <a:srgbClr val="EFEDE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HK" sz="5000" b="1" i="1" spc="300" smtClean="0">
                                  <a:ln w="11430" cmpd="sng">
                                    <a:solidFill>
                                      <a:schemeClr val="accent1">
                                        <a:tint val="10000"/>
                                      </a:schemeClr>
                                    </a:solidFill>
                                    <a:prstDash val="solid"/>
                                    <a:miter lim="800000"/>
                                  </a:ln>
                                  <a:solidFill>
                                    <a:srgbClr val="002060"/>
                                  </a:solidFill>
                                  <a:effectLst>
                                    <a:glow rad="45500">
                                      <a:schemeClr val="accent1">
                                        <a:satMod val="220000"/>
                                        <a:alpha val="35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5000" b="1" i="1" spc="300" smtClean="0">
                                  <a:ln w="11430" cmpd="sng">
                                    <a:solidFill>
                                      <a:schemeClr val="accent1">
                                        <a:tint val="10000"/>
                                      </a:schemeClr>
                                    </a:solidFill>
                                    <a:prstDash val="solid"/>
                                    <a:miter lim="800000"/>
                                  </a:ln>
                                  <a:solidFill>
                                    <a:srgbClr val="002060"/>
                                  </a:solidFill>
                                  <a:effectLst>
                                    <a:glow rad="45500">
                                      <a:schemeClr val="accent1">
                                        <a:satMod val="220000"/>
                                        <a:alpha val="35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rgbClr val="002060"/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5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80" y="1108934"/>
                <a:ext cx="1944216" cy="87921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21"/>
              <p:cNvSpPr txBox="1"/>
              <p:nvPr/>
            </p:nvSpPr>
            <p:spPr>
              <a:xfrm>
                <a:off x="878225" y="2146013"/>
                <a:ext cx="79208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6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225" y="2146013"/>
                <a:ext cx="792088" cy="8617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21"/>
              <p:cNvSpPr txBox="1"/>
              <p:nvPr/>
            </p:nvSpPr>
            <p:spPr>
              <a:xfrm>
                <a:off x="1466501" y="2121377"/>
                <a:ext cx="4440413" cy="879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rgbClr val="002060"/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7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501" y="2121377"/>
                <a:ext cx="4440413" cy="87921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10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1" grpId="0"/>
      <p:bldP spid="12" grpId="0"/>
      <p:bldP spid="13" grpId="0" animBg="1"/>
      <p:bldP spid="14" grpId="0" animBg="1"/>
      <p:bldP spid="15" grpId="0" animBg="1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1"/>
              <p:cNvSpPr txBox="1"/>
              <p:nvPr/>
            </p:nvSpPr>
            <p:spPr>
              <a:xfrm>
                <a:off x="1631503" y="963113"/>
                <a:ext cx="407305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+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e>
                      </m:d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−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4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3" y="963113"/>
                <a:ext cx="4073051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圓形箭號 2"/>
          <p:cNvSpPr/>
          <p:nvPr/>
        </p:nvSpPr>
        <p:spPr>
          <a:xfrm>
            <a:off x="1631503" y="-315417"/>
            <a:ext cx="3960440" cy="2952328"/>
          </a:xfrm>
          <a:prstGeom prst="circularArrow">
            <a:avLst>
              <a:gd name="adj1" fmla="val 4751"/>
              <a:gd name="adj2" fmla="val 1216818"/>
              <a:gd name="adj3" fmla="val 20148996"/>
              <a:gd name="adj4" fmla="val 10978705"/>
              <a:gd name="adj5" fmla="val 21419"/>
            </a:avLst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6" name="圓形箭號 3"/>
          <p:cNvSpPr/>
          <p:nvPr/>
        </p:nvSpPr>
        <p:spPr>
          <a:xfrm>
            <a:off x="1478873" y="436947"/>
            <a:ext cx="2399402" cy="1332255"/>
          </a:xfrm>
          <a:prstGeom prst="circularArrow">
            <a:avLst>
              <a:gd name="adj1" fmla="val 7915"/>
              <a:gd name="adj2" fmla="val 1142319"/>
              <a:gd name="adj3" fmla="val 20702867"/>
              <a:gd name="adj4" fmla="val 10800000"/>
              <a:gd name="adj5" fmla="val 25000"/>
            </a:avLst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7" name="文字方塊 4"/>
          <p:cNvSpPr txBox="1"/>
          <p:nvPr/>
        </p:nvSpPr>
        <p:spPr>
          <a:xfrm>
            <a:off x="1919535" y="1124743"/>
            <a:ext cx="470530" cy="520834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8" name="文字方塊 5"/>
          <p:cNvSpPr txBox="1"/>
          <p:nvPr/>
        </p:nvSpPr>
        <p:spPr>
          <a:xfrm>
            <a:off x="2968816" y="1126487"/>
            <a:ext cx="429360" cy="519089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9" name="圓形箭號 6"/>
          <p:cNvSpPr/>
          <p:nvPr/>
        </p:nvSpPr>
        <p:spPr>
          <a:xfrm rot="10800000">
            <a:off x="2891173" y="563732"/>
            <a:ext cx="2481799" cy="2109068"/>
          </a:xfrm>
          <a:prstGeom prst="circularArrow">
            <a:avLst>
              <a:gd name="adj1" fmla="val 10351"/>
              <a:gd name="adj2" fmla="val 1366570"/>
              <a:gd name="adj3" fmla="val 20127277"/>
              <a:gd name="adj4" fmla="val 10937176"/>
              <a:gd name="adj5" fmla="val 16431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10" name="圓形箭號 7"/>
          <p:cNvSpPr/>
          <p:nvPr/>
        </p:nvSpPr>
        <p:spPr>
          <a:xfrm rot="10800000">
            <a:off x="2999655" y="1124743"/>
            <a:ext cx="1359763" cy="111623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8503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11" name="文字方塊 8"/>
          <p:cNvSpPr txBox="1"/>
          <p:nvPr/>
        </p:nvSpPr>
        <p:spPr>
          <a:xfrm>
            <a:off x="3880530" y="1133728"/>
            <a:ext cx="415269" cy="511848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12" name="文字方塊 9"/>
          <p:cNvSpPr txBox="1"/>
          <p:nvPr/>
        </p:nvSpPr>
        <p:spPr>
          <a:xfrm>
            <a:off x="4863474" y="1116950"/>
            <a:ext cx="504055" cy="528626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0"/>
              <p:cNvSpPr txBox="1"/>
              <p:nvPr/>
            </p:nvSpPr>
            <p:spPr>
              <a:xfrm>
                <a:off x="623392" y="2348880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3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2348880"/>
                <a:ext cx="1182221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1"/>
              <p:cNvSpPr txBox="1"/>
              <p:nvPr/>
            </p:nvSpPr>
            <p:spPr>
              <a:xfrm>
                <a:off x="1631503" y="2492896"/>
                <a:ext cx="2376264" cy="784767"/>
              </a:xfrm>
              <a:prstGeom prst="rect">
                <a:avLst/>
              </a:prstGeom>
              <a:noFill/>
              <a:ln w="22225"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𝟐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4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3" y="2492896"/>
                <a:ext cx="2376264" cy="7847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2"/>
              <p:cNvSpPr txBox="1"/>
              <p:nvPr/>
            </p:nvSpPr>
            <p:spPr>
              <a:xfrm>
                <a:off x="4037831" y="2501285"/>
                <a:ext cx="2575511" cy="769441"/>
              </a:xfrm>
              <a:prstGeom prst="rect">
                <a:avLst/>
              </a:prstGeom>
              <a:noFill/>
              <a:ln w="2540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+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𝟐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𝒙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chemeClr val="accent2">
                      <a:lumMod val="75000"/>
                    </a:schemeClr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5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831" y="2501285"/>
                <a:ext cx="2575511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3"/>
              <p:cNvSpPr txBox="1"/>
              <p:nvPr/>
            </p:nvSpPr>
            <p:spPr>
              <a:xfrm>
                <a:off x="623392" y="3349441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6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3349441"/>
                <a:ext cx="1182221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4"/>
              <p:cNvSpPr txBox="1"/>
              <p:nvPr/>
            </p:nvSpPr>
            <p:spPr>
              <a:xfrm>
                <a:off x="1485915" y="3472440"/>
                <a:ext cx="2376264" cy="784767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7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15" y="3472440"/>
                <a:ext cx="2376264" cy="7847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22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4"/>
              <p:cNvSpPr txBox="1"/>
              <p:nvPr/>
            </p:nvSpPr>
            <p:spPr>
              <a:xfrm>
                <a:off x="1631504" y="4309873"/>
                <a:ext cx="2376264" cy="784767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4400" b="1" spc="300" dirty="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8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4309873"/>
                <a:ext cx="2376264" cy="7847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22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0"/>
              <p:cNvSpPr txBox="1"/>
              <p:nvPr/>
            </p:nvSpPr>
            <p:spPr>
              <a:xfrm>
                <a:off x="1816715" y="1483807"/>
                <a:ext cx="604819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715" y="1483807"/>
                <a:ext cx="604819" cy="10365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0"/>
              <p:cNvSpPr txBox="1"/>
              <p:nvPr/>
            </p:nvSpPr>
            <p:spPr>
              <a:xfrm>
                <a:off x="4807208" y="1470931"/>
                <a:ext cx="571690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208" y="1470931"/>
                <a:ext cx="571690" cy="10365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10"/>
              <p:cNvSpPr txBox="1"/>
              <p:nvPr/>
            </p:nvSpPr>
            <p:spPr>
              <a:xfrm>
                <a:off x="3712644" y="1484507"/>
                <a:ext cx="604819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644" y="1484507"/>
                <a:ext cx="604819" cy="10365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10"/>
              <p:cNvSpPr txBox="1"/>
              <p:nvPr/>
            </p:nvSpPr>
            <p:spPr>
              <a:xfrm>
                <a:off x="2866116" y="1536719"/>
                <a:ext cx="670492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2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116" y="1536719"/>
                <a:ext cx="670492" cy="103656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10"/>
              <p:cNvSpPr txBox="1"/>
              <p:nvPr/>
            </p:nvSpPr>
            <p:spPr>
              <a:xfrm>
                <a:off x="6464428" y="663097"/>
                <a:ext cx="572757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428" y="663097"/>
                <a:ext cx="5727572" cy="101566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10"/>
              <p:cNvSpPr txBox="1"/>
              <p:nvPr/>
            </p:nvSpPr>
            <p:spPr>
              <a:xfrm>
                <a:off x="1636014" y="4629023"/>
                <a:ext cx="604819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4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014" y="4629023"/>
                <a:ext cx="604819" cy="103656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10"/>
              <p:cNvSpPr txBox="1"/>
              <p:nvPr/>
            </p:nvSpPr>
            <p:spPr>
              <a:xfrm>
                <a:off x="2943538" y="4629023"/>
                <a:ext cx="670492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538" y="4629023"/>
                <a:ext cx="670492" cy="103656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10"/>
              <p:cNvSpPr txBox="1"/>
              <p:nvPr/>
            </p:nvSpPr>
            <p:spPr>
              <a:xfrm>
                <a:off x="4072828" y="4120626"/>
                <a:ext cx="3003401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7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828" y="4120626"/>
                <a:ext cx="3003401" cy="103656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5"/>
              <p:cNvSpPr txBox="1"/>
              <p:nvPr/>
            </p:nvSpPr>
            <p:spPr>
              <a:xfrm>
                <a:off x="7076229" y="5453094"/>
                <a:ext cx="820747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72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zh-HK" altLang="en-US" sz="8800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229" y="5453094"/>
                <a:ext cx="820747" cy="110799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3">
                <a:extLst>
                  <a:ext uri="{FF2B5EF4-FFF2-40B4-BE49-F238E27FC236}">
                    <a16:creationId xmlns:a16="http://schemas.microsoft.com/office/drawing/2014/main" id="{99A25268-9767-E037-2DAA-B3AF3034CAF3}"/>
                  </a:ext>
                </a:extLst>
              </p:cNvPr>
              <p:cNvSpPr txBox="1"/>
              <p:nvPr/>
            </p:nvSpPr>
            <p:spPr>
              <a:xfrm>
                <a:off x="624058" y="4231468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2" name="文字方塊 13">
                <a:extLst>
                  <a:ext uri="{FF2B5EF4-FFF2-40B4-BE49-F238E27FC236}">
                    <a16:creationId xmlns:a16="http://schemas.microsoft.com/office/drawing/2014/main" id="{99A25268-9767-E037-2DAA-B3AF3034C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58" y="4231468"/>
                <a:ext cx="1182221" cy="101566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914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85185E-6 L -0.37877 0.69699 " pathEditMode="relative" rAng="0" ptsTypes="AA">
                                      <p:cBhvr>
                                        <p:cTn id="1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945" y="34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11111E-6 L 0.29675 0.19954 " pathEditMode="relative" rAng="0" ptsTypes="AA">
                                      <p:cBhvr>
                                        <p:cTn id="1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31" y="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3" grpId="1"/>
      <p:bldP spid="24" grpId="0"/>
      <p:bldP spid="26" grpId="0"/>
      <p:bldP spid="27" grpId="0"/>
      <p:bldP spid="27" grpId="1"/>
      <p:bldP spid="29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1703512" y="4278869"/>
            <a:ext cx="5688632" cy="2579131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424" y="114446"/>
            <a:ext cx="9601200" cy="1485900"/>
          </a:xfrm>
        </p:spPr>
        <p:txBody>
          <a:bodyPr>
            <a:normAutofit/>
          </a:bodyPr>
          <a:lstStyle/>
          <a:p>
            <a:r>
              <a:rPr lang="en-US" altLang="zh-HK" sz="6000">
                <a:latin typeface="Brush Script MT" panose="03060802040406070304" pitchFamily="66" charset="0"/>
              </a:rPr>
              <a:t>Summary</a:t>
            </a:r>
            <a:endParaRPr lang="zh-HK" altLang="en-US" sz="6000">
              <a:latin typeface="Brush Script MT" panose="030608020404060703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10"/>
              <p:cNvSpPr txBox="1"/>
              <p:nvPr/>
            </p:nvSpPr>
            <p:spPr>
              <a:xfrm>
                <a:off x="1415480" y="1082063"/>
                <a:ext cx="9713984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1082063"/>
                <a:ext cx="9713984" cy="10365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10"/>
              <p:cNvSpPr txBox="1"/>
              <p:nvPr/>
            </p:nvSpPr>
            <p:spPr>
              <a:xfrm>
                <a:off x="1415480" y="2162183"/>
                <a:ext cx="9713984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 dirty="0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2162183"/>
                <a:ext cx="9713984" cy="1036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10"/>
              <p:cNvSpPr txBox="1"/>
              <p:nvPr/>
            </p:nvSpPr>
            <p:spPr>
              <a:xfrm>
                <a:off x="1343472" y="3198749"/>
                <a:ext cx="9713984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d>
                        <m:d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HK" sz="6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72" y="3198749"/>
                <a:ext cx="9713984" cy="10365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l="6888" t="9892" r="26712" b="65380"/>
          <a:stretch/>
        </p:blipFill>
        <p:spPr>
          <a:xfrm>
            <a:off x="2063552" y="4362145"/>
            <a:ext cx="4680520" cy="11652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/>
          <a:srcRect l="19605" t="35908" r="40882" b="49171"/>
          <a:stretch/>
        </p:blipFill>
        <p:spPr>
          <a:xfrm>
            <a:off x="2063552" y="5445224"/>
            <a:ext cx="5148571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4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E61B670-D8DC-AC6B-A036-AA00E61F554E}"/>
              </a:ext>
            </a:extLst>
          </p:cNvPr>
          <p:cNvSpPr txBox="1"/>
          <p:nvPr/>
        </p:nvSpPr>
        <p:spPr>
          <a:xfrm>
            <a:off x="191344" y="4462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5D32BCB-FBB4-F30C-1E62-1C40ACB36758}"/>
                  </a:ext>
                </a:extLst>
              </p:cNvPr>
              <p:cNvSpPr txBox="1"/>
              <p:nvPr/>
            </p:nvSpPr>
            <p:spPr>
              <a:xfrm>
                <a:off x="189367" y="413956"/>
                <a:ext cx="20902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1.</a:t>
                </a:r>
                <a:r>
                  <a:rPr lang="en-US" altLang="zh-HK" kern="100"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+4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5D32BCB-FBB4-F30C-1E62-1C40ACB36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67" y="413956"/>
                <a:ext cx="2090209" cy="369332"/>
              </a:xfrm>
              <a:prstGeom prst="rect">
                <a:avLst/>
              </a:prstGeom>
              <a:blipFill>
                <a:blip r:embed="rId2"/>
                <a:stretch>
                  <a:fillRect l="-2332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47AC3C6-E2B2-1961-92D1-574066A9BE58}"/>
                  </a:ext>
                </a:extLst>
              </p:cNvPr>
              <p:cNvSpPr txBox="1"/>
              <p:nvPr/>
            </p:nvSpPr>
            <p:spPr>
              <a:xfrm>
                <a:off x="3923661" y="413956"/>
                <a:ext cx="23286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2.     </a:t>
                </a:r>
                <a14:m>
                  <m:oMath xmlns:m="http://schemas.openxmlformats.org/officeDocument/2006/math"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25</m:t>
                    </m:r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+20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+4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47AC3C6-E2B2-1961-92D1-574066A9B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661" y="413956"/>
                <a:ext cx="2328660" cy="369332"/>
              </a:xfrm>
              <a:prstGeom prst="rect">
                <a:avLst/>
              </a:prstGeom>
              <a:blipFill>
                <a:blip r:embed="rId3"/>
                <a:stretch>
                  <a:fillRect l="-2356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34528C5-C959-6606-3369-011078259139}"/>
                  </a:ext>
                </a:extLst>
              </p:cNvPr>
              <p:cNvSpPr txBox="1"/>
              <p:nvPr/>
            </p:nvSpPr>
            <p:spPr>
              <a:xfrm>
                <a:off x="7896406" y="413956"/>
                <a:ext cx="29523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3.     </a:t>
                </a:r>
                <a14:m>
                  <m:oMath xmlns:m="http://schemas.openxmlformats.org/officeDocument/2006/math"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16</m:t>
                    </m:r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+8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𝑚𝑛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34528C5-C959-6606-3369-011078259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406" y="413956"/>
                <a:ext cx="2952328" cy="369332"/>
              </a:xfrm>
              <a:prstGeom prst="rect">
                <a:avLst/>
              </a:prstGeom>
              <a:blipFill>
                <a:blip r:embed="rId4"/>
                <a:stretch>
                  <a:fillRect l="-1649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FCD0469-44F2-7BB7-52FC-2E838F94DA76}"/>
                  </a:ext>
                </a:extLst>
              </p:cNvPr>
              <p:cNvSpPr txBox="1"/>
              <p:nvPr/>
            </p:nvSpPr>
            <p:spPr>
              <a:xfrm>
                <a:off x="189367" y="2060848"/>
                <a:ext cx="21126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4.     </a:t>
                </a:r>
                <a14:m>
                  <m:oMath xmlns:m="http://schemas.openxmlformats.org/officeDocument/2006/math"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9</m:t>
                    </m:r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FCD0469-44F2-7BB7-52FC-2E838F94D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67" y="2060848"/>
                <a:ext cx="2112636" cy="369332"/>
              </a:xfrm>
              <a:prstGeom prst="rect">
                <a:avLst/>
              </a:prstGeom>
              <a:blipFill>
                <a:blip r:embed="rId5"/>
                <a:stretch>
                  <a:fillRect l="-2305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4F5713D-18AA-1EA5-3B4B-3026EDFCE05F}"/>
                  </a:ext>
                </a:extLst>
              </p:cNvPr>
              <p:cNvSpPr txBox="1"/>
              <p:nvPr/>
            </p:nvSpPr>
            <p:spPr>
              <a:xfrm>
                <a:off x="3923661" y="2060848"/>
                <a:ext cx="22566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5.     </a:t>
                </a:r>
                <a14:m>
                  <m:oMath xmlns:m="http://schemas.openxmlformats.org/officeDocument/2006/math"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4</m:t>
                    </m:r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+9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4F5713D-18AA-1EA5-3B4B-3026EDFCE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661" y="2060848"/>
                <a:ext cx="2256652" cy="369332"/>
              </a:xfrm>
              <a:prstGeom prst="rect">
                <a:avLst/>
              </a:prstGeom>
              <a:blipFill>
                <a:blip r:embed="rId6"/>
                <a:stretch>
                  <a:fillRect l="-2432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8527B05-81A0-8171-7F40-E4612F254C3A}"/>
                  </a:ext>
                </a:extLst>
              </p:cNvPr>
              <p:cNvSpPr txBox="1"/>
              <p:nvPr/>
            </p:nvSpPr>
            <p:spPr>
              <a:xfrm>
                <a:off x="7896406" y="2060848"/>
                <a:ext cx="24726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𝑝𝑞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+25</m:t>
                    </m:r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8527B05-81A0-8171-7F40-E4612F254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406" y="2060848"/>
                <a:ext cx="2472676" cy="369332"/>
              </a:xfrm>
              <a:prstGeom prst="rect">
                <a:avLst/>
              </a:prstGeom>
              <a:blipFill>
                <a:blip r:embed="rId7"/>
                <a:stretch>
                  <a:fillRect l="-1970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D972570-C8D6-FC03-D227-3B82E8A44B0D}"/>
                  </a:ext>
                </a:extLst>
              </p:cNvPr>
              <p:cNvSpPr txBox="1"/>
              <p:nvPr/>
            </p:nvSpPr>
            <p:spPr>
              <a:xfrm>
                <a:off x="189367" y="3701536"/>
                <a:ext cx="19686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7.     </a:t>
                </a:r>
                <a14:m>
                  <m:oMath xmlns:m="http://schemas.openxmlformats.org/officeDocument/2006/math"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36</m:t>
                    </m:r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25</m:t>
                    </m:r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D972570-C8D6-FC03-D227-3B82E8A44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67" y="3701536"/>
                <a:ext cx="1968620" cy="369332"/>
              </a:xfrm>
              <a:prstGeom prst="rect">
                <a:avLst/>
              </a:prstGeom>
              <a:blipFill>
                <a:blip r:embed="rId8"/>
                <a:stretch>
                  <a:fillRect l="-2477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E80B1E26-394B-106A-E590-B5DC9B88011B}"/>
                  </a:ext>
                </a:extLst>
              </p:cNvPr>
              <p:cNvSpPr txBox="1"/>
              <p:nvPr/>
            </p:nvSpPr>
            <p:spPr>
              <a:xfrm>
                <a:off x="3923661" y="3701536"/>
                <a:ext cx="17525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8.     </a:t>
                </a:r>
                <a14:m>
                  <m:oMath xmlns:m="http://schemas.openxmlformats.org/officeDocument/2006/math"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4</m:t>
                    </m:r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E80B1E26-394B-106A-E590-B5DC9B880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661" y="3701536"/>
                <a:ext cx="1752596" cy="369332"/>
              </a:xfrm>
              <a:prstGeom prst="rect">
                <a:avLst/>
              </a:prstGeom>
              <a:blipFill>
                <a:blip r:embed="rId9"/>
                <a:stretch>
                  <a:fillRect l="-3136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B1FA539-93BA-0DE2-15BC-2A17ECC7219E}"/>
                  </a:ext>
                </a:extLst>
              </p:cNvPr>
              <p:cNvSpPr txBox="1"/>
              <p:nvPr/>
            </p:nvSpPr>
            <p:spPr>
              <a:xfrm>
                <a:off x="7896406" y="3701536"/>
                <a:ext cx="17525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9.     </a:t>
                </a:r>
                <a14:m>
                  <m:oMath xmlns:m="http://schemas.openxmlformats.org/officeDocument/2006/math"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25</m:t>
                    </m:r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−16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B1FA539-93BA-0DE2-15BC-2A17ECC72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406" y="3701536"/>
                <a:ext cx="1752596" cy="369332"/>
              </a:xfrm>
              <a:prstGeom prst="rect">
                <a:avLst/>
              </a:prstGeom>
              <a:blipFill>
                <a:blip r:embed="rId10"/>
                <a:stretch>
                  <a:fillRect l="-2778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30CDA4FA-11F5-9066-A269-3FBB6AFAF7BB}"/>
                  </a:ext>
                </a:extLst>
              </p:cNvPr>
              <p:cNvSpPr txBox="1"/>
              <p:nvPr/>
            </p:nvSpPr>
            <p:spPr>
              <a:xfrm>
                <a:off x="189367" y="5342224"/>
                <a:ext cx="23286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10.     </a:t>
                </a:r>
                <a14:m>
                  <m:oMath xmlns:m="http://schemas.openxmlformats.org/officeDocument/2006/math"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100</m:t>
                    </m:r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−169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30CDA4FA-11F5-9066-A269-3FBB6AFAF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67" y="5342224"/>
                <a:ext cx="2328660" cy="369332"/>
              </a:xfrm>
              <a:prstGeom prst="rect">
                <a:avLst/>
              </a:prstGeom>
              <a:blipFill>
                <a:blip r:embed="rId11"/>
                <a:stretch>
                  <a:fillRect l="-2094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4751AD3-461E-6669-F167-CAF2324DB782}"/>
                  </a:ext>
                </a:extLst>
              </p:cNvPr>
              <p:cNvSpPr txBox="1"/>
              <p:nvPr/>
            </p:nvSpPr>
            <p:spPr>
              <a:xfrm>
                <a:off x="3923661" y="5342224"/>
                <a:ext cx="23286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11.     36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−100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4751AD3-461E-6669-F167-CAF2324DB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661" y="5342224"/>
                <a:ext cx="2328660" cy="369332"/>
              </a:xfrm>
              <a:prstGeom prst="rect">
                <a:avLst/>
              </a:prstGeom>
              <a:blipFill>
                <a:blip r:embed="rId12"/>
                <a:stretch>
                  <a:fillRect l="-2356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CAB7239-8CEC-84F1-4E85-B874F83FD2A9}"/>
                  </a:ext>
                </a:extLst>
              </p:cNvPr>
              <p:cNvSpPr txBox="1"/>
              <p:nvPr/>
            </p:nvSpPr>
            <p:spPr>
              <a:xfrm>
                <a:off x="7896406" y="5312303"/>
                <a:ext cx="21058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12.     </a:t>
                </a:r>
                <a14:m>
                  <m:oMath xmlns:m="http://schemas.openxmlformats.org/officeDocument/2006/math">
                    <m:r>
                      <a:rPr lang="en-US" altLang="zh-HK" sz="18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81</m:t>
                    </m:r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−144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CAB7239-8CEC-84F1-4E85-B874F83F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406" y="5312303"/>
                <a:ext cx="2105887" cy="369332"/>
              </a:xfrm>
              <a:prstGeom prst="rect">
                <a:avLst/>
              </a:prstGeom>
              <a:blipFill>
                <a:blip r:embed="rId13"/>
                <a:stretch>
                  <a:fillRect l="-2312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25FB179E-40E1-3C30-C36C-F3F0FAD06EE9}"/>
                  </a:ext>
                </a:extLst>
              </p:cNvPr>
              <p:cNvSpPr txBox="1"/>
              <p:nvPr/>
            </p:nvSpPr>
            <p:spPr>
              <a:xfrm>
                <a:off x="407368" y="8686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25FB179E-40E1-3C30-C36C-F3F0FAD06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868650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筆跡 28">
                <a:extLst>
                  <a:ext uri="{FF2B5EF4-FFF2-40B4-BE49-F238E27FC236}">
                    <a16:creationId xmlns:a16="http://schemas.microsoft.com/office/drawing/2014/main" id="{69CC1B90-916E-D487-4194-35A1F76FF2AA}"/>
                  </a:ext>
                </a:extLst>
              </p14:cNvPr>
              <p14:cNvContentPartPr/>
              <p14:nvPr/>
            </p14:nvContentPartPr>
            <p14:xfrm>
              <a:off x="263352" y="214929"/>
              <a:ext cx="864096" cy="45719"/>
            </p14:xfrm>
          </p:contentPart>
        </mc:Choice>
        <mc:Fallback xmlns="">
          <p:pic>
            <p:nvPicPr>
              <p:cNvPr id="29" name="筆跡 28">
                <a:extLst>
                  <a:ext uri="{FF2B5EF4-FFF2-40B4-BE49-F238E27FC236}">
                    <a16:creationId xmlns:a16="http://schemas.microsoft.com/office/drawing/2014/main" id="{69CC1B90-916E-D487-4194-35A1F76FF2A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09346" y="-13500771"/>
                <a:ext cx="971748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群組 34">
            <a:extLst>
              <a:ext uri="{FF2B5EF4-FFF2-40B4-BE49-F238E27FC236}">
                <a16:creationId xmlns:a16="http://schemas.microsoft.com/office/drawing/2014/main" id="{6B18553F-F377-5CF5-E063-8489D2E89F22}"/>
              </a:ext>
            </a:extLst>
          </p:cNvPr>
          <p:cNvGrpSpPr/>
          <p:nvPr/>
        </p:nvGrpSpPr>
        <p:grpSpPr>
          <a:xfrm>
            <a:off x="703056" y="784093"/>
            <a:ext cx="1140109" cy="465826"/>
            <a:chOff x="1008996" y="4247045"/>
            <a:chExt cx="1140109" cy="465826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1C24A7FB-DE0B-4AE7-1972-F34F7DA8DC10}"/>
                </a:ext>
              </a:extLst>
            </p:cNvPr>
            <p:cNvGrpSpPr/>
            <p:nvPr/>
          </p:nvGrpSpPr>
          <p:grpSpPr>
            <a:xfrm>
              <a:off x="1008996" y="4338401"/>
              <a:ext cx="922394" cy="374470"/>
              <a:chOff x="4108340" y="3821687"/>
              <a:chExt cx="922394" cy="374470"/>
            </a:xfrm>
          </p:grpSpPr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3773F8F-CC54-1CED-258B-1562237DB9A5}"/>
                  </a:ext>
                </a:extLst>
              </p:cNvPr>
              <p:cNvSpPr txBox="1"/>
              <p:nvPr/>
            </p:nvSpPr>
            <p:spPr>
              <a:xfrm>
                <a:off x="4108340" y="3826825"/>
                <a:ext cx="4369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  <a:endPara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12502CB-092F-0FCB-56D6-CEB68D98AB13}"/>
                  </a:ext>
                </a:extLst>
              </p:cNvPr>
              <p:cNvSpPr txBox="1"/>
              <p:nvPr/>
            </p:nvSpPr>
            <p:spPr>
              <a:xfrm>
                <a:off x="4608824" y="3826825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6A196ECD-1AA4-C893-04E3-18F2D3ADFE0C}"/>
                      </a:ext>
                    </a:extLst>
                  </p:cNvPr>
                  <p:cNvSpPr txBox="1"/>
                  <p:nvPr/>
                </p:nvSpPr>
                <p:spPr>
                  <a:xfrm>
                    <a:off x="4421693" y="3821687"/>
                    <a:ext cx="295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6A196ECD-1AA4-C893-04E3-18F2D3ADFE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21693" y="3821687"/>
                    <a:ext cx="295688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18561C09-6960-984D-542D-842890B195C0}"/>
                </a:ext>
              </a:extLst>
            </p:cNvPr>
            <p:cNvSpPr txBox="1"/>
            <p:nvPr/>
          </p:nvSpPr>
          <p:spPr>
            <a:xfrm>
              <a:off x="1759344" y="4247045"/>
              <a:ext cx="389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21B5CBCB-DADE-CC66-FB32-F81DDA75F421}"/>
                  </a:ext>
                </a:extLst>
              </p:cNvPr>
              <p:cNvSpPr txBox="1"/>
              <p:nvPr/>
            </p:nvSpPr>
            <p:spPr>
              <a:xfrm>
                <a:off x="4072120" y="8635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21B5CBCB-DADE-CC66-FB32-F81DDA75F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120" y="863512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群組 36">
            <a:extLst>
              <a:ext uri="{FF2B5EF4-FFF2-40B4-BE49-F238E27FC236}">
                <a16:creationId xmlns:a16="http://schemas.microsoft.com/office/drawing/2014/main" id="{8C059CD4-968C-E2CD-691E-5BC4C60B88A6}"/>
              </a:ext>
            </a:extLst>
          </p:cNvPr>
          <p:cNvGrpSpPr/>
          <p:nvPr/>
        </p:nvGrpSpPr>
        <p:grpSpPr>
          <a:xfrm>
            <a:off x="4367808" y="789580"/>
            <a:ext cx="1324148" cy="465826"/>
            <a:chOff x="824957" y="4247045"/>
            <a:chExt cx="1324148" cy="465826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391C1EFC-2360-87A6-46D3-6AE1425AF578}"/>
                </a:ext>
              </a:extLst>
            </p:cNvPr>
            <p:cNvGrpSpPr/>
            <p:nvPr/>
          </p:nvGrpSpPr>
          <p:grpSpPr>
            <a:xfrm>
              <a:off x="824957" y="4332995"/>
              <a:ext cx="1106433" cy="379876"/>
              <a:chOff x="3924301" y="3816281"/>
              <a:chExt cx="1106433" cy="379876"/>
            </a:xfrm>
          </p:grpSpPr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616E9985-91E5-9B64-914D-80E07F6B3394}"/>
                  </a:ext>
                </a:extLst>
              </p:cNvPr>
              <p:cNvSpPr txBox="1"/>
              <p:nvPr/>
            </p:nvSpPr>
            <p:spPr>
              <a:xfrm>
                <a:off x="3924301" y="3826825"/>
                <a:ext cx="684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d</a:t>
                </a:r>
                <a:endPara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D9435155-112A-8AA5-69B2-642B067223BA}"/>
                  </a:ext>
                </a:extLst>
              </p:cNvPr>
              <p:cNvSpPr txBox="1"/>
              <p:nvPr/>
            </p:nvSpPr>
            <p:spPr>
              <a:xfrm>
                <a:off x="4608824" y="3826825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3478E540-F603-6586-DDF4-E6FF0B2B167E}"/>
                      </a:ext>
                    </a:extLst>
                  </p:cNvPr>
                  <p:cNvSpPr txBox="1"/>
                  <p:nvPr/>
                </p:nvSpPr>
                <p:spPr>
                  <a:xfrm>
                    <a:off x="4391109" y="3816281"/>
                    <a:ext cx="295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3478E540-F603-6586-DDF4-E6FF0B2B16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91109" y="3816281"/>
                    <a:ext cx="295688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941208E0-5E8C-CB95-E392-984808C64025}"/>
                </a:ext>
              </a:extLst>
            </p:cNvPr>
            <p:cNvSpPr txBox="1"/>
            <p:nvPr/>
          </p:nvSpPr>
          <p:spPr>
            <a:xfrm>
              <a:off x="1759344" y="4247045"/>
              <a:ext cx="389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8DB12168-E28F-28CC-A1E6-9564F6C64BEA}"/>
                  </a:ext>
                </a:extLst>
              </p:cNvPr>
              <p:cNvSpPr txBox="1"/>
              <p:nvPr/>
            </p:nvSpPr>
            <p:spPr>
              <a:xfrm>
                <a:off x="8143057" y="8528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8DB12168-E28F-28CC-A1E6-9564F6C64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3057" y="852887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群組 43">
            <a:extLst>
              <a:ext uri="{FF2B5EF4-FFF2-40B4-BE49-F238E27FC236}">
                <a16:creationId xmlns:a16="http://schemas.microsoft.com/office/drawing/2014/main" id="{2CE5C922-FAB6-8A19-0B7B-E73461A562B6}"/>
              </a:ext>
            </a:extLst>
          </p:cNvPr>
          <p:cNvGrpSpPr/>
          <p:nvPr/>
        </p:nvGrpSpPr>
        <p:grpSpPr>
          <a:xfrm>
            <a:off x="8438745" y="776546"/>
            <a:ext cx="1371648" cy="476451"/>
            <a:chOff x="777457" y="4247045"/>
            <a:chExt cx="1371648" cy="476451"/>
          </a:xfrm>
        </p:grpSpPr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79B125D0-7F2C-7421-437B-200D76CDE40A}"/>
                </a:ext>
              </a:extLst>
            </p:cNvPr>
            <p:cNvGrpSpPr/>
            <p:nvPr/>
          </p:nvGrpSpPr>
          <p:grpSpPr>
            <a:xfrm>
              <a:off x="777457" y="4332995"/>
              <a:ext cx="1161949" cy="390501"/>
              <a:chOff x="3876801" y="3816281"/>
              <a:chExt cx="1161949" cy="390501"/>
            </a:xfrm>
          </p:grpSpPr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975634CD-50C5-D44C-F6E6-956A6CCE207A}"/>
                  </a:ext>
                </a:extLst>
              </p:cNvPr>
              <p:cNvSpPr txBox="1"/>
              <p:nvPr/>
            </p:nvSpPr>
            <p:spPr>
              <a:xfrm>
                <a:off x="3876801" y="3837450"/>
                <a:ext cx="684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m</a:t>
                </a:r>
                <a:endPara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120B553E-57C6-E671-CCA2-DFF62F78945A}"/>
                  </a:ext>
                </a:extLst>
              </p:cNvPr>
              <p:cNvSpPr txBox="1"/>
              <p:nvPr/>
            </p:nvSpPr>
            <p:spPr>
              <a:xfrm>
                <a:off x="4608824" y="3826825"/>
                <a:ext cx="4299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n</a:t>
                </a:r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文字方塊 48">
                    <a:extLst>
                      <a:ext uri="{FF2B5EF4-FFF2-40B4-BE49-F238E27FC236}">
                        <a16:creationId xmlns:a16="http://schemas.microsoft.com/office/drawing/2014/main" id="{F91049BA-9982-D9E5-15BF-D3C61752439C}"/>
                      </a:ext>
                    </a:extLst>
                  </p:cNvPr>
                  <p:cNvSpPr txBox="1"/>
                  <p:nvPr/>
                </p:nvSpPr>
                <p:spPr>
                  <a:xfrm>
                    <a:off x="4391109" y="3816281"/>
                    <a:ext cx="295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9" name="文字方塊 48">
                    <a:extLst>
                      <a:ext uri="{FF2B5EF4-FFF2-40B4-BE49-F238E27FC236}">
                        <a16:creationId xmlns:a16="http://schemas.microsoft.com/office/drawing/2014/main" id="{F91049BA-9982-D9E5-15BF-D3C6175243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91109" y="3816281"/>
                    <a:ext cx="295688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61CFBA90-E3AC-0C36-C544-1B57058DEB54}"/>
                </a:ext>
              </a:extLst>
            </p:cNvPr>
            <p:cNvSpPr txBox="1"/>
            <p:nvPr/>
          </p:nvSpPr>
          <p:spPr>
            <a:xfrm>
              <a:off x="1759344" y="4247045"/>
              <a:ext cx="389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F1C9A4A5-C1C2-4FDE-798F-0C1550C682AE}"/>
                  </a:ext>
                </a:extLst>
              </p:cNvPr>
              <p:cNvSpPr txBox="1"/>
              <p:nvPr/>
            </p:nvSpPr>
            <p:spPr>
              <a:xfrm>
                <a:off x="420743" y="25011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F1C9A4A5-C1C2-4FDE-798F-0C1550C68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43" y="2501112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群組 50">
            <a:extLst>
              <a:ext uri="{FF2B5EF4-FFF2-40B4-BE49-F238E27FC236}">
                <a16:creationId xmlns:a16="http://schemas.microsoft.com/office/drawing/2014/main" id="{BBF443DD-EC57-E573-EEFA-29E43F113D03}"/>
              </a:ext>
            </a:extLst>
          </p:cNvPr>
          <p:cNvGrpSpPr/>
          <p:nvPr/>
        </p:nvGrpSpPr>
        <p:grpSpPr>
          <a:xfrm>
            <a:off x="716431" y="2427180"/>
            <a:ext cx="1324148" cy="465826"/>
            <a:chOff x="824957" y="4247045"/>
            <a:chExt cx="1324148" cy="465826"/>
          </a:xfrm>
        </p:grpSpPr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46333B97-E47A-70CD-806D-23603E4EDEC1}"/>
                </a:ext>
              </a:extLst>
            </p:cNvPr>
            <p:cNvGrpSpPr/>
            <p:nvPr/>
          </p:nvGrpSpPr>
          <p:grpSpPr>
            <a:xfrm>
              <a:off x="824957" y="4332995"/>
              <a:ext cx="1106433" cy="379876"/>
              <a:chOff x="3924301" y="3816281"/>
              <a:chExt cx="1106433" cy="379876"/>
            </a:xfrm>
          </p:grpSpPr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F5430FF0-2D92-341B-5538-EC4F7835C126}"/>
                  </a:ext>
                </a:extLst>
              </p:cNvPr>
              <p:cNvSpPr txBox="1"/>
              <p:nvPr/>
            </p:nvSpPr>
            <p:spPr>
              <a:xfrm>
                <a:off x="3924301" y="3826825"/>
                <a:ext cx="684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b</a:t>
                </a:r>
                <a:endPara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C759A747-6F2F-BC41-4C21-9DC490922F3C}"/>
                  </a:ext>
                </a:extLst>
              </p:cNvPr>
              <p:cNvSpPr txBox="1"/>
              <p:nvPr/>
            </p:nvSpPr>
            <p:spPr>
              <a:xfrm>
                <a:off x="4608824" y="3826825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1</a:t>
                </a:r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文字方塊 55">
                    <a:extLst>
                      <a:ext uri="{FF2B5EF4-FFF2-40B4-BE49-F238E27FC236}">
                        <a16:creationId xmlns:a16="http://schemas.microsoft.com/office/drawing/2014/main" id="{25DA35D3-90F4-EE4C-C04F-839954D804A7}"/>
                      </a:ext>
                    </a:extLst>
                  </p:cNvPr>
                  <p:cNvSpPr txBox="1"/>
                  <p:nvPr/>
                </p:nvSpPr>
                <p:spPr>
                  <a:xfrm>
                    <a:off x="4391109" y="3816281"/>
                    <a:ext cx="295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56" name="文字方塊 55">
                    <a:extLst>
                      <a:ext uri="{FF2B5EF4-FFF2-40B4-BE49-F238E27FC236}">
                        <a16:creationId xmlns:a16="http://schemas.microsoft.com/office/drawing/2014/main" id="{25DA35D3-90F4-EE4C-C04F-839954D804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91109" y="3816281"/>
                    <a:ext cx="295688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41991764-D6D9-AAB3-1C51-533C919DBE88}"/>
                </a:ext>
              </a:extLst>
            </p:cNvPr>
            <p:cNvSpPr txBox="1"/>
            <p:nvPr/>
          </p:nvSpPr>
          <p:spPr>
            <a:xfrm>
              <a:off x="1759344" y="4247045"/>
              <a:ext cx="389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1C3BB2ED-E70E-F6ED-5A9C-7E16BDB3250E}"/>
                  </a:ext>
                </a:extLst>
              </p:cNvPr>
              <p:cNvSpPr txBox="1"/>
              <p:nvPr/>
            </p:nvSpPr>
            <p:spPr>
              <a:xfrm>
                <a:off x="4094569" y="25248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1C3BB2ED-E70E-F6ED-5A9C-7E16BDB32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569" y="2524834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群組 57">
            <a:extLst>
              <a:ext uri="{FF2B5EF4-FFF2-40B4-BE49-F238E27FC236}">
                <a16:creationId xmlns:a16="http://schemas.microsoft.com/office/drawing/2014/main" id="{374778C2-B65E-C00E-6366-939CBC1F3953}"/>
              </a:ext>
            </a:extLst>
          </p:cNvPr>
          <p:cNvGrpSpPr/>
          <p:nvPr/>
        </p:nvGrpSpPr>
        <p:grpSpPr>
          <a:xfrm>
            <a:off x="4390257" y="2450902"/>
            <a:ext cx="1324148" cy="465826"/>
            <a:chOff x="824957" y="4247045"/>
            <a:chExt cx="1324148" cy="465826"/>
          </a:xfrm>
        </p:grpSpPr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CD482C1A-99D1-FE76-A4C2-35188F8CA844}"/>
                </a:ext>
              </a:extLst>
            </p:cNvPr>
            <p:cNvGrpSpPr/>
            <p:nvPr/>
          </p:nvGrpSpPr>
          <p:grpSpPr>
            <a:xfrm>
              <a:off x="824957" y="4332995"/>
              <a:ext cx="1106433" cy="379876"/>
              <a:chOff x="3924301" y="3816281"/>
              <a:chExt cx="1106433" cy="379876"/>
            </a:xfrm>
          </p:grpSpPr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092080F4-1C79-0C18-4608-150685A7962D}"/>
                  </a:ext>
                </a:extLst>
              </p:cNvPr>
              <p:cNvSpPr txBox="1"/>
              <p:nvPr/>
            </p:nvSpPr>
            <p:spPr>
              <a:xfrm>
                <a:off x="3924301" y="3826825"/>
                <a:ext cx="684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c</a:t>
                </a:r>
                <a:endPara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280AD06A-196A-58E1-769D-2DB1AD7B5A07}"/>
                  </a:ext>
                </a:extLst>
              </p:cNvPr>
              <p:cNvSpPr txBox="1"/>
              <p:nvPr/>
            </p:nvSpPr>
            <p:spPr>
              <a:xfrm>
                <a:off x="4608824" y="3826825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字方塊 62">
                    <a:extLst>
                      <a:ext uri="{FF2B5EF4-FFF2-40B4-BE49-F238E27FC236}">
                        <a16:creationId xmlns:a16="http://schemas.microsoft.com/office/drawing/2014/main" id="{80B6198F-96AD-7208-425C-4A47965ABFBE}"/>
                      </a:ext>
                    </a:extLst>
                  </p:cNvPr>
                  <p:cNvSpPr txBox="1"/>
                  <p:nvPr/>
                </p:nvSpPr>
                <p:spPr>
                  <a:xfrm>
                    <a:off x="4391109" y="3816281"/>
                    <a:ext cx="295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63" name="文字方塊 62">
                    <a:extLst>
                      <a:ext uri="{FF2B5EF4-FFF2-40B4-BE49-F238E27FC236}">
                        <a16:creationId xmlns:a16="http://schemas.microsoft.com/office/drawing/2014/main" id="{80B6198F-96AD-7208-425C-4A47965ABF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91109" y="3816281"/>
                    <a:ext cx="295688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7870F6A7-F5B5-4918-84AC-509302FF4749}"/>
                </a:ext>
              </a:extLst>
            </p:cNvPr>
            <p:cNvSpPr txBox="1"/>
            <p:nvPr/>
          </p:nvSpPr>
          <p:spPr>
            <a:xfrm>
              <a:off x="1759344" y="4247045"/>
              <a:ext cx="389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B8E8C206-C99E-2F41-123B-CB3C003346B7}"/>
                  </a:ext>
                </a:extLst>
              </p:cNvPr>
              <p:cNvSpPr txBox="1"/>
              <p:nvPr/>
            </p:nvSpPr>
            <p:spPr>
              <a:xfrm>
                <a:off x="8141130" y="25080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B8E8C206-C99E-2F41-123B-CB3C00334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130" y="2508027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群組 64">
            <a:extLst>
              <a:ext uri="{FF2B5EF4-FFF2-40B4-BE49-F238E27FC236}">
                <a16:creationId xmlns:a16="http://schemas.microsoft.com/office/drawing/2014/main" id="{36BFFCE5-7146-260A-32FA-14195A2AFD27}"/>
              </a:ext>
            </a:extLst>
          </p:cNvPr>
          <p:cNvGrpSpPr/>
          <p:nvPr/>
        </p:nvGrpSpPr>
        <p:grpSpPr>
          <a:xfrm>
            <a:off x="8436818" y="2446215"/>
            <a:ext cx="1300088" cy="443081"/>
            <a:chOff x="1008996" y="4269790"/>
            <a:chExt cx="1300088" cy="443081"/>
          </a:xfrm>
        </p:grpSpPr>
        <p:grpSp>
          <p:nvGrpSpPr>
            <p:cNvPr id="66" name="群組 65">
              <a:extLst>
                <a:ext uri="{FF2B5EF4-FFF2-40B4-BE49-F238E27FC236}">
                  <a16:creationId xmlns:a16="http://schemas.microsoft.com/office/drawing/2014/main" id="{4ECF8B15-8761-B9BA-7B85-84A07713D537}"/>
                </a:ext>
              </a:extLst>
            </p:cNvPr>
            <p:cNvGrpSpPr/>
            <p:nvPr/>
          </p:nvGrpSpPr>
          <p:grpSpPr>
            <a:xfrm>
              <a:off x="1008996" y="4338401"/>
              <a:ext cx="1065062" cy="374470"/>
              <a:chOff x="4108340" y="3821687"/>
              <a:chExt cx="1065062" cy="374470"/>
            </a:xfrm>
          </p:grpSpPr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C677EE6D-1ED9-D134-AE01-477E92646FA4}"/>
                  </a:ext>
                </a:extLst>
              </p:cNvPr>
              <p:cNvSpPr txBox="1"/>
              <p:nvPr/>
            </p:nvSpPr>
            <p:spPr>
              <a:xfrm>
                <a:off x="4108340" y="3826825"/>
                <a:ext cx="4369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p</a:t>
                </a:r>
                <a:endPara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587D55C-A236-AF8A-4099-BC0152802B32}"/>
                  </a:ext>
                </a:extLst>
              </p:cNvPr>
              <p:cNvSpPr txBox="1"/>
              <p:nvPr/>
            </p:nvSpPr>
            <p:spPr>
              <a:xfrm>
                <a:off x="4608824" y="3826825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q</a:t>
                </a:r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B8110980-D774-EB20-A9DB-4F9D10C02124}"/>
                      </a:ext>
                    </a:extLst>
                  </p:cNvPr>
                  <p:cNvSpPr txBox="1"/>
                  <p:nvPr/>
                </p:nvSpPr>
                <p:spPr>
                  <a:xfrm>
                    <a:off x="4421693" y="3821687"/>
                    <a:ext cx="295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B8110980-D774-EB20-A9DB-4F9D10C021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21693" y="3821687"/>
                    <a:ext cx="295688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2FB42B96-68F7-55FD-53A1-2630BBB44C8D}"/>
                </a:ext>
              </a:extLst>
            </p:cNvPr>
            <p:cNvSpPr txBox="1"/>
            <p:nvPr/>
          </p:nvSpPr>
          <p:spPr>
            <a:xfrm>
              <a:off x="1919323" y="4269790"/>
              <a:ext cx="389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77EBB874-6FC2-01E7-C55D-07347F3FAC2A}"/>
                  </a:ext>
                </a:extLst>
              </p:cNvPr>
              <p:cNvSpPr txBox="1"/>
              <p:nvPr/>
            </p:nvSpPr>
            <p:spPr>
              <a:xfrm>
                <a:off x="407368" y="41793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77EBB874-6FC2-01E7-C55D-07347F3FA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4179314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群組 71">
            <a:extLst>
              <a:ext uri="{FF2B5EF4-FFF2-40B4-BE49-F238E27FC236}">
                <a16:creationId xmlns:a16="http://schemas.microsoft.com/office/drawing/2014/main" id="{40D258BC-4A62-EECA-E995-39D9A8BDA24E}"/>
              </a:ext>
            </a:extLst>
          </p:cNvPr>
          <p:cNvGrpSpPr/>
          <p:nvPr/>
        </p:nvGrpSpPr>
        <p:grpSpPr>
          <a:xfrm>
            <a:off x="695400" y="4204954"/>
            <a:ext cx="1319867" cy="374470"/>
            <a:chOff x="3874374" y="3821687"/>
            <a:chExt cx="1319867" cy="374470"/>
          </a:xfrm>
        </p:grpSpPr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A4F7702E-38CA-E532-59DC-C38A29E1E13F}"/>
                </a:ext>
              </a:extLst>
            </p:cNvPr>
            <p:cNvSpPr txBox="1"/>
            <p:nvPr/>
          </p:nvSpPr>
          <p:spPr>
            <a:xfrm>
              <a:off x="3874374" y="3826825"/>
              <a:ext cx="6709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m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0B1FB6A5-4B76-1149-90E8-0B5C1B8E34FF}"/>
                </a:ext>
              </a:extLst>
            </p:cNvPr>
            <p:cNvSpPr txBox="1"/>
            <p:nvPr/>
          </p:nvSpPr>
          <p:spPr>
            <a:xfrm>
              <a:off x="4608824" y="3826825"/>
              <a:ext cx="5854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n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E8C88003-7D02-43CF-73B5-45A931D111A1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E8C88003-7D02-43CF-73B5-45A931D11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E3A386AE-36F1-1951-E6B4-73A67C201310}"/>
              </a:ext>
            </a:extLst>
          </p:cNvPr>
          <p:cNvGrpSpPr/>
          <p:nvPr/>
        </p:nvGrpSpPr>
        <p:grpSpPr>
          <a:xfrm>
            <a:off x="1822864" y="4199816"/>
            <a:ext cx="1319867" cy="374470"/>
            <a:chOff x="3874374" y="3821687"/>
            <a:chExt cx="1319867" cy="374470"/>
          </a:xfrm>
        </p:grpSpPr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1816B102-E6B2-D034-E240-1C4A4F85BB3C}"/>
                </a:ext>
              </a:extLst>
            </p:cNvPr>
            <p:cNvSpPr txBox="1"/>
            <p:nvPr/>
          </p:nvSpPr>
          <p:spPr>
            <a:xfrm>
              <a:off x="3874374" y="3826825"/>
              <a:ext cx="6709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m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E44E83C7-7BEE-70EA-1FA4-BF33DD5AEA71}"/>
                </a:ext>
              </a:extLst>
            </p:cNvPr>
            <p:cNvSpPr txBox="1"/>
            <p:nvPr/>
          </p:nvSpPr>
          <p:spPr>
            <a:xfrm>
              <a:off x="4608824" y="3826825"/>
              <a:ext cx="5854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n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1F427ED3-9B72-73AD-352B-F478331A04F4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1F427ED3-9B72-73AD-352B-F478331A0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72DE5A23-D66D-2F1C-62C1-BA40EE96C111}"/>
                  </a:ext>
                </a:extLst>
              </p:cNvPr>
              <p:cNvSpPr txBox="1"/>
              <p:nvPr/>
            </p:nvSpPr>
            <p:spPr>
              <a:xfrm>
                <a:off x="4097191" y="41805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72DE5A23-D66D-2F1C-62C1-BA40EE96C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191" y="4180551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群組 88">
            <a:extLst>
              <a:ext uri="{FF2B5EF4-FFF2-40B4-BE49-F238E27FC236}">
                <a16:creationId xmlns:a16="http://schemas.microsoft.com/office/drawing/2014/main" id="{8E92A394-717E-9740-A4E1-34FC724C6CF0}"/>
              </a:ext>
            </a:extLst>
          </p:cNvPr>
          <p:cNvGrpSpPr/>
          <p:nvPr/>
        </p:nvGrpSpPr>
        <p:grpSpPr>
          <a:xfrm>
            <a:off x="4360882" y="4113106"/>
            <a:ext cx="1220247" cy="455575"/>
            <a:chOff x="824957" y="4257296"/>
            <a:chExt cx="1220247" cy="455575"/>
          </a:xfrm>
        </p:grpSpPr>
        <p:grpSp>
          <p:nvGrpSpPr>
            <p:cNvPr id="90" name="群組 89">
              <a:extLst>
                <a:ext uri="{FF2B5EF4-FFF2-40B4-BE49-F238E27FC236}">
                  <a16:creationId xmlns:a16="http://schemas.microsoft.com/office/drawing/2014/main" id="{9269847F-C769-04E8-D076-155C5FB0AE0C}"/>
                </a:ext>
              </a:extLst>
            </p:cNvPr>
            <p:cNvGrpSpPr/>
            <p:nvPr/>
          </p:nvGrpSpPr>
          <p:grpSpPr>
            <a:xfrm>
              <a:off x="824957" y="4337156"/>
              <a:ext cx="1220247" cy="375715"/>
              <a:chOff x="3924301" y="3820442"/>
              <a:chExt cx="1220247" cy="375715"/>
            </a:xfrm>
          </p:grpSpPr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5F2753F4-29E3-F2A5-A5E4-174D5B201204}"/>
                  </a:ext>
                </a:extLst>
              </p:cNvPr>
              <p:cNvSpPr txBox="1"/>
              <p:nvPr/>
            </p:nvSpPr>
            <p:spPr>
              <a:xfrm>
                <a:off x="3924301" y="3826825"/>
                <a:ext cx="684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  <a:endPara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A5EEBCFF-3BFE-76A7-1C9D-D1C8B6FB5F21}"/>
                  </a:ext>
                </a:extLst>
              </p:cNvPr>
              <p:cNvSpPr txBox="1"/>
              <p:nvPr/>
            </p:nvSpPr>
            <p:spPr>
              <a:xfrm>
                <a:off x="4608824" y="3826825"/>
                <a:ext cx="535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b="1" err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bc</a:t>
                </a:r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文字方塊 93">
                    <a:extLst>
                      <a:ext uri="{FF2B5EF4-FFF2-40B4-BE49-F238E27FC236}">
                        <a16:creationId xmlns:a16="http://schemas.microsoft.com/office/drawing/2014/main" id="{423E9D83-16A7-24FA-123D-2F969387F84D}"/>
                      </a:ext>
                    </a:extLst>
                  </p:cNvPr>
                  <p:cNvSpPr txBox="1"/>
                  <p:nvPr/>
                </p:nvSpPr>
                <p:spPr>
                  <a:xfrm>
                    <a:off x="4414329" y="3820442"/>
                    <a:ext cx="295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94" name="文字方塊 93">
                    <a:extLst>
                      <a:ext uri="{FF2B5EF4-FFF2-40B4-BE49-F238E27FC236}">
                        <a16:creationId xmlns:a16="http://schemas.microsoft.com/office/drawing/2014/main" id="{423E9D83-16A7-24FA-123D-2F969387F8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4329" y="3820442"/>
                    <a:ext cx="295688" cy="369332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A406BC46-0364-65BF-76F9-EEBE890B06DA}"/>
                </a:ext>
              </a:extLst>
            </p:cNvPr>
            <p:cNvSpPr txBox="1"/>
            <p:nvPr/>
          </p:nvSpPr>
          <p:spPr>
            <a:xfrm>
              <a:off x="1205742" y="4257296"/>
              <a:ext cx="389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EFFE5383-C92E-6330-A1C7-6CF7783B0DBD}"/>
              </a:ext>
            </a:extLst>
          </p:cNvPr>
          <p:cNvGrpSpPr/>
          <p:nvPr/>
        </p:nvGrpSpPr>
        <p:grpSpPr>
          <a:xfrm>
            <a:off x="5392781" y="4106208"/>
            <a:ext cx="1220247" cy="455575"/>
            <a:chOff x="824957" y="4257296"/>
            <a:chExt cx="1220247" cy="455575"/>
          </a:xfrm>
        </p:grpSpPr>
        <p:grpSp>
          <p:nvGrpSpPr>
            <p:cNvPr id="96" name="群組 95">
              <a:extLst>
                <a:ext uri="{FF2B5EF4-FFF2-40B4-BE49-F238E27FC236}">
                  <a16:creationId xmlns:a16="http://schemas.microsoft.com/office/drawing/2014/main" id="{649C0559-3912-FFDD-3A01-7262E1738C63}"/>
                </a:ext>
              </a:extLst>
            </p:cNvPr>
            <p:cNvGrpSpPr/>
            <p:nvPr/>
          </p:nvGrpSpPr>
          <p:grpSpPr>
            <a:xfrm>
              <a:off x="824957" y="4337156"/>
              <a:ext cx="1220247" cy="375715"/>
              <a:chOff x="3924301" y="3820442"/>
              <a:chExt cx="1220247" cy="375715"/>
            </a:xfrm>
          </p:grpSpPr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E091FFD4-CD57-0425-34EA-988D9D0B3631}"/>
                  </a:ext>
                </a:extLst>
              </p:cNvPr>
              <p:cNvSpPr txBox="1"/>
              <p:nvPr/>
            </p:nvSpPr>
            <p:spPr>
              <a:xfrm>
                <a:off x="3924301" y="3826825"/>
                <a:ext cx="684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  <a:endPara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0E73A1FE-B967-C86C-906C-2C73A125959A}"/>
                  </a:ext>
                </a:extLst>
              </p:cNvPr>
              <p:cNvSpPr txBox="1"/>
              <p:nvPr/>
            </p:nvSpPr>
            <p:spPr>
              <a:xfrm>
                <a:off x="4608824" y="3826825"/>
                <a:ext cx="535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b="1" err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bc</a:t>
                </a:r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文字方塊 99">
                    <a:extLst>
                      <a:ext uri="{FF2B5EF4-FFF2-40B4-BE49-F238E27FC236}">
                        <a16:creationId xmlns:a16="http://schemas.microsoft.com/office/drawing/2014/main" id="{7FF9BC61-CF88-19AB-7D11-A8D663F4E147}"/>
                      </a:ext>
                    </a:extLst>
                  </p:cNvPr>
                  <p:cNvSpPr txBox="1"/>
                  <p:nvPr/>
                </p:nvSpPr>
                <p:spPr>
                  <a:xfrm>
                    <a:off x="4414329" y="3820442"/>
                    <a:ext cx="295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00" name="文字方塊 99">
                    <a:extLst>
                      <a:ext uri="{FF2B5EF4-FFF2-40B4-BE49-F238E27FC236}">
                        <a16:creationId xmlns:a16="http://schemas.microsoft.com/office/drawing/2014/main" id="{7FF9BC61-CF88-19AB-7D11-A8D663F4E1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4329" y="3820442"/>
                    <a:ext cx="295688" cy="369332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B4A92EE7-DA9C-4804-6B3E-6D0AF7A050C9}"/>
                </a:ext>
              </a:extLst>
            </p:cNvPr>
            <p:cNvSpPr txBox="1"/>
            <p:nvPr/>
          </p:nvSpPr>
          <p:spPr>
            <a:xfrm>
              <a:off x="1205742" y="4257296"/>
              <a:ext cx="389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F6B20743-CBA5-0970-CB91-713D7262B8A3}"/>
                  </a:ext>
                </a:extLst>
              </p:cNvPr>
              <p:cNvSpPr txBox="1"/>
              <p:nvPr/>
            </p:nvSpPr>
            <p:spPr>
              <a:xfrm>
                <a:off x="8148786" y="41621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F6B20743-CBA5-0970-CB91-713D7262B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786" y="4162140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3F8D7DD2-C5D2-010E-01AF-84CDAD20CD6F}"/>
              </a:ext>
            </a:extLst>
          </p:cNvPr>
          <p:cNvGrpSpPr/>
          <p:nvPr/>
        </p:nvGrpSpPr>
        <p:grpSpPr>
          <a:xfrm>
            <a:off x="8436818" y="4187780"/>
            <a:ext cx="1105428" cy="374470"/>
            <a:chOff x="3874374" y="3821687"/>
            <a:chExt cx="1105428" cy="374470"/>
          </a:xfrm>
        </p:grpSpPr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56DA174A-A4B8-BD22-6341-35991CA82053}"/>
                </a:ext>
              </a:extLst>
            </p:cNvPr>
            <p:cNvSpPr txBox="1"/>
            <p:nvPr/>
          </p:nvSpPr>
          <p:spPr>
            <a:xfrm>
              <a:off x="3874374" y="3826825"/>
              <a:ext cx="6709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6502F56B-BE51-DD1C-7FAE-D04C027B2868}"/>
                </a:ext>
              </a:extLst>
            </p:cNvPr>
            <p:cNvSpPr txBox="1"/>
            <p:nvPr/>
          </p:nvSpPr>
          <p:spPr>
            <a:xfrm>
              <a:off x="4557892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B8651A26-08D3-FCFC-600E-B49C8BCA2819}"/>
                    </a:ext>
                  </a:extLst>
                </p:cNvPr>
                <p:cNvSpPr txBox="1"/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B8651A26-08D3-FCFC-600E-B49C8BCA2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841C8502-CCC8-0D44-5067-7886FE52D1CD}"/>
              </a:ext>
            </a:extLst>
          </p:cNvPr>
          <p:cNvGrpSpPr/>
          <p:nvPr/>
        </p:nvGrpSpPr>
        <p:grpSpPr>
          <a:xfrm>
            <a:off x="9347145" y="4181397"/>
            <a:ext cx="1105428" cy="374470"/>
            <a:chOff x="3874374" y="3821687"/>
            <a:chExt cx="1105428" cy="374470"/>
          </a:xfrm>
        </p:grpSpPr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6A7BE610-BFE1-6EBE-FF13-970B5144C84F}"/>
                </a:ext>
              </a:extLst>
            </p:cNvPr>
            <p:cNvSpPr txBox="1"/>
            <p:nvPr/>
          </p:nvSpPr>
          <p:spPr>
            <a:xfrm>
              <a:off x="3874374" y="3826825"/>
              <a:ext cx="6709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9FD2514D-8E91-63FA-9557-738DB56700DB}"/>
                </a:ext>
              </a:extLst>
            </p:cNvPr>
            <p:cNvSpPr txBox="1"/>
            <p:nvPr/>
          </p:nvSpPr>
          <p:spPr>
            <a:xfrm>
              <a:off x="4557892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FDFDA9DE-39BC-08D6-FAF8-4A13B77144DC}"/>
                    </a:ext>
                  </a:extLst>
                </p:cNvPr>
                <p:cNvSpPr txBox="1"/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FDFDA9DE-39BC-08D6-FAF8-4A13B77144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60B3D5F6-272A-1EF5-3B0D-695593156D9F}"/>
                  </a:ext>
                </a:extLst>
              </p:cNvPr>
              <p:cNvSpPr txBox="1"/>
              <p:nvPr/>
            </p:nvSpPr>
            <p:spPr>
              <a:xfrm>
                <a:off x="406914" y="58674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60B3D5F6-272A-1EF5-3B0D-695593156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14" y="5867415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2B1D4949-D1CD-F9B5-36B9-6CC4BFBD4713}"/>
              </a:ext>
            </a:extLst>
          </p:cNvPr>
          <p:cNvGrpSpPr/>
          <p:nvPr/>
        </p:nvGrpSpPr>
        <p:grpSpPr>
          <a:xfrm>
            <a:off x="695400" y="5893055"/>
            <a:ext cx="1404482" cy="374470"/>
            <a:chOff x="3730812" y="3821687"/>
            <a:chExt cx="1404482" cy="374470"/>
          </a:xfrm>
        </p:grpSpPr>
        <p:sp>
          <p:nvSpPr>
            <p:cNvPr id="116" name="文字方塊 115">
              <a:extLst>
                <a:ext uri="{FF2B5EF4-FFF2-40B4-BE49-F238E27FC236}">
                  <a16:creationId xmlns:a16="http://schemas.microsoft.com/office/drawing/2014/main" id="{7CD944E7-BE7A-D159-0880-96D4C2F237EB}"/>
                </a:ext>
              </a:extLst>
            </p:cNvPr>
            <p:cNvSpPr txBox="1"/>
            <p:nvPr/>
          </p:nvSpPr>
          <p:spPr>
            <a:xfrm>
              <a:off x="3730812" y="3826825"/>
              <a:ext cx="814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h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245C7C56-3D6A-7508-F1C1-9A9A6423D55C}"/>
                </a:ext>
              </a:extLst>
            </p:cNvPr>
            <p:cNvSpPr txBox="1"/>
            <p:nvPr/>
          </p:nvSpPr>
          <p:spPr>
            <a:xfrm>
              <a:off x="4557892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字方塊 117">
                  <a:extLst>
                    <a:ext uri="{FF2B5EF4-FFF2-40B4-BE49-F238E27FC236}">
                      <a16:creationId xmlns:a16="http://schemas.microsoft.com/office/drawing/2014/main" id="{424BF525-E29A-EF3F-0DF1-D60DC1B57F64}"/>
                    </a:ext>
                  </a:extLst>
                </p:cNvPr>
                <p:cNvSpPr txBox="1"/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8" name="文字方塊 117">
                  <a:extLst>
                    <a:ext uri="{FF2B5EF4-FFF2-40B4-BE49-F238E27FC236}">
                      <a16:creationId xmlns:a16="http://schemas.microsoft.com/office/drawing/2014/main" id="{424BF525-E29A-EF3F-0DF1-D60DC1B57F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群組 122">
            <a:extLst>
              <a:ext uri="{FF2B5EF4-FFF2-40B4-BE49-F238E27FC236}">
                <a16:creationId xmlns:a16="http://schemas.microsoft.com/office/drawing/2014/main" id="{EBCA38A0-226B-F299-FB75-C2067C2E6CF4}"/>
              </a:ext>
            </a:extLst>
          </p:cNvPr>
          <p:cNvGrpSpPr/>
          <p:nvPr/>
        </p:nvGrpSpPr>
        <p:grpSpPr>
          <a:xfrm>
            <a:off x="1898047" y="5893055"/>
            <a:ext cx="1404482" cy="374470"/>
            <a:chOff x="3730812" y="3821687"/>
            <a:chExt cx="1404482" cy="374470"/>
          </a:xfrm>
        </p:grpSpPr>
        <p:sp>
          <p:nvSpPr>
            <p:cNvPr id="124" name="文字方塊 123">
              <a:extLst>
                <a:ext uri="{FF2B5EF4-FFF2-40B4-BE49-F238E27FC236}">
                  <a16:creationId xmlns:a16="http://schemas.microsoft.com/office/drawing/2014/main" id="{1F8ABD95-31C3-55BF-7B8C-0360B131A03F}"/>
                </a:ext>
              </a:extLst>
            </p:cNvPr>
            <p:cNvSpPr txBox="1"/>
            <p:nvPr/>
          </p:nvSpPr>
          <p:spPr>
            <a:xfrm>
              <a:off x="3730812" y="3826825"/>
              <a:ext cx="814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h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E65A4ABA-548C-0AB3-C72D-2CF1971811C8}"/>
                </a:ext>
              </a:extLst>
            </p:cNvPr>
            <p:cNvSpPr txBox="1"/>
            <p:nvPr/>
          </p:nvSpPr>
          <p:spPr>
            <a:xfrm>
              <a:off x="4557892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字方塊 125">
                  <a:extLst>
                    <a:ext uri="{FF2B5EF4-FFF2-40B4-BE49-F238E27FC236}">
                      <a16:creationId xmlns:a16="http://schemas.microsoft.com/office/drawing/2014/main" id="{2151C3D6-68E5-4F9E-637D-2237C0316735}"/>
                    </a:ext>
                  </a:extLst>
                </p:cNvPr>
                <p:cNvSpPr txBox="1"/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6" name="文字方塊 125">
                  <a:extLst>
                    <a:ext uri="{FF2B5EF4-FFF2-40B4-BE49-F238E27FC236}">
                      <a16:creationId xmlns:a16="http://schemas.microsoft.com/office/drawing/2014/main" id="{2151C3D6-68E5-4F9E-637D-2237C03167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E540A079-4A8E-02F2-2D7C-C9F324620A77}"/>
                  </a:ext>
                </a:extLst>
              </p:cNvPr>
              <p:cNvSpPr txBox="1"/>
              <p:nvPr/>
            </p:nvSpPr>
            <p:spPr>
              <a:xfrm>
                <a:off x="4102225" y="58706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E540A079-4A8E-02F2-2D7C-C9F324620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225" y="5870698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52D0B5EE-D024-6005-C9E4-961CD926D0CE}"/>
              </a:ext>
            </a:extLst>
          </p:cNvPr>
          <p:cNvGrpSpPr/>
          <p:nvPr/>
        </p:nvGrpSpPr>
        <p:grpSpPr>
          <a:xfrm>
            <a:off x="4390257" y="5896338"/>
            <a:ext cx="1260920" cy="374470"/>
            <a:chOff x="3874374" y="3821687"/>
            <a:chExt cx="1260920" cy="374470"/>
          </a:xfrm>
        </p:grpSpPr>
        <p:sp>
          <p:nvSpPr>
            <p:cNvPr id="129" name="文字方塊 128">
              <a:extLst>
                <a:ext uri="{FF2B5EF4-FFF2-40B4-BE49-F238E27FC236}">
                  <a16:creationId xmlns:a16="http://schemas.microsoft.com/office/drawing/2014/main" id="{87C53A3C-49C6-B7DC-3FF9-5E8C71DB58A0}"/>
                </a:ext>
              </a:extLst>
            </p:cNvPr>
            <p:cNvSpPr txBox="1"/>
            <p:nvPr/>
          </p:nvSpPr>
          <p:spPr>
            <a:xfrm>
              <a:off x="3874374" y="3826825"/>
              <a:ext cx="6709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0" name="文字方塊 129">
              <a:extLst>
                <a:ext uri="{FF2B5EF4-FFF2-40B4-BE49-F238E27FC236}">
                  <a16:creationId xmlns:a16="http://schemas.microsoft.com/office/drawing/2014/main" id="{6DEF0612-5CEB-0AB6-5FBC-BC3FFF151057}"/>
                </a:ext>
              </a:extLst>
            </p:cNvPr>
            <p:cNvSpPr txBox="1"/>
            <p:nvPr/>
          </p:nvSpPr>
          <p:spPr>
            <a:xfrm>
              <a:off x="4557892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1C0841C2-AB9E-0B1E-7EA5-898D2AFD4DD1}"/>
                    </a:ext>
                  </a:extLst>
                </p:cNvPr>
                <p:cNvSpPr txBox="1"/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1C0841C2-AB9E-0B1E-7EA5-898D2AFD4D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D6A2977B-DD60-C4E1-CD13-8261CAD8D1E5}"/>
              </a:ext>
            </a:extLst>
          </p:cNvPr>
          <p:cNvGrpSpPr/>
          <p:nvPr/>
        </p:nvGrpSpPr>
        <p:grpSpPr>
          <a:xfrm>
            <a:off x="5441232" y="5891200"/>
            <a:ext cx="1260920" cy="374470"/>
            <a:chOff x="3874374" y="3821687"/>
            <a:chExt cx="1260920" cy="374470"/>
          </a:xfrm>
        </p:grpSpPr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1ECF5B02-B7C3-5387-5DBA-6E84E825D9D8}"/>
                </a:ext>
              </a:extLst>
            </p:cNvPr>
            <p:cNvSpPr txBox="1"/>
            <p:nvPr/>
          </p:nvSpPr>
          <p:spPr>
            <a:xfrm>
              <a:off x="3874374" y="3826825"/>
              <a:ext cx="6709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8" name="文字方塊 137">
              <a:extLst>
                <a:ext uri="{FF2B5EF4-FFF2-40B4-BE49-F238E27FC236}">
                  <a16:creationId xmlns:a16="http://schemas.microsoft.com/office/drawing/2014/main" id="{4F329799-7784-78C9-AD6D-1B999D6C9865}"/>
                </a:ext>
              </a:extLst>
            </p:cNvPr>
            <p:cNvSpPr txBox="1"/>
            <p:nvPr/>
          </p:nvSpPr>
          <p:spPr>
            <a:xfrm>
              <a:off x="4557892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字方塊 138">
                  <a:extLst>
                    <a:ext uri="{FF2B5EF4-FFF2-40B4-BE49-F238E27FC236}">
                      <a16:creationId xmlns:a16="http://schemas.microsoft.com/office/drawing/2014/main" id="{9371FFD3-5BF6-EBA7-1CF0-F236C576653F}"/>
                    </a:ext>
                  </a:extLst>
                </p:cNvPr>
                <p:cNvSpPr txBox="1"/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9" name="文字方塊 138">
                  <a:extLst>
                    <a:ext uri="{FF2B5EF4-FFF2-40B4-BE49-F238E27FC236}">
                      <a16:creationId xmlns:a16="http://schemas.microsoft.com/office/drawing/2014/main" id="{9371FFD3-5BF6-EBA7-1CF0-F236C5766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6E278F83-C8D0-7366-B653-CD87B78C02F4}"/>
                  </a:ext>
                </a:extLst>
              </p:cNvPr>
              <p:cNvSpPr txBox="1"/>
              <p:nvPr/>
            </p:nvSpPr>
            <p:spPr>
              <a:xfrm>
                <a:off x="8140860" y="58725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6E278F83-C8D0-7366-B653-CD87B78C0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860" y="5872553"/>
                <a:ext cx="295688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4238BE75-2F77-B9B9-C7AA-0DB239DC7F3D}"/>
              </a:ext>
            </a:extLst>
          </p:cNvPr>
          <p:cNvGrpSpPr/>
          <p:nvPr/>
        </p:nvGrpSpPr>
        <p:grpSpPr>
          <a:xfrm>
            <a:off x="8428892" y="5898193"/>
            <a:ext cx="1260920" cy="374470"/>
            <a:chOff x="3874374" y="3821687"/>
            <a:chExt cx="1260920" cy="374470"/>
          </a:xfrm>
        </p:grpSpPr>
        <p:sp>
          <p:nvSpPr>
            <p:cNvPr id="142" name="文字方塊 141">
              <a:extLst>
                <a:ext uri="{FF2B5EF4-FFF2-40B4-BE49-F238E27FC236}">
                  <a16:creationId xmlns:a16="http://schemas.microsoft.com/office/drawing/2014/main" id="{9B1BBE55-2877-EACB-334C-E8E185946BA0}"/>
                </a:ext>
              </a:extLst>
            </p:cNvPr>
            <p:cNvSpPr txBox="1"/>
            <p:nvPr/>
          </p:nvSpPr>
          <p:spPr>
            <a:xfrm>
              <a:off x="3874374" y="3826825"/>
              <a:ext cx="6709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9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h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43" name="文字方塊 142">
              <a:extLst>
                <a:ext uri="{FF2B5EF4-FFF2-40B4-BE49-F238E27FC236}">
                  <a16:creationId xmlns:a16="http://schemas.microsoft.com/office/drawing/2014/main" id="{61C6C0F3-91BF-9C35-661A-ACE9EEE0502A}"/>
                </a:ext>
              </a:extLst>
            </p:cNvPr>
            <p:cNvSpPr txBox="1"/>
            <p:nvPr/>
          </p:nvSpPr>
          <p:spPr>
            <a:xfrm>
              <a:off x="4557892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字方塊 143">
                  <a:extLst>
                    <a:ext uri="{FF2B5EF4-FFF2-40B4-BE49-F238E27FC236}">
                      <a16:creationId xmlns:a16="http://schemas.microsoft.com/office/drawing/2014/main" id="{9B3A1B25-CA29-B4D4-1BA8-215AA9880051}"/>
                    </a:ext>
                  </a:extLst>
                </p:cNvPr>
                <p:cNvSpPr txBox="1"/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4" name="文字方塊 143">
                  <a:extLst>
                    <a:ext uri="{FF2B5EF4-FFF2-40B4-BE49-F238E27FC236}">
                      <a16:creationId xmlns:a16="http://schemas.microsoft.com/office/drawing/2014/main" id="{9B3A1B25-CA29-B4D4-1BA8-215AA98800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群組 148">
            <a:extLst>
              <a:ext uri="{FF2B5EF4-FFF2-40B4-BE49-F238E27FC236}">
                <a16:creationId xmlns:a16="http://schemas.microsoft.com/office/drawing/2014/main" id="{EB0F84E7-C55D-E1CF-52E1-E50CD1291E37}"/>
              </a:ext>
            </a:extLst>
          </p:cNvPr>
          <p:cNvGrpSpPr/>
          <p:nvPr/>
        </p:nvGrpSpPr>
        <p:grpSpPr>
          <a:xfrm>
            <a:off x="9501880" y="5891200"/>
            <a:ext cx="1260920" cy="374470"/>
            <a:chOff x="3874374" y="3821687"/>
            <a:chExt cx="1260920" cy="374470"/>
          </a:xfrm>
        </p:grpSpPr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CE9817D6-90B0-999D-0B37-45EB3004A40C}"/>
                </a:ext>
              </a:extLst>
            </p:cNvPr>
            <p:cNvSpPr txBox="1"/>
            <p:nvPr/>
          </p:nvSpPr>
          <p:spPr>
            <a:xfrm>
              <a:off x="3874374" y="3826825"/>
              <a:ext cx="6709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9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h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F7E7BA8C-AD42-293C-20BF-2281C2F728BB}"/>
                </a:ext>
              </a:extLst>
            </p:cNvPr>
            <p:cNvSpPr txBox="1"/>
            <p:nvPr/>
          </p:nvSpPr>
          <p:spPr>
            <a:xfrm>
              <a:off x="4557892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字方塊 151">
                  <a:extLst>
                    <a:ext uri="{FF2B5EF4-FFF2-40B4-BE49-F238E27FC236}">
                      <a16:creationId xmlns:a16="http://schemas.microsoft.com/office/drawing/2014/main" id="{9D3694BA-BB50-1C50-35E2-7C8863F8DE82}"/>
                    </a:ext>
                  </a:extLst>
                </p:cNvPr>
                <p:cNvSpPr txBox="1"/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2" name="文字方塊 151">
                  <a:extLst>
                    <a:ext uri="{FF2B5EF4-FFF2-40B4-BE49-F238E27FC236}">
                      <a16:creationId xmlns:a16="http://schemas.microsoft.com/office/drawing/2014/main" id="{9D3694BA-BB50-1C50-35E2-7C8863F8D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1868" y="3821687"/>
                  <a:ext cx="295688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8309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43" grpId="0"/>
      <p:bldP spid="50" grpId="0"/>
      <p:bldP spid="57" grpId="0"/>
      <p:bldP spid="64" grpId="0"/>
      <p:bldP spid="71" grpId="0"/>
      <p:bldP spid="80" grpId="0"/>
      <p:bldP spid="101" grpId="0"/>
      <p:bldP spid="114" grpId="0"/>
      <p:bldP spid="127" grpId="0"/>
      <p:bldP spid="1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1CD6106-C05D-E22E-BBA2-07CEA3B6E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188640"/>
            <a:ext cx="3096343" cy="121924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F56446D-1DEF-136E-E539-294069634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15" y="1619729"/>
            <a:ext cx="2019048" cy="131428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C674D00-56DA-F742-8E55-9263ED6AEC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3242" y="1640546"/>
            <a:ext cx="2104762" cy="132381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FDDF56BF-D3CC-37D7-12CA-D978248405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88" y="3432099"/>
            <a:ext cx="1047619" cy="942857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68A6F76D-C4A4-58EA-7A7C-5086544807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7900" y="3432099"/>
            <a:ext cx="1019048" cy="923810"/>
          </a:xfrm>
          <a:prstGeom prst="rect">
            <a:avLst/>
          </a:prstGeom>
        </p:spPr>
      </p:pic>
      <p:grpSp>
        <p:nvGrpSpPr>
          <p:cNvPr id="23" name="群組 22">
            <a:extLst>
              <a:ext uri="{FF2B5EF4-FFF2-40B4-BE49-F238E27FC236}">
                <a16:creationId xmlns:a16="http://schemas.microsoft.com/office/drawing/2014/main" id="{3063081F-1C3C-A198-36FC-956F9184525F}"/>
              </a:ext>
            </a:extLst>
          </p:cNvPr>
          <p:cNvGrpSpPr/>
          <p:nvPr/>
        </p:nvGrpSpPr>
        <p:grpSpPr>
          <a:xfrm>
            <a:off x="1340853" y="3365226"/>
            <a:ext cx="357790" cy="400110"/>
            <a:chOff x="9361046" y="4543622"/>
            <a:chExt cx="357790" cy="400110"/>
          </a:xfrm>
        </p:grpSpPr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C8BBA1D1-3AEF-BB4A-C976-4264782BC1CB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1356FCF1-0030-28FF-F1E1-E2C1AD1E8401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351BF602-9A69-6FBC-F857-6767A3E10E05}"/>
              </a:ext>
            </a:extLst>
          </p:cNvPr>
          <p:cNvCxnSpPr>
            <a:cxnSpLocks/>
          </p:cNvCxnSpPr>
          <p:nvPr/>
        </p:nvCxnSpPr>
        <p:spPr>
          <a:xfrm>
            <a:off x="1379650" y="3765336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899AA9B-0926-CD96-EDA4-1AEE6AB573D3}"/>
              </a:ext>
            </a:extLst>
          </p:cNvPr>
          <p:cNvCxnSpPr>
            <a:cxnSpLocks/>
          </p:cNvCxnSpPr>
          <p:nvPr/>
        </p:nvCxnSpPr>
        <p:spPr>
          <a:xfrm flipV="1">
            <a:off x="1379650" y="3765336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D3C72A66-D942-2AF6-6417-C6C17AB7E1FA}"/>
              </a:ext>
            </a:extLst>
          </p:cNvPr>
          <p:cNvGrpSpPr/>
          <p:nvPr/>
        </p:nvGrpSpPr>
        <p:grpSpPr>
          <a:xfrm>
            <a:off x="1367207" y="4325431"/>
            <a:ext cx="357790" cy="400110"/>
            <a:chOff x="9361046" y="4543622"/>
            <a:chExt cx="357790" cy="400110"/>
          </a:xfrm>
        </p:grpSpPr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362EA53E-8DF5-D295-3734-3007A67B2B7F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D4A009AF-6543-3722-0885-1BBD48572737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38" name="TextBox 15">
            <a:extLst>
              <a:ext uri="{FF2B5EF4-FFF2-40B4-BE49-F238E27FC236}">
                <a16:creationId xmlns:a16="http://schemas.microsoft.com/office/drawing/2014/main" id="{C5E750E3-093C-CF17-AB56-36A9E6B84513}"/>
              </a:ext>
            </a:extLst>
          </p:cNvPr>
          <p:cNvSpPr txBox="1"/>
          <p:nvPr/>
        </p:nvSpPr>
        <p:spPr>
          <a:xfrm>
            <a:off x="1624652" y="4327349"/>
            <a:ext cx="1580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Multiply</a:t>
            </a:r>
            <a:endParaRPr lang="zh-TW" altLang="en-US" sz="2000" b="1">
              <a:latin typeface="Lucida Calligraphy" panose="03010101010101010101" pitchFamily="66" charset="0"/>
            </a:endParaRP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B91CD31E-410C-C160-76C1-C3BDCC9E7F3F}"/>
              </a:ext>
            </a:extLst>
          </p:cNvPr>
          <p:cNvCxnSpPr>
            <a:cxnSpLocks/>
          </p:cNvCxnSpPr>
          <p:nvPr/>
        </p:nvCxnSpPr>
        <p:spPr bwMode="auto">
          <a:xfrm>
            <a:off x="319588" y="4773448"/>
            <a:ext cx="432048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8B3FF78-2EF9-4D1A-17FF-FA7235687676}"/>
              </a:ext>
            </a:extLst>
          </p:cNvPr>
          <p:cNvSpPr txBox="1"/>
          <p:nvPr/>
        </p:nvSpPr>
        <p:spPr>
          <a:xfrm>
            <a:off x="659693" y="4828556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F1260FB7-6DF4-E79F-6989-701DBA339E91}"/>
                  </a:ext>
                </a:extLst>
              </p:cNvPr>
              <p:cNvSpPr txBox="1"/>
              <p:nvPr/>
            </p:nvSpPr>
            <p:spPr>
              <a:xfrm>
                <a:off x="2047780" y="48285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F1260FB7-6DF4-E79F-6989-701DBA339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780" y="4828556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>
            <a:extLst>
              <a:ext uri="{FF2B5EF4-FFF2-40B4-BE49-F238E27FC236}">
                <a16:creationId xmlns:a16="http://schemas.microsoft.com/office/drawing/2014/main" id="{60780F36-70F1-50EC-A64D-3C8E84A3EEF9}"/>
              </a:ext>
            </a:extLst>
          </p:cNvPr>
          <p:cNvSpPr txBox="1"/>
          <p:nvPr/>
        </p:nvSpPr>
        <p:spPr>
          <a:xfrm>
            <a:off x="3383431" y="4834530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605C38A-72CC-EB08-D34C-A610DBE66E29}"/>
                  </a:ext>
                </a:extLst>
              </p:cNvPr>
              <p:cNvSpPr txBox="1"/>
              <p:nvPr/>
            </p:nvSpPr>
            <p:spPr>
              <a:xfrm>
                <a:off x="4146948" y="48285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605C38A-72CC-EB08-D34C-A610DBE66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48" y="4828556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48F7D51E-8E84-49FC-76BF-6033965A05A7}"/>
              </a:ext>
            </a:extLst>
          </p:cNvPr>
          <p:cNvSpPr txBox="1"/>
          <p:nvPr/>
        </p:nvSpPr>
        <p:spPr>
          <a:xfrm>
            <a:off x="4605585" y="4828556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3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8234AC30-8808-C4C8-5226-DB3CF4B160B5}"/>
              </a:ext>
            </a:extLst>
          </p:cNvPr>
          <p:cNvGrpSpPr/>
          <p:nvPr/>
        </p:nvGrpSpPr>
        <p:grpSpPr>
          <a:xfrm>
            <a:off x="4101418" y="4983371"/>
            <a:ext cx="1994582" cy="1315393"/>
            <a:chOff x="2163952" y="5335177"/>
            <a:chExt cx="1994582" cy="1315393"/>
          </a:xfrm>
        </p:grpSpPr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7AF43D0A-58AC-588B-0ABD-2ED9B1725226}"/>
                </a:ext>
              </a:extLst>
            </p:cNvPr>
            <p:cNvGrpSpPr/>
            <p:nvPr/>
          </p:nvGrpSpPr>
          <p:grpSpPr>
            <a:xfrm>
              <a:off x="2163952" y="5335177"/>
              <a:ext cx="1994582" cy="942205"/>
              <a:chOff x="6410063" y="155537"/>
              <a:chExt cx="1994582" cy="942205"/>
            </a:xfrm>
          </p:grpSpPr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FD5084C6-2F97-38F0-CC15-5880C9FEEF32}"/>
                  </a:ext>
                </a:extLst>
              </p:cNvPr>
              <p:cNvSpPr txBox="1"/>
              <p:nvPr/>
            </p:nvSpPr>
            <p:spPr>
              <a:xfrm>
                <a:off x="6410063" y="697632"/>
                <a:ext cx="326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74D38D2E-30E1-1639-6FB6-CD0C90756C30}"/>
                  </a:ext>
                </a:extLst>
              </p:cNvPr>
              <p:cNvSpPr txBox="1"/>
              <p:nvPr/>
            </p:nvSpPr>
            <p:spPr>
              <a:xfrm>
                <a:off x="8115783" y="155537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4EFE8164-A1D8-82AD-2B9E-B22BB6725210}"/>
                    </a:ext>
                  </a:extLst>
                </p:cNvPr>
                <p:cNvSpPr txBox="1"/>
                <p:nvPr/>
              </p:nvSpPr>
              <p:spPr>
                <a:xfrm>
                  <a:off x="2425803" y="625046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4EFE8164-A1D8-82AD-2B9E-B22BB6725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803" y="6250460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F4FAF680-A0A1-E3F9-8EA2-B76195F4F985}"/>
                </a:ext>
              </a:extLst>
            </p:cNvPr>
            <p:cNvGrpSpPr/>
            <p:nvPr/>
          </p:nvGrpSpPr>
          <p:grpSpPr>
            <a:xfrm>
              <a:off x="2676719" y="5870070"/>
              <a:ext cx="589466" cy="407312"/>
              <a:chOff x="1260295" y="1138705"/>
              <a:chExt cx="589466" cy="407312"/>
            </a:xfrm>
          </p:grpSpPr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507D619A-81C4-9D1C-FCF5-FF538E54E41B}"/>
                  </a:ext>
                </a:extLst>
              </p:cNvPr>
              <p:cNvSpPr txBox="1"/>
              <p:nvPr/>
            </p:nvSpPr>
            <p:spPr>
              <a:xfrm>
                <a:off x="1436649" y="1138705"/>
                <a:ext cx="413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F12EBD88-4176-17FA-4782-8736F4A08E2E}"/>
                  </a:ext>
                </a:extLst>
              </p:cNvPr>
              <p:cNvSpPr txBox="1"/>
              <p:nvPr/>
            </p:nvSpPr>
            <p:spPr>
              <a:xfrm>
                <a:off x="1260295" y="114590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C578F7A6-652E-3395-5740-4076E0F07B2E}"/>
                    </a:ext>
                  </a:extLst>
                </p:cNvPr>
                <p:cNvSpPr txBox="1"/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C578F7A6-652E-3395-5740-4076E0F07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8262C53A-ED75-A3E3-3379-0453DCA9271F}"/>
                </a:ext>
              </a:extLst>
            </p:cNvPr>
            <p:cNvSpPr txBox="1"/>
            <p:nvPr/>
          </p:nvSpPr>
          <p:spPr>
            <a:xfrm>
              <a:off x="3355027" y="587727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241E65F0-95BB-7CFD-70AF-D3521DEDDDB7}"/>
              </a:ext>
            </a:extLst>
          </p:cNvPr>
          <p:cNvCxnSpPr>
            <a:cxnSpLocks/>
          </p:cNvCxnSpPr>
          <p:nvPr/>
        </p:nvCxnSpPr>
        <p:spPr bwMode="auto">
          <a:xfrm>
            <a:off x="4718161" y="5167469"/>
            <a:ext cx="340487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29ACA1D1-7E52-F466-5279-A0F036EAA242}"/>
              </a:ext>
            </a:extLst>
          </p:cNvPr>
          <p:cNvCxnSpPr>
            <a:cxnSpLocks/>
          </p:cNvCxnSpPr>
          <p:nvPr/>
        </p:nvCxnSpPr>
        <p:spPr>
          <a:xfrm>
            <a:off x="4888404" y="5228666"/>
            <a:ext cx="0" cy="311926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" name="圖片 60">
            <a:extLst>
              <a:ext uri="{FF2B5EF4-FFF2-40B4-BE49-F238E27FC236}">
                <a16:creationId xmlns:a16="http://schemas.microsoft.com/office/drawing/2014/main" id="{D5E11FB3-7E86-097A-2239-A40CD76407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8008" y="2289916"/>
            <a:ext cx="2695238" cy="961905"/>
          </a:xfrm>
          <a:prstGeom prst="rect">
            <a:avLst/>
          </a:prstGeom>
        </p:spPr>
      </p:pic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A33484C1-F7BB-708D-E57E-2E04526866EE}"/>
              </a:ext>
            </a:extLst>
          </p:cNvPr>
          <p:cNvCxnSpPr>
            <a:cxnSpLocks/>
          </p:cNvCxnSpPr>
          <p:nvPr/>
        </p:nvCxnSpPr>
        <p:spPr>
          <a:xfrm>
            <a:off x="5375920" y="2594678"/>
            <a:ext cx="676325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5B60E525-2254-C7D0-4237-E20D673D7FA0}"/>
              </a:ext>
            </a:extLst>
          </p:cNvPr>
          <p:cNvCxnSpPr>
            <a:cxnSpLocks/>
          </p:cNvCxnSpPr>
          <p:nvPr/>
        </p:nvCxnSpPr>
        <p:spPr>
          <a:xfrm>
            <a:off x="5375919" y="3026726"/>
            <a:ext cx="676325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6170E31A-7B72-1410-ACDB-514B7799567F}"/>
              </a:ext>
            </a:extLst>
          </p:cNvPr>
          <p:cNvCxnSpPr>
            <a:cxnSpLocks/>
          </p:cNvCxnSpPr>
          <p:nvPr/>
        </p:nvCxnSpPr>
        <p:spPr>
          <a:xfrm>
            <a:off x="8976320" y="2594678"/>
            <a:ext cx="676325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50E8B77B-D670-BA72-81EB-82769D92A3E2}"/>
              </a:ext>
            </a:extLst>
          </p:cNvPr>
          <p:cNvGrpSpPr/>
          <p:nvPr/>
        </p:nvGrpSpPr>
        <p:grpSpPr>
          <a:xfrm>
            <a:off x="9710110" y="2407443"/>
            <a:ext cx="922394" cy="374470"/>
            <a:chOff x="4108340" y="3821687"/>
            <a:chExt cx="922394" cy="374470"/>
          </a:xfrm>
        </p:grpSpPr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500BA35F-D14B-8E5F-F1AE-60A264BA9BBF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013EB9C6-8DB6-0586-5370-F4F96084A2DE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253849EA-430F-C99E-733C-EC9CD286294E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253849EA-430F-C99E-733C-EC9CD2862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553B9A28-8E86-7782-C0E8-28F5DB776D40}"/>
              </a:ext>
            </a:extLst>
          </p:cNvPr>
          <p:cNvCxnSpPr>
            <a:cxnSpLocks/>
          </p:cNvCxnSpPr>
          <p:nvPr/>
        </p:nvCxnSpPr>
        <p:spPr>
          <a:xfrm>
            <a:off x="8976320" y="3026726"/>
            <a:ext cx="676325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DD48EE42-7710-8A37-1868-3AD3BC1FCA99}"/>
              </a:ext>
            </a:extLst>
          </p:cNvPr>
          <p:cNvGrpSpPr/>
          <p:nvPr/>
        </p:nvGrpSpPr>
        <p:grpSpPr>
          <a:xfrm>
            <a:off x="9715426" y="2839491"/>
            <a:ext cx="922394" cy="374470"/>
            <a:chOff x="4108340" y="3821687"/>
            <a:chExt cx="922394" cy="374470"/>
          </a:xfrm>
        </p:grpSpPr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C46C70AD-DE62-780E-781A-F41C81DA89DE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A57214DD-B1AB-DB9E-F380-35B54FEFFECC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A640C14D-183A-02CA-B159-3309E2917CB9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A640C14D-183A-02CA-B159-3309E2917C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E713230E-A7B9-C359-5E18-BCD8689A87EE}"/>
              </a:ext>
            </a:extLst>
          </p:cNvPr>
          <p:cNvCxnSpPr>
            <a:cxnSpLocks/>
          </p:cNvCxnSpPr>
          <p:nvPr/>
        </p:nvCxnSpPr>
        <p:spPr bwMode="auto">
          <a:xfrm>
            <a:off x="5332165" y="3386766"/>
            <a:ext cx="5444355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CDE7A196-D72C-B693-79B3-F889C38EFF8E}"/>
              </a:ext>
            </a:extLst>
          </p:cNvPr>
          <p:cNvGrpSpPr/>
          <p:nvPr/>
        </p:nvGrpSpPr>
        <p:grpSpPr>
          <a:xfrm>
            <a:off x="6291535" y="3528010"/>
            <a:ext cx="1548865" cy="477054"/>
            <a:chOff x="2163952" y="5800328"/>
            <a:chExt cx="1548865" cy="477054"/>
          </a:xfrm>
        </p:grpSpPr>
        <p:grpSp>
          <p:nvGrpSpPr>
            <p:cNvPr id="81" name="群組 80">
              <a:extLst>
                <a:ext uri="{FF2B5EF4-FFF2-40B4-BE49-F238E27FC236}">
                  <a16:creationId xmlns:a16="http://schemas.microsoft.com/office/drawing/2014/main" id="{9D7084BE-BF07-613E-24E2-71E87F815F6D}"/>
                </a:ext>
              </a:extLst>
            </p:cNvPr>
            <p:cNvGrpSpPr/>
            <p:nvPr/>
          </p:nvGrpSpPr>
          <p:grpSpPr>
            <a:xfrm>
              <a:off x="2163952" y="5800328"/>
              <a:ext cx="478025" cy="477054"/>
              <a:chOff x="6410063" y="620688"/>
              <a:chExt cx="478025" cy="477054"/>
            </a:xfrm>
          </p:grpSpPr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B9547414-E863-A6B9-BA24-2AEA3CE9B94F}"/>
                  </a:ext>
                </a:extLst>
              </p:cNvPr>
              <p:cNvSpPr txBox="1"/>
              <p:nvPr/>
            </p:nvSpPr>
            <p:spPr>
              <a:xfrm>
                <a:off x="6410063" y="697632"/>
                <a:ext cx="326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F847F3D8-8293-69AB-D86B-109A33CEFE07}"/>
                  </a:ext>
                </a:extLst>
              </p:cNvPr>
              <p:cNvSpPr txBox="1"/>
              <p:nvPr/>
            </p:nvSpPr>
            <p:spPr>
              <a:xfrm>
                <a:off x="6599226" y="620688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072028FE-D477-EB94-5737-57233C521EC4}"/>
                    </a:ext>
                  </a:extLst>
                </p:cNvPr>
                <p:cNvSpPr txBox="1"/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072028FE-D477-EB94-5737-57233C521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3" name="群組 82">
              <a:extLst>
                <a:ext uri="{FF2B5EF4-FFF2-40B4-BE49-F238E27FC236}">
                  <a16:creationId xmlns:a16="http://schemas.microsoft.com/office/drawing/2014/main" id="{45E72276-1CA9-263C-0CE6-5B7682C9F82F}"/>
                </a:ext>
              </a:extLst>
            </p:cNvPr>
            <p:cNvGrpSpPr/>
            <p:nvPr/>
          </p:nvGrpSpPr>
          <p:grpSpPr>
            <a:xfrm>
              <a:off x="2676719" y="5870070"/>
              <a:ext cx="589466" cy="407312"/>
              <a:chOff x="1260295" y="1138705"/>
              <a:chExt cx="589466" cy="407312"/>
            </a:xfrm>
          </p:grpSpPr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DDBA082F-3022-E7BB-ACD9-9B4DF7861B49}"/>
                  </a:ext>
                </a:extLst>
              </p:cNvPr>
              <p:cNvSpPr txBox="1"/>
              <p:nvPr/>
            </p:nvSpPr>
            <p:spPr>
              <a:xfrm>
                <a:off x="1436649" y="1138705"/>
                <a:ext cx="413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17D423BF-0E45-0679-C9D9-CA690EDA378B}"/>
                  </a:ext>
                </a:extLst>
              </p:cNvPr>
              <p:cNvSpPr txBox="1"/>
              <p:nvPr/>
            </p:nvSpPr>
            <p:spPr>
              <a:xfrm>
                <a:off x="1260295" y="114590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72EB88F3-1ADC-EBD7-3B84-FC398CE51F2D}"/>
                    </a:ext>
                  </a:extLst>
                </p:cNvPr>
                <p:cNvSpPr txBox="1"/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72EB88F3-1ADC-EBD7-3B84-FC398CE51F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35E03248-6EAA-47D4-0022-92BE186C798B}"/>
                </a:ext>
              </a:extLst>
            </p:cNvPr>
            <p:cNvSpPr txBox="1"/>
            <p:nvPr/>
          </p:nvSpPr>
          <p:spPr>
            <a:xfrm>
              <a:off x="3355027" y="587727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72E138A3-01F5-F6C4-4DA7-0F4DA3AC11EE}"/>
                  </a:ext>
                </a:extLst>
              </p:cNvPr>
              <p:cNvSpPr txBox="1"/>
              <p:nvPr/>
            </p:nvSpPr>
            <p:spPr>
              <a:xfrm>
                <a:off x="7739052" y="35873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72E138A3-01F5-F6C4-4DA7-0F4DA3AC1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052" y="3587358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群組 94">
            <a:extLst>
              <a:ext uri="{FF2B5EF4-FFF2-40B4-BE49-F238E27FC236}">
                <a16:creationId xmlns:a16="http://schemas.microsoft.com/office/drawing/2014/main" id="{70C3FAA8-7C15-96F6-7F03-7322EACD8526}"/>
              </a:ext>
            </a:extLst>
          </p:cNvPr>
          <p:cNvGrpSpPr/>
          <p:nvPr/>
        </p:nvGrpSpPr>
        <p:grpSpPr>
          <a:xfrm>
            <a:off x="8023658" y="3625604"/>
            <a:ext cx="922394" cy="374470"/>
            <a:chOff x="4108340" y="3821687"/>
            <a:chExt cx="922394" cy="374470"/>
          </a:xfrm>
        </p:grpSpPr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C6AE0393-6EDD-65A7-34CF-AD204CE20095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78E66481-7C00-CEDC-5CA7-F1B1B38A75DF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24AFFDF5-5837-598D-FC0B-5606E3E3143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24AFFDF5-5837-598D-FC0B-5606E3E31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7D1747D0-C0FC-DAFA-5199-B8B4105AB1E8}"/>
              </a:ext>
            </a:extLst>
          </p:cNvPr>
          <p:cNvGrpSpPr/>
          <p:nvPr/>
        </p:nvGrpSpPr>
        <p:grpSpPr>
          <a:xfrm>
            <a:off x="8774006" y="3611860"/>
            <a:ext cx="922394" cy="374470"/>
            <a:chOff x="4108340" y="3821687"/>
            <a:chExt cx="922394" cy="374470"/>
          </a:xfrm>
        </p:grpSpPr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9759586D-C96B-92AC-BD84-BF2D69499A4B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5C7EBFBB-079F-5C64-5BFE-4ED1B4F812F6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字方塊 101">
                  <a:extLst>
                    <a:ext uri="{FF2B5EF4-FFF2-40B4-BE49-F238E27FC236}">
                      <a16:creationId xmlns:a16="http://schemas.microsoft.com/office/drawing/2014/main" id="{A059FFF2-2D90-7940-E412-F9A05AAD25B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2" name="文字方塊 101">
                  <a:extLst>
                    <a:ext uri="{FF2B5EF4-FFF2-40B4-BE49-F238E27FC236}">
                      <a16:creationId xmlns:a16="http://schemas.microsoft.com/office/drawing/2014/main" id="{A059FFF2-2D90-7940-E412-F9A05AAD2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0541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/>
      <p:bldP spid="42" grpId="0"/>
      <p:bldP spid="43" grpId="0"/>
      <p:bldP spid="44" grpId="0"/>
      <p:bldP spid="45" grpId="0"/>
      <p:bldP spid="9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1A43803-BCAF-22DA-C86A-4199C8E25CE6}"/>
              </a:ext>
            </a:extLst>
          </p:cNvPr>
          <p:cNvSpPr txBox="1"/>
          <p:nvPr/>
        </p:nvSpPr>
        <p:spPr>
          <a:xfrm>
            <a:off x="191344" y="4462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9A6B8985-784B-3501-89AC-B32AC3D204D1}"/>
                  </a:ext>
                </a:extLst>
              </p14:cNvPr>
              <p14:cNvContentPartPr/>
              <p14:nvPr/>
            </p14:nvContentPartPr>
            <p14:xfrm>
              <a:off x="263352" y="214929"/>
              <a:ext cx="864096" cy="45719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9A6B8985-784B-3501-89AC-B32AC3D204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346" y="-13500771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57C73AF4-4E41-20DA-8607-6C982774F783}"/>
                  </a:ext>
                </a:extLst>
              </p:cNvPr>
              <p:cNvSpPr txBox="1"/>
              <p:nvPr/>
            </p:nvSpPr>
            <p:spPr>
              <a:xfrm>
                <a:off x="143138" y="584261"/>
                <a:ext cx="19686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13.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+3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57C73AF4-4E41-20DA-8607-6C982774F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38" y="584261"/>
                <a:ext cx="1968620" cy="369332"/>
              </a:xfrm>
              <a:prstGeom prst="rect">
                <a:avLst/>
              </a:prstGeom>
              <a:blipFill>
                <a:blip r:embed="rId4"/>
                <a:stretch>
                  <a:fillRect l="-2477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E1EE910-B961-C3CF-FED5-57D1A63C5445}"/>
                  </a:ext>
                </a:extLst>
              </p:cNvPr>
              <p:cNvSpPr txBox="1"/>
              <p:nvPr/>
            </p:nvSpPr>
            <p:spPr>
              <a:xfrm>
                <a:off x="3575720" y="582496"/>
                <a:ext cx="20406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14.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+5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+4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E1EE910-B961-C3CF-FED5-57D1A63C5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720" y="582496"/>
                <a:ext cx="2040628" cy="369332"/>
              </a:xfrm>
              <a:prstGeom prst="rect">
                <a:avLst/>
              </a:prstGeom>
              <a:blipFill>
                <a:blip r:embed="rId5"/>
                <a:stretch>
                  <a:fillRect l="-2695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7990757-3A89-00B0-7D23-F8C7EF449CEA}"/>
                  </a:ext>
                </a:extLst>
              </p:cNvPr>
              <p:cNvSpPr txBox="1"/>
              <p:nvPr/>
            </p:nvSpPr>
            <p:spPr>
              <a:xfrm>
                <a:off x="6816080" y="582496"/>
                <a:ext cx="19686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15.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+6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+5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7990757-3A89-00B0-7D23-F8C7EF449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80" y="582496"/>
                <a:ext cx="1968620" cy="369332"/>
              </a:xfrm>
              <a:prstGeom prst="rect">
                <a:avLst/>
              </a:prstGeom>
              <a:blipFill>
                <a:blip r:embed="rId6"/>
                <a:stretch>
                  <a:fillRect l="-2477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27046D0-270D-A475-DBD3-67E576546A47}"/>
                  </a:ext>
                </a:extLst>
              </p:cNvPr>
              <p:cNvSpPr txBox="1"/>
              <p:nvPr/>
            </p:nvSpPr>
            <p:spPr>
              <a:xfrm>
                <a:off x="143138" y="2204864"/>
                <a:ext cx="19686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16.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+7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+6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27046D0-270D-A475-DBD3-67E576546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38" y="2204864"/>
                <a:ext cx="1968620" cy="369332"/>
              </a:xfrm>
              <a:prstGeom prst="rect">
                <a:avLst/>
              </a:prstGeom>
              <a:blipFill>
                <a:blip r:embed="rId7"/>
                <a:stretch>
                  <a:fillRect l="-2477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77CA4DD-400F-972A-973A-8374BD77343D}"/>
                  </a:ext>
                </a:extLst>
              </p:cNvPr>
              <p:cNvSpPr txBox="1"/>
              <p:nvPr/>
            </p:nvSpPr>
            <p:spPr>
              <a:xfrm>
                <a:off x="3575720" y="2203099"/>
                <a:ext cx="20406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17.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+5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+6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77CA4DD-400F-972A-973A-8374BD773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720" y="2203099"/>
                <a:ext cx="2040628" cy="369332"/>
              </a:xfrm>
              <a:prstGeom prst="rect">
                <a:avLst/>
              </a:prstGeom>
              <a:blipFill>
                <a:blip r:embed="rId8"/>
                <a:stretch>
                  <a:fillRect l="-2695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1B69875-3043-7254-55E7-6526F9C41037}"/>
                  </a:ext>
                </a:extLst>
              </p:cNvPr>
              <p:cNvSpPr txBox="1"/>
              <p:nvPr/>
            </p:nvSpPr>
            <p:spPr>
              <a:xfrm>
                <a:off x="6816080" y="2203099"/>
                <a:ext cx="20406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18.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+8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+7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1B69875-3043-7254-55E7-6526F9C41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80" y="2203099"/>
                <a:ext cx="2040628" cy="369332"/>
              </a:xfrm>
              <a:prstGeom prst="rect">
                <a:avLst/>
              </a:prstGeom>
              <a:blipFill>
                <a:blip r:embed="rId9"/>
                <a:stretch>
                  <a:fillRect l="-2388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0A7F400-D6A9-51C2-5AF2-E13EE3D0CD7E}"/>
                  </a:ext>
                </a:extLst>
              </p:cNvPr>
              <p:cNvSpPr txBox="1"/>
              <p:nvPr/>
            </p:nvSpPr>
            <p:spPr>
              <a:xfrm>
                <a:off x="143138" y="3825467"/>
                <a:ext cx="20406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19.</a:t>
                </a:r>
                <a:r>
                  <a:rPr lang="en-US" altLang="zh-HK" kern="100"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+9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+8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0A7F400-D6A9-51C2-5AF2-E13EE3D0C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38" y="3825467"/>
                <a:ext cx="2040628" cy="369332"/>
              </a:xfrm>
              <a:prstGeom prst="rect">
                <a:avLst/>
              </a:prstGeom>
              <a:blipFill>
                <a:blip r:embed="rId10"/>
                <a:stretch>
                  <a:fillRect l="-2388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661FF39-3EC9-6408-71D5-4B784FF84F89}"/>
                  </a:ext>
                </a:extLst>
              </p:cNvPr>
              <p:cNvSpPr txBox="1"/>
              <p:nvPr/>
            </p:nvSpPr>
            <p:spPr>
              <a:xfrm>
                <a:off x="3575720" y="3823702"/>
                <a:ext cx="21126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20.</a:t>
                </a:r>
                <a:r>
                  <a:rPr lang="en-US" altLang="zh-HK" kern="100"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+6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+8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661FF39-3EC9-6408-71D5-4B784FF84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720" y="3823702"/>
                <a:ext cx="2112636" cy="369332"/>
              </a:xfrm>
              <a:prstGeom prst="rect">
                <a:avLst/>
              </a:prstGeom>
              <a:blipFill>
                <a:blip r:embed="rId11"/>
                <a:stretch>
                  <a:fillRect l="-2601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16DD5EC4-9FEB-F452-2F66-19A25159A837}"/>
                  </a:ext>
                </a:extLst>
              </p:cNvPr>
              <p:cNvSpPr txBox="1"/>
              <p:nvPr/>
            </p:nvSpPr>
            <p:spPr>
              <a:xfrm>
                <a:off x="6813117" y="3823702"/>
                <a:ext cx="21126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21.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+10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+9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16DD5EC4-9FEB-F452-2F66-19A25159A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117" y="3823702"/>
                <a:ext cx="2112636" cy="369332"/>
              </a:xfrm>
              <a:prstGeom prst="rect">
                <a:avLst/>
              </a:prstGeom>
              <a:blipFill>
                <a:blip r:embed="rId12"/>
                <a:stretch>
                  <a:fillRect l="-2601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BCA2CBA-9B44-E756-97D1-9314B7542E75}"/>
                  </a:ext>
                </a:extLst>
              </p:cNvPr>
              <p:cNvSpPr txBox="1"/>
              <p:nvPr/>
            </p:nvSpPr>
            <p:spPr>
              <a:xfrm>
                <a:off x="143138" y="5446070"/>
                <a:ext cx="21126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22.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+6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+9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BCA2CBA-9B44-E756-97D1-9314B754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38" y="5446070"/>
                <a:ext cx="2112636" cy="369332"/>
              </a:xfrm>
              <a:prstGeom prst="rect">
                <a:avLst/>
              </a:prstGeom>
              <a:blipFill>
                <a:blip r:embed="rId13"/>
                <a:stretch>
                  <a:fillRect l="-2305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25C37910-E663-DC3D-4A34-81E68447D2C7}"/>
                  </a:ext>
                </a:extLst>
              </p:cNvPr>
              <p:cNvSpPr txBox="1"/>
              <p:nvPr/>
            </p:nvSpPr>
            <p:spPr>
              <a:xfrm>
                <a:off x="407368" y="10169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25C37910-E663-DC3D-4A34-81E68447D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016958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E0088160-FA7D-E904-459C-684DDBB96C6A}"/>
              </a:ext>
            </a:extLst>
          </p:cNvPr>
          <p:cNvGrpSpPr/>
          <p:nvPr/>
        </p:nvGrpSpPr>
        <p:grpSpPr>
          <a:xfrm>
            <a:off x="703056" y="1029778"/>
            <a:ext cx="922394" cy="374470"/>
            <a:chOff x="4108340" y="3821687"/>
            <a:chExt cx="922394" cy="374470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5637A660-17C5-68BB-65A9-F4D216E2A74E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D00ECC7C-EC54-4088-3676-741D3EF95EEA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102835DA-BACC-A018-90FD-CEC42FC59238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102835DA-BACC-A018-90FD-CEC42FC592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5678FB85-820B-C449-AC5B-DBCA20C4A35C}"/>
              </a:ext>
            </a:extLst>
          </p:cNvPr>
          <p:cNvGrpSpPr/>
          <p:nvPr/>
        </p:nvGrpSpPr>
        <p:grpSpPr>
          <a:xfrm>
            <a:off x="1435739" y="1029778"/>
            <a:ext cx="922394" cy="374470"/>
            <a:chOff x="4108340" y="3821687"/>
            <a:chExt cx="922394" cy="374470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C6A182AD-31A2-59B4-6C4B-29229DE63FA9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8413EBB1-CFCE-A4A6-2371-47DBB41518D0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1D3A29ED-436E-2680-9474-C3C6E33DB4B4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1D3A29ED-436E-2680-9474-C3C6E33DB4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D91F4185-B953-C784-8CF3-E51FA4D207B6}"/>
                  </a:ext>
                </a:extLst>
              </p:cNvPr>
              <p:cNvSpPr txBox="1"/>
              <p:nvPr/>
            </p:nvSpPr>
            <p:spPr>
              <a:xfrm>
                <a:off x="3843493" y="10297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D91F4185-B953-C784-8CF3-E51FA4D20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493" y="1029778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群組 37">
            <a:extLst>
              <a:ext uri="{FF2B5EF4-FFF2-40B4-BE49-F238E27FC236}">
                <a16:creationId xmlns:a16="http://schemas.microsoft.com/office/drawing/2014/main" id="{FF73A374-2C18-B2F4-B292-68BE4B0BA24A}"/>
              </a:ext>
            </a:extLst>
          </p:cNvPr>
          <p:cNvGrpSpPr/>
          <p:nvPr/>
        </p:nvGrpSpPr>
        <p:grpSpPr>
          <a:xfrm>
            <a:off x="4139181" y="1042598"/>
            <a:ext cx="922394" cy="374470"/>
            <a:chOff x="4108340" y="3821687"/>
            <a:chExt cx="922394" cy="374470"/>
          </a:xfrm>
        </p:grpSpPr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C23A5766-3F5D-7272-EAC0-C92C2262B20C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427ABE31-BC2D-60C9-CBFF-7ED52A66F348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7E4FD5C2-D922-7542-0326-B603FF0165B0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7E4FD5C2-D922-7542-0326-B603FF0165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268ED00B-280E-3FAF-A515-AA77C960F516}"/>
              </a:ext>
            </a:extLst>
          </p:cNvPr>
          <p:cNvGrpSpPr/>
          <p:nvPr/>
        </p:nvGrpSpPr>
        <p:grpSpPr>
          <a:xfrm>
            <a:off x="4871864" y="1042598"/>
            <a:ext cx="922394" cy="374470"/>
            <a:chOff x="4108340" y="3821687"/>
            <a:chExt cx="922394" cy="374470"/>
          </a:xfrm>
        </p:grpSpPr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A57B2F2E-E6F4-F1BD-26DF-1EB8D193BDE0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CF73C738-0C5C-DF5C-D415-B76285CFE61D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DCCCBD20-DF0E-31D9-DF83-91C3EC4B5392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DCCCBD20-DF0E-31D9-DF83-91C3EC4B53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31737183-FD02-A19D-F415-F0BC528EFCD8}"/>
                  </a:ext>
                </a:extLst>
              </p:cNvPr>
              <p:cNvSpPr txBox="1"/>
              <p:nvPr/>
            </p:nvSpPr>
            <p:spPr>
              <a:xfrm>
                <a:off x="7028813" y="10297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31737183-FD02-A19D-F415-F0BC528EF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813" y="1029778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>
            <a:extLst>
              <a:ext uri="{FF2B5EF4-FFF2-40B4-BE49-F238E27FC236}">
                <a16:creationId xmlns:a16="http://schemas.microsoft.com/office/drawing/2014/main" id="{47FC805E-7579-04F4-BF69-DDA1B9595BA8}"/>
              </a:ext>
            </a:extLst>
          </p:cNvPr>
          <p:cNvGrpSpPr/>
          <p:nvPr/>
        </p:nvGrpSpPr>
        <p:grpSpPr>
          <a:xfrm>
            <a:off x="7324501" y="1042598"/>
            <a:ext cx="922394" cy="374470"/>
            <a:chOff x="4108340" y="3821687"/>
            <a:chExt cx="922394" cy="374470"/>
          </a:xfrm>
        </p:grpSpPr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4879F12A-FB8E-9789-F2E3-B7AA83ED918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A5528EA1-3EBD-461B-9559-492746329C82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5903F430-DAE3-132C-5C26-1418DBD6B49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5903F430-DAE3-132C-5C26-1418DBD6B4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888EEDA6-4D82-3FD5-2D6F-F2FE612BB036}"/>
              </a:ext>
            </a:extLst>
          </p:cNvPr>
          <p:cNvGrpSpPr/>
          <p:nvPr/>
        </p:nvGrpSpPr>
        <p:grpSpPr>
          <a:xfrm>
            <a:off x="8057184" y="1042598"/>
            <a:ext cx="922394" cy="374470"/>
            <a:chOff x="4108340" y="3821687"/>
            <a:chExt cx="922394" cy="374470"/>
          </a:xfrm>
        </p:grpSpPr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0FEC9D36-7568-322B-D5D0-771A286C52CD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68EC41E3-00E6-B709-53E9-AD4CDF81B8F2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6A7BD658-595F-DD67-F12E-C4B875961406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6A7BD658-595F-DD67-F12E-C4B8759614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659AFA7C-8BAF-2FEE-DC4A-1E067565C951}"/>
                  </a:ext>
                </a:extLst>
              </p:cNvPr>
              <p:cNvSpPr txBox="1"/>
              <p:nvPr/>
            </p:nvSpPr>
            <p:spPr>
              <a:xfrm>
                <a:off x="407368" y="26324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659AFA7C-8BAF-2FEE-DC4A-1E067565C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2632423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群組 55">
            <a:extLst>
              <a:ext uri="{FF2B5EF4-FFF2-40B4-BE49-F238E27FC236}">
                <a16:creationId xmlns:a16="http://schemas.microsoft.com/office/drawing/2014/main" id="{D11D0A14-0ADA-9BAD-9256-BCF529A2541C}"/>
              </a:ext>
            </a:extLst>
          </p:cNvPr>
          <p:cNvGrpSpPr/>
          <p:nvPr/>
        </p:nvGrpSpPr>
        <p:grpSpPr>
          <a:xfrm>
            <a:off x="703056" y="2645243"/>
            <a:ext cx="922394" cy="374470"/>
            <a:chOff x="4108340" y="3821687"/>
            <a:chExt cx="922394" cy="374470"/>
          </a:xfrm>
        </p:grpSpPr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A8EF5B60-E65D-E487-CD7E-4BD9F0EAFB3D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3726CDB-21A2-440A-8793-AFDB56F625EC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84B1FF85-AD7F-1805-43B6-DE4CDD6697BA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84B1FF85-AD7F-1805-43B6-DE4CDD669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A1242CE1-F789-DB63-D84B-04D0424462D2}"/>
              </a:ext>
            </a:extLst>
          </p:cNvPr>
          <p:cNvGrpSpPr/>
          <p:nvPr/>
        </p:nvGrpSpPr>
        <p:grpSpPr>
          <a:xfrm>
            <a:off x="1435739" y="2645243"/>
            <a:ext cx="922394" cy="374470"/>
            <a:chOff x="4108340" y="3821687"/>
            <a:chExt cx="922394" cy="374470"/>
          </a:xfrm>
        </p:grpSpPr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52AAD41B-C07C-A5E8-E773-F917B56378E2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EA629754-F3F8-06F0-6F91-E2E3F464CC5B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BD939DA9-DD03-0E9E-ABA3-820AC29820E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BD939DA9-DD03-0E9E-ABA3-820AC2982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A16D0EAD-A4F2-2A1D-303B-E0F183222368}"/>
                  </a:ext>
                </a:extLst>
              </p:cNvPr>
              <p:cNvSpPr txBox="1"/>
              <p:nvPr/>
            </p:nvSpPr>
            <p:spPr>
              <a:xfrm>
                <a:off x="3843493" y="26324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A16D0EAD-A4F2-2A1D-303B-E0F183222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493" y="2632423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群組 64">
            <a:extLst>
              <a:ext uri="{FF2B5EF4-FFF2-40B4-BE49-F238E27FC236}">
                <a16:creationId xmlns:a16="http://schemas.microsoft.com/office/drawing/2014/main" id="{D629C7D7-863C-684F-1AEC-4CBF151C7B8A}"/>
              </a:ext>
            </a:extLst>
          </p:cNvPr>
          <p:cNvGrpSpPr/>
          <p:nvPr/>
        </p:nvGrpSpPr>
        <p:grpSpPr>
          <a:xfrm>
            <a:off x="4139181" y="2645243"/>
            <a:ext cx="922394" cy="374470"/>
            <a:chOff x="4108340" y="3821687"/>
            <a:chExt cx="922394" cy="374470"/>
          </a:xfrm>
        </p:grpSpPr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05821F7D-3D18-A4FD-EB8F-6026F4562748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78998744-10B5-53BD-A986-FEADFB086186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D1EAF730-C951-BAEC-0EF1-E01CD33032FF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D1EAF730-C951-BAEC-0EF1-E01CD3303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2C04FCDA-3ECB-00A2-DC11-4DBF6BE92B18}"/>
              </a:ext>
            </a:extLst>
          </p:cNvPr>
          <p:cNvGrpSpPr/>
          <p:nvPr/>
        </p:nvGrpSpPr>
        <p:grpSpPr>
          <a:xfrm>
            <a:off x="4871864" y="2645243"/>
            <a:ext cx="922394" cy="374470"/>
            <a:chOff x="4108340" y="3821687"/>
            <a:chExt cx="922394" cy="374470"/>
          </a:xfrm>
        </p:grpSpPr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47C68646-BE9A-0192-FF5C-E7D9E95DE1DD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19961AB5-19A9-962B-7AE8-4FC9F3C02F88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BD880230-E50D-B41A-DB83-9E5F56184855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BD880230-E50D-B41A-DB83-9E5F561848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B7B53874-99D8-83D5-2F05-EF20B991236E}"/>
                  </a:ext>
                </a:extLst>
              </p:cNvPr>
              <p:cNvSpPr txBox="1"/>
              <p:nvPr/>
            </p:nvSpPr>
            <p:spPr>
              <a:xfrm>
                <a:off x="7028813" y="26340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B7B53874-99D8-83D5-2F05-EF20B9912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813" y="2634008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群組 73">
            <a:extLst>
              <a:ext uri="{FF2B5EF4-FFF2-40B4-BE49-F238E27FC236}">
                <a16:creationId xmlns:a16="http://schemas.microsoft.com/office/drawing/2014/main" id="{906A92AD-49BD-99BC-FE03-681EDC34943A}"/>
              </a:ext>
            </a:extLst>
          </p:cNvPr>
          <p:cNvGrpSpPr/>
          <p:nvPr/>
        </p:nvGrpSpPr>
        <p:grpSpPr>
          <a:xfrm>
            <a:off x="7324501" y="2646828"/>
            <a:ext cx="922394" cy="374470"/>
            <a:chOff x="4108340" y="3821687"/>
            <a:chExt cx="922394" cy="374470"/>
          </a:xfrm>
        </p:grpSpPr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1986572F-D54F-E654-F53F-9352AF67A23B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A66D82CE-F021-1196-2575-E825693BE222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F4A1F97B-EDFF-B3AC-4A6E-80387CCF2F4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F4A1F97B-EDFF-B3AC-4A6E-80387CCF2F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C330C35C-C32D-7A48-08D3-1FC5D4CE1FC2}"/>
              </a:ext>
            </a:extLst>
          </p:cNvPr>
          <p:cNvGrpSpPr/>
          <p:nvPr/>
        </p:nvGrpSpPr>
        <p:grpSpPr>
          <a:xfrm>
            <a:off x="8057184" y="2646828"/>
            <a:ext cx="922394" cy="374470"/>
            <a:chOff x="4108340" y="3821687"/>
            <a:chExt cx="922394" cy="374470"/>
          </a:xfrm>
        </p:grpSpPr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2122EBF4-EB55-F695-38ED-BF6AA1490794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FDE32712-66FB-9CF3-7BC6-C2D8C5FFB62D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C137E07F-E5FF-6A04-DEB0-0F5818BEE02C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C137E07F-E5FF-6A04-DEB0-0F5818BEE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4CF27832-DA4A-0500-41E4-6680A6A68158}"/>
                  </a:ext>
                </a:extLst>
              </p:cNvPr>
              <p:cNvSpPr txBox="1"/>
              <p:nvPr/>
            </p:nvSpPr>
            <p:spPr>
              <a:xfrm>
                <a:off x="409397" y="42330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4CF27832-DA4A-0500-41E4-6680A6A68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97" y="4233089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群組 92">
            <a:extLst>
              <a:ext uri="{FF2B5EF4-FFF2-40B4-BE49-F238E27FC236}">
                <a16:creationId xmlns:a16="http://schemas.microsoft.com/office/drawing/2014/main" id="{43DBF137-F4E4-7789-530B-576629F3F2E3}"/>
              </a:ext>
            </a:extLst>
          </p:cNvPr>
          <p:cNvGrpSpPr/>
          <p:nvPr/>
        </p:nvGrpSpPr>
        <p:grpSpPr>
          <a:xfrm>
            <a:off x="705085" y="4245909"/>
            <a:ext cx="922394" cy="374470"/>
            <a:chOff x="4108340" y="3821687"/>
            <a:chExt cx="922394" cy="374470"/>
          </a:xfrm>
        </p:grpSpPr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5D8783B4-E09D-D4AA-9EC1-CCF331D37076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18BE8C4B-9C1A-72C9-6B58-CC8622109C0B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字方塊 95">
                  <a:extLst>
                    <a:ext uri="{FF2B5EF4-FFF2-40B4-BE49-F238E27FC236}">
                      <a16:creationId xmlns:a16="http://schemas.microsoft.com/office/drawing/2014/main" id="{53EA5B71-AABE-31B6-F86F-86D853B612E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6" name="文字方塊 95">
                  <a:extLst>
                    <a:ext uri="{FF2B5EF4-FFF2-40B4-BE49-F238E27FC236}">
                      <a16:creationId xmlns:a16="http://schemas.microsoft.com/office/drawing/2014/main" id="{53EA5B71-AABE-31B6-F86F-86D853B612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659ABFDD-8EA3-00BC-FFF5-7ABD54A0D7CF}"/>
              </a:ext>
            </a:extLst>
          </p:cNvPr>
          <p:cNvGrpSpPr/>
          <p:nvPr/>
        </p:nvGrpSpPr>
        <p:grpSpPr>
          <a:xfrm>
            <a:off x="1437768" y="4245909"/>
            <a:ext cx="922394" cy="374470"/>
            <a:chOff x="4108340" y="3821687"/>
            <a:chExt cx="922394" cy="374470"/>
          </a:xfrm>
        </p:grpSpPr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17E47D10-EF27-181B-445B-05B1C9F2C28B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F5E945B7-20E1-D65F-DDC1-3F51FAE749B3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B51D2DA5-B9C9-2F81-6E06-298107BAD35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B51D2DA5-B9C9-2F81-6E06-298107BAD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7494E3F0-9E07-FD8F-5E19-318FE28D4660}"/>
                  </a:ext>
                </a:extLst>
              </p:cNvPr>
              <p:cNvSpPr txBox="1"/>
              <p:nvPr/>
            </p:nvSpPr>
            <p:spPr>
              <a:xfrm>
                <a:off x="3835461" y="42180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7494E3F0-9E07-FD8F-5E19-318FE28D4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461" y="4218057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B058AD93-7C0C-4381-6F4C-27A5959A141C}"/>
              </a:ext>
            </a:extLst>
          </p:cNvPr>
          <p:cNvGrpSpPr/>
          <p:nvPr/>
        </p:nvGrpSpPr>
        <p:grpSpPr>
          <a:xfrm>
            <a:off x="4131149" y="4230877"/>
            <a:ext cx="922394" cy="374470"/>
            <a:chOff x="4108340" y="3821687"/>
            <a:chExt cx="922394" cy="374470"/>
          </a:xfrm>
        </p:grpSpPr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5E3E7BA2-1B39-A805-5073-C1BD0DACD357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24D5FFEC-85D2-BD30-4A45-7B1AD8A3BC15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01C68BCC-C2B1-EC0F-984A-8BE35E1EA9E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01C68BCC-C2B1-EC0F-984A-8BE35E1EA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EDCE8D56-F69B-1718-1EDB-60DE87DBE351}"/>
              </a:ext>
            </a:extLst>
          </p:cNvPr>
          <p:cNvGrpSpPr/>
          <p:nvPr/>
        </p:nvGrpSpPr>
        <p:grpSpPr>
          <a:xfrm>
            <a:off x="4863832" y="4230877"/>
            <a:ext cx="922394" cy="374470"/>
            <a:chOff x="4108340" y="3821687"/>
            <a:chExt cx="922394" cy="374470"/>
          </a:xfrm>
        </p:grpSpPr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1C15CBBA-8784-45DA-D5E9-E8D6E88A6141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8" name="文字方塊 107">
              <a:extLst>
                <a:ext uri="{FF2B5EF4-FFF2-40B4-BE49-F238E27FC236}">
                  <a16:creationId xmlns:a16="http://schemas.microsoft.com/office/drawing/2014/main" id="{43B0D5A4-E491-CFD4-3E7B-9A7383F9B359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字方塊 108">
                  <a:extLst>
                    <a:ext uri="{FF2B5EF4-FFF2-40B4-BE49-F238E27FC236}">
                      <a16:creationId xmlns:a16="http://schemas.microsoft.com/office/drawing/2014/main" id="{0A6F0769-57E7-D29E-F48D-53DAE6E33667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9" name="文字方塊 108">
                  <a:extLst>
                    <a:ext uri="{FF2B5EF4-FFF2-40B4-BE49-F238E27FC236}">
                      <a16:creationId xmlns:a16="http://schemas.microsoft.com/office/drawing/2014/main" id="{0A6F0769-57E7-D29E-F48D-53DAE6E33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4C98E308-2F3C-77F7-7FF1-A215ED956025}"/>
                  </a:ext>
                </a:extLst>
              </p:cNvPr>
              <p:cNvSpPr txBox="1"/>
              <p:nvPr/>
            </p:nvSpPr>
            <p:spPr>
              <a:xfrm>
                <a:off x="7028813" y="42279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4C98E308-2F3C-77F7-7FF1-A215ED956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813" y="4227951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群組 110">
            <a:extLst>
              <a:ext uri="{FF2B5EF4-FFF2-40B4-BE49-F238E27FC236}">
                <a16:creationId xmlns:a16="http://schemas.microsoft.com/office/drawing/2014/main" id="{505F220E-1727-4F7C-4748-388C6C5201E4}"/>
              </a:ext>
            </a:extLst>
          </p:cNvPr>
          <p:cNvGrpSpPr/>
          <p:nvPr/>
        </p:nvGrpSpPr>
        <p:grpSpPr>
          <a:xfrm>
            <a:off x="7324501" y="4240771"/>
            <a:ext cx="922394" cy="374470"/>
            <a:chOff x="4108340" y="3821687"/>
            <a:chExt cx="922394" cy="374470"/>
          </a:xfrm>
        </p:grpSpPr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A2FDA4B1-A73A-73C1-997E-D6B47EC6D0C9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A95FB117-D254-2550-9492-E20E04C71375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68CFC8D4-3582-9FE2-AEB5-039B10CB474C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68CFC8D4-3582-9FE2-AEB5-039B10CB47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D62F4640-C9E7-E014-9671-704FA1F8EF59}"/>
              </a:ext>
            </a:extLst>
          </p:cNvPr>
          <p:cNvGrpSpPr/>
          <p:nvPr/>
        </p:nvGrpSpPr>
        <p:grpSpPr>
          <a:xfrm>
            <a:off x="8057184" y="4240771"/>
            <a:ext cx="922394" cy="374470"/>
            <a:chOff x="4108340" y="3821687"/>
            <a:chExt cx="922394" cy="374470"/>
          </a:xfrm>
        </p:grpSpPr>
        <p:sp>
          <p:nvSpPr>
            <p:cNvPr id="116" name="文字方塊 115">
              <a:extLst>
                <a:ext uri="{FF2B5EF4-FFF2-40B4-BE49-F238E27FC236}">
                  <a16:creationId xmlns:a16="http://schemas.microsoft.com/office/drawing/2014/main" id="{01F5FDD8-B94D-1FCC-EBAA-F0EA2B319651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EAA1E71C-145F-6CAD-0971-725AFD7A7BCE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9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字方塊 117">
                  <a:extLst>
                    <a:ext uri="{FF2B5EF4-FFF2-40B4-BE49-F238E27FC236}">
                      <a16:creationId xmlns:a16="http://schemas.microsoft.com/office/drawing/2014/main" id="{9C78F71F-5323-8413-43DB-BEA407662EBE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8" name="文字方塊 117">
                  <a:extLst>
                    <a:ext uri="{FF2B5EF4-FFF2-40B4-BE49-F238E27FC236}">
                      <a16:creationId xmlns:a16="http://schemas.microsoft.com/office/drawing/2014/main" id="{9C78F71F-5323-8413-43DB-BEA407662E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648D1BBE-1837-996E-DE80-61293D1A2AED}"/>
              </a:ext>
            </a:extLst>
          </p:cNvPr>
          <p:cNvGrpSpPr/>
          <p:nvPr/>
        </p:nvGrpSpPr>
        <p:grpSpPr>
          <a:xfrm>
            <a:off x="695400" y="5821201"/>
            <a:ext cx="1140109" cy="465826"/>
            <a:chOff x="1008996" y="4247045"/>
            <a:chExt cx="1140109" cy="465826"/>
          </a:xfrm>
        </p:grpSpPr>
        <p:grpSp>
          <p:nvGrpSpPr>
            <p:cNvPr id="126" name="群組 125">
              <a:extLst>
                <a:ext uri="{FF2B5EF4-FFF2-40B4-BE49-F238E27FC236}">
                  <a16:creationId xmlns:a16="http://schemas.microsoft.com/office/drawing/2014/main" id="{31F0E6F3-FD39-E558-AD8D-9859B0F928A6}"/>
                </a:ext>
              </a:extLst>
            </p:cNvPr>
            <p:cNvGrpSpPr/>
            <p:nvPr/>
          </p:nvGrpSpPr>
          <p:grpSpPr>
            <a:xfrm>
              <a:off x="1008996" y="4338401"/>
              <a:ext cx="922394" cy="374470"/>
              <a:chOff x="4108340" y="3821687"/>
              <a:chExt cx="922394" cy="374470"/>
            </a:xfrm>
          </p:grpSpPr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FEC7934C-0470-43D5-2071-065023CF6F56}"/>
                  </a:ext>
                </a:extLst>
              </p:cNvPr>
              <p:cNvSpPr txBox="1"/>
              <p:nvPr/>
            </p:nvSpPr>
            <p:spPr>
              <a:xfrm>
                <a:off x="4108340" y="3826825"/>
                <a:ext cx="4369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514CF208-95A5-CDD4-DB9A-F9B853B592AC}"/>
                  </a:ext>
                </a:extLst>
              </p:cNvPr>
              <p:cNvSpPr txBox="1"/>
              <p:nvPr/>
            </p:nvSpPr>
            <p:spPr>
              <a:xfrm>
                <a:off x="4608824" y="3826825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文字方塊 129">
                    <a:extLst>
                      <a:ext uri="{FF2B5EF4-FFF2-40B4-BE49-F238E27FC236}">
                        <a16:creationId xmlns:a16="http://schemas.microsoft.com/office/drawing/2014/main" id="{C9E23066-69A9-1F47-3B0B-7DFE1784BC1C}"/>
                      </a:ext>
                    </a:extLst>
                  </p:cNvPr>
                  <p:cNvSpPr txBox="1"/>
                  <p:nvPr/>
                </p:nvSpPr>
                <p:spPr>
                  <a:xfrm>
                    <a:off x="4421693" y="3821687"/>
                    <a:ext cx="295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30" name="文字方塊 129">
                    <a:extLst>
                      <a:ext uri="{FF2B5EF4-FFF2-40B4-BE49-F238E27FC236}">
                        <a16:creationId xmlns:a16="http://schemas.microsoft.com/office/drawing/2014/main" id="{C9E23066-69A9-1F47-3B0B-7DFE1784BC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21693" y="3821687"/>
                    <a:ext cx="295688" cy="369332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7" name="文字方塊 126">
              <a:extLst>
                <a:ext uri="{FF2B5EF4-FFF2-40B4-BE49-F238E27FC236}">
                  <a16:creationId xmlns:a16="http://schemas.microsoft.com/office/drawing/2014/main" id="{C40324FE-02FE-0EEE-1E9C-B7C43A0B1FA9}"/>
                </a:ext>
              </a:extLst>
            </p:cNvPr>
            <p:cNvSpPr txBox="1"/>
            <p:nvPr/>
          </p:nvSpPr>
          <p:spPr>
            <a:xfrm>
              <a:off x="1759344" y="4247045"/>
              <a:ext cx="389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EFACBE9E-EA68-6D85-052F-91EC4DBBF645}"/>
                  </a:ext>
                </a:extLst>
              </p:cNvPr>
              <p:cNvSpPr txBox="1"/>
              <p:nvPr/>
            </p:nvSpPr>
            <p:spPr>
              <a:xfrm>
                <a:off x="410749" y="58922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EFACBE9E-EA68-6D85-052F-91EC4DBBF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49" y="5892275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92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7" grpId="0"/>
      <p:bldP spid="46" grpId="0"/>
      <p:bldP spid="55" grpId="0"/>
      <p:bldP spid="64" grpId="0"/>
      <p:bldP spid="73" grpId="0"/>
      <p:bldP spid="92" grpId="0"/>
      <p:bldP spid="101" grpId="0"/>
      <p:bldP spid="110" grpId="0"/>
      <p:bldP spid="1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5C28253-543A-7CB5-ED2E-5CCCE54BB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260648"/>
            <a:ext cx="3047619" cy="121904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C1B5B64-CF67-7515-DD69-42A61B900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1628800"/>
            <a:ext cx="1885714" cy="128571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8424DDD-2B44-1178-49C0-03C1554F8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074" y="1685943"/>
            <a:ext cx="1904762" cy="1228571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BE43587E-5257-A26F-CFD9-00C109D3C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8217" y="1638323"/>
            <a:ext cx="1828571" cy="1266667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2EFD0AB1-77C4-E6A0-CA6B-707915A48F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88" y="3432099"/>
            <a:ext cx="1047619" cy="94285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23F96B56-A939-BDC5-DBC8-01FAE406BE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0832" y="3479718"/>
            <a:ext cx="980952" cy="895238"/>
          </a:xfrm>
          <a:prstGeom prst="rect">
            <a:avLst/>
          </a:prstGeom>
        </p:spPr>
      </p:pic>
      <p:grpSp>
        <p:nvGrpSpPr>
          <p:cNvPr id="21" name="群組 20">
            <a:extLst>
              <a:ext uri="{FF2B5EF4-FFF2-40B4-BE49-F238E27FC236}">
                <a16:creationId xmlns:a16="http://schemas.microsoft.com/office/drawing/2014/main" id="{F3C6447B-DE09-123F-2004-5191F806E6D2}"/>
              </a:ext>
            </a:extLst>
          </p:cNvPr>
          <p:cNvGrpSpPr/>
          <p:nvPr/>
        </p:nvGrpSpPr>
        <p:grpSpPr>
          <a:xfrm>
            <a:off x="1345495" y="3362911"/>
            <a:ext cx="357790" cy="400110"/>
            <a:chOff x="9361046" y="4543622"/>
            <a:chExt cx="357790" cy="40011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56AA6DE7-6626-2752-B1B1-E7C7B2799697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C1936C37-9B6F-745C-8C65-6705C5DF65FD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82C8F8E7-86EA-F6FE-5C2F-644D603C9A14}"/>
              </a:ext>
            </a:extLst>
          </p:cNvPr>
          <p:cNvCxnSpPr>
            <a:cxnSpLocks/>
          </p:cNvCxnSpPr>
          <p:nvPr/>
        </p:nvCxnSpPr>
        <p:spPr>
          <a:xfrm>
            <a:off x="1384292" y="3763021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BE368A7A-4570-80C4-0E8C-2ED847966B74}"/>
              </a:ext>
            </a:extLst>
          </p:cNvPr>
          <p:cNvCxnSpPr>
            <a:cxnSpLocks/>
          </p:cNvCxnSpPr>
          <p:nvPr/>
        </p:nvCxnSpPr>
        <p:spPr>
          <a:xfrm flipV="1">
            <a:off x="1384292" y="3763021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4B04D672-8AD2-1E61-EC77-3D66167784C1}"/>
              </a:ext>
            </a:extLst>
          </p:cNvPr>
          <p:cNvGrpSpPr/>
          <p:nvPr/>
        </p:nvGrpSpPr>
        <p:grpSpPr>
          <a:xfrm>
            <a:off x="1371849" y="4323116"/>
            <a:ext cx="357790" cy="400110"/>
            <a:chOff x="9361046" y="4543622"/>
            <a:chExt cx="357790" cy="400110"/>
          </a:xfrm>
        </p:grpSpPr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E1C39896-790B-0A8B-AF38-3DD34A84DD1E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4911D083-B46B-1A3F-A186-0E3585471AE9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29" name="TextBox 15">
            <a:extLst>
              <a:ext uri="{FF2B5EF4-FFF2-40B4-BE49-F238E27FC236}">
                <a16:creationId xmlns:a16="http://schemas.microsoft.com/office/drawing/2014/main" id="{E4C1F952-51BC-C9EE-B252-42ACD57598DB}"/>
              </a:ext>
            </a:extLst>
          </p:cNvPr>
          <p:cNvSpPr txBox="1"/>
          <p:nvPr/>
        </p:nvSpPr>
        <p:spPr>
          <a:xfrm>
            <a:off x="1629294" y="4325034"/>
            <a:ext cx="1580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Multiply</a:t>
            </a:r>
            <a:endParaRPr lang="zh-TW" altLang="en-US" sz="2000" b="1">
              <a:latin typeface="Lucida Calligraphy" panose="03010101010101010101" pitchFamily="66" charset="0"/>
            </a:endParaRPr>
          </a:p>
        </p:txBody>
      </p: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DCA2FFDC-D9E9-4C27-F63A-09782FE35CCA}"/>
              </a:ext>
            </a:extLst>
          </p:cNvPr>
          <p:cNvCxnSpPr>
            <a:cxnSpLocks/>
          </p:cNvCxnSpPr>
          <p:nvPr/>
        </p:nvCxnSpPr>
        <p:spPr bwMode="auto">
          <a:xfrm>
            <a:off x="319588" y="4773448"/>
            <a:ext cx="432048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C5816964-2413-506A-B9E7-0B5A7A94C3FE}"/>
              </a:ext>
            </a:extLst>
          </p:cNvPr>
          <p:cNvGrpSpPr/>
          <p:nvPr/>
        </p:nvGrpSpPr>
        <p:grpSpPr>
          <a:xfrm>
            <a:off x="485077" y="4845683"/>
            <a:ext cx="793140" cy="412150"/>
            <a:chOff x="1151524" y="1365813"/>
            <a:chExt cx="793140" cy="412150"/>
          </a:xfrm>
        </p:grpSpPr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29157A01-CF52-FA7E-BF61-8BD164B61645}"/>
                </a:ext>
              </a:extLst>
            </p:cNvPr>
            <p:cNvGrpSpPr/>
            <p:nvPr/>
          </p:nvGrpSpPr>
          <p:grpSpPr>
            <a:xfrm>
              <a:off x="1151524" y="1369717"/>
              <a:ext cx="793140" cy="408246"/>
              <a:chOff x="1151524" y="1369717"/>
              <a:chExt cx="793140" cy="408246"/>
            </a:xfrm>
          </p:grpSpPr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8813076-DB13-7A66-C648-E5B446966611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C69813B3-7E5C-A8EE-7228-757C1E5D5E6D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4571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5A1ACB73-07EF-5434-AC01-5B117152DFEB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5A1ACB73-07EF-5434-AC01-5B117152DF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BFF87146-8AEF-1CF8-A5FD-06C496087455}"/>
                  </a:ext>
                </a:extLst>
              </p:cNvPr>
              <p:cNvSpPr txBox="1"/>
              <p:nvPr/>
            </p:nvSpPr>
            <p:spPr>
              <a:xfrm>
                <a:off x="2063552" y="48285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BFF87146-8AEF-1CF8-A5FD-06C496087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4828556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群組 36">
            <a:extLst>
              <a:ext uri="{FF2B5EF4-FFF2-40B4-BE49-F238E27FC236}">
                <a16:creationId xmlns:a16="http://schemas.microsoft.com/office/drawing/2014/main" id="{13FEEFA2-75CE-A2FB-731A-2332BD5A9E70}"/>
              </a:ext>
            </a:extLst>
          </p:cNvPr>
          <p:cNvGrpSpPr/>
          <p:nvPr/>
        </p:nvGrpSpPr>
        <p:grpSpPr>
          <a:xfrm>
            <a:off x="3178175" y="4828499"/>
            <a:ext cx="966265" cy="412150"/>
            <a:chOff x="1151524" y="1365813"/>
            <a:chExt cx="966265" cy="41215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0159E958-2C76-26B1-07E7-4549510A0575}"/>
                </a:ext>
              </a:extLst>
            </p:cNvPr>
            <p:cNvGrpSpPr/>
            <p:nvPr/>
          </p:nvGrpSpPr>
          <p:grpSpPr>
            <a:xfrm>
              <a:off x="1151524" y="1369717"/>
              <a:ext cx="966265" cy="408246"/>
              <a:chOff x="1151524" y="1369717"/>
              <a:chExt cx="966265" cy="408246"/>
            </a:xfrm>
          </p:grpSpPr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A1BC5B0C-49BB-7D51-8091-7DF7718E2916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E3173A45-979B-FF67-AE43-AC9DB5FBFCF8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6303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4F3053E-BB3C-EF62-1B6B-4E7789BA945A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4F3053E-BB3C-EF62-1B6B-4E7789BA9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9E5B852E-4E5B-4FD2-52F3-79C4D00D3A3F}"/>
                  </a:ext>
                </a:extLst>
              </p:cNvPr>
              <p:cNvSpPr txBox="1"/>
              <p:nvPr/>
            </p:nvSpPr>
            <p:spPr>
              <a:xfrm>
                <a:off x="4146948" y="48285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9E5B852E-4E5B-4FD2-52F3-79C4D00D3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48" y="4828556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B5B5676B-C0F4-9D14-6B43-773836CE7437}"/>
                  </a:ext>
                </a:extLst>
              </p:cNvPr>
              <p:cNvSpPr txBox="1"/>
              <p:nvPr/>
            </p:nvSpPr>
            <p:spPr>
              <a:xfrm>
                <a:off x="4605584" y="4828556"/>
                <a:ext cx="7469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B5B5676B-C0F4-9D14-6B43-773836CE7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584" y="4828556"/>
                <a:ext cx="746983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群組 43">
            <a:extLst>
              <a:ext uri="{FF2B5EF4-FFF2-40B4-BE49-F238E27FC236}">
                <a16:creationId xmlns:a16="http://schemas.microsoft.com/office/drawing/2014/main" id="{6F2CDD93-47D3-8BF8-8379-24C74C4CB5B7}"/>
              </a:ext>
            </a:extLst>
          </p:cNvPr>
          <p:cNvGrpSpPr/>
          <p:nvPr/>
        </p:nvGrpSpPr>
        <p:grpSpPr>
          <a:xfrm>
            <a:off x="4223792" y="5448522"/>
            <a:ext cx="1548865" cy="477054"/>
            <a:chOff x="2163952" y="5800328"/>
            <a:chExt cx="1548865" cy="477054"/>
          </a:xfrm>
        </p:grpSpPr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17999D7A-5FA6-1679-0884-C3A936287427}"/>
                </a:ext>
              </a:extLst>
            </p:cNvPr>
            <p:cNvGrpSpPr/>
            <p:nvPr/>
          </p:nvGrpSpPr>
          <p:grpSpPr>
            <a:xfrm>
              <a:off x="2163952" y="5800328"/>
              <a:ext cx="478025" cy="477054"/>
              <a:chOff x="6410063" y="620688"/>
              <a:chExt cx="478025" cy="477054"/>
            </a:xfrm>
          </p:grpSpPr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F103B1B4-1C27-06FA-12E7-154BAB68944F}"/>
                  </a:ext>
                </a:extLst>
              </p:cNvPr>
              <p:cNvSpPr txBox="1"/>
              <p:nvPr/>
            </p:nvSpPr>
            <p:spPr>
              <a:xfrm>
                <a:off x="6410063" y="697632"/>
                <a:ext cx="326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BC554534-E391-5FAD-493C-1BE66DFEA9D2}"/>
                  </a:ext>
                </a:extLst>
              </p:cNvPr>
              <p:cNvSpPr txBox="1"/>
              <p:nvPr/>
            </p:nvSpPr>
            <p:spPr>
              <a:xfrm>
                <a:off x="6599226" y="620688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9695CDAF-3838-F29B-583F-26D6BB9818FC}"/>
                    </a:ext>
                  </a:extLst>
                </p:cNvPr>
                <p:cNvSpPr txBox="1"/>
                <p:nvPr/>
              </p:nvSpPr>
              <p:spPr>
                <a:xfrm>
                  <a:off x="2444328" y="587007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9695CDAF-3838-F29B-583F-26D6BB9818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4328" y="5870070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E7A6C51F-B3D4-B07F-F7FB-84BD57859A14}"/>
                </a:ext>
              </a:extLst>
            </p:cNvPr>
            <p:cNvGrpSpPr/>
            <p:nvPr/>
          </p:nvGrpSpPr>
          <p:grpSpPr>
            <a:xfrm>
              <a:off x="2676719" y="5870070"/>
              <a:ext cx="589466" cy="407312"/>
              <a:chOff x="1260295" y="1138705"/>
              <a:chExt cx="589466" cy="407312"/>
            </a:xfrm>
          </p:grpSpPr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C193BBD1-416A-E843-AD99-AD6FCD33438E}"/>
                  </a:ext>
                </a:extLst>
              </p:cNvPr>
              <p:cNvSpPr txBox="1"/>
              <p:nvPr/>
            </p:nvSpPr>
            <p:spPr>
              <a:xfrm>
                <a:off x="1436649" y="1138705"/>
                <a:ext cx="413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42141F12-7737-1C71-A286-DC1C77BE5BD7}"/>
                  </a:ext>
                </a:extLst>
              </p:cNvPr>
              <p:cNvSpPr txBox="1"/>
              <p:nvPr/>
            </p:nvSpPr>
            <p:spPr>
              <a:xfrm>
                <a:off x="1260295" y="114590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97A0ADEC-4A83-ACAF-A1D6-89B36903CB2A}"/>
                    </a:ext>
                  </a:extLst>
                </p:cNvPr>
                <p:cNvSpPr txBox="1"/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97A0ADEC-4A83-ACAF-A1D6-89B36903CB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2CE878C0-E7BF-4126-6A2D-064AC3FE9F94}"/>
                </a:ext>
              </a:extLst>
            </p:cNvPr>
            <p:cNvSpPr txBox="1"/>
            <p:nvPr/>
          </p:nvSpPr>
          <p:spPr>
            <a:xfrm>
              <a:off x="3355027" y="587727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39F9421A-22A6-4D6B-FB9B-09CACFED3C35}"/>
              </a:ext>
            </a:extLst>
          </p:cNvPr>
          <p:cNvCxnSpPr>
            <a:cxnSpLocks/>
          </p:cNvCxnSpPr>
          <p:nvPr/>
        </p:nvCxnSpPr>
        <p:spPr bwMode="auto">
          <a:xfrm>
            <a:off x="4718161" y="5167469"/>
            <a:ext cx="574332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5D4A1C8A-0849-DF59-7EA3-E7E4A5735D75}"/>
              </a:ext>
            </a:extLst>
          </p:cNvPr>
          <p:cNvCxnSpPr>
            <a:cxnSpLocks/>
          </p:cNvCxnSpPr>
          <p:nvPr/>
        </p:nvCxnSpPr>
        <p:spPr>
          <a:xfrm>
            <a:off x="5010778" y="5228666"/>
            <a:ext cx="0" cy="311926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" name="圖片 57">
            <a:extLst>
              <a:ext uri="{FF2B5EF4-FFF2-40B4-BE49-F238E27FC236}">
                <a16:creationId xmlns:a16="http://schemas.microsoft.com/office/drawing/2014/main" id="{1FC74A1F-DEC1-9460-3DAF-717551F5C13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29548" y="2291403"/>
            <a:ext cx="2742857" cy="980952"/>
          </a:xfrm>
          <a:prstGeom prst="rect">
            <a:avLst/>
          </a:prstGeom>
        </p:spPr>
      </p:pic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7324FEB4-11DF-97B1-B94D-EB45C8AA39C5}"/>
              </a:ext>
            </a:extLst>
          </p:cNvPr>
          <p:cNvCxnSpPr>
            <a:cxnSpLocks/>
          </p:cNvCxnSpPr>
          <p:nvPr/>
        </p:nvCxnSpPr>
        <p:spPr>
          <a:xfrm>
            <a:off x="5375920" y="2594678"/>
            <a:ext cx="676325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5506695B-24DA-2CC6-D9C7-C5B7595162A5}"/>
              </a:ext>
            </a:extLst>
          </p:cNvPr>
          <p:cNvCxnSpPr>
            <a:cxnSpLocks/>
          </p:cNvCxnSpPr>
          <p:nvPr/>
        </p:nvCxnSpPr>
        <p:spPr>
          <a:xfrm>
            <a:off x="5375919" y="3026726"/>
            <a:ext cx="676325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19551D83-1709-21A1-2C25-A02E7DA286DB}"/>
              </a:ext>
            </a:extLst>
          </p:cNvPr>
          <p:cNvCxnSpPr>
            <a:cxnSpLocks/>
          </p:cNvCxnSpPr>
          <p:nvPr/>
        </p:nvCxnSpPr>
        <p:spPr>
          <a:xfrm>
            <a:off x="8976320" y="2594678"/>
            <a:ext cx="676325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26E8E99A-4C3E-9B93-5F74-5E1DE05849D6}"/>
              </a:ext>
            </a:extLst>
          </p:cNvPr>
          <p:cNvGrpSpPr/>
          <p:nvPr/>
        </p:nvGrpSpPr>
        <p:grpSpPr>
          <a:xfrm>
            <a:off x="9710110" y="2407443"/>
            <a:ext cx="922394" cy="374470"/>
            <a:chOff x="4108340" y="3821687"/>
            <a:chExt cx="922394" cy="374470"/>
          </a:xfrm>
        </p:grpSpPr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7082BDB0-39D9-0EA1-7508-DE49CCCAF964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2E3C538D-6854-AF94-8177-4E9B7B88B25A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1E570A22-2C47-362B-3046-9D9A34787380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1E570A22-2C47-362B-3046-9D9A347873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D78ABC8C-BB36-7940-FE08-831841D82084}"/>
              </a:ext>
            </a:extLst>
          </p:cNvPr>
          <p:cNvCxnSpPr>
            <a:cxnSpLocks/>
          </p:cNvCxnSpPr>
          <p:nvPr/>
        </p:nvCxnSpPr>
        <p:spPr>
          <a:xfrm>
            <a:off x="8976320" y="3026726"/>
            <a:ext cx="676325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B1CFF50F-F9A7-60B4-9CA2-A857A33A4F08}"/>
              </a:ext>
            </a:extLst>
          </p:cNvPr>
          <p:cNvGrpSpPr/>
          <p:nvPr/>
        </p:nvGrpSpPr>
        <p:grpSpPr>
          <a:xfrm>
            <a:off x="9715426" y="2839491"/>
            <a:ext cx="922394" cy="374470"/>
            <a:chOff x="4108340" y="3821687"/>
            <a:chExt cx="922394" cy="374470"/>
          </a:xfrm>
        </p:grpSpPr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9827324B-43A4-1B3D-B853-7B9033630C48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30694D0B-CFC9-813F-C739-076F0E003105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E3954405-4E21-0753-E742-D9DAF2FE6DDA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E3954405-4E21-0753-E742-D9DAF2FE6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67C2C827-2D06-8840-1678-D4418B660DBF}"/>
              </a:ext>
            </a:extLst>
          </p:cNvPr>
          <p:cNvCxnSpPr>
            <a:cxnSpLocks/>
          </p:cNvCxnSpPr>
          <p:nvPr/>
        </p:nvCxnSpPr>
        <p:spPr bwMode="auto">
          <a:xfrm>
            <a:off x="5332165" y="3386766"/>
            <a:ext cx="5444355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6926C199-1CF7-A8B1-D858-72E30E5D927D}"/>
              </a:ext>
            </a:extLst>
          </p:cNvPr>
          <p:cNvGrpSpPr/>
          <p:nvPr/>
        </p:nvGrpSpPr>
        <p:grpSpPr>
          <a:xfrm>
            <a:off x="6291535" y="3528010"/>
            <a:ext cx="1548865" cy="477054"/>
            <a:chOff x="2163952" y="5800328"/>
            <a:chExt cx="1548865" cy="477054"/>
          </a:xfrm>
        </p:grpSpPr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E2473F1B-963A-B863-EF69-F0264AB0928C}"/>
                </a:ext>
              </a:extLst>
            </p:cNvPr>
            <p:cNvGrpSpPr/>
            <p:nvPr/>
          </p:nvGrpSpPr>
          <p:grpSpPr>
            <a:xfrm>
              <a:off x="2163952" y="5800328"/>
              <a:ext cx="478025" cy="477054"/>
              <a:chOff x="6410063" y="620688"/>
              <a:chExt cx="478025" cy="477054"/>
            </a:xfrm>
          </p:grpSpPr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95B5812D-E6A1-4332-A0E5-C73EF3EEFD1C}"/>
                  </a:ext>
                </a:extLst>
              </p:cNvPr>
              <p:cNvSpPr txBox="1"/>
              <p:nvPr/>
            </p:nvSpPr>
            <p:spPr>
              <a:xfrm>
                <a:off x="6410063" y="697632"/>
                <a:ext cx="326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CA526944-8E62-A53E-53C0-DC181556B634}"/>
                  </a:ext>
                </a:extLst>
              </p:cNvPr>
              <p:cNvSpPr txBox="1"/>
              <p:nvPr/>
            </p:nvSpPr>
            <p:spPr>
              <a:xfrm>
                <a:off x="6599226" y="620688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0094AE40-A5FE-CE3B-B1E1-B03C941DC648}"/>
                    </a:ext>
                  </a:extLst>
                </p:cNvPr>
                <p:cNvSpPr txBox="1"/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0094AE40-A5FE-CE3B-B1E1-B03C941DC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5" name="群組 74">
              <a:extLst>
                <a:ext uri="{FF2B5EF4-FFF2-40B4-BE49-F238E27FC236}">
                  <a16:creationId xmlns:a16="http://schemas.microsoft.com/office/drawing/2014/main" id="{D7616152-5634-99DE-6DDB-3A0FAEC3154B}"/>
                </a:ext>
              </a:extLst>
            </p:cNvPr>
            <p:cNvGrpSpPr/>
            <p:nvPr/>
          </p:nvGrpSpPr>
          <p:grpSpPr>
            <a:xfrm>
              <a:off x="2676719" y="5870070"/>
              <a:ext cx="589466" cy="407312"/>
              <a:chOff x="1260295" y="1138705"/>
              <a:chExt cx="589466" cy="407312"/>
            </a:xfrm>
          </p:grpSpPr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73AB4E7B-E661-8289-6254-53064D79BFEC}"/>
                  </a:ext>
                </a:extLst>
              </p:cNvPr>
              <p:cNvSpPr txBox="1"/>
              <p:nvPr/>
            </p:nvSpPr>
            <p:spPr>
              <a:xfrm>
                <a:off x="1436649" y="1138705"/>
                <a:ext cx="413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02B0494-9BA5-EF15-0680-D282236ABCB7}"/>
                  </a:ext>
                </a:extLst>
              </p:cNvPr>
              <p:cNvSpPr txBox="1"/>
              <p:nvPr/>
            </p:nvSpPr>
            <p:spPr>
              <a:xfrm>
                <a:off x="1260295" y="114590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43EC9979-2D4A-EB18-CF1C-0BA9900021CA}"/>
                    </a:ext>
                  </a:extLst>
                </p:cNvPr>
                <p:cNvSpPr txBox="1"/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43EC9979-2D4A-EB18-CF1C-0BA990002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5B6182A4-0EDF-BB81-B851-F9EA12AD8262}"/>
                </a:ext>
              </a:extLst>
            </p:cNvPr>
            <p:cNvSpPr txBox="1"/>
            <p:nvPr/>
          </p:nvSpPr>
          <p:spPr>
            <a:xfrm>
              <a:off x="3355027" y="587727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3D81D2AD-9D08-4F38-4234-25B1DB5CA279}"/>
                  </a:ext>
                </a:extLst>
              </p:cNvPr>
              <p:cNvSpPr txBox="1"/>
              <p:nvPr/>
            </p:nvSpPr>
            <p:spPr>
              <a:xfrm>
                <a:off x="7739052" y="35873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3D81D2AD-9D08-4F38-4234-25B1DB5CA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052" y="3587358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群組 82">
            <a:extLst>
              <a:ext uri="{FF2B5EF4-FFF2-40B4-BE49-F238E27FC236}">
                <a16:creationId xmlns:a16="http://schemas.microsoft.com/office/drawing/2014/main" id="{D9C5510C-E524-AAFE-D8B7-8DE3B2A1E89B}"/>
              </a:ext>
            </a:extLst>
          </p:cNvPr>
          <p:cNvGrpSpPr/>
          <p:nvPr/>
        </p:nvGrpSpPr>
        <p:grpSpPr>
          <a:xfrm>
            <a:off x="8023658" y="3625604"/>
            <a:ext cx="922394" cy="374470"/>
            <a:chOff x="4108340" y="3821687"/>
            <a:chExt cx="922394" cy="374470"/>
          </a:xfrm>
        </p:grpSpPr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2DADBC08-4FBE-C032-7594-39F752CA193D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5FE581FB-7772-EFEA-ED95-A08CB7DEE0F7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0DDD0F12-11A0-3A36-E9F5-8A3BF0DE13E7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0DDD0F12-11A0-3A36-E9F5-8A3BF0DE1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A051A5F9-76E6-CB9B-C7DB-5AEFD42069EC}"/>
              </a:ext>
            </a:extLst>
          </p:cNvPr>
          <p:cNvGrpSpPr/>
          <p:nvPr/>
        </p:nvGrpSpPr>
        <p:grpSpPr>
          <a:xfrm>
            <a:off x="8774006" y="3611860"/>
            <a:ext cx="922394" cy="374470"/>
            <a:chOff x="4108340" y="3821687"/>
            <a:chExt cx="922394" cy="374470"/>
          </a:xfrm>
        </p:grpSpPr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E990F93F-83AD-CBFE-4D6C-EE27FB6A15FF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AE3523DC-2963-CDC7-0482-1C7465351471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E809132A-CBE1-689F-24DD-E307E50E4FAA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E809132A-CBE1-689F-24DD-E307E50E4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0040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6" grpId="0"/>
      <p:bldP spid="42" grpId="0"/>
      <p:bldP spid="43" grpId="0"/>
      <p:bldP spid="8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005D3B3-E718-6AAF-4177-EF2DB40DEFD2}"/>
              </a:ext>
            </a:extLst>
          </p:cNvPr>
          <p:cNvSpPr txBox="1"/>
          <p:nvPr/>
        </p:nvSpPr>
        <p:spPr>
          <a:xfrm>
            <a:off x="191344" y="4462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9A8A6D3C-AB59-C795-F165-68641EDE5E40}"/>
                  </a:ext>
                </a:extLst>
              </p14:cNvPr>
              <p14:cNvContentPartPr/>
              <p14:nvPr/>
            </p14:nvContentPartPr>
            <p14:xfrm>
              <a:off x="263352" y="214929"/>
              <a:ext cx="864096" cy="45719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9A8A6D3C-AB59-C795-F165-68641EDE5E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346" y="-13500771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18AC9E3-A28D-4F4E-E6A5-982C3EBF3F12}"/>
                  </a:ext>
                </a:extLst>
              </p:cNvPr>
              <p:cNvSpPr txBox="1"/>
              <p:nvPr/>
            </p:nvSpPr>
            <p:spPr>
              <a:xfrm>
                <a:off x="191344" y="476672"/>
                <a:ext cx="21846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23.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−10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+9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18AC9E3-A28D-4F4E-E6A5-982C3EBF3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476672"/>
                <a:ext cx="2184644" cy="369332"/>
              </a:xfrm>
              <a:prstGeom prst="rect">
                <a:avLst/>
              </a:prstGeom>
              <a:blipFill>
                <a:blip r:embed="rId4"/>
                <a:stretch>
                  <a:fillRect l="-2228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B08430D-7FBD-CFD8-5F4A-EB06FCACE721}"/>
                  </a:ext>
                </a:extLst>
              </p:cNvPr>
              <p:cNvSpPr txBox="1"/>
              <p:nvPr/>
            </p:nvSpPr>
            <p:spPr>
              <a:xfrm>
                <a:off x="3791744" y="476672"/>
                <a:ext cx="22566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24.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−11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+10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B08430D-7FBD-CFD8-5F4A-EB06FCACE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44" y="476672"/>
                <a:ext cx="2256652" cy="369332"/>
              </a:xfrm>
              <a:prstGeom prst="rect">
                <a:avLst/>
              </a:prstGeom>
              <a:blipFill>
                <a:blip r:embed="rId5"/>
                <a:stretch>
                  <a:fillRect l="-2162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B5A4269-CE97-1462-6C08-98FF3357F7AA}"/>
                  </a:ext>
                </a:extLst>
              </p:cNvPr>
              <p:cNvSpPr txBox="1"/>
              <p:nvPr/>
            </p:nvSpPr>
            <p:spPr>
              <a:xfrm>
                <a:off x="7464152" y="476672"/>
                <a:ext cx="21126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25.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−7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+10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B5A4269-CE97-1462-6C08-98FF3357F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152" y="476672"/>
                <a:ext cx="2112636" cy="369332"/>
              </a:xfrm>
              <a:prstGeom prst="rect">
                <a:avLst/>
              </a:prstGeom>
              <a:blipFill>
                <a:blip r:embed="rId6"/>
                <a:stretch>
                  <a:fillRect l="-2305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245053B-D2DC-D7C3-81C9-4AB57F0C1ECB}"/>
                  </a:ext>
                </a:extLst>
              </p:cNvPr>
              <p:cNvSpPr txBox="1"/>
              <p:nvPr/>
            </p:nvSpPr>
            <p:spPr>
              <a:xfrm>
                <a:off x="191344" y="1988840"/>
                <a:ext cx="22566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26.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−12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+11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245053B-D2DC-D7C3-81C9-4AB57F0C1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1988840"/>
                <a:ext cx="2256652" cy="369332"/>
              </a:xfrm>
              <a:prstGeom prst="rect">
                <a:avLst/>
              </a:prstGeom>
              <a:blipFill>
                <a:blip r:embed="rId7"/>
                <a:stretch>
                  <a:fillRect l="-2156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13DBE8C-0EE0-255B-E2ED-E46E67892AF1}"/>
                  </a:ext>
                </a:extLst>
              </p:cNvPr>
              <p:cNvSpPr txBox="1"/>
              <p:nvPr/>
            </p:nvSpPr>
            <p:spPr>
              <a:xfrm>
                <a:off x="3789767" y="1987075"/>
                <a:ext cx="22566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27.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−13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+12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13DBE8C-0EE0-255B-E2ED-E46E67892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767" y="1987075"/>
                <a:ext cx="2256652" cy="369332"/>
              </a:xfrm>
              <a:prstGeom prst="rect">
                <a:avLst/>
              </a:prstGeom>
              <a:blipFill>
                <a:blip r:embed="rId8"/>
                <a:stretch>
                  <a:fillRect l="-2432" t="-11475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675D20D1-8EB2-BF54-C410-84656D9F1209}"/>
                  </a:ext>
                </a:extLst>
              </p:cNvPr>
              <p:cNvSpPr txBox="1"/>
              <p:nvPr/>
            </p:nvSpPr>
            <p:spPr>
              <a:xfrm>
                <a:off x="7464152" y="1987075"/>
                <a:ext cx="21126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28.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−8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+12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675D20D1-8EB2-BF54-C410-84656D9F1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152" y="1987075"/>
                <a:ext cx="2112636" cy="369332"/>
              </a:xfrm>
              <a:prstGeom prst="rect">
                <a:avLst/>
              </a:prstGeom>
              <a:blipFill>
                <a:blip r:embed="rId9"/>
                <a:stretch>
                  <a:fillRect l="-2305" t="-11475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EB9BEADA-B754-55DA-DD87-E4DA520039BD}"/>
                  </a:ext>
                </a:extLst>
              </p:cNvPr>
              <p:cNvSpPr txBox="1"/>
              <p:nvPr/>
            </p:nvSpPr>
            <p:spPr>
              <a:xfrm>
                <a:off x="200218" y="3501008"/>
                <a:ext cx="22566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29.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−7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+12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EB9BEADA-B754-55DA-DD87-E4DA52003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18" y="3501008"/>
                <a:ext cx="2256652" cy="369332"/>
              </a:xfrm>
              <a:prstGeom prst="rect">
                <a:avLst/>
              </a:prstGeom>
              <a:blipFill>
                <a:blip r:embed="rId10"/>
                <a:stretch>
                  <a:fillRect l="-2432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49374AD-7BB1-7407-8BC0-E624C0DB6EAA}"/>
                  </a:ext>
                </a:extLst>
              </p:cNvPr>
              <p:cNvSpPr txBox="1"/>
              <p:nvPr/>
            </p:nvSpPr>
            <p:spPr>
              <a:xfrm>
                <a:off x="3789767" y="3472610"/>
                <a:ext cx="22566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30.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−14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+13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49374AD-7BB1-7407-8BC0-E624C0DB6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767" y="3472610"/>
                <a:ext cx="2256652" cy="369332"/>
              </a:xfrm>
              <a:prstGeom prst="rect">
                <a:avLst/>
              </a:prstGeom>
              <a:blipFill>
                <a:blip r:embed="rId11"/>
                <a:stretch>
                  <a:fillRect l="-2432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7FCADE28-9A96-E0DD-B81B-9B77705A7CB3}"/>
                  </a:ext>
                </a:extLst>
              </p:cNvPr>
              <p:cNvSpPr txBox="1"/>
              <p:nvPr/>
            </p:nvSpPr>
            <p:spPr>
              <a:xfrm>
                <a:off x="7464152" y="3474389"/>
                <a:ext cx="24006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31.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−15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+14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7FCADE28-9A96-E0DD-B81B-9B77705A7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152" y="3474389"/>
                <a:ext cx="2400668" cy="369332"/>
              </a:xfrm>
              <a:prstGeom prst="rect">
                <a:avLst/>
              </a:prstGeom>
              <a:blipFill>
                <a:blip r:embed="rId12"/>
                <a:stretch>
                  <a:fillRect l="-2030" t="-11475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C78031C2-B6F5-87FD-9F53-AA1A40E1E73A}"/>
                  </a:ext>
                </a:extLst>
              </p:cNvPr>
              <p:cNvSpPr txBox="1"/>
              <p:nvPr/>
            </p:nvSpPr>
            <p:spPr>
              <a:xfrm>
                <a:off x="200218" y="5013176"/>
                <a:ext cx="22060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32.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−9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+14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C78031C2-B6F5-87FD-9F53-AA1A40E1E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18" y="5013176"/>
                <a:ext cx="2206088" cy="369332"/>
              </a:xfrm>
              <a:prstGeom prst="rect">
                <a:avLst/>
              </a:prstGeom>
              <a:blipFill>
                <a:blip r:embed="rId13"/>
                <a:stretch>
                  <a:fillRect l="-2486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14EC374-D2BE-0458-DC65-C3AB48353CFB}"/>
                  </a:ext>
                </a:extLst>
              </p:cNvPr>
              <p:cNvSpPr txBox="1"/>
              <p:nvPr/>
            </p:nvSpPr>
            <p:spPr>
              <a:xfrm>
                <a:off x="3789767" y="5013176"/>
                <a:ext cx="24006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33.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+8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+15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14EC374-D2BE-0458-DC65-C3AB48353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767" y="5013176"/>
                <a:ext cx="2400668" cy="369332"/>
              </a:xfrm>
              <a:prstGeom prst="rect">
                <a:avLst/>
              </a:prstGeom>
              <a:blipFill>
                <a:blip r:embed="rId14"/>
                <a:stretch>
                  <a:fillRect l="-2290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057252FF-1860-778F-465B-0C28DCF764C1}"/>
                  </a:ext>
                </a:extLst>
              </p:cNvPr>
              <p:cNvSpPr txBox="1"/>
              <p:nvPr/>
            </p:nvSpPr>
            <p:spPr>
              <a:xfrm>
                <a:off x="7464152" y="5013176"/>
                <a:ext cx="21846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34.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−10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+16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057252FF-1860-778F-465B-0C28DCF76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152" y="5013176"/>
                <a:ext cx="2184644" cy="369332"/>
              </a:xfrm>
              <a:prstGeom prst="rect">
                <a:avLst/>
              </a:prstGeom>
              <a:blipFill>
                <a:blip r:embed="rId15"/>
                <a:stretch>
                  <a:fillRect l="-2228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D8214DA9-DE0E-4862-7F4E-F88D2142D27D}"/>
                  </a:ext>
                </a:extLst>
              </p:cNvPr>
              <p:cNvSpPr txBox="1"/>
              <p:nvPr/>
            </p:nvSpPr>
            <p:spPr>
              <a:xfrm>
                <a:off x="401536" y="9460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D8214DA9-DE0E-4862-7F4E-F88D2142D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36" y="946029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群組 31">
            <a:extLst>
              <a:ext uri="{FF2B5EF4-FFF2-40B4-BE49-F238E27FC236}">
                <a16:creationId xmlns:a16="http://schemas.microsoft.com/office/drawing/2014/main" id="{4A263EEE-1022-D966-C65E-D691D2B238F7}"/>
              </a:ext>
            </a:extLst>
          </p:cNvPr>
          <p:cNvGrpSpPr/>
          <p:nvPr/>
        </p:nvGrpSpPr>
        <p:grpSpPr>
          <a:xfrm>
            <a:off x="697224" y="958849"/>
            <a:ext cx="922394" cy="374470"/>
            <a:chOff x="4108340" y="3821687"/>
            <a:chExt cx="922394" cy="374470"/>
          </a:xfrm>
        </p:grpSpPr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96FEFC48-A7C2-C8FA-8911-BD2A398D1388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B9643714-A7FB-FEC1-114F-E153D6D9BD66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418B5AB3-D5A2-3CBB-4CB1-61BD68403B7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418B5AB3-D5A2-3CBB-4CB1-61BD68403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09EE381D-E2B5-294B-283C-C81E70D040AD}"/>
              </a:ext>
            </a:extLst>
          </p:cNvPr>
          <p:cNvGrpSpPr/>
          <p:nvPr/>
        </p:nvGrpSpPr>
        <p:grpSpPr>
          <a:xfrm>
            <a:off x="1429907" y="958849"/>
            <a:ext cx="922394" cy="374470"/>
            <a:chOff x="4108340" y="3821687"/>
            <a:chExt cx="922394" cy="374470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0AB9CB64-B484-20CB-436A-97214A4877C7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E257ACED-9AF9-9623-D0F6-587152C09302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9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DC0021AD-7572-D188-FECB-932BE882E366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DC0021AD-7572-D188-FECB-932BE882E3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0FFD46CC-1915-AB42-4A12-5F99FC909287}"/>
                  </a:ext>
                </a:extLst>
              </p:cNvPr>
              <p:cNvSpPr txBox="1"/>
              <p:nvPr/>
            </p:nvSpPr>
            <p:spPr>
              <a:xfrm>
                <a:off x="3987509" y="9460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0FFD46CC-1915-AB42-4A12-5F99FC909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509" y="946029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群組 40">
            <a:extLst>
              <a:ext uri="{FF2B5EF4-FFF2-40B4-BE49-F238E27FC236}">
                <a16:creationId xmlns:a16="http://schemas.microsoft.com/office/drawing/2014/main" id="{17A9004E-7A54-BDCE-F5A5-115F95C113CF}"/>
              </a:ext>
            </a:extLst>
          </p:cNvPr>
          <p:cNvGrpSpPr/>
          <p:nvPr/>
        </p:nvGrpSpPr>
        <p:grpSpPr>
          <a:xfrm>
            <a:off x="4283197" y="958849"/>
            <a:ext cx="922394" cy="374470"/>
            <a:chOff x="4108340" y="3821687"/>
            <a:chExt cx="922394" cy="374470"/>
          </a:xfrm>
        </p:grpSpPr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F8415AE9-4BE9-789A-6192-5FE684261470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010B3F9A-860A-563C-7461-17578CDFEE44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D2FB1E21-5454-1770-6432-082FBC0A378F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D2FB1E21-5454-1770-6432-082FBC0A3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BB517E9C-0806-AB7C-395D-4993C66C233E}"/>
              </a:ext>
            </a:extLst>
          </p:cNvPr>
          <p:cNvGrpSpPr/>
          <p:nvPr/>
        </p:nvGrpSpPr>
        <p:grpSpPr>
          <a:xfrm>
            <a:off x="5015880" y="958849"/>
            <a:ext cx="1077886" cy="374470"/>
            <a:chOff x="4108340" y="3821687"/>
            <a:chExt cx="1077886" cy="374470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F97CE24D-348A-430B-47E0-08A4D3B8A27C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81DCD883-C678-667A-AA69-505619C1445A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936B4790-0594-A30F-52D5-E17FD49CD87E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936B4790-0594-A30F-52D5-E17FD49CD8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2502B8C9-6962-B5D7-0D2A-93AF480FD245}"/>
                  </a:ext>
                </a:extLst>
              </p:cNvPr>
              <p:cNvSpPr txBox="1"/>
              <p:nvPr/>
            </p:nvSpPr>
            <p:spPr>
              <a:xfrm>
                <a:off x="7680176" y="9403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2502B8C9-6962-B5D7-0D2A-93AF480FD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176" y="940351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群組 49">
            <a:extLst>
              <a:ext uri="{FF2B5EF4-FFF2-40B4-BE49-F238E27FC236}">
                <a16:creationId xmlns:a16="http://schemas.microsoft.com/office/drawing/2014/main" id="{D9C11846-A653-60DD-742B-6948E632A04A}"/>
              </a:ext>
            </a:extLst>
          </p:cNvPr>
          <p:cNvGrpSpPr/>
          <p:nvPr/>
        </p:nvGrpSpPr>
        <p:grpSpPr>
          <a:xfrm>
            <a:off x="7975864" y="953171"/>
            <a:ext cx="922394" cy="374470"/>
            <a:chOff x="4108340" y="3821687"/>
            <a:chExt cx="922394" cy="374470"/>
          </a:xfrm>
        </p:grpSpPr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EDFB99A4-A76D-EB09-267F-28C17B74E235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715C2043-B0BF-46F3-CEE1-B59A7B9C045A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BD6AC2EE-62C7-79AE-8BB9-14AD7BA88225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BD6AC2EE-62C7-79AE-8BB9-14AD7BA882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0E188AD7-0407-255B-1101-FBC50E97C6A7}"/>
              </a:ext>
            </a:extLst>
          </p:cNvPr>
          <p:cNvGrpSpPr/>
          <p:nvPr/>
        </p:nvGrpSpPr>
        <p:grpSpPr>
          <a:xfrm>
            <a:off x="8708547" y="953171"/>
            <a:ext cx="922394" cy="374470"/>
            <a:chOff x="4108340" y="3821687"/>
            <a:chExt cx="922394" cy="374470"/>
          </a:xfrm>
        </p:grpSpPr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5FE1CB67-1DC2-A32A-68A1-F496D1500E0B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3A0202A2-D381-BECB-DE6C-F761690A60E6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BCCBD2CD-4C51-3972-CF94-78E20434D25E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BCCBD2CD-4C51-3972-CF94-78E20434D2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7BD075E9-EA0B-EC45-2B4C-42F85A9AA79D}"/>
                  </a:ext>
                </a:extLst>
              </p:cNvPr>
              <p:cNvSpPr txBox="1"/>
              <p:nvPr/>
            </p:nvSpPr>
            <p:spPr>
              <a:xfrm>
                <a:off x="401536" y="24761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7BD075E9-EA0B-EC45-2B4C-42F85A9AA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36" y="2476155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群組 58">
            <a:extLst>
              <a:ext uri="{FF2B5EF4-FFF2-40B4-BE49-F238E27FC236}">
                <a16:creationId xmlns:a16="http://schemas.microsoft.com/office/drawing/2014/main" id="{7E151AF5-CFB7-FFFB-0D99-AACB61CEC253}"/>
              </a:ext>
            </a:extLst>
          </p:cNvPr>
          <p:cNvGrpSpPr/>
          <p:nvPr/>
        </p:nvGrpSpPr>
        <p:grpSpPr>
          <a:xfrm>
            <a:off x="697224" y="2488975"/>
            <a:ext cx="922394" cy="374470"/>
            <a:chOff x="4108340" y="3821687"/>
            <a:chExt cx="922394" cy="374470"/>
          </a:xfrm>
        </p:grpSpPr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3563F0E7-7910-8411-93D9-312ADC93EBE4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87CDFD03-F876-81EF-C4C5-E1AA993A1078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0259CF58-0ADD-F99A-3619-D4F38B63ADEA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0259CF58-0ADD-F99A-3619-D4F38B63A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84525A96-CCE9-C44B-1A19-2A82D07B54F2}"/>
              </a:ext>
            </a:extLst>
          </p:cNvPr>
          <p:cNvGrpSpPr/>
          <p:nvPr/>
        </p:nvGrpSpPr>
        <p:grpSpPr>
          <a:xfrm>
            <a:off x="1429907" y="2488975"/>
            <a:ext cx="1077886" cy="374470"/>
            <a:chOff x="4108340" y="3821687"/>
            <a:chExt cx="1077886" cy="374470"/>
          </a:xfrm>
        </p:grpSpPr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316E2BBA-5280-9FAE-25BC-B9A2EA2E8751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435C5D27-126C-B092-4C2C-482445910AAB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97198430-2B17-A00D-CDCE-E33E6E391F3C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97198430-2B17-A00D-CDCE-E33E6E391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8118484B-2251-78ED-AABB-1807E81E40A0}"/>
                  </a:ext>
                </a:extLst>
              </p:cNvPr>
              <p:cNvSpPr txBox="1"/>
              <p:nvPr/>
            </p:nvSpPr>
            <p:spPr>
              <a:xfrm>
                <a:off x="3987509" y="24812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8118484B-2251-78ED-AABB-1807E81E4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509" y="2481293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群組 67">
            <a:extLst>
              <a:ext uri="{FF2B5EF4-FFF2-40B4-BE49-F238E27FC236}">
                <a16:creationId xmlns:a16="http://schemas.microsoft.com/office/drawing/2014/main" id="{22BF32AB-503A-A7E4-E7DC-AF48E44FBA1C}"/>
              </a:ext>
            </a:extLst>
          </p:cNvPr>
          <p:cNvGrpSpPr/>
          <p:nvPr/>
        </p:nvGrpSpPr>
        <p:grpSpPr>
          <a:xfrm>
            <a:off x="4283197" y="2494113"/>
            <a:ext cx="922394" cy="374470"/>
            <a:chOff x="4108340" y="3821687"/>
            <a:chExt cx="922394" cy="374470"/>
          </a:xfrm>
        </p:grpSpPr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03A1442D-7B79-A89D-2224-9AE58ADDD598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F71F28C6-5E4D-2182-45B3-87254C1EE7C1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216ECFA2-3068-96CB-31D8-FADA83F7AC54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216ECFA2-3068-96CB-31D8-FADA83F7A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006351E4-F288-4A00-66CB-D047A0931C9F}"/>
              </a:ext>
            </a:extLst>
          </p:cNvPr>
          <p:cNvGrpSpPr/>
          <p:nvPr/>
        </p:nvGrpSpPr>
        <p:grpSpPr>
          <a:xfrm>
            <a:off x="5015880" y="2494113"/>
            <a:ext cx="1077886" cy="374470"/>
            <a:chOff x="4108340" y="3821687"/>
            <a:chExt cx="1077886" cy="374470"/>
          </a:xfrm>
        </p:grpSpPr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08F7F4B0-AB7F-2EE6-C5EB-F8330997B7A5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3A5D24A1-3DE9-AC6C-C92B-6FC60A2FE62C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9DAA4A73-F35E-6BAF-0650-CCDEE07741C7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9DAA4A73-F35E-6BAF-0650-CCDEE0774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4224AEF7-71CE-4A9E-80A7-C4719E4FAE30}"/>
                  </a:ext>
                </a:extLst>
              </p:cNvPr>
              <p:cNvSpPr txBox="1"/>
              <p:nvPr/>
            </p:nvSpPr>
            <p:spPr>
              <a:xfrm>
                <a:off x="7680176" y="248427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4224AEF7-71CE-4A9E-80A7-C4719E4FA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176" y="2484276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群組 76">
            <a:extLst>
              <a:ext uri="{FF2B5EF4-FFF2-40B4-BE49-F238E27FC236}">
                <a16:creationId xmlns:a16="http://schemas.microsoft.com/office/drawing/2014/main" id="{D6FEB7B4-EF47-81A0-8724-2DD0C9C882BA}"/>
              </a:ext>
            </a:extLst>
          </p:cNvPr>
          <p:cNvGrpSpPr/>
          <p:nvPr/>
        </p:nvGrpSpPr>
        <p:grpSpPr>
          <a:xfrm>
            <a:off x="7975864" y="2497096"/>
            <a:ext cx="922394" cy="374470"/>
            <a:chOff x="4108340" y="3821687"/>
            <a:chExt cx="922394" cy="374470"/>
          </a:xfrm>
        </p:grpSpPr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87FD5CD5-0B09-4313-4AF1-66FFD9D984B7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3B13F58C-4394-6AB8-D870-E1E63D0A14AA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C78A0457-300D-9954-FA06-F051C5B3D15D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C78A0457-300D-9954-FA06-F051C5B3D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群組 80">
            <a:extLst>
              <a:ext uri="{FF2B5EF4-FFF2-40B4-BE49-F238E27FC236}">
                <a16:creationId xmlns:a16="http://schemas.microsoft.com/office/drawing/2014/main" id="{67992D07-C2E1-49C4-3EF6-032E436D9066}"/>
              </a:ext>
            </a:extLst>
          </p:cNvPr>
          <p:cNvGrpSpPr/>
          <p:nvPr/>
        </p:nvGrpSpPr>
        <p:grpSpPr>
          <a:xfrm>
            <a:off x="8708547" y="2497096"/>
            <a:ext cx="922394" cy="374470"/>
            <a:chOff x="4108340" y="3821687"/>
            <a:chExt cx="922394" cy="374470"/>
          </a:xfrm>
        </p:grpSpPr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0216989B-177E-D60B-11CF-2B68358FED24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9AF14123-E6AC-A38D-AD0A-25C319327E4A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90DB3ECD-9FC4-DE39-973E-AC48EDE5AB6E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90DB3ECD-9FC4-DE39-973E-AC48EDE5AB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8D5BC3BC-E3AF-A04C-0D53-6730BDC75597}"/>
                  </a:ext>
                </a:extLst>
              </p:cNvPr>
              <p:cNvSpPr txBox="1"/>
              <p:nvPr/>
            </p:nvSpPr>
            <p:spPr>
              <a:xfrm>
                <a:off x="401536" y="39883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8D5BC3BC-E3AF-A04C-0D53-6730BDC75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36" y="3988323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群組 85">
            <a:extLst>
              <a:ext uri="{FF2B5EF4-FFF2-40B4-BE49-F238E27FC236}">
                <a16:creationId xmlns:a16="http://schemas.microsoft.com/office/drawing/2014/main" id="{13DB9C21-0BEF-5F52-4645-40A3F9C9B137}"/>
              </a:ext>
            </a:extLst>
          </p:cNvPr>
          <p:cNvGrpSpPr/>
          <p:nvPr/>
        </p:nvGrpSpPr>
        <p:grpSpPr>
          <a:xfrm>
            <a:off x="697224" y="4001143"/>
            <a:ext cx="922394" cy="374470"/>
            <a:chOff x="4108340" y="3821687"/>
            <a:chExt cx="922394" cy="374470"/>
          </a:xfrm>
        </p:grpSpPr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920343DF-217F-0D4E-C986-A8C85A34C3C2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28E476FA-FB07-2D4D-E380-4C30C9197870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65BB300D-12EA-588B-B0C0-E8E611694CC2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65BB300D-12EA-588B-B0C0-E8E611694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群組 89">
            <a:extLst>
              <a:ext uri="{FF2B5EF4-FFF2-40B4-BE49-F238E27FC236}">
                <a16:creationId xmlns:a16="http://schemas.microsoft.com/office/drawing/2014/main" id="{D14EBBE1-F902-BFD5-A37B-0D513AFAE29E}"/>
              </a:ext>
            </a:extLst>
          </p:cNvPr>
          <p:cNvGrpSpPr/>
          <p:nvPr/>
        </p:nvGrpSpPr>
        <p:grpSpPr>
          <a:xfrm>
            <a:off x="1429907" y="4001143"/>
            <a:ext cx="922394" cy="374470"/>
            <a:chOff x="4108340" y="3821687"/>
            <a:chExt cx="922394" cy="374470"/>
          </a:xfrm>
        </p:grpSpPr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3D625287-91F3-4B27-5681-0A60B76BE88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7B1155D6-3BCE-B27A-8D48-F5666F1ABBFB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1BF048EC-4A3A-264A-8B90-1BED9A48C4B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1BF048EC-4A3A-264A-8B90-1BED9A48C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E2C07E0A-AE63-3454-F92E-F3A15B29A858}"/>
                  </a:ext>
                </a:extLst>
              </p:cNvPr>
              <p:cNvSpPr txBox="1"/>
              <p:nvPr/>
            </p:nvSpPr>
            <p:spPr>
              <a:xfrm>
                <a:off x="3987509" y="39646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E2C07E0A-AE63-3454-F92E-F3A15B29A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509" y="3964687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群組 94">
            <a:extLst>
              <a:ext uri="{FF2B5EF4-FFF2-40B4-BE49-F238E27FC236}">
                <a16:creationId xmlns:a16="http://schemas.microsoft.com/office/drawing/2014/main" id="{D021B6A1-7EDC-8CB5-E0C2-D2A3D2E887DF}"/>
              </a:ext>
            </a:extLst>
          </p:cNvPr>
          <p:cNvGrpSpPr/>
          <p:nvPr/>
        </p:nvGrpSpPr>
        <p:grpSpPr>
          <a:xfrm>
            <a:off x="4283197" y="3977507"/>
            <a:ext cx="922394" cy="374470"/>
            <a:chOff x="4108340" y="3821687"/>
            <a:chExt cx="922394" cy="374470"/>
          </a:xfrm>
        </p:grpSpPr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981115C4-96C8-493C-A469-110DF51B972D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6907E782-EF53-F34A-02AB-71B1F3B3F574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416346F5-24DB-C0F0-E89B-DBE4BA4EB00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416346F5-24DB-C0F0-E89B-DBE4BA4EB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82342ECE-DB83-3D56-4B33-7AA3441BE505}"/>
              </a:ext>
            </a:extLst>
          </p:cNvPr>
          <p:cNvGrpSpPr/>
          <p:nvPr/>
        </p:nvGrpSpPr>
        <p:grpSpPr>
          <a:xfrm>
            <a:off x="5015880" y="3977507"/>
            <a:ext cx="1077886" cy="374470"/>
            <a:chOff x="4108340" y="3821687"/>
            <a:chExt cx="1077886" cy="374470"/>
          </a:xfrm>
        </p:grpSpPr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CA07C9BD-AE5A-A837-3495-959E33712D55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C0105465-0EA9-B023-26AB-F534A329FE35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字方塊 101">
                  <a:extLst>
                    <a:ext uri="{FF2B5EF4-FFF2-40B4-BE49-F238E27FC236}">
                      <a16:creationId xmlns:a16="http://schemas.microsoft.com/office/drawing/2014/main" id="{FA5AF50A-7D87-C1D1-4F74-70897BF42DD5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2" name="文字方塊 101">
                  <a:extLst>
                    <a:ext uri="{FF2B5EF4-FFF2-40B4-BE49-F238E27FC236}">
                      <a16:creationId xmlns:a16="http://schemas.microsoft.com/office/drawing/2014/main" id="{FA5AF50A-7D87-C1D1-4F74-70897BF42D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D9CCACBE-A766-943E-F0A4-6C1B6859A0C0}"/>
                  </a:ext>
                </a:extLst>
              </p:cNvPr>
              <p:cNvSpPr txBox="1"/>
              <p:nvPr/>
            </p:nvSpPr>
            <p:spPr>
              <a:xfrm>
                <a:off x="7680176" y="39914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D9CCACBE-A766-943E-F0A4-6C1B6859A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176" y="3991417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E0C6A035-B4E1-E824-2EAD-2973E42E9970}"/>
              </a:ext>
            </a:extLst>
          </p:cNvPr>
          <p:cNvGrpSpPr/>
          <p:nvPr/>
        </p:nvGrpSpPr>
        <p:grpSpPr>
          <a:xfrm>
            <a:off x="7975864" y="4004237"/>
            <a:ext cx="922394" cy="374470"/>
            <a:chOff x="4108340" y="3821687"/>
            <a:chExt cx="922394" cy="374470"/>
          </a:xfrm>
        </p:grpSpPr>
        <p:sp>
          <p:nvSpPr>
            <p:cNvPr id="105" name="文字方塊 104">
              <a:extLst>
                <a:ext uri="{FF2B5EF4-FFF2-40B4-BE49-F238E27FC236}">
                  <a16:creationId xmlns:a16="http://schemas.microsoft.com/office/drawing/2014/main" id="{ED812049-B5FC-7927-A646-35AB3671EF8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F66A0ECA-B7B1-FA76-43C4-52170058BFD4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字方塊 106">
                  <a:extLst>
                    <a:ext uri="{FF2B5EF4-FFF2-40B4-BE49-F238E27FC236}">
                      <a16:creationId xmlns:a16="http://schemas.microsoft.com/office/drawing/2014/main" id="{90EA8E1C-06F9-240B-C562-D00B13669A29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7" name="文字方塊 106">
                  <a:extLst>
                    <a:ext uri="{FF2B5EF4-FFF2-40B4-BE49-F238E27FC236}">
                      <a16:creationId xmlns:a16="http://schemas.microsoft.com/office/drawing/2014/main" id="{90EA8E1C-06F9-240B-C562-D00B13669A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FD702479-52F7-E067-6008-1E29B4055009}"/>
              </a:ext>
            </a:extLst>
          </p:cNvPr>
          <p:cNvGrpSpPr/>
          <p:nvPr/>
        </p:nvGrpSpPr>
        <p:grpSpPr>
          <a:xfrm>
            <a:off x="8708547" y="4004237"/>
            <a:ext cx="1077886" cy="374470"/>
            <a:chOff x="4108340" y="3821687"/>
            <a:chExt cx="1077886" cy="374470"/>
          </a:xfrm>
        </p:grpSpPr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A697EFBD-ADB6-BCA2-88CE-767941322CF9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E7EEE20E-ED29-4EE2-0B96-B423EA5DF803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字方塊 110">
                  <a:extLst>
                    <a:ext uri="{FF2B5EF4-FFF2-40B4-BE49-F238E27FC236}">
                      <a16:creationId xmlns:a16="http://schemas.microsoft.com/office/drawing/2014/main" id="{572E3252-00E1-9EB3-DC83-878BFD845C9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1" name="文字方塊 110">
                  <a:extLst>
                    <a:ext uri="{FF2B5EF4-FFF2-40B4-BE49-F238E27FC236}">
                      <a16:creationId xmlns:a16="http://schemas.microsoft.com/office/drawing/2014/main" id="{572E3252-00E1-9EB3-DC83-878BFD845C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567CFA98-6C27-5054-1458-7902A55C5FA2}"/>
                  </a:ext>
                </a:extLst>
              </p:cNvPr>
              <p:cNvSpPr txBox="1"/>
              <p:nvPr/>
            </p:nvSpPr>
            <p:spPr>
              <a:xfrm>
                <a:off x="401536" y="55184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567CFA98-6C27-5054-1458-7902A55C5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36" y="5518449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群組 112">
            <a:extLst>
              <a:ext uri="{FF2B5EF4-FFF2-40B4-BE49-F238E27FC236}">
                <a16:creationId xmlns:a16="http://schemas.microsoft.com/office/drawing/2014/main" id="{E663C466-3428-7CB3-B9DC-571921FF5F23}"/>
              </a:ext>
            </a:extLst>
          </p:cNvPr>
          <p:cNvGrpSpPr/>
          <p:nvPr/>
        </p:nvGrpSpPr>
        <p:grpSpPr>
          <a:xfrm>
            <a:off x="697224" y="5531269"/>
            <a:ext cx="922394" cy="374470"/>
            <a:chOff x="4108340" y="3821687"/>
            <a:chExt cx="922394" cy="374470"/>
          </a:xfrm>
        </p:grpSpPr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26D3FBC4-F9E8-7090-9A72-83BCFB4E8CB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5" name="文字方塊 114">
              <a:extLst>
                <a:ext uri="{FF2B5EF4-FFF2-40B4-BE49-F238E27FC236}">
                  <a16:creationId xmlns:a16="http://schemas.microsoft.com/office/drawing/2014/main" id="{D3DAA254-2C40-FCCD-3547-2B7E6C13A341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字方塊 115">
                  <a:extLst>
                    <a:ext uri="{FF2B5EF4-FFF2-40B4-BE49-F238E27FC236}">
                      <a16:creationId xmlns:a16="http://schemas.microsoft.com/office/drawing/2014/main" id="{9B506704-584F-87E4-FF6A-4A655AB88FAC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6" name="文字方塊 115">
                  <a:extLst>
                    <a:ext uri="{FF2B5EF4-FFF2-40B4-BE49-F238E27FC236}">
                      <a16:creationId xmlns:a16="http://schemas.microsoft.com/office/drawing/2014/main" id="{9B506704-584F-87E4-FF6A-4A655AB88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群組 116">
            <a:extLst>
              <a:ext uri="{FF2B5EF4-FFF2-40B4-BE49-F238E27FC236}">
                <a16:creationId xmlns:a16="http://schemas.microsoft.com/office/drawing/2014/main" id="{81F73D2E-FED1-DD96-0282-F3263FCC3377}"/>
              </a:ext>
            </a:extLst>
          </p:cNvPr>
          <p:cNvGrpSpPr/>
          <p:nvPr/>
        </p:nvGrpSpPr>
        <p:grpSpPr>
          <a:xfrm>
            <a:off x="1429907" y="5531269"/>
            <a:ext cx="922394" cy="374470"/>
            <a:chOff x="4108340" y="3821687"/>
            <a:chExt cx="922394" cy="374470"/>
          </a:xfrm>
        </p:grpSpPr>
        <p:sp>
          <p:nvSpPr>
            <p:cNvPr id="118" name="文字方塊 117">
              <a:extLst>
                <a:ext uri="{FF2B5EF4-FFF2-40B4-BE49-F238E27FC236}">
                  <a16:creationId xmlns:a16="http://schemas.microsoft.com/office/drawing/2014/main" id="{275BAF8C-D0F4-AC51-2C7F-1D66C038A8AE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3B631DB2-583B-A16D-C62F-FB624B013279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3DE1DE89-2544-254B-EA96-81265196D7D8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3DE1DE89-2544-254B-EA96-81265196D7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7405B003-0D5A-30ED-FDB6-A5FFDA26D700}"/>
                  </a:ext>
                </a:extLst>
              </p:cNvPr>
              <p:cNvSpPr txBox="1"/>
              <p:nvPr/>
            </p:nvSpPr>
            <p:spPr>
              <a:xfrm>
                <a:off x="3987509" y="549570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7405B003-0D5A-30ED-FDB6-A5FFDA26D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509" y="5495702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2" name="群組 121">
            <a:extLst>
              <a:ext uri="{FF2B5EF4-FFF2-40B4-BE49-F238E27FC236}">
                <a16:creationId xmlns:a16="http://schemas.microsoft.com/office/drawing/2014/main" id="{5B33CD35-04A4-4CB1-A0D4-15389B92BCC2}"/>
              </a:ext>
            </a:extLst>
          </p:cNvPr>
          <p:cNvGrpSpPr/>
          <p:nvPr/>
        </p:nvGrpSpPr>
        <p:grpSpPr>
          <a:xfrm>
            <a:off x="4283197" y="5508522"/>
            <a:ext cx="922394" cy="374470"/>
            <a:chOff x="4108340" y="3821687"/>
            <a:chExt cx="922394" cy="374470"/>
          </a:xfrm>
        </p:grpSpPr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6542FC98-388C-73BC-BD37-393889BD1193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4" name="文字方塊 123">
              <a:extLst>
                <a:ext uri="{FF2B5EF4-FFF2-40B4-BE49-F238E27FC236}">
                  <a16:creationId xmlns:a16="http://schemas.microsoft.com/office/drawing/2014/main" id="{0968F156-B04B-B6FB-B687-21F4FBD2CBE5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字方塊 124">
                  <a:extLst>
                    <a:ext uri="{FF2B5EF4-FFF2-40B4-BE49-F238E27FC236}">
                      <a16:creationId xmlns:a16="http://schemas.microsoft.com/office/drawing/2014/main" id="{32529AB6-02CF-454B-5F85-38520940DA57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5" name="文字方塊 124">
                  <a:extLst>
                    <a:ext uri="{FF2B5EF4-FFF2-40B4-BE49-F238E27FC236}">
                      <a16:creationId xmlns:a16="http://schemas.microsoft.com/office/drawing/2014/main" id="{32529AB6-02CF-454B-5F85-38520940DA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7571836E-D03A-134E-AA18-FBD29BA74BA5}"/>
              </a:ext>
            </a:extLst>
          </p:cNvPr>
          <p:cNvGrpSpPr/>
          <p:nvPr/>
        </p:nvGrpSpPr>
        <p:grpSpPr>
          <a:xfrm>
            <a:off x="5015880" y="5508522"/>
            <a:ext cx="922394" cy="374470"/>
            <a:chOff x="4108340" y="3821687"/>
            <a:chExt cx="922394" cy="374470"/>
          </a:xfrm>
        </p:grpSpPr>
        <p:sp>
          <p:nvSpPr>
            <p:cNvPr id="127" name="文字方塊 126">
              <a:extLst>
                <a:ext uri="{FF2B5EF4-FFF2-40B4-BE49-F238E27FC236}">
                  <a16:creationId xmlns:a16="http://schemas.microsoft.com/office/drawing/2014/main" id="{A3127A15-114F-B15F-286C-BFFE45E442E4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8" name="文字方塊 127">
              <a:extLst>
                <a:ext uri="{FF2B5EF4-FFF2-40B4-BE49-F238E27FC236}">
                  <a16:creationId xmlns:a16="http://schemas.microsoft.com/office/drawing/2014/main" id="{AF6E727E-14CF-D949-8FEC-E36477E19EE5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字方塊 128">
                  <a:extLst>
                    <a:ext uri="{FF2B5EF4-FFF2-40B4-BE49-F238E27FC236}">
                      <a16:creationId xmlns:a16="http://schemas.microsoft.com/office/drawing/2014/main" id="{3EC18356-429E-5B9E-95E9-604DF88C0066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9" name="文字方塊 128">
                  <a:extLst>
                    <a:ext uri="{FF2B5EF4-FFF2-40B4-BE49-F238E27FC236}">
                      <a16:creationId xmlns:a16="http://schemas.microsoft.com/office/drawing/2014/main" id="{3EC18356-429E-5B9E-95E9-604DF88C00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DD870F39-DAB6-5E3F-A5E8-A1D1CD6E1436}"/>
                  </a:ext>
                </a:extLst>
              </p:cNvPr>
              <p:cNvSpPr txBox="1"/>
              <p:nvPr/>
            </p:nvSpPr>
            <p:spPr>
              <a:xfrm>
                <a:off x="7680176" y="55184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DD870F39-DAB6-5E3F-A5E8-A1D1CD6E1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176" y="5518449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AD7AA6CF-FDD2-68AB-4A1A-40D1909BE8B5}"/>
              </a:ext>
            </a:extLst>
          </p:cNvPr>
          <p:cNvGrpSpPr/>
          <p:nvPr/>
        </p:nvGrpSpPr>
        <p:grpSpPr>
          <a:xfrm>
            <a:off x="7975864" y="5531269"/>
            <a:ext cx="922394" cy="374470"/>
            <a:chOff x="4108340" y="3821687"/>
            <a:chExt cx="922394" cy="374470"/>
          </a:xfrm>
        </p:grpSpPr>
        <p:sp>
          <p:nvSpPr>
            <p:cNvPr id="132" name="文字方塊 131">
              <a:extLst>
                <a:ext uri="{FF2B5EF4-FFF2-40B4-BE49-F238E27FC236}">
                  <a16:creationId xmlns:a16="http://schemas.microsoft.com/office/drawing/2014/main" id="{98A8C90E-0513-645B-F34E-5ED2E9F23FFC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3" name="文字方塊 132">
              <a:extLst>
                <a:ext uri="{FF2B5EF4-FFF2-40B4-BE49-F238E27FC236}">
                  <a16:creationId xmlns:a16="http://schemas.microsoft.com/office/drawing/2014/main" id="{5665BFB2-6164-1082-68B2-AD72FA30EBD6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A3E087BD-91BB-2DAF-69B7-13B6E20BF7F5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A3E087BD-91BB-2DAF-69B7-13B6E20BF7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79A50082-A3D4-B417-46E9-47110C253F55}"/>
              </a:ext>
            </a:extLst>
          </p:cNvPr>
          <p:cNvGrpSpPr/>
          <p:nvPr/>
        </p:nvGrpSpPr>
        <p:grpSpPr>
          <a:xfrm>
            <a:off x="8708547" y="5531269"/>
            <a:ext cx="922394" cy="374470"/>
            <a:chOff x="4108340" y="3821687"/>
            <a:chExt cx="922394" cy="374470"/>
          </a:xfrm>
        </p:grpSpPr>
        <p:sp>
          <p:nvSpPr>
            <p:cNvPr id="136" name="文字方塊 135">
              <a:extLst>
                <a:ext uri="{FF2B5EF4-FFF2-40B4-BE49-F238E27FC236}">
                  <a16:creationId xmlns:a16="http://schemas.microsoft.com/office/drawing/2014/main" id="{A8819274-DD22-870D-690B-2E8390B5852D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2C7DC821-A508-0BCE-4A13-6CBFA03747D3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字方塊 137">
                  <a:extLst>
                    <a:ext uri="{FF2B5EF4-FFF2-40B4-BE49-F238E27FC236}">
                      <a16:creationId xmlns:a16="http://schemas.microsoft.com/office/drawing/2014/main" id="{E80854C4-8538-9C95-E376-34A3A4ED9FB9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8" name="文字方塊 137">
                  <a:extLst>
                    <a:ext uri="{FF2B5EF4-FFF2-40B4-BE49-F238E27FC236}">
                      <a16:creationId xmlns:a16="http://schemas.microsoft.com/office/drawing/2014/main" id="{E80854C4-8538-9C95-E376-34A3A4ED9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7608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0" grpId="0"/>
      <p:bldP spid="49" grpId="0"/>
      <p:bldP spid="58" grpId="0"/>
      <p:bldP spid="67" grpId="0"/>
      <p:bldP spid="76" grpId="0"/>
      <p:bldP spid="85" grpId="0"/>
      <p:bldP spid="94" grpId="0"/>
      <p:bldP spid="103" grpId="0"/>
      <p:bldP spid="112" grpId="0"/>
      <p:bldP spid="121" grpId="0"/>
      <p:bldP spid="1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6EC9924-CF38-E33E-A320-A306D00D52D5}"/>
              </a:ext>
            </a:extLst>
          </p:cNvPr>
          <p:cNvSpPr txBox="1"/>
          <p:nvPr/>
        </p:nvSpPr>
        <p:spPr>
          <a:xfrm>
            <a:off x="191344" y="4462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961B2CEF-018B-2EB7-3E04-78382C46C250}"/>
                  </a:ext>
                </a:extLst>
              </p14:cNvPr>
              <p14:cNvContentPartPr/>
              <p14:nvPr/>
            </p14:nvContentPartPr>
            <p14:xfrm>
              <a:off x="263352" y="214929"/>
              <a:ext cx="864096" cy="45719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961B2CEF-018B-2EB7-3E04-78382C46C2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346" y="-13500771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075C1D3-E304-4909-ED10-4E75DFE300E9}"/>
                  </a:ext>
                </a:extLst>
              </p:cNvPr>
              <p:cNvSpPr txBox="1"/>
              <p:nvPr/>
            </p:nvSpPr>
            <p:spPr>
              <a:xfrm>
                <a:off x="191344" y="450919"/>
                <a:ext cx="23286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35.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+18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+17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075C1D3-E304-4909-ED10-4E75DFE30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450919"/>
                <a:ext cx="2328660" cy="369332"/>
              </a:xfrm>
              <a:prstGeom prst="rect">
                <a:avLst/>
              </a:prstGeom>
              <a:blipFill>
                <a:blip r:embed="rId4"/>
                <a:stretch>
                  <a:fillRect l="-2094" t="-11475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652635E-B5B0-AC5F-028A-0839982011AF}"/>
                  </a:ext>
                </a:extLst>
              </p:cNvPr>
              <p:cNvSpPr txBox="1"/>
              <p:nvPr/>
            </p:nvSpPr>
            <p:spPr>
              <a:xfrm>
                <a:off x="3959563" y="445547"/>
                <a:ext cx="21126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36.</a:t>
                </a:r>
                <a:r>
                  <a:rPr lang="en-US" altLang="zh-HK" kern="100"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−9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+18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652635E-B5B0-AC5F-028A-083998201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563" y="445547"/>
                <a:ext cx="2112636" cy="369332"/>
              </a:xfrm>
              <a:prstGeom prst="rect">
                <a:avLst/>
              </a:prstGeom>
              <a:blipFill>
                <a:blip r:embed="rId5"/>
                <a:stretch>
                  <a:fillRect l="-2601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22D66E1-D297-4175-3E35-83B515BD913E}"/>
                  </a:ext>
                </a:extLst>
              </p:cNvPr>
              <p:cNvSpPr txBox="1"/>
              <p:nvPr/>
            </p:nvSpPr>
            <p:spPr>
              <a:xfrm>
                <a:off x="7511758" y="445547"/>
                <a:ext cx="22566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37.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+20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+19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22D66E1-D297-4175-3E35-83B515BD9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758" y="445547"/>
                <a:ext cx="2256652" cy="369332"/>
              </a:xfrm>
              <a:prstGeom prst="rect">
                <a:avLst/>
              </a:prstGeom>
              <a:blipFill>
                <a:blip r:embed="rId6"/>
                <a:stretch>
                  <a:fillRect l="-2162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770545D-C0F8-EA41-5677-D21ABCCEF990}"/>
                  </a:ext>
                </a:extLst>
              </p:cNvPr>
              <p:cNvSpPr txBox="1"/>
              <p:nvPr/>
            </p:nvSpPr>
            <p:spPr>
              <a:xfrm>
                <a:off x="191344" y="1988840"/>
                <a:ext cx="21126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38.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−9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+20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770545D-C0F8-EA41-5677-D21ABCCEF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1988840"/>
                <a:ext cx="2112636" cy="369332"/>
              </a:xfrm>
              <a:prstGeom prst="rect">
                <a:avLst/>
              </a:prstGeom>
              <a:blipFill>
                <a:blip r:embed="rId7"/>
                <a:stretch>
                  <a:fillRect l="-2305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16B7629-3D6D-4B36-FA6F-E310876FB939}"/>
                  </a:ext>
                </a:extLst>
              </p:cNvPr>
              <p:cNvSpPr txBox="1"/>
              <p:nvPr/>
            </p:nvSpPr>
            <p:spPr>
              <a:xfrm>
                <a:off x="3959563" y="1988840"/>
                <a:ext cx="24006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39.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+10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+21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16B7629-3D6D-4B36-FA6F-E310876FB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563" y="1988840"/>
                <a:ext cx="2400668" cy="369332"/>
              </a:xfrm>
              <a:prstGeom prst="rect">
                <a:avLst/>
              </a:prstGeom>
              <a:blipFill>
                <a:blip r:embed="rId8"/>
                <a:stretch>
                  <a:fillRect l="-2290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CEE1B452-7FE2-1E5A-57CD-7C3643BBFB4A}"/>
                  </a:ext>
                </a:extLst>
              </p:cNvPr>
              <p:cNvSpPr txBox="1"/>
              <p:nvPr/>
            </p:nvSpPr>
            <p:spPr>
              <a:xfrm>
                <a:off x="7511758" y="1988840"/>
                <a:ext cx="23286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40.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−13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+22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CEE1B452-7FE2-1E5A-57CD-7C3643BBF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758" y="1988840"/>
                <a:ext cx="2328660" cy="369332"/>
              </a:xfrm>
              <a:prstGeom prst="rect">
                <a:avLst/>
              </a:prstGeom>
              <a:blipFill>
                <a:blip r:embed="rId9"/>
                <a:stretch>
                  <a:fillRect l="-2094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DA1CFA3B-ABF1-9348-8935-08AB6DA7A47C}"/>
                  </a:ext>
                </a:extLst>
              </p:cNvPr>
              <p:cNvSpPr txBox="1"/>
              <p:nvPr/>
            </p:nvSpPr>
            <p:spPr>
              <a:xfrm>
                <a:off x="191344" y="3524996"/>
                <a:ext cx="22566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41.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+24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+23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DA1CFA3B-ABF1-9348-8935-08AB6DA7A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3524996"/>
                <a:ext cx="2256652" cy="369332"/>
              </a:xfrm>
              <a:prstGeom prst="rect">
                <a:avLst/>
              </a:prstGeom>
              <a:blipFill>
                <a:blip r:embed="rId10"/>
                <a:stretch>
                  <a:fillRect l="-2156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395DC083-039B-BC95-80FA-1EEDDC033BAB}"/>
                  </a:ext>
                </a:extLst>
              </p:cNvPr>
              <p:cNvSpPr txBox="1"/>
              <p:nvPr/>
            </p:nvSpPr>
            <p:spPr>
              <a:xfrm>
                <a:off x="3959563" y="3524996"/>
                <a:ext cx="24006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42.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−14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+24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395DC083-039B-BC95-80FA-1EEDDC033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563" y="3524996"/>
                <a:ext cx="2400668" cy="369332"/>
              </a:xfrm>
              <a:prstGeom prst="rect">
                <a:avLst/>
              </a:prstGeom>
              <a:blipFill>
                <a:blip r:embed="rId11"/>
                <a:stretch>
                  <a:fillRect l="-2290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02FC5F44-B8D7-A3F2-08DF-7DF55AC8134E}"/>
                  </a:ext>
                </a:extLst>
              </p:cNvPr>
              <p:cNvSpPr txBox="1"/>
              <p:nvPr/>
            </p:nvSpPr>
            <p:spPr>
              <a:xfrm>
                <a:off x="7511758" y="3524996"/>
                <a:ext cx="24726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43.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+26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+25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02FC5F44-B8D7-A3F2-08DF-7DF55AC81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758" y="3524996"/>
                <a:ext cx="2472676" cy="369332"/>
              </a:xfrm>
              <a:prstGeom prst="rect">
                <a:avLst/>
              </a:prstGeom>
              <a:blipFill>
                <a:blip r:embed="rId12"/>
                <a:stretch>
                  <a:fillRect l="-1970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BEED275B-785E-E261-2FC0-13CDBB1D7BB5}"/>
                  </a:ext>
                </a:extLst>
              </p:cNvPr>
              <p:cNvSpPr txBox="1"/>
              <p:nvPr/>
            </p:nvSpPr>
            <p:spPr>
              <a:xfrm>
                <a:off x="191344" y="5061152"/>
                <a:ext cx="24726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44.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−15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+26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BEED275B-785E-E261-2FC0-13CDBB1D7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5061152"/>
                <a:ext cx="2472676" cy="369332"/>
              </a:xfrm>
              <a:prstGeom prst="rect">
                <a:avLst/>
              </a:prstGeom>
              <a:blipFill>
                <a:blip r:embed="rId13"/>
                <a:stretch>
                  <a:fillRect l="-1970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32658E85-F0E9-058F-0D44-1CE43570B5A6}"/>
                  </a:ext>
                </a:extLst>
              </p:cNvPr>
              <p:cNvSpPr txBox="1"/>
              <p:nvPr/>
            </p:nvSpPr>
            <p:spPr>
              <a:xfrm>
                <a:off x="3959563" y="5061152"/>
                <a:ext cx="24006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45.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+12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+27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32658E85-F0E9-058F-0D44-1CE43570B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563" y="5061152"/>
                <a:ext cx="2400668" cy="369332"/>
              </a:xfrm>
              <a:prstGeom prst="rect">
                <a:avLst/>
              </a:prstGeom>
              <a:blipFill>
                <a:blip r:embed="rId14"/>
                <a:stretch>
                  <a:fillRect l="-2290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2BA96F4F-67F0-636B-01FA-867215B15D15}"/>
                  </a:ext>
                </a:extLst>
              </p:cNvPr>
              <p:cNvSpPr txBox="1"/>
              <p:nvPr/>
            </p:nvSpPr>
            <p:spPr>
              <a:xfrm>
                <a:off x="7510033" y="5061152"/>
                <a:ext cx="24726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46.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−11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+28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2BA96F4F-67F0-636B-01FA-867215B15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0033" y="5061152"/>
                <a:ext cx="2472676" cy="369332"/>
              </a:xfrm>
              <a:prstGeom prst="rect">
                <a:avLst/>
              </a:prstGeom>
              <a:blipFill>
                <a:blip r:embed="rId15"/>
                <a:stretch>
                  <a:fillRect l="-2217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DC62E1B4-9663-23BD-26DF-CF1414D93CC6}"/>
                  </a:ext>
                </a:extLst>
              </p:cNvPr>
              <p:cNvSpPr txBox="1"/>
              <p:nvPr/>
            </p:nvSpPr>
            <p:spPr>
              <a:xfrm>
                <a:off x="413747" y="9406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DC62E1B4-9663-23BD-26DF-CF1414D93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47" y="940658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群組 31">
            <a:extLst>
              <a:ext uri="{FF2B5EF4-FFF2-40B4-BE49-F238E27FC236}">
                <a16:creationId xmlns:a16="http://schemas.microsoft.com/office/drawing/2014/main" id="{95F24C84-4ED5-CADE-5098-01139095D35E}"/>
              </a:ext>
            </a:extLst>
          </p:cNvPr>
          <p:cNvGrpSpPr/>
          <p:nvPr/>
        </p:nvGrpSpPr>
        <p:grpSpPr>
          <a:xfrm>
            <a:off x="709435" y="953478"/>
            <a:ext cx="922394" cy="374470"/>
            <a:chOff x="4108340" y="3821687"/>
            <a:chExt cx="922394" cy="374470"/>
          </a:xfrm>
        </p:grpSpPr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35F89F4B-1D62-9048-359F-E34FD8551499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8E352FE2-A4C9-B230-35C5-1E2847FFCD25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CB23675E-6858-EF7E-E573-1FD00BDE4F99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CB23675E-6858-EF7E-E573-1FD00BDE4F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EEFBFADA-2DBE-2200-8F0A-ECD2A59443E7}"/>
              </a:ext>
            </a:extLst>
          </p:cNvPr>
          <p:cNvGrpSpPr/>
          <p:nvPr/>
        </p:nvGrpSpPr>
        <p:grpSpPr>
          <a:xfrm>
            <a:off x="1442118" y="953478"/>
            <a:ext cx="1077886" cy="374470"/>
            <a:chOff x="4108340" y="3821687"/>
            <a:chExt cx="1077886" cy="374470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53AA07FE-015A-2C93-3EFC-EE8912540B37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7278040F-E27A-EDFE-7FC7-FA7FF2A7DE5B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17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20018696-3BB0-2B25-358A-7721E08C8DD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20018696-3BB0-2B25-358A-7721E08C8D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7C75360-C20B-C28A-D428-E0D8208FD9CC}"/>
                  </a:ext>
                </a:extLst>
              </p:cNvPr>
              <p:cNvSpPr txBox="1"/>
              <p:nvPr/>
            </p:nvSpPr>
            <p:spPr>
              <a:xfrm>
                <a:off x="4203533" y="9278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7C75360-C20B-C28A-D428-E0D8208FD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533" y="927838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群組 40">
            <a:extLst>
              <a:ext uri="{FF2B5EF4-FFF2-40B4-BE49-F238E27FC236}">
                <a16:creationId xmlns:a16="http://schemas.microsoft.com/office/drawing/2014/main" id="{A26A6711-4B5F-6772-BFDE-C0787DBD8A5A}"/>
              </a:ext>
            </a:extLst>
          </p:cNvPr>
          <p:cNvGrpSpPr/>
          <p:nvPr/>
        </p:nvGrpSpPr>
        <p:grpSpPr>
          <a:xfrm>
            <a:off x="4499221" y="940658"/>
            <a:ext cx="922394" cy="374470"/>
            <a:chOff x="4108340" y="3821687"/>
            <a:chExt cx="922394" cy="374470"/>
          </a:xfrm>
        </p:grpSpPr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A071F1CC-CCE4-E143-F908-DF1E012BB134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A781BB2E-A74D-DB0D-D2B3-FE63314AC466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B73871A8-0E75-CC0A-14AB-F383D451A57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B73871A8-0E75-CC0A-14AB-F383D451A5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601ABF8E-48B0-9791-CD88-171E7EBF01C1}"/>
              </a:ext>
            </a:extLst>
          </p:cNvPr>
          <p:cNvGrpSpPr/>
          <p:nvPr/>
        </p:nvGrpSpPr>
        <p:grpSpPr>
          <a:xfrm>
            <a:off x="5231904" y="940658"/>
            <a:ext cx="922394" cy="374470"/>
            <a:chOff x="4108340" y="3821687"/>
            <a:chExt cx="922394" cy="374470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1CE222B2-14AF-3878-6516-220ED3635512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88E78EB0-1661-1FE8-BA37-2F2E5BA2570F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E455D106-3571-20A6-AB3B-CA9217A810C0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E455D106-3571-20A6-AB3B-CA9217A810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7D99810E-4EE4-4F88-F105-E9B1180B04AF}"/>
                  </a:ext>
                </a:extLst>
              </p:cNvPr>
              <p:cNvSpPr txBox="1"/>
              <p:nvPr/>
            </p:nvSpPr>
            <p:spPr>
              <a:xfrm>
                <a:off x="7734161" y="92550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7D99810E-4EE4-4F88-F105-E9B1180B0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161" y="925502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群組 49">
            <a:extLst>
              <a:ext uri="{FF2B5EF4-FFF2-40B4-BE49-F238E27FC236}">
                <a16:creationId xmlns:a16="http://schemas.microsoft.com/office/drawing/2014/main" id="{947D2FF8-1263-A6E8-61CC-D8D77ED4B125}"/>
              </a:ext>
            </a:extLst>
          </p:cNvPr>
          <p:cNvGrpSpPr/>
          <p:nvPr/>
        </p:nvGrpSpPr>
        <p:grpSpPr>
          <a:xfrm>
            <a:off x="8029849" y="938322"/>
            <a:ext cx="922394" cy="374470"/>
            <a:chOff x="4108340" y="3821687"/>
            <a:chExt cx="922394" cy="374470"/>
          </a:xfrm>
        </p:grpSpPr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56A76F15-5D3B-E37A-863F-9BE91B0D8622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A53B6EDD-F570-1F2C-466D-4DED173EFE29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FD5B79AF-A44A-9D14-AE1E-F962DAB6719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FD5B79AF-A44A-9D14-AE1E-F962DAB671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020D3F5B-C284-687A-911D-398572B4DD78}"/>
              </a:ext>
            </a:extLst>
          </p:cNvPr>
          <p:cNvGrpSpPr/>
          <p:nvPr/>
        </p:nvGrpSpPr>
        <p:grpSpPr>
          <a:xfrm>
            <a:off x="8762532" y="938322"/>
            <a:ext cx="1077886" cy="374470"/>
            <a:chOff x="4108340" y="3821687"/>
            <a:chExt cx="1077886" cy="374470"/>
          </a:xfrm>
        </p:grpSpPr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8C2E1A04-3752-2D3C-0951-E4916DC0C82D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52699A29-1A81-2D8B-51FE-16A997348CBC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19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D26DE242-319E-FE8E-13E6-3AF4A79ECB4D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D26DE242-319E-FE8E-13E6-3AF4A79ECB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0CBE0683-DB44-F214-9F27-22D5F7AA3C72}"/>
                  </a:ext>
                </a:extLst>
              </p:cNvPr>
              <p:cNvSpPr txBox="1"/>
              <p:nvPr/>
            </p:nvSpPr>
            <p:spPr>
              <a:xfrm>
                <a:off x="413747" y="25246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0CBE0683-DB44-F214-9F27-22D5F7AA3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47" y="2524679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群組 58">
            <a:extLst>
              <a:ext uri="{FF2B5EF4-FFF2-40B4-BE49-F238E27FC236}">
                <a16:creationId xmlns:a16="http://schemas.microsoft.com/office/drawing/2014/main" id="{23D4B403-F444-A1D5-69F6-A8E86E08BC22}"/>
              </a:ext>
            </a:extLst>
          </p:cNvPr>
          <p:cNvGrpSpPr/>
          <p:nvPr/>
        </p:nvGrpSpPr>
        <p:grpSpPr>
          <a:xfrm>
            <a:off x="709435" y="2537499"/>
            <a:ext cx="922394" cy="374470"/>
            <a:chOff x="4108340" y="3821687"/>
            <a:chExt cx="922394" cy="374470"/>
          </a:xfrm>
        </p:grpSpPr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5CEBC066-53B3-9EEF-CFEF-F9F8CC50B4E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002E6F9C-8A90-8787-7987-A931A32A60B9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2EDAA6EC-815C-EFA7-1FD6-771A9D115828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2EDAA6EC-815C-EFA7-1FD6-771A9D1158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5BE136DD-715B-703C-2736-0B5FE05F912A}"/>
              </a:ext>
            </a:extLst>
          </p:cNvPr>
          <p:cNvGrpSpPr/>
          <p:nvPr/>
        </p:nvGrpSpPr>
        <p:grpSpPr>
          <a:xfrm>
            <a:off x="1442118" y="2537499"/>
            <a:ext cx="922394" cy="374470"/>
            <a:chOff x="4108340" y="3821687"/>
            <a:chExt cx="922394" cy="374470"/>
          </a:xfrm>
        </p:grpSpPr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B2062D4A-4F23-F499-5FD2-374D85C4FDC4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28F20126-28E7-3565-0013-F87917E9A188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6B8DAA47-FCB1-C004-5D78-4B49DE9972A4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6B8DAA47-FCB1-C004-5D78-4B49DE9972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5B9D0E72-3354-A271-7822-06FBF0AD110D}"/>
                  </a:ext>
                </a:extLst>
              </p:cNvPr>
              <p:cNvSpPr txBox="1"/>
              <p:nvPr/>
            </p:nvSpPr>
            <p:spPr>
              <a:xfrm>
                <a:off x="4203533" y="25026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5B9D0E72-3354-A271-7822-06FBF0AD1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533" y="2502601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群組 67">
            <a:extLst>
              <a:ext uri="{FF2B5EF4-FFF2-40B4-BE49-F238E27FC236}">
                <a16:creationId xmlns:a16="http://schemas.microsoft.com/office/drawing/2014/main" id="{955CEB5B-FE12-F856-E5EA-CB5AB2CA6AFF}"/>
              </a:ext>
            </a:extLst>
          </p:cNvPr>
          <p:cNvGrpSpPr/>
          <p:nvPr/>
        </p:nvGrpSpPr>
        <p:grpSpPr>
          <a:xfrm>
            <a:off x="4499221" y="2515421"/>
            <a:ext cx="922394" cy="374470"/>
            <a:chOff x="4108340" y="3821687"/>
            <a:chExt cx="922394" cy="374470"/>
          </a:xfrm>
        </p:grpSpPr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1CB6A124-ACB8-A679-2740-D405F1A1F9E6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0136070B-5FDE-7A00-D6D9-485B583169CB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692FBB52-0A39-27BF-FE1C-8B72559AF5F9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692FBB52-0A39-27BF-FE1C-8B72559AF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7CC3B0E1-D5FC-317F-ED13-42AC79F585A3}"/>
              </a:ext>
            </a:extLst>
          </p:cNvPr>
          <p:cNvGrpSpPr/>
          <p:nvPr/>
        </p:nvGrpSpPr>
        <p:grpSpPr>
          <a:xfrm>
            <a:off x="5231904" y="2515421"/>
            <a:ext cx="922394" cy="374470"/>
            <a:chOff x="4108340" y="3821687"/>
            <a:chExt cx="922394" cy="374470"/>
          </a:xfrm>
        </p:grpSpPr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7AE74FEA-E677-418B-A4E1-4F4D34AB529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CD16F9CA-983B-97DA-E3C6-4B9D5DABB299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C7B50838-33A4-7D34-E662-71F1CAFA39B4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C7B50838-33A4-7D34-E662-71F1CAFA39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DB4A9BF6-9370-C4FB-765E-8CEE7CBE7AF3}"/>
                  </a:ext>
                </a:extLst>
              </p:cNvPr>
              <p:cNvSpPr txBox="1"/>
              <p:nvPr/>
            </p:nvSpPr>
            <p:spPr>
              <a:xfrm>
                <a:off x="7734161" y="25003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DB4A9BF6-9370-C4FB-765E-8CEE7CBE7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161" y="2500375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群組 76">
            <a:extLst>
              <a:ext uri="{FF2B5EF4-FFF2-40B4-BE49-F238E27FC236}">
                <a16:creationId xmlns:a16="http://schemas.microsoft.com/office/drawing/2014/main" id="{37C6276B-9D67-F59B-DC43-96A849476019}"/>
              </a:ext>
            </a:extLst>
          </p:cNvPr>
          <p:cNvGrpSpPr/>
          <p:nvPr/>
        </p:nvGrpSpPr>
        <p:grpSpPr>
          <a:xfrm>
            <a:off x="8029849" y="2513195"/>
            <a:ext cx="922394" cy="374470"/>
            <a:chOff x="4108340" y="3821687"/>
            <a:chExt cx="922394" cy="374470"/>
          </a:xfrm>
        </p:grpSpPr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EA449102-1E0B-70C0-5CC9-9DE88E3EC4E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9DFF123E-A1A0-6933-5FC9-6C9E9209FC87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083AE94B-F065-978C-8D6B-0A03EAAAA6D7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083AE94B-F065-978C-8D6B-0A03EAAAA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群組 80">
            <a:extLst>
              <a:ext uri="{FF2B5EF4-FFF2-40B4-BE49-F238E27FC236}">
                <a16:creationId xmlns:a16="http://schemas.microsoft.com/office/drawing/2014/main" id="{EF07A9B1-5D62-34D5-0175-AB6C6FE8457D}"/>
              </a:ext>
            </a:extLst>
          </p:cNvPr>
          <p:cNvGrpSpPr/>
          <p:nvPr/>
        </p:nvGrpSpPr>
        <p:grpSpPr>
          <a:xfrm>
            <a:off x="8762532" y="2513195"/>
            <a:ext cx="1077886" cy="374470"/>
            <a:chOff x="4108340" y="3821687"/>
            <a:chExt cx="1077886" cy="374470"/>
          </a:xfrm>
        </p:grpSpPr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C17E3A88-585B-CE79-0DD5-358E6637BBD7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DC17C6FB-594D-04D0-DEF8-DB6B5385B8EF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9B39DA6D-51E7-AA11-DADA-36FE8DF8DCB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9B39DA6D-51E7-AA11-DADA-36FE8DF8DC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1655E603-1ED2-3A80-E808-003423E188F4}"/>
                  </a:ext>
                </a:extLst>
              </p:cNvPr>
              <p:cNvSpPr txBox="1"/>
              <p:nvPr/>
            </p:nvSpPr>
            <p:spPr>
              <a:xfrm>
                <a:off x="413747" y="405791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1655E603-1ED2-3A80-E808-003423E18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47" y="4057913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群組 85">
            <a:extLst>
              <a:ext uri="{FF2B5EF4-FFF2-40B4-BE49-F238E27FC236}">
                <a16:creationId xmlns:a16="http://schemas.microsoft.com/office/drawing/2014/main" id="{B02273D6-E60E-CF17-FD5B-A5FE648E69FC}"/>
              </a:ext>
            </a:extLst>
          </p:cNvPr>
          <p:cNvGrpSpPr/>
          <p:nvPr/>
        </p:nvGrpSpPr>
        <p:grpSpPr>
          <a:xfrm>
            <a:off x="709435" y="4070733"/>
            <a:ext cx="922394" cy="374470"/>
            <a:chOff x="4108340" y="3821687"/>
            <a:chExt cx="922394" cy="374470"/>
          </a:xfrm>
        </p:grpSpPr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B519B177-9AEF-3712-1D08-2EB6B00732B7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57AFC9B7-DAE9-E1AF-1686-24142DDC190E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3D036D9B-5980-0B96-CFE4-906D93C6F907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3D036D9B-5980-0B96-CFE4-906D93C6F9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群組 89">
            <a:extLst>
              <a:ext uri="{FF2B5EF4-FFF2-40B4-BE49-F238E27FC236}">
                <a16:creationId xmlns:a16="http://schemas.microsoft.com/office/drawing/2014/main" id="{2302C9A3-8F83-5CC5-0147-9801BF3CC26F}"/>
              </a:ext>
            </a:extLst>
          </p:cNvPr>
          <p:cNvGrpSpPr/>
          <p:nvPr/>
        </p:nvGrpSpPr>
        <p:grpSpPr>
          <a:xfrm>
            <a:off x="1442118" y="4070733"/>
            <a:ext cx="1077886" cy="374470"/>
            <a:chOff x="4108340" y="3821687"/>
            <a:chExt cx="1077886" cy="374470"/>
          </a:xfrm>
        </p:grpSpPr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2EC2A6A2-198E-99DE-56AF-292ADA2C9DDD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ECAD2205-2E2F-4439-2DE6-750CA635B72C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F4963CA6-B1F6-604A-D4B8-5BA490E85407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F4963CA6-B1F6-604A-D4B8-5BA490E85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B8EAF2B7-3656-866D-EE72-5F0B164BB2D4}"/>
                  </a:ext>
                </a:extLst>
              </p:cNvPr>
              <p:cNvSpPr txBox="1"/>
              <p:nvPr/>
            </p:nvSpPr>
            <p:spPr>
              <a:xfrm>
                <a:off x="4203533" y="40567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B8EAF2B7-3656-866D-EE72-5F0B164BB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533" y="4056715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群組 94">
            <a:extLst>
              <a:ext uri="{FF2B5EF4-FFF2-40B4-BE49-F238E27FC236}">
                <a16:creationId xmlns:a16="http://schemas.microsoft.com/office/drawing/2014/main" id="{90BF1A7C-C827-6602-165B-98C93D8E073A}"/>
              </a:ext>
            </a:extLst>
          </p:cNvPr>
          <p:cNvGrpSpPr/>
          <p:nvPr/>
        </p:nvGrpSpPr>
        <p:grpSpPr>
          <a:xfrm>
            <a:off x="4499221" y="4069535"/>
            <a:ext cx="922394" cy="374470"/>
            <a:chOff x="4108340" y="3821687"/>
            <a:chExt cx="922394" cy="374470"/>
          </a:xfrm>
        </p:grpSpPr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65DA5FE2-C915-B2BB-B5EB-F2BD157AC5C1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2B41B5DC-A9B5-2542-C131-8F3253201515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FA17CCC5-53EB-0788-0C24-D63A37F0FE35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FA17CCC5-53EB-0788-0C24-D63A37F0FE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F8222115-DAFE-756A-7830-BFC380188EDF}"/>
              </a:ext>
            </a:extLst>
          </p:cNvPr>
          <p:cNvGrpSpPr/>
          <p:nvPr/>
        </p:nvGrpSpPr>
        <p:grpSpPr>
          <a:xfrm>
            <a:off x="5231904" y="4069535"/>
            <a:ext cx="1077886" cy="374470"/>
            <a:chOff x="4108340" y="3821687"/>
            <a:chExt cx="1077886" cy="374470"/>
          </a:xfrm>
        </p:grpSpPr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66DBC691-9E33-5DBE-C59C-1DD28DD75108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75120948-744B-616B-6DBE-41BD7CD61C18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字方塊 101">
                  <a:extLst>
                    <a:ext uri="{FF2B5EF4-FFF2-40B4-BE49-F238E27FC236}">
                      <a16:creationId xmlns:a16="http://schemas.microsoft.com/office/drawing/2014/main" id="{123F39B1-AF76-2E87-7182-F4D1A8E68E68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2" name="文字方塊 101">
                  <a:extLst>
                    <a:ext uri="{FF2B5EF4-FFF2-40B4-BE49-F238E27FC236}">
                      <a16:creationId xmlns:a16="http://schemas.microsoft.com/office/drawing/2014/main" id="{123F39B1-AF76-2E87-7182-F4D1A8E68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0532A463-D108-5850-F6EE-25CDD2C32DA0}"/>
                  </a:ext>
                </a:extLst>
              </p:cNvPr>
              <p:cNvSpPr txBox="1"/>
              <p:nvPr/>
            </p:nvSpPr>
            <p:spPr>
              <a:xfrm>
                <a:off x="7739032" y="40421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0532A463-D108-5850-F6EE-25CDD2C32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032" y="4042120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EB19C682-A8A0-6DC1-D456-3DCF75666E53}"/>
              </a:ext>
            </a:extLst>
          </p:cNvPr>
          <p:cNvGrpSpPr/>
          <p:nvPr/>
        </p:nvGrpSpPr>
        <p:grpSpPr>
          <a:xfrm>
            <a:off x="8034720" y="4054940"/>
            <a:ext cx="922394" cy="374470"/>
            <a:chOff x="4108340" y="3821687"/>
            <a:chExt cx="922394" cy="374470"/>
          </a:xfrm>
        </p:grpSpPr>
        <p:sp>
          <p:nvSpPr>
            <p:cNvPr id="105" name="文字方塊 104">
              <a:extLst>
                <a:ext uri="{FF2B5EF4-FFF2-40B4-BE49-F238E27FC236}">
                  <a16:creationId xmlns:a16="http://schemas.microsoft.com/office/drawing/2014/main" id="{90E0689D-F594-A0DB-B460-E4CC5854C5F3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38685305-CEF2-A187-2590-BF7AFBCF96D6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字方塊 106">
                  <a:extLst>
                    <a:ext uri="{FF2B5EF4-FFF2-40B4-BE49-F238E27FC236}">
                      <a16:creationId xmlns:a16="http://schemas.microsoft.com/office/drawing/2014/main" id="{29EF1B27-55E2-2D77-19E1-B0DE0E62D93A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7" name="文字方塊 106">
                  <a:extLst>
                    <a:ext uri="{FF2B5EF4-FFF2-40B4-BE49-F238E27FC236}">
                      <a16:creationId xmlns:a16="http://schemas.microsoft.com/office/drawing/2014/main" id="{29EF1B27-55E2-2D77-19E1-B0DE0E62D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C271023E-C6F6-1547-FB15-53737263483A}"/>
              </a:ext>
            </a:extLst>
          </p:cNvPr>
          <p:cNvGrpSpPr/>
          <p:nvPr/>
        </p:nvGrpSpPr>
        <p:grpSpPr>
          <a:xfrm>
            <a:off x="8767403" y="4054940"/>
            <a:ext cx="1077886" cy="374470"/>
            <a:chOff x="4108340" y="3821687"/>
            <a:chExt cx="1077886" cy="374470"/>
          </a:xfrm>
        </p:grpSpPr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DCAD8D7B-2D99-9264-1B62-CCCBB6789DD7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2E374F4F-5E85-177B-0ADA-98DE94A03301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25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字方塊 110">
                  <a:extLst>
                    <a:ext uri="{FF2B5EF4-FFF2-40B4-BE49-F238E27FC236}">
                      <a16:creationId xmlns:a16="http://schemas.microsoft.com/office/drawing/2014/main" id="{641830F4-40D4-9B86-21A3-7C84DED3B271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1" name="文字方塊 110">
                  <a:extLst>
                    <a:ext uri="{FF2B5EF4-FFF2-40B4-BE49-F238E27FC236}">
                      <a16:creationId xmlns:a16="http://schemas.microsoft.com/office/drawing/2014/main" id="{641830F4-40D4-9B86-21A3-7C84DED3B2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55D0AF9D-4F62-F720-21A9-FB0A41D6863E}"/>
                  </a:ext>
                </a:extLst>
              </p:cNvPr>
              <p:cNvSpPr txBox="1"/>
              <p:nvPr/>
            </p:nvSpPr>
            <p:spPr>
              <a:xfrm>
                <a:off x="413747" y="55940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55D0AF9D-4F62-F720-21A9-FB0A41D68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47" y="5594069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群組 112">
            <a:extLst>
              <a:ext uri="{FF2B5EF4-FFF2-40B4-BE49-F238E27FC236}">
                <a16:creationId xmlns:a16="http://schemas.microsoft.com/office/drawing/2014/main" id="{6534E05D-78A4-CDCE-6A99-D64DC2967236}"/>
              </a:ext>
            </a:extLst>
          </p:cNvPr>
          <p:cNvGrpSpPr/>
          <p:nvPr/>
        </p:nvGrpSpPr>
        <p:grpSpPr>
          <a:xfrm>
            <a:off x="709435" y="5606889"/>
            <a:ext cx="922394" cy="374470"/>
            <a:chOff x="4108340" y="3821687"/>
            <a:chExt cx="922394" cy="374470"/>
          </a:xfrm>
        </p:grpSpPr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F7DCB91C-1BFA-A4BF-3B70-6E329FA0974B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5" name="文字方塊 114">
              <a:extLst>
                <a:ext uri="{FF2B5EF4-FFF2-40B4-BE49-F238E27FC236}">
                  <a16:creationId xmlns:a16="http://schemas.microsoft.com/office/drawing/2014/main" id="{0A1C5B4E-A25A-47BC-60CC-D18B198A6B39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字方塊 115">
                  <a:extLst>
                    <a:ext uri="{FF2B5EF4-FFF2-40B4-BE49-F238E27FC236}">
                      <a16:creationId xmlns:a16="http://schemas.microsoft.com/office/drawing/2014/main" id="{501B3374-7ED6-C0B1-DAB2-636EF8F1B604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6" name="文字方塊 115">
                  <a:extLst>
                    <a:ext uri="{FF2B5EF4-FFF2-40B4-BE49-F238E27FC236}">
                      <a16:creationId xmlns:a16="http://schemas.microsoft.com/office/drawing/2014/main" id="{501B3374-7ED6-C0B1-DAB2-636EF8F1B6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群組 116">
            <a:extLst>
              <a:ext uri="{FF2B5EF4-FFF2-40B4-BE49-F238E27FC236}">
                <a16:creationId xmlns:a16="http://schemas.microsoft.com/office/drawing/2014/main" id="{7B6C5447-1049-8824-B932-698F76871BDD}"/>
              </a:ext>
            </a:extLst>
          </p:cNvPr>
          <p:cNvGrpSpPr/>
          <p:nvPr/>
        </p:nvGrpSpPr>
        <p:grpSpPr>
          <a:xfrm>
            <a:off x="1442118" y="5606889"/>
            <a:ext cx="1077886" cy="374470"/>
            <a:chOff x="4108340" y="3821687"/>
            <a:chExt cx="1077886" cy="374470"/>
          </a:xfrm>
        </p:grpSpPr>
        <p:sp>
          <p:nvSpPr>
            <p:cNvPr id="118" name="文字方塊 117">
              <a:extLst>
                <a:ext uri="{FF2B5EF4-FFF2-40B4-BE49-F238E27FC236}">
                  <a16:creationId xmlns:a16="http://schemas.microsoft.com/office/drawing/2014/main" id="{2589C32B-1DB0-D2CD-C110-26A2D2C24CD1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91D4DEB9-EE98-22E1-CF40-FE5C2D1BB405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ECBAE28C-B159-EA74-D89E-DDC5C4C05982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ECBAE28C-B159-EA74-D89E-DDC5C4C059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B95C73DA-996E-5C6F-AD72-4645382D2449}"/>
                  </a:ext>
                </a:extLst>
              </p:cNvPr>
              <p:cNvSpPr txBox="1"/>
              <p:nvPr/>
            </p:nvSpPr>
            <p:spPr>
              <a:xfrm>
                <a:off x="4203533" y="55928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B95C73DA-996E-5C6F-AD72-4645382D2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533" y="5592871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2" name="群組 121">
            <a:extLst>
              <a:ext uri="{FF2B5EF4-FFF2-40B4-BE49-F238E27FC236}">
                <a16:creationId xmlns:a16="http://schemas.microsoft.com/office/drawing/2014/main" id="{3F8CEB73-FC49-9661-4ADB-B7944A5E51AA}"/>
              </a:ext>
            </a:extLst>
          </p:cNvPr>
          <p:cNvGrpSpPr/>
          <p:nvPr/>
        </p:nvGrpSpPr>
        <p:grpSpPr>
          <a:xfrm>
            <a:off x="4499221" y="5605691"/>
            <a:ext cx="922394" cy="374470"/>
            <a:chOff x="4108340" y="3821687"/>
            <a:chExt cx="922394" cy="374470"/>
          </a:xfrm>
        </p:grpSpPr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8472689E-7248-858D-DCE1-2EB7867DB41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4" name="文字方塊 123">
              <a:extLst>
                <a:ext uri="{FF2B5EF4-FFF2-40B4-BE49-F238E27FC236}">
                  <a16:creationId xmlns:a16="http://schemas.microsoft.com/office/drawing/2014/main" id="{694AF0EF-A017-87AF-F978-6AFBE2642E0E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字方塊 124">
                  <a:extLst>
                    <a:ext uri="{FF2B5EF4-FFF2-40B4-BE49-F238E27FC236}">
                      <a16:creationId xmlns:a16="http://schemas.microsoft.com/office/drawing/2014/main" id="{AD681994-CBD3-9A30-7217-70B9A4DA1239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5" name="文字方塊 124">
                  <a:extLst>
                    <a:ext uri="{FF2B5EF4-FFF2-40B4-BE49-F238E27FC236}">
                      <a16:creationId xmlns:a16="http://schemas.microsoft.com/office/drawing/2014/main" id="{AD681994-CBD3-9A30-7217-70B9A4DA1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4DC02651-3378-8A78-8919-0623523A4B4E}"/>
              </a:ext>
            </a:extLst>
          </p:cNvPr>
          <p:cNvGrpSpPr/>
          <p:nvPr/>
        </p:nvGrpSpPr>
        <p:grpSpPr>
          <a:xfrm>
            <a:off x="5231904" y="5605691"/>
            <a:ext cx="922394" cy="374470"/>
            <a:chOff x="4108340" y="3821687"/>
            <a:chExt cx="922394" cy="374470"/>
          </a:xfrm>
        </p:grpSpPr>
        <p:sp>
          <p:nvSpPr>
            <p:cNvPr id="127" name="文字方塊 126">
              <a:extLst>
                <a:ext uri="{FF2B5EF4-FFF2-40B4-BE49-F238E27FC236}">
                  <a16:creationId xmlns:a16="http://schemas.microsoft.com/office/drawing/2014/main" id="{96EA0093-ED06-7FF4-0E0E-5BA00E93D0DB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8" name="文字方塊 127">
              <a:extLst>
                <a:ext uri="{FF2B5EF4-FFF2-40B4-BE49-F238E27FC236}">
                  <a16:creationId xmlns:a16="http://schemas.microsoft.com/office/drawing/2014/main" id="{ECDAA1E1-DA74-E553-F342-596059154D33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9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字方塊 128">
                  <a:extLst>
                    <a:ext uri="{FF2B5EF4-FFF2-40B4-BE49-F238E27FC236}">
                      <a16:creationId xmlns:a16="http://schemas.microsoft.com/office/drawing/2014/main" id="{89778F15-C5C5-EC3F-646A-1867B3585F10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9" name="文字方塊 128">
                  <a:extLst>
                    <a:ext uri="{FF2B5EF4-FFF2-40B4-BE49-F238E27FC236}">
                      <a16:creationId xmlns:a16="http://schemas.microsoft.com/office/drawing/2014/main" id="{89778F15-C5C5-EC3F-646A-1867B3585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2363D358-6D41-F685-AAE5-39B8EE361E5D}"/>
                  </a:ext>
                </a:extLst>
              </p:cNvPr>
              <p:cNvSpPr txBox="1"/>
              <p:nvPr/>
            </p:nvSpPr>
            <p:spPr>
              <a:xfrm>
                <a:off x="7734161" y="55980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2363D358-6D41-F685-AAE5-39B8EE361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161" y="5598009"/>
                <a:ext cx="295688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0B9D191D-2CE1-314C-A922-B1A3097A3321}"/>
              </a:ext>
            </a:extLst>
          </p:cNvPr>
          <p:cNvGrpSpPr/>
          <p:nvPr/>
        </p:nvGrpSpPr>
        <p:grpSpPr>
          <a:xfrm>
            <a:off x="8029849" y="5610829"/>
            <a:ext cx="922394" cy="374470"/>
            <a:chOff x="4108340" y="3821687"/>
            <a:chExt cx="922394" cy="374470"/>
          </a:xfrm>
        </p:grpSpPr>
        <p:sp>
          <p:nvSpPr>
            <p:cNvPr id="132" name="文字方塊 131">
              <a:extLst>
                <a:ext uri="{FF2B5EF4-FFF2-40B4-BE49-F238E27FC236}">
                  <a16:creationId xmlns:a16="http://schemas.microsoft.com/office/drawing/2014/main" id="{FDFABDFE-D690-98D6-E782-EBB220CC0EAD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3" name="文字方塊 132">
              <a:extLst>
                <a:ext uri="{FF2B5EF4-FFF2-40B4-BE49-F238E27FC236}">
                  <a16:creationId xmlns:a16="http://schemas.microsoft.com/office/drawing/2014/main" id="{9F2588D3-9992-F156-A16E-F2857DAF1510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3C982F14-044E-6ED1-240B-55F6404B1B44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3C982F14-044E-6ED1-240B-55F6404B1B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31F258B8-7275-3D6C-45EB-CDF7D76D2F8F}"/>
              </a:ext>
            </a:extLst>
          </p:cNvPr>
          <p:cNvGrpSpPr/>
          <p:nvPr/>
        </p:nvGrpSpPr>
        <p:grpSpPr>
          <a:xfrm>
            <a:off x="8762532" y="5610829"/>
            <a:ext cx="922394" cy="374470"/>
            <a:chOff x="4108340" y="3821687"/>
            <a:chExt cx="922394" cy="374470"/>
          </a:xfrm>
        </p:grpSpPr>
        <p:sp>
          <p:nvSpPr>
            <p:cNvPr id="136" name="文字方塊 135">
              <a:extLst>
                <a:ext uri="{FF2B5EF4-FFF2-40B4-BE49-F238E27FC236}">
                  <a16:creationId xmlns:a16="http://schemas.microsoft.com/office/drawing/2014/main" id="{75EDEF48-9750-F7A8-3239-509B6C6850A3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2C3CAB3A-AB19-A560-B7BD-2EB459E1C969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字方塊 137">
                  <a:extLst>
                    <a:ext uri="{FF2B5EF4-FFF2-40B4-BE49-F238E27FC236}">
                      <a16:creationId xmlns:a16="http://schemas.microsoft.com/office/drawing/2014/main" id="{96C3D733-28B7-14C7-39F7-CAAE02792DA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8" name="文字方塊 137">
                  <a:extLst>
                    <a:ext uri="{FF2B5EF4-FFF2-40B4-BE49-F238E27FC236}">
                      <a16:creationId xmlns:a16="http://schemas.microsoft.com/office/drawing/2014/main" id="{96C3D733-28B7-14C7-39F7-CAAE02792D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3584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0" grpId="0"/>
      <p:bldP spid="49" grpId="0"/>
      <p:bldP spid="58" grpId="0"/>
      <p:bldP spid="67" grpId="0"/>
      <p:bldP spid="76" grpId="0"/>
      <p:bldP spid="85" grpId="0"/>
      <p:bldP spid="94" grpId="0"/>
      <p:bldP spid="103" grpId="0"/>
      <p:bldP spid="112" grpId="0"/>
      <p:bldP spid="121" grpId="0"/>
      <p:bldP spid="1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79367C7-05C1-3FBA-40EC-9B36E883A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88640"/>
            <a:ext cx="2904762" cy="108571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5769C03-D78F-6FE0-A451-2702E6721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1412776"/>
            <a:ext cx="3384376" cy="174997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A9C323F-CC26-B563-3EAD-5C3E72391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776" y="2132856"/>
            <a:ext cx="971429" cy="88571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FCB2FFB-BF58-E011-F072-28F0F067F7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819" y="2099565"/>
            <a:ext cx="952381" cy="914286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7A6D2E3E-2C69-BFDB-DF1B-9F958402C53B}"/>
              </a:ext>
            </a:extLst>
          </p:cNvPr>
          <p:cNvGrpSpPr/>
          <p:nvPr/>
        </p:nvGrpSpPr>
        <p:grpSpPr>
          <a:xfrm>
            <a:off x="5092121" y="2000568"/>
            <a:ext cx="357790" cy="400110"/>
            <a:chOff x="9361046" y="4543622"/>
            <a:chExt cx="357790" cy="40011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F8764FEF-54AA-3AD3-8091-614979A944E9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3012C9F-8B54-55A8-F632-9869981A010F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72AC9B0-7B29-BA25-996C-5C06394A253E}"/>
              </a:ext>
            </a:extLst>
          </p:cNvPr>
          <p:cNvCxnSpPr>
            <a:cxnSpLocks/>
          </p:cNvCxnSpPr>
          <p:nvPr/>
        </p:nvCxnSpPr>
        <p:spPr>
          <a:xfrm>
            <a:off x="5130918" y="2400678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A178F98-58D5-743B-6924-253585652728}"/>
              </a:ext>
            </a:extLst>
          </p:cNvPr>
          <p:cNvCxnSpPr>
            <a:cxnSpLocks/>
          </p:cNvCxnSpPr>
          <p:nvPr/>
        </p:nvCxnSpPr>
        <p:spPr>
          <a:xfrm flipV="1">
            <a:off x="5130918" y="2400678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AAF29EB4-9D39-ACF4-6949-25A3080D571F}"/>
              </a:ext>
            </a:extLst>
          </p:cNvPr>
          <p:cNvGrpSpPr/>
          <p:nvPr/>
        </p:nvGrpSpPr>
        <p:grpSpPr>
          <a:xfrm>
            <a:off x="5118475" y="2960773"/>
            <a:ext cx="357790" cy="400110"/>
            <a:chOff x="9361046" y="4543622"/>
            <a:chExt cx="357790" cy="400110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497D3661-4C4C-C1D2-E75C-2DDC44EF851E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E157A38C-C127-F87C-FDE1-9936B52C735E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D30FF27-BA2B-9228-8077-F608E6BD8A1A}"/>
              </a:ext>
            </a:extLst>
          </p:cNvPr>
          <p:cNvSpPr txBox="1"/>
          <p:nvPr/>
        </p:nvSpPr>
        <p:spPr>
          <a:xfrm>
            <a:off x="5375920" y="2962691"/>
            <a:ext cx="1580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Multiply</a:t>
            </a:r>
            <a:endParaRPr lang="zh-TW" altLang="en-US" sz="2000" b="1">
              <a:latin typeface="Lucida Calligraphy" panose="03010101010101010101" pitchFamily="66" charset="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39D0F27F-C135-DF38-E902-D46BFCD71E7A}"/>
              </a:ext>
            </a:extLst>
          </p:cNvPr>
          <p:cNvCxnSpPr>
            <a:cxnSpLocks/>
          </p:cNvCxnSpPr>
          <p:nvPr/>
        </p:nvCxnSpPr>
        <p:spPr bwMode="auto">
          <a:xfrm>
            <a:off x="3935760" y="3418680"/>
            <a:ext cx="4104456" cy="1032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31B2A49F-48C0-D99E-0688-92A3EDBD5312}"/>
              </a:ext>
            </a:extLst>
          </p:cNvPr>
          <p:cNvGrpSpPr/>
          <p:nvPr/>
        </p:nvGrpSpPr>
        <p:grpSpPr>
          <a:xfrm>
            <a:off x="4101249" y="3490915"/>
            <a:ext cx="793140" cy="412150"/>
            <a:chOff x="1151524" y="1365813"/>
            <a:chExt cx="793140" cy="41215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70217D2B-DDF7-ACCD-110B-D4BB3694E082}"/>
                </a:ext>
              </a:extLst>
            </p:cNvPr>
            <p:cNvGrpSpPr/>
            <p:nvPr/>
          </p:nvGrpSpPr>
          <p:grpSpPr>
            <a:xfrm>
              <a:off x="1151524" y="1369717"/>
              <a:ext cx="793140" cy="408246"/>
              <a:chOff x="1151524" y="1369717"/>
              <a:chExt cx="793140" cy="408246"/>
            </a:xfrm>
          </p:grpSpPr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AA8B2B7-19DF-DF24-4488-2E5ADE65C497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ED98CAB5-811F-0ECF-07C8-8DF0A07BA18A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4571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A1654424-D0AF-8D93-7ADE-B4265A4ACA6F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A1654424-D0AF-8D93-7ADE-B4265A4AC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12632479-B91C-5CD2-CEE2-E146E49AF8B8}"/>
                  </a:ext>
                </a:extLst>
              </p:cNvPr>
              <p:cNvSpPr txBox="1"/>
              <p:nvPr/>
            </p:nvSpPr>
            <p:spPr>
              <a:xfrm>
                <a:off x="5679724" y="34737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12632479-B91C-5CD2-CEE2-E146E49AF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724" y="3473788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A3C47393-184E-52C1-9C20-8117AF9D8942}"/>
              </a:ext>
            </a:extLst>
          </p:cNvPr>
          <p:cNvSpPr txBox="1"/>
          <p:nvPr/>
        </p:nvSpPr>
        <p:spPr>
          <a:xfrm>
            <a:off x="7121165" y="3502955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DE1E706-7A88-B622-4706-44BC467F5D75}"/>
                  </a:ext>
                </a:extLst>
              </p:cNvPr>
              <p:cNvSpPr txBox="1"/>
              <p:nvPr/>
            </p:nvSpPr>
            <p:spPr>
              <a:xfrm>
                <a:off x="7837370" y="34949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DE1E706-7A88-B622-4706-44BC467F5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370" y="3494994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0D836755-E130-CE0A-B060-98C0B3C20806}"/>
              </a:ext>
            </a:extLst>
          </p:cNvPr>
          <p:cNvSpPr txBox="1"/>
          <p:nvPr/>
        </p:nvSpPr>
        <p:spPr>
          <a:xfrm>
            <a:off x="8296007" y="3494994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2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FFAC8349-F7CF-A94B-874D-E4021C54DEB5}"/>
              </a:ext>
            </a:extLst>
          </p:cNvPr>
          <p:cNvGrpSpPr/>
          <p:nvPr/>
        </p:nvGrpSpPr>
        <p:grpSpPr>
          <a:xfrm>
            <a:off x="8184232" y="3953457"/>
            <a:ext cx="1548865" cy="477054"/>
            <a:chOff x="2163952" y="5800328"/>
            <a:chExt cx="1548865" cy="477054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DD3D8483-2C73-F111-C1DA-DAF2D009CB80}"/>
                </a:ext>
              </a:extLst>
            </p:cNvPr>
            <p:cNvGrpSpPr/>
            <p:nvPr/>
          </p:nvGrpSpPr>
          <p:grpSpPr>
            <a:xfrm>
              <a:off x="2163952" y="5800328"/>
              <a:ext cx="478025" cy="477054"/>
              <a:chOff x="6410063" y="620688"/>
              <a:chExt cx="478025" cy="477054"/>
            </a:xfrm>
          </p:grpSpPr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13136802-0ACC-EEE6-C44B-6BD9837933EA}"/>
                  </a:ext>
                </a:extLst>
              </p:cNvPr>
              <p:cNvSpPr txBox="1"/>
              <p:nvPr/>
            </p:nvSpPr>
            <p:spPr>
              <a:xfrm>
                <a:off x="6410063" y="697632"/>
                <a:ext cx="326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4DD4C05-C2F9-0B45-1C95-C75B3555CFFA}"/>
                  </a:ext>
                </a:extLst>
              </p:cNvPr>
              <p:cNvSpPr txBox="1"/>
              <p:nvPr/>
            </p:nvSpPr>
            <p:spPr>
              <a:xfrm>
                <a:off x="6599226" y="620688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1835E600-1F91-9A69-4DB6-CCCBA6AB2660}"/>
                    </a:ext>
                  </a:extLst>
                </p:cNvPr>
                <p:cNvSpPr txBox="1"/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1835E600-1F91-9A69-4DB6-CCCBA6AB26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904100D2-A9A7-C19E-2E36-D15FAD97862E}"/>
                </a:ext>
              </a:extLst>
            </p:cNvPr>
            <p:cNvGrpSpPr/>
            <p:nvPr/>
          </p:nvGrpSpPr>
          <p:grpSpPr>
            <a:xfrm>
              <a:off x="2676719" y="5870070"/>
              <a:ext cx="589466" cy="407312"/>
              <a:chOff x="1260295" y="1138705"/>
              <a:chExt cx="589466" cy="407312"/>
            </a:xfrm>
          </p:grpSpPr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2B9B715-53A7-2A72-66DD-F2FCF67C9375}"/>
                  </a:ext>
                </a:extLst>
              </p:cNvPr>
              <p:cNvSpPr txBox="1"/>
              <p:nvPr/>
            </p:nvSpPr>
            <p:spPr>
              <a:xfrm>
                <a:off x="1436649" y="1138705"/>
                <a:ext cx="413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1832DAF-58E0-0187-3C61-4748CA7821D4}"/>
                  </a:ext>
                </a:extLst>
              </p:cNvPr>
              <p:cNvSpPr txBox="1"/>
              <p:nvPr/>
            </p:nvSpPr>
            <p:spPr>
              <a:xfrm>
                <a:off x="1260295" y="114590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B8E3010A-9ABF-2FD3-996A-2012D4DD9833}"/>
                    </a:ext>
                  </a:extLst>
                </p:cNvPr>
                <p:cNvSpPr txBox="1"/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B8E3010A-9ABF-2FD3-996A-2012D4DD9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381544C2-8B13-F687-8CE2-9474AB01E6D5}"/>
                </a:ext>
              </a:extLst>
            </p:cNvPr>
            <p:cNvSpPr txBox="1"/>
            <p:nvPr/>
          </p:nvSpPr>
          <p:spPr>
            <a:xfrm>
              <a:off x="3355027" y="587727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93A57CE8-6E57-D3F0-07BD-C88F0B8CBF14}"/>
              </a:ext>
            </a:extLst>
          </p:cNvPr>
          <p:cNvCxnSpPr>
            <a:cxnSpLocks/>
          </p:cNvCxnSpPr>
          <p:nvPr/>
        </p:nvCxnSpPr>
        <p:spPr bwMode="auto">
          <a:xfrm>
            <a:off x="8408583" y="3833907"/>
            <a:ext cx="340487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36A4EF49-0070-CAC1-560B-143CD0DDA55E}"/>
              </a:ext>
            </a:extLst>
          </p:cNvPr>
          <p:cNvCxnSpPr>
            <a:cxnSpLocks/>
          </p:cNvCxnSpPr>
          <p:nvPr/>
        </p:nvCxnSpPr>
        <p:spPr>
          <a:xfrm>
            <a:off x="8578826" y="3895104"/>
            <a:ext cx="465932" cy="10996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圖片 41">
            <a:extLst>
              <a:ext uri="{FF2B5EF4-FFF2-40B4-BE49-F238E27FC236}">
                <a16:creationId xmlns:a16="http://schemas.microsoft.com/office/drawing/2014/main" id="{550997B0-059F-B4C3-C27B-4850C56ED0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3097" y="3813661"/>
            <a:ext cx="674083" cy="616850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D3C7D7C8-F410-AAA9-68F1-FF6165DF8F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3352" y="3789040"/>
            <a:ext cx="3533591" cy="1908655"/>
          </a:xfrm>
          <a:prstGeom prst="rect">
            <a:avLst/>
          </a:prstGeom>
        </p:spPr>
      </p:pic>
      <p:pic>
        <p:nvPicPr>
          <p:cNvPr id="79" name="圖片 78">
            <a:extLst>
              <a:ext uri="{FF2B5EF4-FFF2-40B4-BE49-F238E27FC236}">
                <a16:creationId xmlns:a16="http://schemas.microsoft.com/office/drawing/2014/main" id="{FE37FF23-76EB-A974-72A8-3446ABDC8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776" y="4611119"/>
            <a:ext cx="971429" cy="885714"/>
          </a:xfrm>
          <a:prstGeom prst="rect">
            <a:avLst/>
          </a:prstGeom>
        </p:spPr>
      </p:pic>
      <p:grpSp>
        <p:nvGrpSpPr>
          <p:cNvPr id="81" name="群組 80">
            <a:extLst>
              <a:ext uri="{FF2B5EF4-FFF2-40B4-BE49-F238E27FC236}">
                <a16:creationId xmlns:a16="http://schemas.microsoft.com/office/drawing/2014/main" id="{A2EFE337-795D-2416-4C4C-7DC3C11E7542}"/>
              </a:ext>
            </a:extLst>
          </p:cNvPr>
          <p:cNvGrpSpPr/>
          <p:nvPr/>
        </p:nvGrpSpPr>
        <p:grpSpPr>
          <a:xfrm>
            <a:off x="5092121" y="4478831"/>
            <a:ext cx="357790" cy="400110"/>
            <a:chOff x="9361046" y="4543622"/>
            <a:chExt cx="357790" cy="400110"/>
          </a:xfrm>
        </p:grpSpPr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7A3FEB0D-5380-D58C-8AE5-9B49F1E41C2C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F735C000-1341-BAFD-AB95-EC2401194DA1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8B192959-70BA-B721-6261-DB9C47BECB73}"/>
              </a:ext>
            </a:extLst>
          </p:cNvPr>
          <p:cNvCxnSpPr>
            <a:cxnSpLocks/>
          </p:cNvCxnSpPr>
          <p:nvPr/>
        </p:nvCxnSpPr>
        <p:spPr>
          <a:xfrm>
            <a:off x="5130918" y="4878941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0872031B-30E3-90D5-586E-266CE5C92EAE}"/>
              </a:ext>
            </a:extLst>
          </p:cNvPr>
          <p:cNvCxnSpPr>
            <a:cxnSpLocks/>
          </p:cNvCxnSpPr>
          <p:nvPr/>
        </p:nvCxnSpPr>
        <p:spPr>
          <a:xfrm flipV="1">
            <a:off x="5130918" y="4878941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DCFED80A-31BB-EE86-CFAB-1200BB62E2C9}"/>
              </a:ext>
            </a:extLst>
          </p:cNvPr>
          <p:cNvGrpSpPr/>
          <p:nvPr/>
        </p:nvGrpSpPr>
        <p:grpSpPr>
          <a:xfrm>
            <a:off x="5118475" y="5439036"/>
            <a:ext cx="357790" cy="400110"/>
            <a:chOff x="9361046" y="4543622"/>
            <a:chExt cx="357790" cy="400110"/>
          </a:xfrm>
        </p:grpSpPr>
        <p:sp>
          <p:nvSpPr>
            <p:cNvPr id="87" name="橢圓 86">
              <a:extLst>
                <a:ext uri="{FF2B5EF4-FFF2-40B4-BE49-F238E27FC236}">
                  <a16:creationId xmlns:a16="http://schemas.microsoft.com/office/drawing/2014/main" id="{E5C4962D-2F52-BF50-50BF-EABA61A2EC84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9DF8AE2B-1A7A-8D3D-91CC-F02961938D72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89" name="TextBox 15">
            <a:extLst>
              <a:ext uri="{FF2B5EF4-FFF2-40B4-BE49-F238E27FC236}">
                <a16:creationId xmlns:a16="http://schemas.microsoft.com/office/drawing/2014/main" id="{A361C8F7-0849-BE78-C8B6-A22EC54C730F}"/>
              </a:ext>
            </a:extLst>
          </p:cNvPr>
          <p:cNvSpPr txBox="1"/>
          <p:nvPr/>
        </p:nvSpPr>
        <p:spPr>
          <a:xfrm>
            <a:off x="5375920" y="5440954"/>
            <a:ext cx="1580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Multiply</a:t>
            </a:r>
            <a:endParaRPr lang="zh-TW" altLang="en-US" sz="2000" b="1">
              <a:latin typeface="Lucida Calligraphy" panose="03010101010101010101" pitchFamily="66" charset="0"/>
            </a:endParaRPr>
          </a:p>
        </p:txBody>
      </p:sp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B2E48CE7-4C9E-24A3-F5E1-193D771D947B}"/>
              </a:ext>
            </a:extLst>
          </p:cNvPr>
          <p:cNvCxnSpPr>
            <a:cxnSpLocks/>
          </p:cNvCxnSpPr>
          <p:nvPr/>
        </p:nvCxnSpPr>
        <p:spPr bwMode="auto">
          <a:xfrm>
            <a:off x="3935760" y="5896943"/>
            <a:ext cx="4104456" cy="1032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340F2D2C-D9EF-E069-FE48-7733D34324A5}"/>
              </a:ext>
            </a:extLst>
          </p:cNvPr>
          <p:cNvGrpSpPr/>
          <p:nvPr/>
        </p:nvGrpSpPr>
        <p:grpSpPr>
          <a:xfrm>
            <a:off x="4101249" y="5969178"/>
            <a:ext cx="793140" cy="412150"/>
            <a:chOff x="1151524" y="1365813"/>
            <a:chExt cx="793140" cy="412150"/>
          </a:xfrm>
        </p:grpSpPr>
        <p:grpSp>
          <p:nvGrpSpPr>
            <p:cNvPr id="92" name="群組 91">
              <a:extLst>
                <a:ext uri="{FF2B5EF4-FFF2-40B4-BE49-F238E27FC236}">
                  <a16:creationId xmlns:a16="http://schemas.microsoft.com/office/drawing/2014/main" id="{6D8A54A3-F2B2-6C75-54E8-5A8F80871E3C}"/>
                </a:ext>
              </a:extLst>
            </p:cNvPr>
            <p:cNvGrpSpPr/>
            <p:nvPr/>
          </p:nvGrpSpPr>
          <p:grpSpPr>
            <a:xfrm>
              <a:off x="1151524" y="1369717"/>
              <a:ext cx="793140" cy="408246"/>
              <a:chOff x="1151524" y="1369717"/>
              <a:chExt cx="793140" cy="408246"/>
            </a:xfrm>
          </p:grpSpPr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5D58DBEA-6227-EA43-BFC2-6451C15CF3BD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60E99FDA-E6DA-87B9-F369-5461DA3452C7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4571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3F78890D-9A04-8DA4-1072-C5AE81273446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3F78890D-9A04-8DA4-1072-C5AE812734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F4608075-802D-6985-1257-511132B9DF96}"/>
                  </a:ext>
                </a:extLst>
              </p:cNvPr>
              <p:cNvSpPr txBox="1"/>
              <p:nvPr/>
            </p:nvSpPr>
            <p:spPr>
              <a:xfrm>
                <a:off x="5679724" y="59520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F4608075-802D-6985-1257-511132B9D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724" y="5952051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5CBEAFBD-DC20-956A-AE8C-D6C65C057E3D}"/>
                  </a:ext>
                </a:extLst>
              </p:cNvPr>
              <p:cNvSpPr txBox="1"/>
              <p:nvPr/>
            </p:nvSpPr>
            <p:spPr>
              <a:xfrm>
                <a:off x="7837370" y="59732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5CBEAFBD-DC20-956A-AE8C-D6C65C057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370" y="597325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3" name="圖片 112">
            <a:extLst>
              <a:ext uri="{FF2B5EF4-FFF2-40B4-BE49-F238E27FC236}">
                <a16:creationId xmlns:a16="http://schemas.microsoft.com/office/drawing/2014/main" id="{93B8ADAA-90CA-F07A-884F-A2663105B29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15240" y="4591614"/>
            <a:ext cx="952381" cy="942857"/>
          </a:xfrm>
          <a:prstGeom prst="rect">
            <a:avLst/>
          </a:prstGeom>
        </p:spPr>
      </p:pic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75E79BB3-69A6-4A3A-154A-BFD9A338A8A9}"/>
              </a:ext>
            </a:extLst>
          </p:cNvPr>
          <p:cNvGrpSpPr/>
          <p:nvPr/>
        </p:nvGrpSpPr>
        <p:grpSpPr>
          <a:xfrm>
            <a:off x="6901356" y="5969178"/>
            <a:ext cx="966265" cy="412150"/>
            <a:chOff x="1151524" y="1365813"/>
            <a:chExt cx="966265" cy="412150"/>
          </a:xfrm>
        </p:grpSpPr>
        <p:grpSp>
          <p:nvGrpSpPr>
            <p:cNvPr id="115" name="群組 114">
              <a:extLst>
                <a:ext uri="{FF2B5EF4-FFF2-40B4-BE49-F238E27FC236}">
                  <a16:creationId xmlns:a16="http://schemas.microsoft.com/office/drawing/2014/main" id="{3258EF8B-FE7F-7314-9D8A-DB95B00B49D4}"/>
                </a:ext>
              </a:extLst>
            </p:cNvPr>
            <p:cNvGrpSpPr/>
            <p:nvPr/>
          </p:nvGrpSpPr>
          <p:grpSpPr>
            <a:xfrm>
              <a:off x="1151524" y="1369717"/>
              <a:ext cx="966265" cy="408246"/>
              <a:chOff x="1151524" y="1369717"/>
              <a:chExt cx="966265" cy="408246"/>
            </a:xfrm>
          </p:grpSpPr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6F55297B-4B1F-6592-D3DC-333724B7B5A1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0D2A3311-2121-C8AC-AD38-67FA814395BE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6303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字方塊 115">
                  <a:extLst>
                    <a:ext uri="{FF2B5EF4-FFF2-40B4-BE49-F238E27FC236}">
                      <a16:creationId xmlns:a16="http://schemas.microsoft.com/office/drawing/2014/main" id="{92808538-0D03-EFF3-C045-060A4C00B250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6" name="文字方塊 115">
                  <a:extLst>
                    <a:ext uri="{FF2B5EF4-FFF2-40B4-BE49-F238E27FC236}">
                      <a16:creationId xmlns:a16="http://schemas.microsoft.com/office/drawing/2014/main" id="{92808538-0D03-EFF3-C045-060A4C00B2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字方塊 118">
                <a:extLst>
                  <a:ext uri="{FF2B5EF4-FFF2-40B4-BE49-F238E27FC236}">
                    <a16:creationId xmlns:a16="http://schemas.microsoft.com/office/drawing/2014/main" id="{755A8A84-8982-D9AE-2824-185C1F7940FA}"/>
                  </a:ext>
                </a:extLst>
              </p:cNvPr>
              <p:cNvSpPr txBox="1"/>
              <p:nvPr/>
            </p:nvSpPr>
            <p:spPr>
              <a:xfrm>
                <a:off x="8146174" y="5956651"/>
                <a:ext cx="7469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119" name="文字方塊 118">
                <a:extLst>
                  <a:ext uri="{FF2B5EF4-FFF2-40B4-BE49-F238E27FC236}">
                    <a16:creationId xmlns:a16="http://schemas.microsoft.com/office/drawing/2014/main" id="{755A8A84-8982-D9AE-2824-185C1F794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174" y="5956651"/>
                <a:ext cx="746983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AFADDA4E-0F54-705C-4582-7BDF724E55BF}"/>
              </a:ext>
            </a:extLst>
          </p:cNvPr>
          <p:cNvGrpSpPr/>
          <p:nvPr/>
        </p:nvGrpSpPr>
        <p:grpSpPr>
          <a:xfrm>
            <a:off x="8152598" y="6416962"/>
            <a:ext cx="1548865" cy="477054"/>
            <a:chOff x="2163952" y="5800328"/>
            <a:chExt cx="1548865" cy="477054"/>
          </a:xfrm>
        </p:grpSpPr>
        <p:grpSp>
          <p:nvGrpSpPr>
            <p:cNvPr id="121" name="群組 120">
              <a:extLst>
                <a:ext uri="{FF2B5EF4-FFF2-40B4-BE49-F238E27FC236}">
                  <a16:creationId xmlns:a16="http://schemas.microsoft.com/office/drawing/2014/main" id="{F025F7A5-5A7D-E632-EBAA-3183E495B638}"/>
                </a:ext>
              </a:extLst>
            </p:cNvPr>
            <p:cNvGrpSpPr/>
            <p:nvPr/>
          </p:nvGrpSpPr>
          <p:grpSpPr>
            <a:xfrm>
              <a:off x="2163952" y="5800328"/>
              <a:ext cx="478025" cy="477054"/>
              <a:chOff x="6410063" y="620688"/>
              <a:chExt cx="478025" cy="477054"/>
            </a:xfrm>
          </p:grpSpPr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BE1FCFEA-8AC9-9246-F5D9-99EFAFDE15F8}"/>
                  </a:ext>
                </a:extLst>
              </p:cNvPr>
              <p:cNvSpPr txBox="1"/>
              <p:nvPr/>
            </p:nvSpPr>
            <p:spPr>
              <a:xfrm>
                <a:off x="6410063" y="697632"/>
                <a:ext cx="326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D788C290-7C38-7353-7E81-41F42D0676EB}"/>
                  </a:ext>
                </a:extLst>
              </p:cNvPr>
              <p:cNvSpPr txBox="1"/>
              <p:nvPr/>
            </p:nvSpPr>
            <p:spPr>
              <a:xfrm>
                <a:off x="6599226" y="620688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字方塊 121">
                  <a:extLst>
                    <a:ext uri="{FF2B5EF4-FFF2-40B4-BE49-F238E27FC236}">
                      <a16:creationId xmlns:a16="http://schemas.microsoft.com/office/drawing/2014/main" id="{A5946F98-04CF-D6C6-AA51-86F2E9023445}"/>
                    </a:ext>
                  </a:extLst>
                </p:cNvPr>
                <p:cNvSpPr txBox="1"/>
                <p:nvPr/>
              </p:nvSpPr>
              <p:spPr>
                <a:xfrm>
                  <a:off x="2444328" y="587007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2" name="文字方塊 121">
                  <a:extLst>
                    <a:ext uri="{FF2B5EF4-FFF2-40B4-BE49-F238E27FC236}">
                      <a16:creationId xmlns:a16="http://schemas.microsoft.com/office/drawing/2014/main" id="{A5946F98-04CF-D6C6-AA51-86F2E90234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4328" y="5870070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3" name="群組 122">
              <a:extLst>
                <a:ext uri="{FF2B5EF4-FFF2-40B4-BE49-F238E27FC236}">
                  <a16:creationId xmlns:a16="http://schemas.microsoft.com/office/drawing/2014/main" id="{7406C255-2166-DB30-1EA8-87AAA91C9E59}"/>
                </a:ext>
              </a:extLst>
            </p:cNvPr>
            <p:cNvGrpSpPr/>
            <p:nvPr/>
          </p:nvGrpSpPr>
          <p:grpSpPr>
            <a:xfrm>
              <a:off x="2676719" y="5870070"/>
              <a:ext cx="589466" cy="407312"/>
              <a:chOff x="1260295" y="1138705"/>
              <a:chExt cx="589466" cy="407312"/>
            </a:xfrm>
          </p:grpSpPr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7147167B-A36A-42F0-C3B5-C9F28DC20613}"/>
                  </a:ext>
                </a:extLst>
              </p:cNvPr>
              <p:cNvSpPr txBox="1"/>
              <p:nvPr/>
            </p:nvSpPr>
            <p:spPr>
              <a:xfrm>
                <a:off x="1436649" y="1138705"/>
                <a:ext cx="413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254201B2-230F-C17B-BC7E-498653BDE0B3}"/>
                  </a:ext>
                </a:extLst>
              </p:cNvPr>
              <p:cNvSpPr txBox="1"/>
              <p:nvPr/>
            </p:nvSpPr>
            <p:spPr>
              <a:xfrm>
                <a:off x="1260295" y="114590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4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721A1111-80F3-2D6D-62A7-E94C75CC68B9}"/>
                    </a:ext>
                  </a:extLst>
                </p:cNvPr>
                <p:cNvSpPr txBox="1"/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721A1111-80F3-2D6D-62A7-E94C75CC68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A227E924-4458-800F-0A21-ECE181D79857}"/>
                </a:ext>
              </a:extLst>
            </p:cNvPr>
            <p:cNvSpPr txBox="1"/>
            <p:nvPr/>
          </p:nvSpPr>
          <p:spPr>
            <a:xfrm>
              <a:off x="3355027" y="587727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117C375D-617E-8A01-C667-2AE4C92D7E60}"/>
              </a:ext>
            </a:extLst>
          </p:cNvPr>
          <p:cNvCxnSpPr>
            <a:cxnSpLocks/>
          </p:cNvCxnSpPr>
          <p:nvPr/>
        </p:nvCxnSpPr>
        <p:spPr bwMode="auto">
          <a:xfrm>
            <a:off x="8258751" y="6295564"/>
            <a:ext cx="574332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直線單箭頭接點 130">
            <a:extLst>
              <a:ext uri="{FF2B5EF4-FFF2-40B4-BE49-F238E27FC236}">
                <a16:creationId xmlns:a16="http://schemas.microsoft.com/office/drawing/2014/main" id="{69D92B5E-3E42-DEC8-9FE6-5B962E9CBF3D}"/>
              </a:ext>
            </a:extLst>
          </p:cNvPr>
          <p:cNvCxnSpPr>
            <a:cxnSpLocks/>
          </p:cNvCxnSpPr>
          <p:nvPr/>
        </p:nvCxnSpPr>
        <p:spPr>
          <a:xfrm>
            <a:off x="8551368" y="6356761"/>
            <a:ext cx="402959" cy="120403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5" name="圖片 134">
            <a:extLst>
              <a:ext uri="{FF2B5EF4-FFF2-40B4-BE49-F238E27FC236}">
                <a16:creationId xmlns:a16="http://schemas.microsoft.com/office/drawing/2014/main" id="{F85009D2-6296-5933-2F57-6567B688EF4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86682" y="6165304"/>
            <a:ext cx="567009" cy="699311"/>
          </a:xfrm>
          <a:prstGeom prst="rect">
            <a:avLst/>
          </a:prstGeom>
        </p:spPr>
      </p:pic>
      <p:pic>
        <p:nvPicPr>
          <p:cNvPr id="138" name="圖片 137">
            <a:extLst>
              <a:ext uri="{FF2B5EF4-FFF2-40B4-BE49-F238E27FC236}">
                <a16:creationId xmlns:a16="http://schemas.microsoft.com/office/drawing/2014/main" id="{0412D11B-37B8-EDAD-DBFA-BFCC33807E7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5186" y="5839146"/>
            <a:ext cx="2718163" cy="91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50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6" grpId="0"/>
      <p:bldP spid="27" grpId="0"/>
      <p:bldP spid="28" grpId="0"/>
      <p:bldP spid="89" grpId="0"/>
      <p:bldP spid="96" grpId="0"/>
      <p:bldP spid="98" grpId="0"/>
      <p:bldP spid="1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群組 19">
            <a:extLst>
              <a:ext uri="{FF2B5EF4-FFF2-40B4-BE49-F238E27FC236}">
                <a16:creationId xmlns:a16="http://schemas.microsoft.com/office/drawing/2014/main" id="{F67A815E-ABC6-0763-650C-1DA8F2BEB3E2}"/>
              </a:ext>
            </a:extLst>
          </p:cNvPr>
          <p:cNvGrpSpPr/>
          <p:nvPr/>
        </p:nvGrpSpPr>
        <p:grpSpPr>
          <a:xfrm>
            <a:off x="2782" y="116632"/>
            <a:ext cx="12069881" cy="5743004"/>
            <a:chOff x="2782" y="116632"/>
            <a:chExt cx="12069881" cy="5743004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042183E-7851-BEDE-BB4E-600AC1ACA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37" y="116632"/>
              <a:ext cx="2904762" cy="1184250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3590D78-C89C-BE36-EA88-CFE55B4AC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431704" y="150130"/>
              <a:ext cx="3095238" cy="1190476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7B84AF72-2208-1D52-0C7E-1D5D34423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82" y="1759592"/>
              <a:ext cx="5805186" cy="2749528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BC117420-CEE6-218E-38DD-C2565A7A6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1977" y="1759592"/>
              <a:ext cx="5846671" cy="2749528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E3EB6AE3-B5A3-3EDC-E25E-29D8909CF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9337" y="4869160"/>
              <a:ext cx="2904762" cy="990476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DD73C0BD-5589-BAA2-8A93-3B4723972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794" y="3892390"/>
              <a:ext cx="2400000" cy="904762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A371DD28-1F59-5CC1-BE9D-4D6C19313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68008" y="3789040"/>
              <a:ext cx="2400000" cy="904762"/>
            </a:xfrm>
            <a:prstGeom prst="rect">
              <a:avLst/>
            </a:prstGeom>
          </p:spPr>
        </p:pic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3D6A6B94-D696-962D-F794-F01ADFA7C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72663" y="1196752"/>
              <a:ext cx="2400000" cy="9047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4795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4AB971C-D7F4-CCAC-1B8A-9F226B02180C}"/>
              </a:ext>
            </a:extLst>
          </p:cNvPr>
          <p:cNvSpPr txBox="1"/>
          <p:nvPr/>
        </p:nvSpPr>
        <p:spPr>
          <a:xfrm>
            <a:off x="191344" y="4462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92E0DEFF-9CB7-257B-6908-833B93436541}"/>
                  </a:ext>
                </a:extLst>
              </p14:cNvPr>
              <p14:cNvContentPartPr/>
              <p14:nvPr/>
            </p14:nvContentPartPr>
            <p14:xfrm>
              <a:off x="263352" y="214929"/>
              <a:ext cx="864096" cy="45719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92E0DEFF-9CB7-257B-6908-833B934365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346" y="-13500771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7D16045-8ACE-7713-675A-6B2EC7F5B2AD}"/>
                  </a:ext>
                </a:extLst>
              </p:cNvPr>
              <p:cNvSpPr txBox="1"/>
              <p:nvPr/>
            </p:nvSpPr>
            <p:spPr>
              <a:xfrm>
                <a:off x="191344" y="430953"/>
                <a:ext cx="19490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47.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−2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7D16045-8ACE-7713-675A-6B2EC7F5B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430953"/>
                <a:ext cx="1949058" cy="369332"/>
              </a:xfrm>
              <a:prstGeom prst="rect">
                <a:avLst/>
              </a:prstGeom>
              <a:blipFill>
                <a:blip r:embed="rId4"/>
                <a:stretch>
                  <a:fillRect l="-2500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6B762EF-AA65-A54F-1F9D-A91BDEAFB8FC}"/>
                  </a:ext>
                </a:extLst>
              </p:cNvPr>
              <p:cNvSpPr txBox="1"/>
              <p:nvPr/>
            </p:nvSpPr>
            <p:spPr>
              <a:xfrm>
                <a:off x="4151784" y="430953"/>
                <a:ext cx="22744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48.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−2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6B762EF-AA65-A54F-1F9D-A91BDEAFB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430953"/>
                <a:ext cx="2274416" cy="369332"/>
              </a:xfrm>
              <a:prstGeom prst="rect">
                <a:avLst/>
              </a:prstGeom>
              <a:blipFill>
                <a:blip r:embed="rId5"/>
                <a:stretch>
                  <a:fillRect l="-2145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4ADA4FB-CC4F-2D71-66B3-814C2BAD97C6}"/>
                  </a:ext>
                </a:extLst>
              </p:cNvPr>
              <p:cNvSpPr txBox="1"/>
              <p:nvPr/>
            </p:nvSpPr>
            <p:spPr>
              <a:xfrm>
                <a:off x="8112223" y="424612"/>
                <a:ext cx="20947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49.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−3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4ADA4FB-CC4F-2D71-66B3-814C2BAD9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223" y="424612"/>
                <a:ext cx="2094781" cy="369332"/>
              </a:xfrm>
              <a:prstGeom prst="rect">
                <a:avLst/>
              </a:prstGeom>
              <a:blipFill>
                <a:blip r:embed="rId6"/>
                <a:stretch>
                  <a:fillRect l="-2624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8858CAB-D95A-3333-CBD9-0AB1F09329E9}"/>
                  </a:ext>
                </a:extLst>
              </p:cNvPr>
              <p:cNvSpPr txBox="1"/>
              <p:nvPr/>
            </p:nvSpPr>
            <p:spPr>
              <a:xfrm>
                <a:off x="191344" y="2060848"/>
                <a:ext cx="2072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50.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−3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8858CAB-D95A-3333-CBD9-0AB1F0932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2060848"/>
                <a:ext cx="2072936" cy="369332"/>
              </a:xfrm>
              <a:prstGeom prst="rect">
                <a:avLst/>
              </a:prstGeom>
              <a:blipFill>
                <a:blip r:embed="rId7"/>
                <a:stretch>
                  <a:fillRect l="-2353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0792C7A-CDF7-6174-C432-D85A9BC395F3}"/>
                  </a:ext>
                </a:extLst>
              </p:cNvPr>
              <p:cNvSpPr txBox="1"/>
              <p:nvPr/>
            </p:nvSpPr>
            <p:spPr>
              <a:xfrm>
                <a:off x="4151784" y="2060848"/>
                <a:ext cx="2072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51.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+3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−4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0792C7A-CDF7-6174-C432-D85A9BC39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2060848"/>
                <a:ext cx="2072936" cy="369332"/>
              </a:xfrm>
              <a:prstGeom prst="rect">
                <a:avLst/>
              </a:prstGeom>
              <a:blipFill>
                <a:blip r:embed="rId8"/>
                <a:stretch>
                  <a:fillRect l="-2353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85E98B62-BA4F-F5B6-BE9B-DED92817F78C}"/>
                  </a:ext>
                </a:extLst>
              </p:cNvPr>
              <p:cNvSpPr txBox="1"/>
              <p:nvPr/>
            </p:nvSpPr>
            <p:spPr>
              <a:xfrm>
                <a:off x="8112223" y="2060848"/>
                <a:ext cx="24229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52.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−3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−4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85E98B62-BA4F-F5B6-BE9B-DED92817F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223" y="2060848"/>
                <a:ext cx="2422951" cy="369332"/>
              </a:xfrm>
              <a:prstGeom prst="rect">
                <a:avLst/>
              </a:prstGeom>
              <a:blipFill>
                <a:blip r:embed="rId9"/>
                <a:stretch>
                  <a:fillRect l="-2267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A83D62A-51DB-37AA-0029-35807B7CF7FF}"/>
                  </a:ext>
                </a:extLst>
              </p:cNvPr>
              <p:cNvSpPr txBox="1"/>
              <p:nvPr/>
            </p:nvSpPr>
            <p:spPr>
              <a:xfrm>
                <a:off x="191344" y="3690743"/>
                <a:ext cx="2279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53.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−6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A83D62A-51DB-37AA-0029-35807B7CF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3690743"/>
                <a:ext cx="2279050" cy="369332"/>
              </a:xfrm>
              <a:prstGeom prst="rect">
                <a:avLst/>
              </a:prstGeom>
              <a:blipFill>
                <a:blip r:embed="rId10"/>
                <a:stretch>
                  <a:fillRect l="-2139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06FD65E3-08F2-BE29-320C-4D80E5678C5F}"/>
                  </a:ext>
                </a:extLst>
              </p:cNvPr>
              <p:cNvSpPr txBox="1"/>
              <p:nvPr/>
            </p:nvSpPr>
            <p:spPr>
              <a:xfrm>
                <a:off x="4151784" y="3690743"/>
                <a:ext cx="20406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kern="100"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54</a:t>
                </a:r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.</a:t>
                </a:r>
                <a:r>
                  <a:rPr lang="en-US" altLang="zh-HK" kern="100"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+6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−7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06FD65E3-08F2-BE29-320C-4D80E5678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3690743"/>
                <a:ext cx="2040628" cy="369332"/>
              </a:xfrm>
              <a:prstGeom prst="rect">
                <a:avLst/>
              </a:prstGeom>
              <a:blipFill>
                <a:blip r:embed="rId11"/>
                <a:stretch>
                  <a:fillRect l="-2388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B982A9C-279E-4A92-9CE5-4FBA34047E0C}"/>
                  </a:ext>
                </a:extLst>
              </p:cNvPr>
              <p:cNvSpPr txBox="1"/>
              <p:nvPr/>
            </p:nvSpPr>
            <p:spPr>
              <a:xfrm>
                <a:off x="8112224" y="3690743"/>
                <a:ext cx="20406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55.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−8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B982A9C-279E-4A92-9CE5-4FBA34047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224" y="3690743"/>
                <a:ext cx="2040628" cy="369332"/>
              </a:xfrm>
              <a:prstGeom prst="rect">
                <a:avLst/>
              </a:prstGeom>
              <a:blipFill>
                <a:blip r:embed="rId12"/>
                <a:stretch>
                  <a:fillRect l="-2695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3C33C8B2-68A0-9262-CDAA-6CC517D011EF}"/>
                  </a:ext>
                </a:extLst>
              </p:cNvPr>
              <p:cNvSpPr txBox="1"/>
              <p:nvPr/>
            </p:nvSpPr>
            <p:spPr>
              <a:xfrm>
                <a:off x="191344" y="5320638"/>
                <a:ext cx="20406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56.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+8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−9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3C33C8B2-68A0-9262-CDAA-6CC517D01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5320638"/>
                <a:ext cx="2040628" cy="369332"/>
              </a:xfrm>
              <a:prstGeom prst="rect">
                <a:avLst/>
              </a:prstGeom>
              <a:blipFill>
                <a:blip r:embed="rId13"/>
                <a:stretch>
                  <a:fillRect l="-2388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33AEF854-057A-8A13-BF15-3726F3EA2AB0}"/>
                  </a:ext>
                </a:extLst>
              </p:cNvPr>
              <p:cNvSpPr txBox="1"/>
              <p:nvPr/>
            </p:nvSpPr>
            <p:spPr>
              <a:xfrm>
                <a:off x="4151784" y="5320638"/>
                <a:ext cx="21846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kern="100"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57</a:t>
                </a:r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−3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−10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33AEF854-057A-8A13-BF15-3726F3EA2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5320638"/>
                <a:ext cx="2184644" cy="369332"/>
              </a:xfrm>
              <a:prstGeom prst="rect">
                <a:avLst/>
              </a:prstGeom>
              <a:blipFill>
                <a:blip r:embed="rId14"/>
                <a:stretch>
                  <a:fillRect l="-2235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8F4B75F4-5A7E-E022-0CD8-A244882D7F22}"/>
                  </a:ext>
                </a:extLst>
              </p:cNvPr>
              <p:cNvSpPr txBox="1"/>
              <p:nvPr/>
            </p:nvSpPr>
            <p:spPr>
              <a:xfrm>
                <a:off x="8112224" y="5320638"/>
                <a:ext cx="21846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58.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−12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8F4B75F4-5A7E-E022-0CD8-A244882D7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224" y="5320638"/>
                <a:ext cx="2184644" cy="369332"/>
              </a:xfrm>
              <a:prstGeom prst="rect">
                <a:avLst/>
              </a:prstGeom>
              <a:blipFill>
                <a:blip r:embed="rId15"/>
                <a:stretch>
                  <a:fillRect l="-2514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D808E442-CE30-D8AA-723E-46072FB1CB8B}"/>
                  </a:ext>
                </a:extLst>
              </p:cNvPr>
              <p:cNvSpPr txBox="1"/>
              <p:nvPr/>
            </p:nvSpPr>
            <p:spPr>
              <a:xfrm>
                <a:off x="315101" y="8710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D808E442-CE30-D8AA-723E-46072FB1C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01" y="871065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2CF13491-02CC-B990-5AB4-3C3689942D7E}"/>
              </a:ext>
            </a:extLst>
          </p:cNvPr>
          <p:cNvGrpSpPr/>
          <p:nvPr/>
        </p:nvGrpSpPr>
        <p:grpSpPr>
          <a:xfrm>
            <a:off x="610789" y="883885"/>
            <a:ext cx="922394" cy="374470"/>
            <a:chOff x="4108340" y="3821687"/>
            <a:chExt cx="922394" cy="374470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72E804C4-C15F-CD5D-CADA-B50B4378AF4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F1679083-0717-6C5C-2FB9-A632F26D621F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B49B0497-9D3C-D2D3-2FF3-C94608362749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B49B0497-9D3C-D2D3-2FF3-C946083627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C636F56B-FDC7-BA2F-1E00-81FFC9F3869B}"/>
              </a:ext>
            </a:extLst>
          </p:cNvPr>
          <p:cNvGrpSpPr/>
          <p:nvPr/>
        </p:nvGrpSpPr>
        <p:grpSpPr>
          <a:xfrm>
            <a:off x="1343472" y="883885"/>
            <a:ext cx="922394" cy="374470"/>
            <a:chOff x="4108340" y="3821687"/>
            <a:chExt cx="922394" cy="374470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FEDC1EA2-3B04-A642-36FE-DDBA6B981A9D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15EA5A07-BD47-A00C-792B-C0443EF621CC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B93A7D02-796C-A451-AD5A-C2DE54654F81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B93A7D02-796C-A451-AD5A-C2DE54654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3816DAA7-06FA-0795-1295-6F376C6BE47B}"/>
                  </a:ext>
                </a:extLst>
              </p:cNvPr>
              <p:cNvSpPr txBox="1"/>
              <p:nvPr/>
            </p:nvSpPr>
            <p:spPr>
              <a:xfrm>
                <a:off x="4231771" y="8710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3816DAA7-06FA-0795-1295-6F376C6BE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771" y="871065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群組 37">
            <a:extLst>
              <a:ext uri="{FF2B5EF4-FFF2-40B4-BE49-F238E27FC236}">
                <a16:creationId xmlns:a16="http://schemas.microsoft.com/office/drawing/2014/main" id="{56C97DE8-D7E6-1E83-C573-0F0117867153}"/>
              </a:ext>
            </a:extLst>
          </p:cNvPr>
          <p:cNvGrpSpPr/>
          <p:nvPr/>
        </p:nvGrpSpPr>
        <p:grpSpPr>
          <a:xfrm>
            <a:off x="4527459" y="883885"/>
            <a:ext cx="922394" cy="374470"/>
            <a:chOff x="4108340" y="3821687"/>
            <a:chExt cx="922394" cy="374470"/>
          </a:xfrm>
        </p:grpSpPr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FF3AA70F-8AF1-CA5F-631B-26A690889CB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F67E8900-D40A-2728-3E83-7FB7A6D48678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B720056D-C10D-D547-79B9-6CA61B02AC36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B720056D-C10D-D547-79B9-6CA61B02A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C7227FE6-2D9E-783B-335B-C7EADBF39A79}"/>
              </a:ext>
            </a:extLst>
          </p:cNvPr>
          <p:cNvGrpSpPr/>
          <p:nvPr/>
        </p:nvGrpSpPr>
        <p:grpSpPr>
          <a:xfrm>
            <a:off x="5260142" y="883885"/>
            <a:ext cx="922394" cy="374470"/>
            <a:chOff x="4108340" y="3821687"/>
            <a:chExt cx="922394" cy="374470"/>
          </a:xfrm>
        </p:grpSpPr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8FAFA5DF-364B-1E27-CA3E-D65922F5BD7B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58595FDE-A5E9-41E0-DF18-424A8D712FB7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06CFC70C-A2B3-81EC-E29A-F911D1CBFDA5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06CFC70C-A2B3-81EC-E29A-F911D1CBFD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E2E6CF6-8B19-8D82-BD04-A560CE86D247}"/>
                  </a:ext>
                </a:extLst>
              </p:cNvPr>
              <p:cNvSpPr txBox="1"/>
              <p:nvPr/>
            </p:nvSpPr>
            <p:spPr>
              <a:xfrm>
                <a:off x="8256240" y="8659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E2E6CF6-8B19-8D82-BD04-A560CE86D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240" y="865927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>
            <a:extLst>
              <a:ext uri="{FF2B5EF4-FFF2-40B4-BE49-F238E27FC236}">
                <a16:creationId xmlns:a16="http://schemas.microsoft.com/office/drawing/2014/main" id="{7A8502BA-6C98-10EB-739F-6605FCB8973B}"/>
              </a:ext>
            </a:extLst>
          </p:cNvPr>
          <p:cNvGrpSpPr/>
          <p:nvPr/>
        </p:nvGrpSpPr>
        <p:grpSpPr>
          <a:xfrm>
            <a:off x="8551928" y="878747"/>
            <a:ext cx="922394" cy="374470"/>
            <a:chOff x="4108340" y="3821687"/>
            <a:chExt cx="922394" cy="374470"/>
          </a:xfrm>
        </p:grpSpPr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7B34601F-91F4-376B-D9CC-D6E21779E4C8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8E93FBC3-2187-0A3F-8926-2159B8B39786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AE258B6E-8851-5A29-4D9F-8B7E3B338A2F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AE258B6E-8851-5A29-4D9F-8B7E3B338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BF1B1F68-AD1A-FED4-8DDE-42E9B04636A7}"/>
              </a:ext>
            </a:extLst>
          </p:cNvPr>
          <p:cNvGrpSpPr/>
          <p:nvPr/>
        </p:nvGrpSpPr>
        <p:grpSpPr>
          <a:xfrm>
            <a:off x="9284611" y="878747"/>
            <a:ext cx="922394" cy="374470"/>
            <a:chOff x="4108340" y="3821687"/>
            <a:chExt cx="922394" cy="374470"/>
          </a:xfrm>
        </p:grpSpPr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F322BA46-F201-4149-36BC-D19F32650468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B125C872-0D1C-4E3E-EE4D-BFBACFA03DE3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F3A72813-41D3-5CA4-1CDE-5DDB919C69C8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F3A72813-41D3-5CA4-1CDE-5DDB919C69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75D70930-CF88-D04D-AE57-FF50D36E0807}"/>
                  </a:ext>
                </a:extLst>
              </p:cNvPr>
              <p:cNvSpPr txBox="1"/>
              <p:nvPr/>
            </p:nvSpPr>
            <p:spPr>
              <a:xfrm>
                <a:off x="315101" y="25009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75D70930-CF88-D04D-AE57-FF50D36E0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01" y="2500960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群組 55">
            <a:extLst>
              <a:ext uri="{FF2B5EF4-FFF2-40B4-BE49-F238E27FC236}">
                <a16:creationId xmlns:a16="http://schemas.microsoft.com/office/drawing/2014/main" id="{2173FD47-DAAB-0209-A012-5C815A1D7E55}"/>
              </a:ext>
            </a:extLst>
          </p:cNvPr>
          <p:cNvGrpSpPr/>
          <p:nvPr/>
        </p:nvGrpSpPr>
        <p:grpSpPr>
          <a:xfrm>
            <a:off x="610789" y="2513780"/>
            <a:ext cx="922394" cy="374470"/>
            <a:chOff x="4108340" y="3821687"/>
            <a:chExt cx="922394" cy="374470"/>
          </a:xfrm>
        </p:grpSpPr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68C4AAB7-1945-90D0-55D7-090D98791520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AA809A19-5961-0806-6056-8D99C2F43387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F9177A50-F28B-7E7B-0ABC-BB44C46E87F8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F9177A50-F28B-7E7B-0ABC-BB44C46E8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002725B5-0E12-84DE-6E5E-4312E2D3E765}"/>
              </a:ext>
            </a:extLst>
          </p:cNvPr>
          <p:cNvGrpSpPr/>
          <p:nvPr/>
        </p:nvGrpSpPr>
        <p:grpSpPr>
          <a:xfrm>
            <a:off x="1343472" y="2513780"/>
            <a:ext cx="922394" cy="374470"/>
            <a:chOff x="4108340" y="3821687"/>
            <a:chExt cx="922394" cy="374470"/>
          </a:xfrm>
        </p:grpSpPr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F64F60D9-D179-3FFA-D1A4-5626606D5793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97BA9E8D-1281-68E6-81E0-2C78622196C7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91A850B3-52C2-0CEC-0921-0D0908EB8066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91A850B3-52C2-0CEC-0921-0D0908EB80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4B11AF7E-7365-CAA4-E553-F58C81D0007E}"/>
                  </a:ext>
                </a:extLst>
              </p:cNvPr>
              <p:cNvSpPr txBox="1"/>
              <p:nvPr/>
            </p:nvSpPr>
            <p:spPr>
              <a:xfrm>
                <a:off x="4231771" y="25009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4B11AF7E-7365-CAA4-E553-F58C81D00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771" y="2500960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群組 64">
            <a:extLst>
              <a:ext uri="{FF2B5EF4-FFF2-40B4-BE49-F238E27FC236}">
                <a16:creationId xmlns:a16="http://schemas.microsoft.com/office/drawing/2014/main" id="{F0D41A45-C141-9C67-808A-385D6C36740B}"/>
              </a:ext>
            </a:extLst>
          </p:cNvPr>
          <p:cNvGrpSpPr/>
          <p:nvPr/>
        </p:nvGrpSpPr>
        <p:grpSpPr>
          <a:xfrm>
            <a:off x="4527459" y="2513780"/>
            <a:ext cx="922394" cy="374470"/>
            <a:chOff x="4108340" y="3821687"/>
            <a:chExt cx="922394" cy="374470"/>
          </a:xfrm>
        </p:grpSpPr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37669DA6-25DA-6A66-4BD2-CC9F324450B8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11FE7682-FA79-77B0-43B7-0198AB0CD943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C45CBD32-0223-E769-B441-DA7D0B5DE54E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C45CBD32-0223-E769-B441-DA7D0B5DE5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BF4A50FC-AA94-66EF-54C4-9C1B294451C7}"/>
              </a:ext>
            </a:extLst>
          </p:cNvPr>
          <p:cNvGrpSpPr/>
          <p:nvPr/>
        </p:nvGrpSpPr>
        <p:grpSpPr>
          <a:xfrm>
            <a:off x="5260142" y="2513780"/>
            <a:ext cx="922394" cy="374470"/>
            <a:chOff x="4108340" y="3821687"/>
            <a:chExt cx="922394" cy="374470"/>
          </a:xfrm>
        </p:grpSpPr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EF230F90-12A4-084E-A85B-C66A7BCEFE7C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8267EF3E-F9D9-64F0-53A0-A6BE61CAE7E8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3EEF6169-CEAE-61EA-AFD3-EC6B16369BD4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3EEF6169-CEAE-61EA-AFD3-EC6B16369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A520E68-B33A-28F8-4E56-FEE7CC901B31}"/>
                  </a:ext>
                </a:extLst>
              </p:cNvPr>
              <p:cNvSpPr txBox="1"/>
              <p:nvPr/>
            </p:nvSpPr>
            <p:spPr>
              <a:xfrm>
                <a:off x="8256240" y="25060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A520E68-B33A-28F8-4E56-FEE7CC901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240" y="2506098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群組 73">
            <a:extLst>
              <a:ext uri="{FF2B5EF4-FFF2-40B4-BE49-F238E27FC236}">
                <a16:creationId xmlns:a16="http://schemas.microsoft.com/office/drawing/2014/main" id="{49A5F05E-F99E-D967-9741-38A62E4BF79D}"/>
              </a:ext>
            </a:extLst>
          </p:cNvPr>
          <p:cNvGrpSpPr/>
          <p:nvPr/>
        </p:nvGrpSpPr>
        <p:grpSpPr>
          <a:xfrm>
            <a:off x="8551928" y="2518918"/>
            <a:ext cx="922394" cy="374470"/>
            <a:chOff x="4108340" y="3821687"/>
            <a:chExt cx="922394" cy="374470"/>
          </a:xfrm>
        </p:grpSpPr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C46A23DA-E149-0147-9FBE-AF83EE27158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FE42671D-E71F-5BB6-E182-7D95A48B6C75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CF252360-5EA8-346E-9924-0612717DEE6D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CF252360-5EA8-346E-9924-0612717DE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F119A30E-C51F-D0A8-7D21-05E9064313D4}"/>
              </a:ext>
            </a:extLst>
          </p:cNvPr>
          <p:cNvGrpSpPr/>
          <p:nvPr/>
        </p:nvGrpSpPr>
        <p:grpSpPr>
          <a:xfrm>
            <a:off x="9284611" y="2518918"/>
            <a:ext cx="922394" cy="374470"/>
            <a:chOff x="4108340" y="3821687"/>
            <a:chExt cx="922394" cy="374470"/>
          </a:xfrm>
        </p:grpSpPr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29284CBB-4EAA-CD26-BCFC-E9DB8BE6690F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522DA8AB-E9C8-4071-165A-52DE0C56DE6D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685F9B9C-2F3D-ACE9-DC0F-31A887BAC25E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685F9B9C-2F3D-ACE9-DC0F-31A887BAC2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D1733F16-92F1-6478-9EAF-AA5A41237DA8}"/>
                  </a:ext>
                </a:extLst>
              </p:cNvPr>
              <p:cNvSpPr txBox="1"/>
              <p:nvPr/>
            </p:nvSpPr>
            <p:spPr>
              <a:xfrm>
                <a:off x="319364" y="41387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D1733F16-92F1-6478-9EAF-AA5A41237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64" y="4138752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群組 82">
            <a:extLst>
              <a:ext uri="{FF2B5EF4-FFF2-40B4-BE49-F238E27FC236}">
                <a16:creationId xmlns:a16="http://schemas.microsoft.com/office/drawing/2014/main" id="{4AC71C74-10CE-3CF8-A10B-1F623BCF3FF6}"/>
              </a:ext>
            </a:extLst>
          </p:cNvPr>
          <p:cNvGrpSpPr/>
          <p:nvPr/>
        </p:nvGrpSpPr>
        <p:grpSpPr>
          <a:xfrm>
            <a:off x="615052" y="4151572"/>
            <a:ext cx="922394" cy="374470"/>
            <a:chOff x="4108340" y="3821687"/>
            <a:chExt cx="922394" cy="374470"/>
          </a:xfrm>
        </p:grpSpPr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34C20737-BC1C-BF2C-E549-50E6B0542833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53C7A699-411A-843C-A133-FB8EB3417EB6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C426AC59-5EBA-7682-767F-C78F76EA0A72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C426AC59-5EBA-7682-767F-C78F76EA0A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120E8E58-4546-8E21-D93C-2A1B5340809D}"/>
              </a:ext>
            </a:extLst>
          </p:cNvPr>
          <p:cNvGrpSpPr/>
          <p:nvPr/>
        </p:nvGrpSpPr>
        <p:grpSpPr>
          <a:xfrm>
            <a:off x="1347735" y="4151572"/>
            <a:ext cx="922394" cy="374470"/>
            <a:chOff x="4108340" y="3821687"/>
            <a:chExt cx="922394" cy="374470"/>
          </a:xfrm>
        </p:grpSpPr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321346D4-6381-77ED-4FE7-939E4A474012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E9F405D8-254E-129A-0F28-F76284BDD7FC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ED2C569D-2C4A-F4C9-D03D-C06D49BE71EE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ED2C569D-2C4A-F4C9-D03D-C06D49BE71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C3772FC2-EE39-6A18-5CCB-B390655E7452}"/>
                  </a:ext>
                </a:extLst>
              </p:cNvPr>
              <p:cNvSpPr txBox="1"/>
              <p:nvPr/>
            </p:nvSpPr>
            <p:spPr>
              <a:xfrm>
                <a:off x="4207569" y="41158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C3772FC2-EE39-6A18-5CCB-B390655E7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569" y="4115871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" name="群組 91">
            <a:extLst>
              <a:ext uri="{FF2B5EF4-FFF2-40B4-BE49-F238E27FC236}">
                <a16:creationId xmlns:a16="http://schemas.microsoft.com/office/drawing/2014/main" id="{72742CBE-73F7-0AD2-CFE6-8B90CC533800}"/>
              </a:ext>
            </a:extLst>
          </p:cNvPr>
          <p:cNvGrpSpPr/>
          <p:nvPr/>
        </p:nvGrpSpPr>
        <p:grpSpPr>
          <a:xfrm>
            <a:off x="4503257" y="4128691"/>
            <a:ext cx="922394" cy="374470"/>
            <a:chOff x="4108340" y="3821687"/>
            <a:chExt cx="922394" cy="374470"/>
          </a:xfrm>
        </p:grpSpPr>
        <p:sp>
          <p:nvSpPr>
            <p:cNvPr id="93" name="文字方塊 92">
              <a:extLst>
                <a:ext uri="{FF2B5EF4-FFF2-40B4-BE49-F238E27FC236}">
                  <a16:creationId xmlns:a16="http://schemas.microsoft.com/office/drawing/2014/main" id="{5EA8D098-8F16-8623-6858-F92828AF32B0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70E6E73E-6E6B-67AA-4484-4AC4F4FE3A29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字方塊 94">
                  <a:extLst>
                    <a:ext uri="{FF2B5EF4-FFF2-40B4-BE49-F238E27FC236}">
                      <a16:creationId xmlns:a16="http://schemas.microsoft.com/office/drawing/2014/main" id="{035A7B39-FF9A-58B5-DA16-A5120118C1F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5" name="文字方塊 94">
                  <a:extLst>
                    <a:ext uri="{FF2B5EF4-FFF2-40B4-BE49-F238E27FC236}">
                      <a16:creationId xmlns:a16="http://schemas.microsoft.com/office/drawing/2014/main" id="{035A7B39-FF9A-58B5-DA16-A5120118C1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8DC73E7B-A9F6-321A-14F7-56698BEBE7A7}"/>
              </a:ext>
            </a:extLst>
          </p:cNvPr>
          <p:cNvGrpSpPr/>
          <p:nvPr/>
        </p:nvGrpSpPr>
        <p:grpSpPr>
          <a:xfrm>
            <a:off x="5235940" y="4128691"/>
            <a:ext cx="922394" cy="374470"/>
            <a:chOff x="4108340" y="3821687"/>
            <a:chExt cx="922394" cy="374470"/>
          </a:xfrm>
        </p:grpSpPr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60F5F323-ADE1-C3C0-C634-6FAD97DABDFD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6AA54F19-9483-A2E9-7B13-F0BC1903A286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700B895E-E662-1F34-B763-84FF2A7B8C7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700B895E-E662-1F34-B763-84FF2A7B8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C3B7A2F4-0457-81B5-7E03-F99920A04BC5}"/>
                  </a:ext>
                </a:extLst>
              </p:cNvPr>
              <p:cNvSpPr txBox="1"/>
              <p:nvPr/>
            </p:nvSpPr>
            <p:spPr>
              <a:xfrm>
                <a:off x="8256240" y="41286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C3B7A2F4-0457-81B5-7E03-F99920A04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240" y="4128691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群組 120">
            <a:extLst>
              <a:ext uri="{FF2B5EF4-FFF2-40B4-BE49-F238E27FC236}">
                <a16:creationId xmlns:a16="http://schemas.microsoft.com/office/drawing/2014/main" id="{6F62BC4F-160C-DE34-1851-E450D85B950C}"/>
              </a:ext>
            </a:extLst>
          </p:cNvPr>
          <p:cNvGrpSpPr/>
          <p:nvPr/>
        </p:nvGrpSpPr>
        <p:grpSpPr>
          <a:xfrm>
            <a:off x="8551928" y="4141511"/>
            <a:ext cx="922394" cy="374470"/>
            <a:chOff x="4108340" y="3821687"/>
            <a:chExt cx="922394" cy="374470"/>
          </a:xfrm>
        </p:grpSpPr>
        <p:sp>
          <p:nvSpPr>
            <p:cNvPr id="122" name="文字方塊 121">
              <a:extLst>
                <a:ext uri="{FF2B5EF4-FFF2-40B4-BE49-F238E27FC236}">
                  <a16:creationId xmlns:a16="http://schemas.microsoft.com/office/drawing/2014/main" id="{F60FD24C-2BB9-4E9E-F0B5-4F8878B8CDF7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9A8DF8DC-76ED-00B8-CD58-6E2BE692DDE1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CDE9EB55-DA49-E1F5-52ED-BBB541992247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CDE9EB55-DA49-E1F5-52ED-BBB5419922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B82742EB-1739-A4E5-E178-0DDE96EC8F78}"/>
              </a:ext>
            </a:extLst>
          </p:cNvPr>
          <p:cNvGrpSpPr/>
          <p:nvPr/>
        </p:nvGrpSpPr>
        <p:grpSpPr>
          <a:xfrm>
            <a:off x="9284611" y="4141511"/>
            <a:ext cx="922394" cy="374470"/>
            <a:chOff x="4108340" y="3821687"/>
            <a:chExt cx="922394" cy="374470"/>
          </a:xfrm>
        </p:grpSpPr>
        <p:sp>
          <p:nvSpPr>
            <p:cNvPr id="126" name="文字方塊 125">
              <a:extLst>
                <a:ext uri="{FF2B5EF4-FFF2-40B4-BE49-F238E27FC236}">
                  <a16:creationId xmlns:a16="http://schemas.microsoft.com/office/drawing/2014/main" id="{9BE45410-233B-24E7-4234-281C57156323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7" name="文字方塊 126">
              <a:extLst>
                <a:ext uri="{FF2B5EF4-FFF2-40B4-BE49-F238E27FC236}">
                  <a16:creationId xmlns:a16="http://schemas.microsoft.com/office/drawing/2014/main" id="{CC9480EE-BD59-86F0-1403-3F9CB2E1421C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>
                  <a:extLst>
                    <a:ext uri="{FF2B5EF4-FFF2-40B4-BE49-F238E27FC236}">
                      <a16:creationId xmlns:a16="http://schemas.microsoft.com/office/drawing/2014/main" id="{24DF818A-A366-55AE-F35C-FDF1B939B9D7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8" name="文字方塊 127">
                  <a:extLst>
                    <a:ext uri="{FF2B5EF4-FFF2-40B4-BE49-F238E27FC236}">
                      <a16:creationId xmlns:a16="http://schemas.microsoft.com/office/drawing/2014/main" id="{24DF818A-A366-55AE-F35C-FDF1B939B9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7A3B2152-5857-C440-C232-0EE28E9B643F}"/>
                  </a:ext>
                </a:extLst>
              </p:cNvPr>
              <p:cNvSpPr txBox="1"/>
              <p:nvPr/>
            </p:nvSpPr>
            <p:spPr>
              <a:xfrm>
                <a:off x="313515" y="57765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7A3B2152-5857-C440-C232-0EE28E9B6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15" y="5776544"/>
                <a:ext cx="295688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群組 129">
            <a:extLst>
              <a:ext uri="{FF2B5EF4-FFF2-40B4-BE49-F238E27FC236}">
                <a16:creationId xmlns:a16="http://schemas.microsoft.com/office/drawing/2014/main" id="{9C7BC4D9-984C-7B05-EFCE-5CF20A58A7C1}"/>
              </a:ext>
            </a:extLst>
          </p:cNvPr>
          <p:cNvGrpSpPr/>
          <p:nvPr/>
        </p:nvGrpSpPr>
        <p:grpSpPr>
          <a:xfrm>
            <a:off x="609203" y="5789364"/>
            <a:ext cx="922394" cy="374470"/>
            <a:chOff x="4108340" y="3821687"/>
            <a:chExt cx="922394" cy="374470"/>
          </a:xfrm>
        </p:grpSpPr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160F8060-F1D3-03E6-D0BF-356373D0749C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2" name="文字方塊 131">
              <a:extLst>
                <a:ext uri="{FF2B5EF4-FFF2-40B4-BE49-F238E27FC236}">
                  <a16:creationId xmlns:a16="http://schemas.microsoft.com/office/drawing/2014/main" id="{442E52E4-B049-9C91-5B4F-50E78B18ABDC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ACFA0094-3253-B686-34F2-A8F1DD565960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ACFA0094-3253-B686-34F2-A8F1DD5659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4" name="群組 133">
            <a:extLst>
              <a:ext uri="{FF2B5EF4-FFF2-40B4-BE49-F238E27FC236}">
                <a16:creationId xmlns:a16="http://schemas.microsoft.com/office/drawing/2014/main" id="{997DCAE1-7B02-2D66-AB63-940B6D3F8CB4}"/>
              </a:ext>
            </a:extLst>
          </p:cNvPr>
          <p:cNvGrpSpPr/>
          <p:nvPr/>
        </p:nvGrpSpPr>
        <p:grpSpPr>
          <a:xfrm>
            <a:off x="1341886" y="5789364"/>
            <a:ext cx="922394" cy="374470"/>
            <a:chOff x="4108340" y="3821687"/>
            <a:chExt cx="922394" cy="374470"/>
          </a:xfrm>
        </p:grpSpPr>
        <p:sp>
          <p:nvSpPr>
            <p:cNvPr id="135" name="文字方塊 134">
              <a:extLst>
                <a:ext uri="{FF2B5EF4-FFF2-40B4-BE49-F238E27FC236}">
                  <a16:creationId xmlns:a16="http://schemas.microsoft.com/office/drawing/2014/main" id="{7D7B590B-4F25-A1DC-F84C-F01FD4EF999B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6" name="文字方塊 135">
              <a:extLst>
                <a:ext uri="{FF2B5EF4-FFF2-40B4-BE49-F238E27FC236}">
                  <a16:creationId xmlns:a16="http://schemas.microsoft.com/office/drawing/2014/main" id="{A8D17D71-2071-FF86-D128-CB787722C6A1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9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字方塊 136">
                  <a:extLst>
                    <a:ext uri="{FF2B5EF4-FFF2-40B4-BE49-F238E27FC236}">
                      <a16:creationId xmlns:a16="http://schemas.microsoft.com/office/drawing/2014/main" id="{C50561B0-3FBB-E2C5-F0AC-BC9B1070975A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7" name="文字方塊 136">
                  <a:extLst>
                    <a:ext uri="{FF2B5EF4-FFF2-40B4-BE49-F238E27FC236}">
                      <a16:creationId xmlns:a16="http://schemas.microsoft.com/office/drawing/2014/main" id="{C50561B0-3FBB-E2C5-F0AC-BC9B107097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F13A720E-8996-FB79-B22C-D26A45464A4C}"/>
                  </a:ext>
                </a:extLst>
              </p:cNvPr>
              <p:cNvSpPr txBox="1"/>
              <p:nvPr/>
            </p:nvSpPr>
            <p:spPr>
              <a:xfrm>
                <a:off x="4227569" y="57868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F13A720E-8996-FB79-B22C-D26A45464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69" y="5786880"/>
                <a:ext cx="295688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D280C975-8BBF-079D-6733-34F79C87B852}"/>
              </a:ext>
            </a:extLst>
          </p:cNvPr>
          <p:cNvGrpSpPr/>
          <p:nvPr/>
        </p:nvGrpSpPr>
        <p:grpSpPr>
          <a:xfrm>
            <a:off x="4523257" y="5799700"/>
            <a:ext cx="922394" cy="374470"/>
            <a:chOff x="4108340" y="3821687"/>
            <a:chExt cx="922394" cy="374470"/>
          </a:xfrm>
        </p:grpSpPr>
        <p:sp>
          <p:nvSpPr>
            <p:cNvPr id="140" name="文字方塊 139">
              <a:extLst>
                <a:ext uri="{FF2B5EF4-FFF2-40B4-BE49-F238E27FC236}">
                  <a16:creationId xmlns:a16="http://schemas.microsoft.com/office/drawing/2014/main" id="{399AC027-4910-4789-572B-98A82F5FC539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3C7B40FE-4150-7778-C6C2-55184363C84F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字方塊 141">
                  <a:extLst>
                    <a:ext uri="{FF2B5EF4-FFF2-40B4-BE49-F238E27FC236}">
                      <a16:creationId xmlns:a16="http://schemas.microsoft.com/office/drawing/2014/main" id="{6DAA6E9A-B499-CC99-15EB-39A77422B2E0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2" name="文字方塊 141">
                  <a:extLst>
                    <a:ext uri="{FF2B5EF4-FFF2-40B4-BE49-F238E27FC236}">
                      <a16:creationId xmlns:a16="http://schemas.microsoft.com/office/drawing/2014/main" id="{6DAA6E9A-B499-CC99-15EB-39A77422B2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219BF313-D250-7772-6CA2-3E5EDFFE62F4}"/>
              </a:ext>
            </a:extLst>
          </p:cNvPr>
          <p:cNvGrpSpPr/>
          <p:nvPr/>
        </p:nvGrpSpPr>
        <p:grpSpPr>
          <a:xfrm>
            <a:off x="5255940" y="5799700"/>
            <a:ext cx="922394" cy="374470"/>
            <a:chOff x="4108340" y="3821687"/>
            <a:chExt cx="922394" cy="374470"/>
          </a:xfrm>
        </p:grpSpPr>
        <p:sp>
          <p:nvSpPr>
            <p:cNvPr id="144" name="文字方塊 143">
              <a:extLst>
                <a:ext uri="{FF2B5EF4-FFF2-40B4-BE49-F238E27FC236}">
                  <a16:creationId xmlns:a16="http://schemas.microsoft.com/office/drawing/2014/main" id="{29374EC2-2D2F-24BD-E4D4-5505BF381BB0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45" name="文字方塊 144">
              <a:extLst>
                <a:ext uri="{FF2B5EF4-FFF2-40B4-BE49-F238E27FC236}">
                  <a16:creationId xmlns:a16="http://schemas.microsoft.com/office/drawing/2014/main" id="{3D3A8AAC-F62B-53E3-A9E8-5738D9BE9619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字方塊 145">
                  <a:extLst>
                    <a:ext uri="{FF2B5EF4-FFF2-40B4-BE49-F238E27FC236}">
                      <a16:creationId xmlns:a16="http://schemas.microsoft.com/office/drawing/2014/main" id="{20E04C4A-E33C-8403-365D-3197ED17A23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6" name="文字方塊 145">
                  <a:extLst>
                    <a:ext uri="{FF2B5EF4-FFF2-40B4-BE49-F238E27FC236}">
                      <a16:creationId xmlns:a16="http://schemas.microsoft.com/office/drawing/2014/main" id="{20E04C4A-E33C-8403-365D-3197ED17A2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55A32509-3EBD-05EA-C2E5-1DD2A134BB17}"/>
                  </a:ext>
                </a:extLst>
              </p:cNvPr>
              <p:cNvSpPr txBox="1"/>
              <p:nvPr/>
            </p:nvSpPr>
            <p:spPr>
              <a:xfrm>
                <a:off x="8256240" y="57714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55A32509-3EBD-05EA-C2E5-1DD2A134B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240" y="5771406"/>
                <a:ext cx="295688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8" name="群組 147">
            <a:extLst>
              <a:ext uri="{FF2B5EF4-FFF2-40B4-BE49-F238E27FC236}">
                <a16:creationId xmlns:a16="http://schemas.microsoft.com/office/drawing/2014/main" id="{FB3DA202-A5A7-250C-D2DC-9C9B670ADDD8}"/>
              </a:ext>
            </a:extLst>
          </p:cNvPr>
          <p:cNvGrpSpPr/>
          <p:nvPr/>
        </p:nvGrpSpPr>
        <p:grpSpPr>
          <a:xfrm>
            <a:off x="8551928" y="5784226"/>
            <a:ext cx="922394" cy="374470"/>
            <a:chOff x="4108340" y="3821687"/>
            <a:chExt cx="922394" cy="374470"/>
          </a:xfrm>
        </p:grpSpPr>
        <p:sp>
          <p:nvSpPr>
            <p:cNvPr id="149" name="文字方塊 148">
              <a:extLst>
                <a:ext uri="{FF2B5EF4-FFF2-40B4-BE49-F238E27FC236}">
                  <a16:creationId xmlns:a16="http://schemas.microsoft.com/office/drawing/2014/main" id="{7AC8B6FB-1E25-BB10-A68D-C9B6BE6FC63B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6B2EDF1B-7155-9D95-DBE5-34BCF8331010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字方塊 150">
                  <a:extLst>
                    <a:ext uri="{FF2B5EF4-FFF2-40B4-BE49-F238E27FC236}">
                      <a16:creationId xmlns:a16="http://schemas.microsoft.com/office/drawing/2014/main" id="{86EF1F0D-47C9-2ED8-3829-C1D3F88CCF4C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1" name="文字方塊 150">
                  <a:extLst>
                    <a:ext uri="{FF2B5EF4-FFF2-40B4-BE49-F238E27FC236}">
                      <a16:creationId xmlns:a16="http://schemas.microsoft.com/office/drawing/2014/main" id="{86EF1F0D-47C9-2ED8-3829-C1D3F88CCF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FB040522-8890-AB15-9825-C7EB904B3D80}"/>
              </a:ext>
            </a:extLst>
          </p:cNvPr>
          <p:cNvGrpSpPr/>
          <p:nvPr/>
        </p:nvGrpSpPr>
        <p:grpSpPr>
          <a:xfrm>
            <a:off x="9284611" y="5784226"/>
            <a:ext cx="922394" cy="374470"/>
            <a:chOff x="4108340" y="3821687"/>
            <a:chExt cx="922394" cy="374470"/>
          </a:xfrm>
        </p:grpSpPr>
        <p:sp>
          <p:nvSpPr>
            <p:cNvPr id="153" name="文字方塊 152">
              <a:extLst>
                <a:ext uri="{FF2B5EF4-FFF2-40B4-BE49-F238E27FC236}">
                  <a16:creationId xmlns:a16="http://schemas.microsoft.com/office/drawing/2014/main" id="{9454CB23-C9C5-8A70-7880-E1CAF6F29555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54" name="文字方塊 153">
              <a:extLst>
                <a:ext uri="{FF2B5EF4-FFF2-40B4-BE49-F238E27FC236}">
                  <a16:creationId xmlns:a16="http://schemas.microsoft.com/office/drawing/2014/main" id="{043DB69C-0363-D476-BFC1-F047A553B376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字方塊 154">
                  <a:extLst>
                    <a:ext uri="{FF2B5EF4-FFF2-40B4-BE49-F238E27FC236}">
                      <a16:creationId xmlns:a16="http://schemas.microsoft.com/office/drawing/2014/main" id="{AB3F2DB2-7AF7-0600-A56A-14DB53F69A1F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5" name="文字方塊 154">
                  <a:extLst>
                    <a:ext uri="{FF2B5EF4-FFF2-40B4-BE49-F238E27FC236}">
                      <a16:creationId xmlns:a16="http://schemas.microsoft.com/office/drawing/2014/main" id="{AB3F2DB2-7AF7-0600-A56A-14DB53F69A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983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7" grpId="0"/>
      <p:bldP spid="46" grpId="0"/>
      <p:bldP spid="55" grpId="0"/>
      <p:bldP spid="64" grpId="0"/>
      <p:bldP spid="73" grpId="0"/>
      <p:bldP spid="82" grpId="0"/>
      <p:bldP spid="91" grpId="0"/>
      <p:bldP spid="120" grpId="0"/>
      <p:bldP spid="129" grpId="0"/>
      <p:bldP spid="138" grpId="0"/>
      <p:bldP spid="1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6B1621A-BCDD-7918-9169-82DC457E2ED7}"/>
              </a:ext>
            </a:extLst>
          </p:cNvPr>
          <p:cNvSpPr txBox="1"/>
          <p:nvPr/>
        </p:nvSpPr>
        <p:spPr>
          <a:xfrm>
            <a:off x="191344" y="4462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81F7E2C1-C914-A346-B8D4-14449419F23A}"/>
                  </a:ext>
                </a:extLst>
              </p14:cNvPr>
              <p14:cNvContentPartPr/>
              <p14:nvPr/>
            </p14:nvContentPartPr>
            <p14:xfrm>
              <a:off x="263352" y="214929"/>
              <a:ext cx="864096" cy="45719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81F7E2C1-C914-A346-B8D4-14449419F2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346" y="-13500771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2AE5434-D3D4-8C43-8DC1-043166013DFA}"/>
                  </a:ext>
                </a:extLst>
              </p:cNvPr>
              <p:cNvSpPr txBox="1"/>
              <p:nvPr/>
            </p:nvSpPr>
            <p:spPr>
              <a:xfrm>
                <a:off x="168639" y="430953"/>
                <a:ext cx="20406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59.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+6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+8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2AE5434-D3D4-8C43-8DC1-043166013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39" y="430953"/>
                <a:ext cx="2040628" cy="369332"/>
              </a:xfrm>
              <a:prstGeom prst="rect">
                <a:avLst/>
              </a:prstGeom>
              <a:blipFill>
                <a:blip r:embed="rId4"/>
                <a:stretch>
                  <a:fillRect l="-2695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52E09DD-4A64-5DB5-9734-FB98403E31C2}"/>
                  </a:ext>
                </a:extLst>
              </p:cNvPr>
              <p:cNvSpPr txBox="1"/>
              <p:nvPr/>
            </p:nvSpPr>
            <p:spPr>
              <a:xfrm>
                <a:off x="2783632" y="430953"/>
                <a:ext cx="21846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60.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−8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+12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52E09DD-4A64-5DB5-9734-FB98403E3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430953"/>
                <a:ext cx="2184644" cy="369332"/>
              </a:xfrm>
              <a:prstGeom prst="rect">
                <a:avLst/>
              </a:prstGeom>
              <a:blipFill>
                <a:blip r:embed="rId5"/>
                <a:stretch>
                  <a:fillRect l="-2514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8C94442-3F52-2310-FE63-D0E095B21C47}"/>
                  </a:ext>
                </a:extLst>
              </p:cNvPr>
              <p:cNvSpPr txBox="1"/>
              <p:nvPr/>
            </p:nvSpPr>
            <p:spPr>
              <a:xfrm>
                <a:off x="5542641" y="430953"/>
                <a:ext cx="23286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61.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−8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−20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8C94442-3F52-2310-FE63-D0E095B2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641" y="430953"/>
                <a:ext cx="2328660" cy="369332"/>
              </a:xfrm>
              <a:prstGeom prst="rect">
                <a:avLst/>
              </a:prstGeom>
              <a:blipFill>
                <a:blip r:embed="rId6"/>
                <a:stretch>
                  <a:fillRect l="-2094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166B4C6-523C-6700-DA71-A4A560C15C6A}"/>
                  </a:ext>
                </a:extLst>
              </p:cNvPr>
              <p:cNvSpPr txBox="1"/>
              <p:nvPr/>
            </p:nvSpPr>
            <p:spPr>
              <a:xfrm>
                <a:off x="8449607" y="430953"/>
                <a:ext cx="24006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62.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+10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+21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166B4C6-523C-6700-DA71-A4A560C15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9607" y="430953"/>
                <a:ext cx="2400668" cy="369332"/>
              </a:xfrm>
              <a:prstGeom prst="rect">
                <a:avLst/>
              </a:prstGeom>
              <a:blipFill>
                <a:blip r:embed="rId7"/>
                <a:stretch>
                  <a:fillRect l="-2030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59166F8-E394-D177-E5AD-C3B89CE71D76}"/>
                  </a:ext>
                </a:extLst>
              </p:cNvPr>
              <p:cNvSpPr txBox="1"/>
              <p:nvPr/>
            </p:nvSpPr>
            <p:spPr>
              <a:xfrm>
                <a:off x="168639" y="2060848"/>
                <a:ext cx="23286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63.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−10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+24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59166F8-E394-D177-E5AD-C3B89CE71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39" y="2060848"/>
                <a:ext cx="2328660" cy="369332"/>
              </a:xfrm>
              <a:prstGeom prst="rect">
                <a:avLst/>
              </a:prstGeom>
              <a:blipFill>
                <a:blip r:embed="rId8"/>
                <a:stretch>
                  <a:fillRect l="-2356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C53A3ED-0619-560C-FEF7-F5022D409E78}"/>
                  </a:ext>
                </a:extLst>
              </p:cNvPr>
              <p:cNvSpPr txBox="1"/>
              <p:nvPr/>
            </p:nvSpPr>
            <p:spPr>
              <a:xfrm>
                <a:off x="2783632" y="2060848"/>
                <a:ext cx="21846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64.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−30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C53A3ED-0619-560C-FEF7-F5022D409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2060848"/>
                <a:ext cx="2184644" cy="369332"/>
              </a:xfrm>
              <a:prstGeom prst="rect">
                <a:avLst/>
              </a:prstGeom>
              <a:blipFill>
                <a:blip r:embed="rId9"/>
                <a:stretch>
                  <a:fillRect l="-2514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57B80B4-80A8-CF8E-FC6F-5EADCD4D191C}"/>
                  </a:ext>
                </a:extLst>
              </p:cNvPr>
              <p:cNvSpPr txBox="1"/>
              <p:nvPr/>
            </p:nvSpPr>
            <p:spPr>
              <a:xfrm>
                <a:off x="5542641" y="2060848"/>
                <a:ext cx="22566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65.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+12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+32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57B80B4-80A8-CF8E-FC6F-5EADCD4D1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641" y="2060848"/>
                <a:ext cx="2256652" cy="369332"/>
              </a:xfrm>
              <a:prstGeom prst="rect">
                <a:avLst/>
              </a:prstGeom>
              <a:blipFill>
                <a:blip r:embed="rId10"/>
                <a:stretch>
                  <a:fillRect l="-2162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AAB056DA-FD54-F870-CCFF-E6C713526ADE}"/>
                  </a:ext>
                </a:extLst>
              </p:cNvPr>
              <p:cNvSpPr txBox="1"/>
              <p:nvPr/>
            </p:nvSpPr>
            <p:spPr>
              <a:xfrm>
                <a:off x="8449607" y="2060848"/>
                <a:ext cx="23286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66.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−13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+36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AAB056DA-FD54-F870-CCFF-E6C713526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9607" y="2060848"/>
                <a:ext cx="2328660" cy="369332"/>
              </a:xfrm>
              <a:prstGeom prst="rect">
                <a:avLst/>
              </a:prstGeom>
              <a:blipFill>
                <a:blip r:embed="rId11"/>
                <a:stretch>
                  <a:fillRect l="-2094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1849CAD0-E1E0-9C60-9F98-A63538FD84C3}"/>
                  </a:ext>
                </a:extLst>
              </p:cNvPr>
              <p:cNvSpPr txBox="1"/>
              <p:nvPr/>
            </p:nvSpPr>
            <p:spPr>
              <a:xfrm>
                <a:off x="168639" y="3690743"/>
                <a:ext cx="21846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67.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−6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−40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1849CAD0-E1E0-9C60-9F98-A63538FD8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39" y="3690743"/>
                <a:ext cx="2184644" cy="369332"/>
              </a:xfrm>
              <a:prstGeom prst="rect">
                <a:avLst/>
              </a:prstGeom>
              <a:blipFill>
                <a:blip r:embed="rId12"/>
                <a:stretch>
                  <a:fillRect l="-2514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49DB868-6B5A-31F0-68DD-3D3E30F0E21E}"/>
                  </a:ext>
                </a:extLst>
              </p:cNvPr>
              <p:cNvSpPr txBox="1"/>
              <p:nvPr/>
            </p:nvSpPr>
            <p:spPr>
              <a:xfrm>
                <a:off x="2783632" y="3690743"/>
                <a:ext cx="21846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68.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+13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+42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49DB868-6B5A-31F0-68DD-3D3E30F0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3690743"/>
                <a:ext cx="2184644" cy="369332"/>
              </a:xfrm>
              <a:prstGeom prst="rect">
                <a:avLst/>
              </a:prstGeom>
              <a:blipFill>
                <a:blip r:embed="rId13"/>
                <a:stretch>
                  <a:fillRect l="-2514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2AF3404-B8F0-92A5-B052-8F05EB124C1E}"/>
                  </a:ext>
                </a:extLst>
              </p:cNvPr>
              <p:cNvSpPr txBox="1"/>
              <p:nvPr/>
            </p:nvSpPr>
            <p:spPr>
              <a:xfrm>
                <a:off x="5542641" y="3690743"/>
                <a:ext cx="23286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69.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−18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+45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2AF3404-B8F0-92A5-B052-8F05EB124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641" y="3690743"/>
                <a:ext cx="2328660" cy="369332"/>
              </a:xfrm>
              <a:prstGeom prst="rect">
                <a:avLst/>
              </a:prstGeom>
              <a:blipFill>
                <a:blip r:embed="rId14"/>
                <a:stretch>
                  <a:fillRect l="-2094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11DF098-921D-429B-410C-3C7507AE8107}"/>
                  </a:ext>
                </a:extLst>
              </p:cNvPr>
              <p:cNvSpPr txBox="1"/>
              <p:nvPr/>
            </p:nvSpPr>
            <p:spPr>
              <a:xfrm>
                <a:off x="8445666" y="3690743"/>
                <a:ext cx="21846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70.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−48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11DF098-921D-429B-410C-3C7507AE8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666" y="3690743"/>
                <a:ext cx="2184644" cy="369332"/>
              </a:xfrm>
              <a:prstGeom prst="rect">
                <a:avLst/>
              </a:prstGeom>
              <a:blipFill>
                <a:blip r:embed="rId15"/>
                <a:stretch>
                  <a:fillRect l="-2228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C3381E79-491B-F889-A990-C7BE6F283169}"/>
                  </a:ext>
                </a:extLst>
              </p:cNvPr>
              <p:cNvSpPr txBox="1"/>
              <p:nvPr/>
            </p:nvSpPr>
            <p:spPr>
              <a:xfrm>
                <a:off x="168639" y="5320638"/>
                <a:ext cx="24006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71.</a:t>
                </a:r>
                <a:r>
                  <a:rPr lang="en-US" altLang="zh-HK" kern="100"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+17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+52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C3381E79-491B-F889-A990-C7BE6F283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39" y="5320638"/>
                <a:ext cx="2400668" cy="369332"/>
              </a:xfrm>
              <a:prstGeom prst="rect">
                <a:avLst/>
              </a:prstGeom>
              <a:blipFill>
                <a:blip r:embed="rId16"/>
                <a:stretch>
                  <a:fillRect l="-2290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3D59A40-D977-BB11-02F0-285D2EC0F7FA}"/>
                  </a:ext>
                </a:extLst>
              </p:cNvPr>
              <p:cNvSpPr txBox="1"/>
              <p:nvPr/>
            </p:nvSpPr>
            <p:spPr>
              <a:xfrm>
                <a:off x="2783632" y="5320638"/>
                <a:ext cx="2495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72.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−17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−200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3D59A40-D977-BB11-02F0-285D2EC0F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5320638"/>
                <a:ext cx="2495381" cy="369332"/>
              </a:xfrm>
              <a:prstGeom prst="rect">
                <a:avLst/>
              </a:prstGeom>
              <a:blipFill>
                <a:blip r:embed="rId17"/>
                <a:stretch>
                  <a:fillRect l="-2200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364DD64-6510-CE19-A353-D190C12A8BBD}"/>
                  </a:ext>
                </a:extLst>
              </p:cNvPr>
              <p:cNvSpPr txBox="1"/>
              <p:nvPr/>
            </p:nvSpPr>
            <p:spPr>
              <a:xfrm>
                <a:off x="402518" y="84935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364DD64-6510-CE19-A353-D190C12A8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18" y="849359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A410DBC1-3AD8-54B3-1703-8D3EECD0B51A}"/>
              </a:ext>
            </a:extLst>
          </p:cNvPr>
          <p:cNvGrpSpPr/>
          <p:nvPr/>
        </p:nvGrpSpPr>
        <p:grpSpPr>
          <a:xfrm>
            <a:off x="698206" y="862179"/>
            <a:ext cx="922394" cy="374470"/>
            <a:chOff x="4108340" y="3821687"/>
            <a:chExt cx="922394" cy="374470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013FF0B5-2935-2F4D-76AB-F3DA224330E5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49906886-0423-0FC9-76F5-0BBE95DBF577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9E3DAEDC-0F06-ED0E-5F2C-DD35D664E854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9E3DAEDC-0F06-ED0E-5F2C-DD35D664E8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2AC5EB63-BA60-11DD-B824-99DDDE71E47D}"/>
              </a:ext>
            </a:extLst>
          </p:cNvPr>
          <p:cNvGrpSpPr/>
          <p:nvPr/>
        </p:nvGrpSpPr>
        <p:grpSpPr>
          <a:xfrm>
            <a:off x="1430889" y="862179"/>
            <a:ext cx="922394" cy="374470"/>
            <a:chOff x="4108340" y="3821687"/>
            <a:chExt cx="922394" cy="374470"/>
          </a:xfrm>
        </p:grpSpPr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4D4784CC-336B-DECF-382D-725E5BAD157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2B88BCD9-6F5F-8291-CDA2-10F878BCC65B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8ECD3510-6CEA-CB3D-3375-62F4B70FC9D6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8ECD3510-6CEA-CB3D-3375-62F4B70FC9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56A4A22-17DC-4572-2607-B722C7942530}"/>
                  </a:ext>
                </a:extLst>
              </p:cNvPr>
              <p:cNvSpPr txBox="1"/>
              <p:nvPr/>
            </p:nvSpPr>
            <p:spPr>
              <a:xfrm>
                <a:off x="3017511" y="84935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56A4A22-17DC-4572-2607-B722C7942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11" y="849359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群組 41">
            <a:extLst>
              <a:ext uri="{FF2B5EF4-FFF2-40B4-BE49-F238E27FC236}">
                <a16:creationId xmlns:a16="http://schemas.microsoft.com/office/drawing/2014/main" id="{D6818731-917B-40A3-248C-E899FDC692EE}"/>
              </a:ext>
            </a:extLst>
          </p:cNvPr>
          <p:cNvGrpSpPr/>
          <p:nvPr/>
        </p:nvGrpSpPr>
        <p:grpSpPr>
          <a:xfrm>
            <a:off x="3313199" y="862179"/>
            <a:ext cx="922394" cy="374470"/>
            <a:chOff x="4108340" y="3821687"/>
            <a:chExt cx="922394" cy="374470"/>
          </a:xfrm>
        </p:grpSpPr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A308849D-1450-5F24-924D-6C74B6E71B33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AFA72388-B187-F6F0-A7DE-9ED3254335EB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61E2014D-8D09-0CE8-9852-4DB3495BC97E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61E2014D-8D09-0CE8-9852-4DB3495BC9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77938505-C158-39D8-8653-7683F06B256A}"/>
              </a:ext>
            </a:extLst>
          </p:cNvPr>
          <p:cNvGrpSpPr/>
          <p:nvPr/>
        </p:nvGrpSpPr>
        <p:grpSpPr>
          <a:xfrm>
            <a:off x="4045882" y="862179"/>
            <a:ext cx="922394" cy="374470"/>
            <a:chOff x="4108340" y="3821687"/>
            <a:chExt cx="922394" cy="374470"/>
          </a:xfrm>
        </p:grpSpPr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CBF1A4FC-0BF3-5129-3F7D-8115D041C190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863E0F91-4D6A-E40E-0AAA-6207FA979F8E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B4908C2F-327D-84BF-611B-EA68BEF90B3C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B4908C2F-327D-84BF-611B-EA68BEF90B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3D700AF9-44F3-1AFA-37F8-38DB268327C6}"/>
                  </a:ext>
                </a:extLst>
              </p:cNvPr>
              <p:cNvSpPr txBox="1"/>
              <p:nvPr/>
            </p:nvSpPr>
            <p:spPr>
              <a:xfrm>
                <a:off x="5758360" y="8432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3D700AF9-44F3-1AFA-37F8-38DB26832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360" y="843221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群組 50">
            <a:extLst>
              <a:ext uri="{FF2B5EF4-FFF2-40B4-BE49-F238E27FC236}">
                <a16:creationId xmlns:a16="http://schemas.microsoft.com/office/drawing/2014/main" id="{F57E8E87-16E0-BEB2-32BB-3FD663A58E1F}"/>
              </a:ext>
            </a:extLst>
          </p:cNvPr>
          <p:cNvGrpSpPr/>
          <p:nvPr/>
        </p:nvGrpSpPr>
        <p:grpSpPr>
          <a:xfrm>
            <a:off x="6054048" y="856041"/>
            <a:ext cx="922394" cy="374470"/>
            <a:chOff x="4108340" y="3821687"/>
            <a:chExt cx="922394" cy="374470"/>
          </a:xfrm>
        </p:grpSpPr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83F5CF6F-3B41-7C70-2EBC-BDC5DCD3478E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E873AB9D-FAC5-77CF-DEAE-A9A9F41A1EC6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302CE7FB-42E9-407A-19B2-482A2BD3F492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302CE7FB-42E9-407A-19B2-482A2BD3F4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0747134C-BAE1-67C5-A044-1D61D1C29EE8}"/>
              </a:ext>
            </a:extLst>
          </p:cNvPr>
          <p:cNvGrpSpPr/>
          <p:nvPr/>
        </p:nvGrpSpPr>
        <p:grpSpPr>
          <a:xfrm>
            <a:off x="6786731" y="856041"/>
            <a:ext cx="1077886" cy="374470"/>
            <a:chOff x="4108340" y="3821687"/>
            <a:chExt cx="1077886" cy="374470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2F358939-F329-7909-5669-937787F86367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5CE2013C-F19B-D4F0-AA3D-A556061264E0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0E5D1DC9-70CB-5EE7-2A11-819CEA5EB106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0E5D1DC9-70CB-5EE7-2A11-819CEA5EB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8E7B3A99-46AF-9221-73F8-2B44BFF687FD}"/>
                  </a:ext>
                </a:extLst>
              </p:cNvPr>
              <p:cNvSpPr txBox="1"/>
              <p:nvPr/>
            </p:nvSpPr>
            <p:spPr>
              <a:xfrm>
                <a:off x="8686706" y="8432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8E7B3A99-46AF-9221-73F8-2B44BFF68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706" y="843221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群組 59">
            <a:extLst>
              <a:ext uri="{FF2B5EF4-FFF2-40B4-BE49-F238E27FC236}">
                <a16:creationId xmlns:a16="http://schemas.microsoft.com/office/drawing/2014/main" id="{B2AC19F8-931B-7E1D-41E0-44BCD37956BA}"/>
              </a:ext>
            </a:extLst>
          </p:cNvPr>
          <p:cNvGrpSpPr/>
          <p:nvPr/>
        </p:nvGrpSpPr>
        <p:grpSpPr>
          <a:xfrm>
            <a:off x="8982394" y="856041"/>
            <a:ext cx="922394" cy="374470"/>
            <a:chOff x="4108340" y="3821687"/>
            <a:chExt cx="922394" cy="374470"/>
          </a:xfrm>
        </p:grpSpPr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1DB38CB5-7433-359F-BD41-52937E44106B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2028B0EC-BD60-7566-7DB8-E5B505093643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7428E4C8-54FE-0063-BE19-F6435E560A5F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7428E4C8-54FE-0063-BE19-F6435E560A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A59B2295-DDEA-5B42-C5DC-5AC9A7859C33}"/>
              </a:ext>
            </a:extLst>
          </p:cNvPr>
          <p:cNvGrpSpPr/>
          <p:nvPr/>
        </p:nvGrpSpPr>
        <p:grpSpPr>
          <a:xfrm>
            <a:off x="9715077" y="856041"/>
            <a:ext cx="922394" cy="374470"/>
            <a:chOff x="4108340" y="3821687"/>
            <a:chExt cx="922394" cy="374470"/>
          </a:xfrm>
        </p:grpSpPr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F68FD8AF-4689-E07D-9930-6BEEDE9D4D32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F767B113-A242-0A96-7A40-8BCEFD19A5BA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9AD7106E-F7C1-13EE-34EC-03F65248F0CC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9AD7106E-F7C1-13EE-34EC-03F65248F0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8972E8E7-8F4E-7F13-1065-88D97654902B}"/>
                  </a:ext>
                </a:extLst>
              </p:cNvPr>
              <p:cNvSpPr txBox="1"/>
              <p:nvPr/>
            </p:nvSpPr>
            <p:spPr>
              <a:xfrm>
                <a:off x="402518" y="24836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8972E8E7-8F4E-7F13-1065-88D976549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18" y="2483665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群組 68">
            <a:extLst>
              <a:ext uri="{FF2B5EF4-FFF2-40B4-BE49-F238E27FC236}">
                <a16:creationId xmlns:a16="http://schemas.microsoft.com/office/drawing/2014/main" id="{298EE20C-EDCE-1B89-31DD-A1670526FD81}"/>
              </a:ext>
            </a:extLst>
          </p:cNvPr>
          <p:cNvGrpSpPr/>
          <p:nvPr/>
        </p:nvGrpSpPr>
        <p:grpSpPr>
          <a:xfrm>
            <a:off x="698206" y="2496485"/>
            <a:ext cx="922394" cy="374470"/>
            <a:chOff x="4108340" y="3821687"/>
            <a:chExt cx="922394" cy="374470"/>
          </a:xfrm>
        </p:grpSpPr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EEA7681C-7E5A-73C2-30D4-5AC58BA1BF6C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4DF13B7C-C60A-9EF8-7122-A774DF94E9C3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3975653A-4DD5-1748-60FC-AACDE38F1260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3975653A-4DD5-1748-60FC-AACDE38F1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882917F0-5831-D567-B8D9-0D86391E384F}"/>
              </a:ext>
            </a:extLst>
          </p:cNvPr>
          <p:cNvGrpSpPr/>
          <p:nvPr/>
        </p:nvGrpSpPr>
        <p:grpSpPr>
          <a:xfrm>
            <a:off x="1430889" y="2496485"/>
            <a:ext cx="922394" cy="374470"/>
            <a:chOff x="4108340" y="3821687"/>
            <a:chExt cx="922394" cy="374470"/>
          </a:xfrm>
        </p:grpSpPr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2341841A-67AF-BF94-3DE1-735986790195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18D7FF0D-2B04-DEDB-FA25-9B7C15AD3835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39CB9DAB-7DA4-5B8B-E96E-C303B7DAB691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39CB9DAB-7DA4-5B8B-E96E-C303B7DAB6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9D6560D-E979-89CB-B3DE-2276001F899B}"/>
                  </a:ext>
                </a:extLst>
              </p:cNvPr>
              <p:cNvSpPr txBox="1"/>
              <p:nvPr/>
            </p:nvSpPr>
            <p:spPr>
              <a:xfrm>
                <a:off x="3017511" y="24836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9D6560D-E979-89CB-B3DE-2276001F8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11" y="2483665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826CDD04-9F49-37F2-1E0A-894FCF0EA67A}"/>
              </a:ext>
            </a:extLst>
          </p:cNvPr>
          <p:cNvGrpSpPr/>
          <p:nvPr/>
        </p:nvGrpSpPr>
        <p:grpSpPr>
          <a:xfrm>
            <a:off x="3313199" y="2496485"/>
            <a:ext cx="922394" cy="374470"/>
            <a:chOff x="4108340" y="3821687"/>
            <a:chExt cx="922394" cy="374470"/>
          </a:xfrm>
        </p:grpSpPr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46285117-499B-6D36-019B-222BAE7C17C0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D9B517BC-925B-E7E3-D9F8-3AEAD340DE77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035861C3-C0F9-B51B-C430-16D3B06F3239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035861C3-C0F9-B51B-C430-16D3B06F3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35BCE8AB-1C81-F28D-20EA-D67B9FDD5BD5}"/>
              </a:ext>
            </a:extLst>
          </p:cNvPr>
          <p:cNvGrpSpPr/>
          <p:nvPr/>
        </p:nvGrpSpPr>
        <p:grpSpPr>
          <a:xfrm>
            <a:off x="4045882" y="2496485"/>
            <a:ext cx="922394" cy="374470"/>
            <a:chOff x="4108340" y="3821687"/>
            <a:chExt cx="922394" cy="374470"/>
          </a:xfrm>
        </p:grpSpPr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91D692FC-4E36-D755-CA7A-C8FDAC6DC1AC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8943B8EB-7BB4-F91B-6387-025A210240B4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75586BF4-CF70-57FD-0614-DFF742415308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75586BF4-CF70-57FD-0614-DFF742415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27BE2498-6685-4305-DBF4-AD625A7D153E}"/>
                  </a:ext>
                </a:extLst>
              </p:cNvPr>
              <p:cNvSpPr txBox="1"/>
              <p:nvPr/>
            </p:nvSpPr>
            <p:spPr>
              <a:xfrm>
                <a:off x="5761717" y="245357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27BE2498-6685-4305-DBF4-AD625A7D1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717" y="2453570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群組 86">
            <a:extLst>
              <a:ext uri="{FF2B5EF4-FFF2-40B4-BE49-F238E27FC236}">
                <a16:creationId xmlns:a16="http://schemas.microsoft.com/office/drawing/2014/main" id="{0177D2D6-6888-BFB5-9DD6-992C1D71E5CD}"/>
              </a:ext>
            </a:extLst>
          </p:cNvPr>
          <p:cNvGrpSpPr/>
          <p:nvPr/>
        </p:nvGrpSpPr>
        <p:grpSpPr>
          <a:xfrm>
            <a:off x="6057405" y="2466390"/>
            <a:ext cx="922394" cy="374470"/>
            <a:chOff x="4108340" y="3821687"/>
            <a:chExt cx="922394" cy="374470"/>
          </a:xfrm>
        </p:grpSpPr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1C2912B4-9EBC-DF62-E199-0FF60C452C91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DDEB707D-D59A-ADA8-5A3C-5E2D963D1A69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8D506930-7221-EDAA-F35B-16178BC94EA4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8D506930-7221-EDAA-F35B-16178BC94E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AEACEB6D-6B92-504A-251A-6BF59F4099C7}"/>
              </a:ext>
            </a:extLst>
          </p:cNvPr>
          <p:cNvGrpSpPr/>
          <p:nvPr/>
        </p:nvGrpSpPr>
        <p:grpSpPr>
          <a:xfrm>
            <a:off x="6790088" y="2466390"/>
            <a:ext cx="922394" cy="374470"/>
            <a:chOff x="4108340" y="3821687"/>
            <a:chExt cx="922394" cy="374470"/>
          </a:xfrm>
        </p:grpSpPr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CD4798EC-67DC-1884-9733-CA44A1C626D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3" name="文字方塊 92">
              <a:extLst>
                <a:ext uri="{FF2B5EF4-FFF2-40B4-BE49-F238E27FC236}">
                  <a16:creationId xmlns:a16="http://schemas.microsoft.com/office/drawing/2014/main" id="{B0E3BDC7-B3D4-6565-D2FF-86AAD589AE79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字方塊 93">
                  <a:extLst>
                    <a:ext uri="{FF2B5EF4-FFF2-40B4-BE49-F238E27FC236}">
                      <a16:creationId xmlns:a16="http://schemas.microsoft.com/office/drawing/2014/main" id="{3B72260E-7207-8CB5-E672-2473C0096EB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4" name="文字方塊 93">
                  <a:extLst>
                    <a:ext uri="{FF2B5EF4-FFF2-40B4-BE49-F238E27FC236}">
                      <a16:creationId xmlns:a16="http://schemas.microsoft.com/office/drawing/2014/main" id="{3B72260E-7207-8CB5-E672-2473C0096E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2C936825-DEF2-4D04-CE9D-348A5B910316}"/>
                  </a:ext>
                </a:extLst>
              </p:cNvPr>
              <p:cNvSpPr txBox="1"/>
              <p:nvPr/>
            </p:nvSpPr>
            <p:spPr>
              <a:xfrm>
                <a:off x="8689071" y="24836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2C936825-DEF2-4D04-CE9D-348A5B910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071" y="2483665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群組 95">
            <a:extLst>
              <a:ext uri="{FF2B5EF4-FFF2-40B4-BE49-F238E27FC236}">
                <a16:creationId xmlns:a16="http://schemas.microsoft.com/office/drawing/2014/main" id="{3C0BCD2E-4F3C-FFA4-5C74-9ED1FB58F526}"/>
              </a:ext>
            </a:extLst>
          </p:cNvPr>
          <p:cNvGrpSpPr/>
          <p:nvPr/>
        </p:nvGrpSpPr>
        <p:grpSpPr>
          <a:xfrm>
            <a:off x="8984759" y="2496485"/>
            <a:ext cx="922394" cy="374470"/>
            <a:chOff x="4108340" y="3821687"/>
            <a:chExt cx="922394" cy="374470"/>
          </a:xfrm>
        </p:grpSpPr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A45C8EE5-1528-5CC3-CC7B-243552BF6695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28D74E4A-4051-5411-B022-8B28CAC3BB83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E0E91D81-AC00-31E1-25BD-A36F009C0965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E0E91D81-AC00-31E1-25BD-A36F009C09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群組 99">
            <a:extLst>
              <a:ext uri="{FF2B5EF4-FFF2-40B4-BE49-F238E27FC236}">
                <a16:creationId xmlns:a16="http://schemas.microsoft.com/office/drawing/2014/main" id="{46D8D64F-C597-0A1C-2DA5-2E0DE1F25E68}"/>
              </a:ext>
            </a:extLst>
          </p:cNvPr>
          <p:cNvGrpSpPr/>
          <p:nvPr/>
        </p:nvGrpSpPr>
        <p:grpSpPr>
          <a:xfrm>
            <a:off x="9717442" y="2496485"/>
            <a:ext cx="922394" cy="374470"/>
            <a:chOff x="4108340" y="3821687"/>
            <a:chExt cx="922394" cy="374470"/>
          </a:xfrm>
        </p:grpSpPr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FF717184-48BD-3895-39B2-585A28EB7260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D915A5A5-394D-FE15-E1B5-57A89726EFB4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9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字方塊 102">
                  <a:extLst>
                    <a:ext uri="{FF2B5EF4-FFF2-40B4-BE49-F238E27FC236}">
                      <a16:creationId xmlns:a16="http://schemas.microsoft.com/office/drawing/2014/main" id="{49BB6D75-BB12-EE14-4AAA-6407A9567F96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3" name="文字方塊 102">
                  <a:extLst>
                    <a:ext uri="{FF2B5EF4-FFF2-40B4-BE49-F238E27FC236}">
                      <a16:creationId xmlns:a16="http://schemas.microsoft.com/office/drawing/2014/main" id="{49BB6D75-BB12-EE14-4AAA-6407A9567F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88314CFB-F664-E3AF-9143-AD745687BEC7}"/>
                  </a:ext>
                </a:extLst>
              </p:cNvPr>
              <p:cNvSpPr txBox="1"/>
              <p:nvPr/>
            </p:nvSpPr>
            <p:spPr>
              <a:xfrm>
                <a:off x="402518" y="40789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88314CFB-F664-E3AF-9143-AD745687B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18" y="4078999"/>
                <a:ext cx="295688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E1C3AF26-D4A2-6BD6-076E-A3C913CF14B0}"/>
              </a:ext>
            </a:extLst>
          </p:cNvPr>
          <p:cNvGrpSpPr/>
          <p:nvPr/>
        </p:nvGrpSpPr>
        <p:grpSpPr>
          <a:xfrm>
            <a:off x="698206" y="4091819"/>
            <a:ext cx="922394" cy="374470"/>
            <a:chOff x="4108340" y="3821687"/>
            <a:chExt cx="922394" cy="374470"/>
          </a:xfrm>
        </p:grpSpPr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9B45625D-EDFB-29ED-E699-5A8C0104E698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24F1AAD5-56B3-DAA2-BA69-DBA4FF190387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字方塊 107">
                  <a:extLst>
                    <a:ext uri="{FF2B5EF4-FFF2-40B4-BE49-F238E27FC236}">
                      <a16:creationId xmlns:a16="http://schemas.microsoft.com/office/drawing/2014/main" id="{CBDEAB4C-9CB6-1D0B-16D6-3FBFD0D391D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8" name="文字方塊 107">
                  <a:extLst>
                    <a:ext uri="{FF2B5EF4-FFF2-40B4-BE49-F238E27FC236}">
                      <a16:creationId xmlns:a16="http://schemas.microsoft.com/office/drawing/2014/main" id="{CBDEAB4C-9CB6-1D0B-16D6-3FBFD0D39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群組 108">
            <a:extLst>
              <a:ext uri="{FF2B5EF4-FFF2-40B4-BE49-F238E27FC236}">
                <a16:creationId xmlns:a16="http://schemas.microsoft.com/office/drawing/2014/main" id="{1C5F71CE-5E76-2F60-9E1E-A3045462D6FA}"/>
              </a:ext>
            </a:extLst>
          </p:cNvPr>
          <p:cNvGrpSpPr/>
          <p:nvPr/>
        </p:nvGrpSpPr>
        <p:grpSpPr>
          <a:xfrm>
            <a:off x="1430889" y="4091819"/>
            <a:ext cx="1077886" cy="374470"/>
            <a:chOff x="4108340" y="3821687"/>
            <a:chExt cx="1077886" cy="374470"/>
          </a:xfrm>
        </p:grpSpPr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94C143E5-E173-FC1E-28F3-7F76C22F7AB4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0ECA3A94-B48E-C4F3-D73B-73DA2BCA6CC5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CB72EAD7-0E91-7470-8230-04B5EF8E1FB4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CB72EAD7-0E91-7470-8230-04B5EF8E1F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7033DC6C-A15C-4BF3-C1B7-5E9BCDEE7650}"/>
                  </a:ext>
                </a:extLst>
              </p:cNvPr>
              <p:cNvSpPr txBox="1"/>
              <p:nvPr/>
            </p:nvSpPr>
            <p:spPr>
              <a:xfrm>
                <a:off x="3022803" y="409181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7033DC6C-A15C-4BF3-C1B7-5E9BCDEE7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803" y="4091819"/>
                <a:ext cx="295688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10695392-5D13-4EC5-F823-4041CA7DF07D}"/>
              </a:ext>
            </a:extLst>
          </p:cNvPr>
          <p:cNvGrpSpPr/>
          <p:nvPr/>
        </p:nvGrpSpPr>
        <p:grpSpPr>
          <a:xfrm>
            <a:off x="3318491" y="4104639"/>
            <a:ext cx="922394" cy="374470"/>
            <a:chOff x="4108340" y="3821687"/>
            <a:chExt cx="922394" cy="374470"/>
          </a:xfrm>
        </p:grpSpPr>
        <p:sp>
          <p:nvSpPr>
            <p:cNvPr id="115" name="文字方塊 114">
              <a:extLst>
                <a:ext uri="{FF2B5EF4-FFF2-40B4-BE49-F238E27FC236}">
                  <a16:creationId xmlns:a16="http://schemas.microsoft.com/office/drawing/2014/main" id="{879C4ECF-86ED-AF52-FB53-E4ABA2F40806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6" name="文字方塊 115">
              <a:extLst>
                <a:ext uri="{FF2B5EF4-FFF2-40B4-BE49-F238E27FC236}">
                  <a16:creationId xmlns:a16="http://schemas.microsoft.com/office/drawing/2014/main" id="{E2B59A15-823D-6A53-E3FD-4BBE2D0D4568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字方塊 116">
                  <a:extLst>
                    <a:ext uri="{FF2B5EF4-FFF2-40B4-BE49-F238E27FC236}">
                      <a16:creationId xmlns:a16="http://schemas.microsoft.com/office/drawing/2014/main" id="{28109212-A99E-E023-5E5C-74FC18D115CF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7" name="文字方塊 116">
                  <a:extLst>
                    <a:ext uri="{FF2B5EF4-FFF2-40B4-BE49-F238E27FC236}">
                      <a16:creationId xmlns:a16="http://schemas.microsoft.com/office/drawing/2014/main" id="{28109212-A99E-E023-5E5C-74FC18D115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8F1570AB-463E-6A1D-C606-0BE34EB7E687}"/>
              </a:ext>
            </a:extLst>
          </p:cNvPr>
          <p:cNvGrpSpPr/>
          <p:nvPr/>
        </p:nvGrpSpPr>
        <p:grpSpPr>
          <a:xfrm>
            <a:off x="4051174" y="4104639"/>
            <a:ext cx="922394" cy="374470"/>
            <a:chOff x="4108340" y="3821687"/>
            <a:chExt cx="922394" cy="374470"/>
          </a:xfrm>
        </p:grpSpPr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3C17D34C-CDF2-279E-5E6E-D5EBABE6FBFE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18B2806F-81BC-8B50-83EC-ECCAD1D5D1C4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字方塊 120">
                  <a:extLst>
                    <a:ext uri="{FF2B5EF4-FFF2-40B4-BE49-F238E27FC236}">
                      <a16:creationId xmlns:a16="http://schemas.microsoft.com/office/drawing/2014/main" id="{49D262FE-28EA-0622-D803-FEDC73116F8C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1" name="文字方塊 120">
                  <a:extLst>
                    <a:ext uri="{FF2B5EF4-FFF2-40B4-BE49-F238E27FC236}">
                      <a16:creationId xmlns:a16="http://schemas.microsoft.com/office/drawing/2014/main" id="{49D262FE-28EA-0622-D803-FEDC73116F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528D060D-CCE6-3B8D-9C59-5B7132674B6B}"/>
                  </a:ext>
                </a:extLst>
              </p:cNvPr>
              <p:cNvSpPr txBox="1"/>
              <p:nvPr/>
            </p:nvSpPr>
            <p:spPr>
              <a:xfrm>
                <a:off x="5761717" y="40890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528D060D-CCE6-3B8D-9C59-5B7132674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717" y="4089030"/>
                <a:ext cx="295688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群組 122">
            <a:extLst>
              <a:ext uri="{FF2B5EF4-FFF2-40B4-BE49-F238E27FC236}">
                <a16:creationId xmlns:a16="http://schemas.microsoft.com/office/drawing/2014/main" id="{24436FAC-6ED8-4B9C-C77E-9E65FF5AE989}"/>
              </a:ext>
            </a:extLst>
          </p:cNvPr>
          <p:cNvGrpSpPr/>
          <p:nvPr/>
        </p:nvGrpSpPr>
        <p:grpSpPr>
          <a:xfrm>
            <a:off x="6057405" y="4101850"/>
            <a:ext cx="922394" cy="374470"/>
            <a:chOff x="4108340" y="3821687"/>
            <a:chExt cx="922394" cy="374470"/>
          </a:xfrm>
        </p:grpSpPr>
        <p:sp>
          <p:nvSpPr>
            <p:cNvPr id="124" name="文字方塊 123">
              <a:extLst>
                <a:ext uri="{FF2B5EF4-FFF2-40B4-BE49-F238E27FC236}">
                  <a16:creationId xmlns:a16="http://schemas.microsoft.com/office/drawing/2014/main" id="{428F5A4C-8ED8-6D97-5B09-77C4CC42D05A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AA2D504A-3D2D-37ED-B18A-58AE1F99D68F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字方塊 125">
                  <a:extLst>
                    <a:ext uri="{FF2B5EF4-FFF2-40B4-BE49-F238E27FC236}">
                      <a16:creationId xmlns:a16="http://schemas.microsoft.com/office/drawing/2014/main" id="{876BBDD8-463D-F452-6F30-6B893A307BC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6" name="文字方塊 125">
                  <a:extLst>
                    <a:ext uri="{FF2B5EF4-FFF2-40B4-BE49-F238E27FC236}">
                      <a16:creationId xmlns:a16="http://schemas.microsoft.com/office/drawing/2014/main" id="{876BBDD8-463D-F452-6F30-6B893A307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群組 126">
            <a:extLst>
              <a:ext uri="{FF2B5EF4-FFF2-40B4-BE49-F238E27FC236}">
                <a16:creationId xmlns:a16="http://schemas.microsoft.com/office/drawing/2014/main" id="{5263BBFB-847A-80B0-9063-9127E60E89DA}"/>
              </a:ext>
            </a:extLst>
          </p:cNvPr>
          <p:cNvGrpSpPr/>
          <p:nvPr/>
        </p:nvGrpSpPr>
        <p:grpSpPr>
          <a:xfrm>
            <a:off x="6790088" y="4101850"/>
            <a:ext cx="1077886" cy="374470"/>
            <a:chOff x="4108340" y="3821687"/>
            <a:chExt cx="1077886" cy="374470"/>
          </a:xfrm>
        </p:grpSpPr>
        <p:sp>
          <p:nvSpPr>
            <p:cNvPr id="128" name="文字方塊 127">
              <a:extLst>
                <a:ext uri="{FF2B5EF4-FFF2-40B4-BE49-F238E27FC236}">
                  <a16:creationId xmlns:a16="http://schemas.microsoft.com/office/drawing/2014/main" id="{DBC55E31-1F33-DC43-A68E-54F5E9FBD034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9" name="文字方塊 128">
              <a:extLst>
                <a:ext uri="{FF2B5EF4-FFF2-40B4-BE49-F238E27FC236}">
                  <a16:creationId xmlns:a16="http://schemas.microsoft.com/office/drawing/2014/main" id="{A4D95E01-C16A-40DA-6D99-DCE443BDC204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79D7DE8A-C378-5BDF-C523-49FD849E2F0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79D7DE8A-C378-5BDF-C523-49FD849E2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900A2877-AB3B-455F-2D66-AC928F8D1FED}"/>
                  </a:ext>
                </a:extLst>
              </p:cNvPr>
              <p:cNvSpPr txBox="1"/>
              <p:nvPr/>
            </p:nvSpPr>
            <p:spPr>
              <a:xfrm>
                <a:off x="8695355" y="40595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900A2877-AB3B-455F-2D66-AC928F8D1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355" y="4059534"/>
                <a:ext cx="295688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2" name="群組 131">
            <a:extLst>
              <a:ext uri="{FF2B5EF4-FFF2-40B4-BE49-F238E27FC236}">
                <a16:creationId xmlns:a16="http://schemas.microsoft.com/office/drawing/2014/main" id="{28D8FC0B-DF8F-B228-B2A1-A03E2279B503}"/>
              </a:ext>
            </a:extLst>
          </p:cNvPr>
          <p:cNvGrpSpPr/>
          <p:nvPr/>
        </p:nvGrpSpPr>
        <p:grpSpPr>
          <a:xfrm>
            <a:off x="8991043" y="4072354"/>
            <a:ext cx="922394" cy="374470"/>
            <a:chOff x="4108340" y="3821687"/>
            <a:chExt cx="922394" cy="374470"/>
          </a:xfrm>
        </p:grpSpPr>
        <p:sp>
          <p:nvSpPr>
            <p:cNvPr id="133" name="文字方塊 132">
              <a:extLst>
                <a:ext uri="{FF2B5EF4-FFF2-40B4-BE49-F238E27FC236}">
                  <a16:creationId xmlns:a16="http://schemas.microsoft.com/office/drawing/2014/main" id="{955C92CE-66C1-47BA-38A1-F47D3A3C81FF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4" name="文字方塊 133">
              <a:extLst>
                <a:ext uri="{FF2B5EF4-FFF2-40B4-BE49-F238E27FC236}">
                  <a16:creationId xmlns:a16="http://schemas.microsoft.com/office/drawing/2014/main" id="{9D0E678D-38AF-9F92-8679-546E27F448BA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A2E58BA5-A283-9684-72A5-D221E4AD881E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A2E58BA5-A283-9684-72A5-D221E4AD88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BD4B9987-6F35-EE21-DCCF-E1B310A6E640}"/>
              </a:ext>
            </a:extLst>
          </p:cNvPr>
          <p:cNvGrpSpPr/>
          <p:nvPr/>
        </p:nvGrpSpPr>
        <p:grpSpPr>
          <a:xfrm>
            <a:off x="9723726" y="4072354"/>
            <a:ext cx="922394" cy="374470"/>
            <a:chOff x="4108340" y="3821687"/>
            <a:chExt cx="922394" cy="374470"/>
          </a:xfrm>
        </p:grpSpPr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3BC94491-2177-93E6-C03D-24DAA4580351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8" name="文字方塊 137">
              <a:extLst>
                <a:ext uri="{FF2B5EF4-FFF2-40B4-BE49-F238E27FC236}">
                  <a16:creationId xmlns:a16="http://schemas.microsoft.com/office/drawing/2014/main" id="{A2040C01-D377-6112-4628-CBE763B9739C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字方塊 138">
                  <a:extLst>
                    <a:ext uri="{FF2B5EF4-FFF2-40B4-BE49-F238E27FC236}">
                      <a16:creationId xmlns:a16="http://schemas.microsoft.com/office/drawing/2014/main" id="{9C79E77C-4BAD-6F83-1463-1B1CD00A67FD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9" name="文字方塊 138">
                  <a:extLst>
                    <a:ext uri="{FF2B5EF4-FFF2-40B4-BE49-F238E27FC236}">
                      <a16:creationId xmlns:a16="http://schemas.microsoft.com/office/drawing/2014/main" id="{9C79E77C-4BAD-6F83-1463-1B1CD00A6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0AE01301-8330-CE88-ECAE-0879B36B8220}"/>
                  </a:ext>
                </a:extLst>
              </p:cNvPr>
              <p:cNvSpPr txBox="1"/>
              <p:nvPr/>
            </p:nvSpPr>
            <p:spPr>
              <a:xfrm>
                <a:off x="402518" y="57229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0AE01301-8330-CE88-ECAE-0879B36B8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18" y="5722980"/>
                <a:ext cx="295688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BC9B66EC-35E2-83EA-0579-F66F9CF91E47}"/>
              </a:ext>
            </a:extLst>
          </p:cNvPr>
          <p:cNvGrpSpPr/>
          <p:nvPr/>
        </p:nvGrpSpPr>
        <p:grpSpPr>
          <a:xfrm>
            <a:off x="698206" y="5735800"/>
            <a:ext cx="922394" cy="374470"/>
            <a:chOff x="4108340" y="3821687"/>
            <a:chExt cx="922394" cy="374470"/>
          </a:xfrm>
        </p:grpSpPr>
        <p:sp>
          <p:nvSpPr>
            <p:cNvPr id="142" name="文字方塊 141">
              <a:extLst>
                <a:ext uri="{FF2B5EF4-FFF2-40B4-BE49-F238E27FC236}">
                  <a16:creationId xmlns:a16="http://schemas.microsoft.com/office/drawing/2014/main" id="{CA24FB59-46CF-EDE7-70E2-E6A1131347E1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43" name="文字方塊 142">
              <a:extLst>
                <a:ext uri="{FF2B5EF4-FFF2-40B4-BE49-F238E27FC236}">
                  <a16:creationId xmlns:a16="http://schemas.microsoft.com/office/drawing/2014/main" id="{84EA85C3-2041-4757-7DB6-2F56FAA8FC6B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字方塊 143">
                  <a:extLst>
                    <a:ext uri="{FF2B5EF4-FFF2-40B4-BE49-F238E27FC236}">
                      <a16:creationId xmlns:a16="http://schemas.microsoft.com/office/drawing/2014/main" id="{3D2EB8B2-CDFD-5E67-94BA-1845460A54D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4" name="文字方塊 143">
                  <a:extLst>
                    <a:ext uri="{FF2B5EF4-FFF2-40B4-BE49-F238E27FC236}">
                      <a16:creationId xmlns:a16="http://schemas.microsoft.com/office/drawing/2014/main" id="{3D2EB8B2-CDFD-5E67-94BA-1845460A54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5" name="群組 144">
            <a:extLst>
              <a:ext uri="{FF2B5EF4-FFF2-40B4-BE49-F238E27FC236}">
                <a16:creationId xmlns:a16="http://schemas.microsoft.com/office/drawing/2014/main" id="{073E64DE-4659-EB21-6238-CB1C2D04A868}"/>
              </a:ext>
            </a:extLst>
          </p:cNvPr>
          <p:cNvGrpSpPr/>
          <p:nvPr/>
        </p:nvGrpSpPr>
        <p:grpSpPr>
          <a:xfrm>
            <a:off x="1430889" y="5735800"/>
            <a:ext cx="1077886" cy="374470"/>
            <a:chOff x="4108340" y="3821687"/>
            <a:chExt cx="1077886" cy="374470"/>
          </a:xfrm>
        </p:grpSpPr>
        <p:sp>
          <p:nvSpPr>
            <p:cNvPr id="146" name="文字方塊 145">
              <a:extLst>
                <a:ext uri="{FF2B5EF4-FFF2-40B4-BE49-F238E27FC236}">
                  <a16:creationId xmlns:a16="http://schemas.microsoft.com/office/drawing/2014/main" id="{43203148-E147-D463-2645-CBC898FF8259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47" name="文字方塊 146">
              <a:extLst>
                <a:ext uri="{FF2B5EF4-FFF2-40B4-BE49-F238E27FC236}">
                  <a16:creationId xmlns:a16="http://schemas.microsoft.com/office/drawing/2014/main" id="{27EB171A-B5A3-B20C-3486-052F6A94B4F0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F715042A-3EE2-79AA-09B0-32030D46A509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F715042A-3EE2-79AA-09B0-32030D46A5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5CEFF96B-1788-6490-617C-3D5448F83FE8}"/>
                  </a:ext>
                </a:extLst>
              </p:cNvPr>
              <p:cNvSpPr txBox="1"/>
              <p:nvPr/>
            </p:nvSpPr>
            <p:spPr>
              <a:xfrm>
                <a:off x="3017511" y="57051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5CEFF96B-1788-6490-617C-3D5448F83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11" y="5705111"/>
                <a:ext cx="295688" cy="400110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0" name="群組 149">
            <a:extLst>
              <a:ext uri="{FF2B5EF4-FFF2-40B4-BE49-F238E27FC236}">
                <a16:creationId xmlns:a16="http://schemas.microsoft.com/office/drawing/2014/main" id="{677AAE01-C642-6465-9825-76E06892538B}"/>
              </a:ext>
            </a:extLst>
          </p:cNvPr>
          <p:cNvGrpSpPr/>
          <p:nvPr/>
        </p:nvGrpSpPr>
        <p:grpSpPr>
          <a:xfrm>
            <a:off x="3313199" y="5717931"/>
            <a:ext cx="922394" cy="374470"/>
            <a:chOff x="4108340" y="3821687"/>
            <a:chExt cx="922394" cy="374470"/>
          </a:xfrm>
        </p:grpSpPr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12997097-2E15-AB15-44F3-640CEB313E09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52" name="文字方塊 151">
              <a:extLst>
                <a:ext uri="{FF2B5EF4-FFF2-40B4-BE49-F238E27FC236}">
                  <a16:creationId xmlns:a16="http://schemas.microsoft.com/office/drawing/2014/main" id="{9007F1A3-8829-4C90-EFDC-377A718654EC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字方塊 152">
                  <a:extLst>
                    <a:ext uri="{FF2B5EF4-FFF2-40B4-BE49-F238E27FC236}">
                      <a16:creationId xmlns:a16="http://schemas.microsoft.com/office/drawing/2014/main" id="{70982138-97FB-EF5A-0F27-0F22B1F4699A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3" name="文字方塊 152">
                  <a:extLst>
                    <a:ext uri="{FF2B5EF4-FFF2-40B4-BE49-F238E27FC236}">
                      <a16:creationId xmlns:a16="http://schemas.microsoft.com/office/drawing/2014/main" id="{70982138-97FB-EF5A-0F27-0F22B1F46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群組 153">
            <a:extLst>
              <a:ext uri="{FF2B5EF4-FFF2-40B4-BE49-F238E27FC236}">
                <a16:creationId xmlns:a16="http://schemas.microsoft.com/office/drawing/2014/main" id="{A920199D-9848-17BB-844C-53C1D41D9FA4}"/>
              </a:ext>
            </a:extLst>
          </p:cNvPr>
          <p:cNvGrpSpPr/>
          <p:nvPr/>
        </p:nvGrpSpPr>
        <p:grpSpPr>
          <a:xfrm>
            <a:off x="4045882" y="5717931"/>
            <a:ext cx="1077886" cy="374470"/>
            <a:chOff x="4108340" y="3821687"/>
            <a:chExt cx="1077886" cy="374470"/>
          </a:xfrm>
        </p:grpSpPr>
        <p:sp>
          <p:nvSpPr>
            <p:cNvPr id="155" name="文字方塊 154">
              <a:extLst>
                <a:ext uri="{FF2B5EF4-FFF2-40B4-BE49-F238E27FC236}">
                  <a16:creationId xmlns:a16="http://schemas.microsoft.com/office/drawing/2014/main" id="{897FF08A-3839-FB40-7E56-9779F0D3854F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56" name="文字方塊 155">
              <a:extLst>
                <a:ext uri="{FF2B5EF4-FFF2-40B4-BE49-F238E27FC236}">
                  <a16:creationId xmlns:a16="http://schemas.microsoft.com/office/drawing/2014/main" id="{B33431AB-417B-3E6D-CD6B-F8824693B115}"/>
                </a:ext>
              </a:extLst>
            </p:cNvPr>
            <p:cNvSpPr txBox="1"/>
            <p:nvPr/>
          </p:nvSpPr>
          <p:spPr>
            <a:xfrm>
              <a:off x="4608824" y="382682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25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文字方塊 156">
                  <a:extLst>
                    <a:ext uri="{FF2B5EF4-FFF2-40B4-BE49-F238E27FC236}">
                      <a16:creationId xmlns:a16="http://schemas.microsoft.com/office/drawing/2014/main" id="{69577830-90A5-8CC5-C036-D2DE4E23F4F4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7" name="文字方塊 156">
                  <a:extLst>
                    <a:ext uri="{FF2B5EF4-FFF2-40B4-BE49-F238E27FC236}">
                      <a16:creationId xmlns:a16="http://schemas.microsoft.com/office/drawing/2014/main" id="{69577830-90A5-8CC5-C036-D2DE4E23F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1699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1" grpId="0"/>
      <p:bldP spid="50" grpId="0"/>
      <p:bldP spid="59" grpId="0"/>
      <p:bldP spid="68" grpId="0"/>
      <p:bldP spid="77" grpId="0"/>
      <p:bldP spid="86" grpId="0"/>
      <p:bldP spid="95" grpId="0"/>
      <p:bldP spid="104" grpId="0"/>
      <p:bldP spid="113" grpId="0"/>
      <p:bldP spid="122" grpId="0"/>
      <p:bldP spid="131" grpId="0"/>
      <p:bldP spid="140" grpId="0"/>
      <p:bldP spid="149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B3687C-6F00-46AA-BD9A-B7B156046B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59BA2B-0D5E-413B-BCD6-4299B797A322}">
  <ds:schemaRefs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2006/metadata/properties"/>
    <ds:schemaRef ds:uri="1d17fa38-d5b6-4a8b-82e7-5ce3b2398ac5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53703969-f457-4a88-8c40-86a712be61e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60EFCDC-C6C0-41AE-BCBC-2B3E7AFE095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1681</Words>
  <Application>Microsoft Office PowerPoint</Application>
  <PresentationFormat>寬螢幕</PresentationFormat>
  <Paragraphs>744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5" baseType="lpstr">
      <vt:lpstr>Arial</vt:lpstr>
      <vt:lpstr>Brush Script MT</vt:lpstr>
      <vt:lpstr>Calibri</vt:lpstr>
      <vt:lpstr>Calibri Light</vt:lpstr>
      <vt:lpstr>Cambria Math</vt:lpstr>
      <vt:lpstr>Lucida Calligraphy</vt:lpstr>
      <vt:lpstr>Lucida Handwriting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Summary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Tai Sura</dc:creator>
  <cp:lastModifiedBy>mathspt</cp:lastModifiedBy>
  <cp:revision>1</cp:revision>
  <dcterms:created xsi:type="dcterms:W3CDTF">2022-07-28T06:10:20Z</dcterms:created>
  <dcterms:modified xsi:type="dcterms:W3CDTF">2025-07-30T08:45:00Z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  <property fmtid="{D5CDD505-2E9C-101B-9397-08002B2CF9AE}" pid="3" name="MediaServiceImageTags">
    <vt:lpwstr/>
  </property>
</Properties>
</file>