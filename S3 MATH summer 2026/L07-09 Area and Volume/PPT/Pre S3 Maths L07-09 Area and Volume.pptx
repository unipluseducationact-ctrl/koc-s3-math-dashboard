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452" r:id="rId5"/>
    <p:sldId id="453" r:id="rId6"/>
    <p:sldId id="454" r:id="rId7"/>
    <p:sldId id="455" r:id="rId8"/>
    <p:sldId id="456" r:id="rId9"/>
    <p:sldId id="457" r:id="rId10"/>
    <p:sldId id="458" r:id="rId11"/>
    <p:sldId id="459" r:id="rId12"/>
    <p:sldId id="460" r:id="rId13"/>
    <p:sldId id="461" r:id="rId14"/>
    <p:sldId id="462" r:id="rId15"/>
    <p:sldId id="463" r:id="rId16"/>
    <p:sldId id="464" r:id="rId17"/>
    <p:sldId id="465" r:id="rId18"/>
    <p:sldId id="466" r:id="rId19"/>
    <p:sldId id="467" r:id="rId20"/>
    <p:sldId id="468" r:id="rId21"/>
    <p:sldId id="469" r:id="rId22"/>
    <p:sldId id="470" r:id="rId23"/>
    <p:sldId id="535" r:id="rId24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 S3 Maths L7" id="{08156BA3-22CF-4F2C-9B45-1418D95E8BA0}">
          <p14:sldIdLst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</p14:sldIdLst>
        </p14:section>
        <p14:section name="Pre S3 Maths L8" id="{8D620B21-3946-499A-A4EE-54B0AE7CD689}">
          <p14:sldIdLst>
            <p14:sldId id="461"/>
            <p14:sldId id="462"/>
            <p14:sldId id="463"/>
            <p14:sldId id="464"/>
          </p14:sldIdLst>
        </p14:section>
        <p14:section name="Pre S3 Maths L9" id="{F07D13A9-EB74-44B7-A2CE-C480A52F8D29}">
          <p14:sldIdLst>
            <p14:sldId id="465"/>
            <p14:sldId id="466"/>
            <p14:sldId id="467"/>
            <p14:sldId id="468"/>
            <p14:sldId id="469"/>
            <p14:sldId id="470"/>
            <p14:sldId id="5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CF8D89-0DA7-4514-93CE-D5FBE2F8A4D9}" v="1" dt="2025-07-05T11:59:02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i Sura" userId="51f810a5dc7c05aa" providerId="LiveId" clId="{118ABC16-D749-42B2-82A8-2878D098F169}"/>
    <pc:docChg chg="custSel addSld delSld modSld addSection modSection">
      <pc:chgData name="Tai Sura" userId="51f810a5dc7c05aa" providerId="LiveId" clId="{118ABC16-D749-42B2-82A8-2878D098F169}" dt="2022-07-30T03:35:29.059" v="74"/>
      <pc:docMkLst>
        <pc:docMk/>
      </pc:docMkLst>
      <pc:sldChg chg="delSp new del mod">
        <pc:chgData name="Tai Sura" userId="51f810a5dc7c05aa" providerId="LiveId" clId="{118ABC16-D749-42B2-82A8-2878D098F169}" dt="2022-07-30T03:35:10.302" v="72" actId="47"/>
        <pc:sldMkLst>
          <pc:docMk/>
          <pc:sldMk cId="2346840186" sldId="25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54178837" sldId="378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883093029" sldId="379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852689055" sldId="381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340111880" sldId="383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769089539" sldId="38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020092285" sldId="385"/>
        </pc:sldMkLst>
      </pc:sldChg>
      <pc:sldChg chg="modSp add mod">
        <pc:chgData name="Tai Sura" userId="51f810a5dc7c05aa" providerId="LiveId" clId="{118ABC16-D749-42B2-82A8-2878D098F169}" dt="2022-07-28T06:12:05.221" v="37" actId="20577"/>
        <pc:sldMkLst>
          <pc:docMk/>
          <pc:sldMk cId="3027699691" sldId="386"/>
        </pc:sldMkLst>
      </pc:sldChg>
      <pc:sldChg chg="modSp add">
        <pc:chgData name="Tai Sura" userId="51f810a5dc7c05aa" providerId="LiveId" clId="{118ABC16-D749-42B2-82A8-2878D098F169}" dt="2022-07-28T06:12:42.798" v="65" actId="20577"/>
        <pc:sldMkLst>
          <pc:docMk/>
          <pc:sldMk cId="1624585304" sldId="387"/>
        </pc:sldMkLst>
      </pc:sldChg>
      <pc:sldChg chg="add modAnim">
        <pc:chgData name="Tai Sura" userId="51f810a5dc7c05aa" providerId="LiveId" clId="{118ABC16-D749-42B2-82A8-2878D098F169}" dt="2022-07-30T03:35:29.059" v="74"/>
        <pc:sldMkLst>
          <pc:docMk/>
          <pc:sldMk cId="3839971599" sldId="399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17041588" sldId="400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065936135" sldId="401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118039536" sldId="402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84186784" sldId="403"/>
        </pc:sldMkLst>
      </pc:sldChg>
      <pc:sldChg chg="add">
        <pc:chgData name="Tai Sura" userId="51f810a5dc7c05aa" providerId="LiveId" clId="{118ABC16-D749-42B2-82A8-2878D098F169}" dt="2022-07-30T03:35:07.223" v="71"/>
        <pc:sldMkLst>
          <pc:docMk/>
          <pc:sldMk cId="2733791810" sldId="404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969039947" sldId="405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1356548245" sldId="406"/>
        </pc:sldMkLst>
      </pc:sldChg>
      <pc:sldChg chg="add">
        <pc:chgData name="Tai Sura" userId="51f810a5dc7c05aa" providerId="LiveId" clId="{118ABC16-D749-42B2-82A8-2878D098F169}" dt="2022-07-28T06:10:49.518" v="3"/>
        <pc:sldMkLst>
          <pc:docMk/>
          <pc:sldMk cId="292368153" sldId="407"/>
        </pc:sldMkLst>
      </pc:sldChg>
      <pc:sldChg chg="delSp new del mod">
        <pc:chgData name="Tai Sura" userId="51f810a5dc7c05aa" providerId="LiveId" clId="{118ABC16-D749-42B2-82A8-2878D098F169}" dt="2022-07-30T03:35:14.200" v="73" actId="47"/>
        <pc:sldMkLst>
          <pc:docMk/>
          <pc:sldMk cId="467897697" sldId="408"/>
        </pc:sldMkLst>
      </pc:sldChg>
    </pc:docChg>
  </pc:docChgLst>
  <pc:docChgLst>
    <pc:chgData name="Hoi" userId="064b9ae9-efb5-4029-bcbc-4c9becbf9a22" providerId="ADAL" clId="{B232A187-A455-466F-8ECD-99392AB0F47C}"/>
    <pc:docChg chg="modSection">
      <pc:chgData name="Hoi" userId="064b9ae9-efb5-4029-bcbc-4c9becbf9a22" providerId="ADAL" clId="{B232A187-A455-466F-8ECD-99392AB0F47C}" dt="2023-07-28T17:01:16.337" v="2" actId="17846"/>
      <pc:docMkLst>
        <pc:docMk/>
      </pc:docMkLst>
    </pc:docChg>
  </pc:docChgLst>
  <pc:docChgLst>
    <pc:chgData name="Tai Sura" userId="51f810a5dc7c05aa" providerId="LiveId" clId="{43658A68-44D1-4596-8C7B-F7DB0C9A87D1}"/>
    <pc:docChg chg="custSel addSld delSld modSld addSection modSection">
      <pc:chgData name="Tai Sura" userId="51f810a5dc7c05aa" providerId="LiveId" clId="{43658A68-44D1-4596-8C7B-F7DB0C9A87D1}" dt="2022-07-30T03:50:10.957" v="12" actId="478"/>
      <pc:docMkLst>
        <pc:docMk/>
      </pc:docMkLst>
      <pc:sldChg chg="add">
        <pc:chgData name="Tai Sura" userId="51f810a5dc7c05aa" providerId="LiveId" clId="{43658A68-44D1-4596-8C7B-F7DB0C9A87D1}" dt="2022-07-30T03:49:38.761" v="5"/>
        <pc:sldMkLst>
          <pc:docMk/>
          <pc:sldMk cId="89158702" sldId="259"/>
        </pc:sldMkLst>
      </pc:sldChg>
      <pc:sldChg chg="delSp add mod">
        <pc:chgData name="Tai Sura" userId="51f810a5dc7c05aa" providerId="LiveId" clId="{43658A68-44D1-4596-8C7B-F7DB0C9A87D1}" dt="2022-07-30T03:49:55.635" v="7" actId="478"/>
        <pc:sldMkLst>
          <pc:docMk/>
          <pc:sldMk cId="3419679498" sldId="261"/>
        </pc:sldMkLst>
      </pc:sldChg>
      <pc:sldChg chg="delSp add mod">
        <pc:chgData name="Tai Sura" userId="51f810a5dc7c05aa" providerId="LiveId" clId="{43658A68-44D1-4596-8C7B-F7DB0C9A87D1}" dt="2022-07-30T03:50:04.672" v="10" actId="478"/>
        <pc:sldMkLst>
          <pc:docMk/>
          <pc:sldMk cId="514094472" sldId="264"/>
        </pc:sldMkLst>
      </pc:sldChg>
      <pc:sldChg chg="delSp add mod">
        <pc:chgData name="Tai Sura" userId="51f810a5dc7c05aa" providerId="LiveId" clId="{43658A68-44D1-4596-8C7B-F7DB0C9A87D1}" dt="2022-07-30T03:50:08.225" v="11" actId="478"/>
        <pc:sldMkLst>
          <pc:docMk/>
          <pc:sldMk cId="2419655881" sldId="265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4076923869" sldId="268"/>
        </pc:sldMkLst>
      </pc:sldChg>
      <pc:sldChg chg="delSp add mod">
        <pc:chgData name="Tai Sura" userId="51f810a5dc7c05aa" providerId="LiveId" clId="{43658A68-44D1-4596-8C7B-F7DB0C9A87D1}" dt="2022-07-30T03:49:58.019" v="8" actId="478"/>
        <pc:sldMkLst>
          <pc:docMk/>
          <pc:sldMk cId="1688030957" sldId="270"/>
        </pc:sldMkLst>
      </pc:sldChg>
      <pc:sldChg chg="delSp add mod">
        <pc:chgData name="Tai Sura" userId="51f810a5dc7c05aa" providerId="LiveId" clId="{43658A68-44D1-4596-8C7B-F7DB0C9A87D1}" dt="2022-07-30T03:50:00.911" v="9" actId="478"/>
        <pc:sldMkLst>
          <pc:docMk/>
          <pc:sldMk cId="682194600" sldId="271"/>
        </pc:sldMkLst>
      </pc:sldChg>
      <pc:sldChg chg="delSp add mod">
        <pc:chgData name="Tai Sura" userId="51f810a5dc7c05aa" providerId="LiveId" clId="{43658A68-44D1-4596-8C7B-F7DB0C9A87D1}" dt="2022-07-30T03:50:10.957" v="12" actId="478"/>
        <pc:sldMkLst>
          <pc:docMk/>
          <pc:sldMk cId="1390996231" sldId="272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3693085094" sldId="274"/>
        </pc:sldMkLst>
      </pc:sldChg>
      <pc:sldChg chg="add">
        <pc:chgData name="Tai Sura" userId="51f810a5dc7c05aa" providerId="LiveId" clId="{43658A68-44D1-4596-8C7B-F7DB0C9A87D1}" dt="2022-07-30T03:49:38.761" v="5"/>
        <pc:sldMkLst>
          <pc:docMk/>
          <pc:sldMk cId="874170983" sldId="275"/>
        </pc:sldMkLst>
      </pc:sldChg>
      <pc:sldChg chg="delSp new del mod">
        <pc:chgData name="Tai Sura" userId="51f810a5dc7c05aa" providerId="LiveId" clId="{43658A68-44D1-4596-8C7B-F7DB0C9A87D1}" dt="2022-07-30T03:49:41.715" v="6" actId="47"/>
        <pc:sldMkLst>
          <pc:docMk/>
          <pc:sldMk cId="2155286538" sldId="408"/>
        </pc:sldMkLst>
      </pc:sldChg>
    </pc:docChg>
  </pc:docChgLst>
  <pc:docChgLst>
    <pc:chgData name="Tai Sura" userId="51f810a5dc7c05aa" providerId="LiveId" clId="{B9AFA97A-0C0F-43F5-9C06-0168549C58CC}"/>
    <pc:docChg chg="addSld delSld modSld addSection delSection modSection">
      <pc:chgData name="Tai Sura" userId="51f810a5dc7c05aa" providerId="LiveId" clId="{B9AFA97A-0C0F-43F5-9C06-0168549C58CC}" dt="2022-08-04T06:40:58.232" v="9" actId="20577"/>
      <pc:docMkLst>
        <pc:docMk/>
      </pc:docMkLst>
      <pc:sldChg chg="del">
        <pc:chgData name="Tai Sura" userId="51f810a5dc7c05aa" providerId="LiveId" clId="{B9AFA97A-0C0F-43F5-9C06-0168549C58CC}" dt="2022-08-04T06:37:53.868" v="1" actId="47"/>
        <pc:sldMkLst>
          <pc:docMk/>
          <pc:sldMk cId="89158702" sldId="25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419679498" sldId="26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514094472" sldId="26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419655881" sldId="26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4076923869" sldId="268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688030957" sldId="270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682194600" sldId="27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390996231" sldId="272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693085094" sldId="27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874170983" sldId="27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754178837" sldId="378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883093029" sldId="37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852689055" sldId="38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340111880" sldId="383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769089539" sldId="38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020092285" sldId="38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027699691" sldId="386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624585304" sldId="387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3839971599" sldId="399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717041588" sldId="400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065936135" sldId="401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18039536" sldId="402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84186784" sldId="403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733791810" sldId="404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969039947" sldId="405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1356548245" sldId="406"/>
        </pc:sldMkLst>
      </pc:sldChg>
      <pc:sldChg chg="del">
        <pc:chgData name="Tai Sura" userId="51f810a5dc7c05aa" providerId="LiveId" clId="{B9AFA97A-0C0F-43F5-9C06-0168549C58CC}" dt="2022-08-04T06:37:53.868" v="1" actId="47"/>
        <pc:sldMkLst>
          <pc:docMk/>
          <pc:sldMk cId="292368153" sldId="407"/>
        </pc:sldMkLst>
      </pc:sldChg>
      <pc:sldChg chg="add modAnim">
        <pc:chgData name="Tai Sura" userId="51f810a5dc7c05aa" providerId="LiveId" clId="{B9AFA97A-0C0F-43F5-9C06-0168549C58CC}" dt="2022-08-04T06:39:08.125" v="7"/>
        <pc:sldMkLst>
          <pc:docMk/>
          <pc:sldMk cId="613056176" sldId="421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836334796" sldId="422"/>
        </pc:sldMkLst>
      </pc:sldChg>
      <pc:sldChg chg="modSp add">
        <pc:chgData name="Tai Sura" userId="51f810a5dc7c05aa" providerId="LiveId" clId="{B9AFA97A-0C0F-43F5-9C06-0168549C58CC}" dt="2022-08-04T06:40:58.232" v="9" actId="20577"/>
        <pc:sldMkLst>
          <pc:docMk/>
          <pc:sldMk cId="2356716135" sldId="423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538681996" sldId="424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550721328" sldId="425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591887827" sldId="426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966024987" sldId="427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87548732" sldId="428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39982709" sldId="429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3350598341" sldId="430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26419331" sldId="431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184392888" sldId="432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261424155" sldId="433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42994316" sldId="434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3142260257" sldId="435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1323404256" sldId="436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2940701209" sldId="437"/>
        </pc:sldMkLst>
      </pc:sldChg>
      <pc:sldChg chg="add">
        <pc:chgData name="Tai Sura" userId="51f810a5dc7c05aa" providerId="LiveId" clId="{B9AFA97A-0C0F-43F5-9C06-0168549C58CC}" dt="2022-08-04T06:37:36.815" v="0"/>
        <pc:sldMkLst>
          <pc:docMk/>
          <pc:sldMk cId="4294354604" sldId="438"/>
        </pc:sldMkLst>
      </pc:sldChg>
    </pc:docChg>
  </pc:docChgLst>
  <pc:docChgLst>
    <pc:chgData name="Tai Sura" userId="51f810a5dc7c05aa" providerId="LiveId" clId="{3C095BA1-E0CA-4EC0-A682-F8AE9E9D1A2E}"/>
    <pc:docChg chg="addSld delSld modSld addSection delSection modSection">
      <pc:chgData name="Tai Sura" userId="51f810a5dc7c05aa" providerId="LiveId" clId="{3C095BA1-E0CA-4EC0-A682-F8AE9E9D1A2E}" dt="2022-08-13T05:06:41.474" v="11"/>
      <pc:docMkLst>
        <pc:docMk/>
      </pc:docMkLst>
      <pc:sldChg chg="new del">
        <pc:chgData name="Tai Sura" userId="51f810a5dc7c05aa" providerId="LiveId" clId="{3C095BA1-E0CA-4EC0-A682-F8AE9E9D1A2E}" dt="2022-08-08T13:55:25.625" v="10" actId="47"/>
        <pc:sldMkLst>
          <pc:docMk/>
          <pc:sldMk cId="2629218897" sldId="25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613056176" sldId="421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836334796" sldId="422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356716135" sldId="423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538681996" sldId="424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550721328" sldId="425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591887827" sldId="42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966024987" sldId="427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87548732" sldId="428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39982709" sldId="429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3350598341" sldId="430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26419331" sldId="431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184392888" sldId="432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261424155" sldId="433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42994316" sldId="434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3142260257" sldId="435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1323404256" sldId="436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2940701209" sldId="437"/>
        </pc:sldMkLst>
      </pc:sldChg>
      <pc:sldChg chg="del">
        <pc:chgData name="Tai Sura" userId="51f810a5dc7c05aa" providerId="LiveId" clId="{3C095BA1-E0CA-4EC0-A682-F8AE9E9D1A2E}" dt="2022-08-08T13:53:57.332" v="0" actId="2696"/>
        <pc:sldMkLst>
          <pc:docMk/>
          <pc:sldMk cId="4294354604" sldId="438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791629431" sldId="452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3570758974" sldId="453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898028560" sldId="454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506954451" sldId="455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945219568" sldId="456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1088626041" sldId="457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512384930" sldId="458"/>
        </pc:sldMkLst>
      </pc:sldChg>
      <pc:sldChg chg="addSp add">
        <pc:chgData name="Tai Sura" userId="51f810a5dc7c05aa" providerId="LiveId" clId="{3C095BA1-E0CA-4EC0-A682-F8AE9E9D1A2E}" dt="2022-08-13T05:06:41.474" v="11"/>
        <pc:sldMkLst>
          <pc:docMk/>
          <pc:sldMk cId="3262542633" sldId="459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701469076" sldId="460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90236840" sldId="461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93420518" sldId="462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627786242" sldId="463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1934883675" sldId="464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219558926" sldId="465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4162591898" sldId="466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3690375634" sldId="467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2904984849" sldId="468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756079361" sldId="469"/>
        </pc:sldMkLst>
      </pc:sldChg>
      <pc:sldChg chg="add">
        <pc:chgData name="Tai Sura" userId="51f810a5dc7c05aa" providerId="LiveId" clId="{3C095BA1-E0CA-4EC0-A682-F8AE9E9D1A2E}" dt="2022-08-08T13:54:16.607" v="2"/>
        <pc:sldMkLst>
          <pc:docMk/>
          <pc:sldMk cId="629180068" sldId="470"/>
        </pc:sldMkLst>
      </pc:sldChg>
    </pc:docChg>
  </pc:docChgLst>
  <pc:docChgLst>
    <pc:chgData name="Hoi" userId="064b9ae9-efb5-4029-bcbc-4c9becbf9a22" providerId="ADAL" clId="{4476EA2C-C5B2-4D56-9FCF-2FC7BC69807B}"/>
    <pc:docChg chg="undo custSel modSld">
      <pc:chgData name="Hoi" userId="064b9ae9-efb5-4029-bcbc-4c9becbf9a22" providerId="ADAL" clId="{4476EA2C-C5B2-4D56-9FCF-2FC7BC69807B}" dt="2023-07-22T07:16:31.472" v="55"/>
      <pc:docMkLst>
        <pc:docMk/>
      </pc:docMkLst>
      <pc:sldChg chg="addSp delSp modSp mod addAnim delAnim modAnim">
        <pc:chgData name="Hoi" userId="064b9ae9-efb5-4029-bcbc-4c9becbf9a22" providerId="ADAL" clId="{4476EA2C-C5B2-4D56-9FCF-2FC7BC69807B}" dt="2023-07-22T07:16:31.472" v="55"/>
        <pc:sldMkLst>
          <pc:docMk/>
          <pc:sldMk cId="3262542633" sldId="459"/>
        </pc:sldMkLst>
      </pc:sldChg>
    </pc:docChg>
  </pc:docChgLst>
  <pc:docChgLst>
    <pc:chgData name="Sura Tai" userId="ef8856a5-b61e-4383-8249-3050fef28744" providerId="ADAL" clId="{90CF8D89-0DA7-4514-93CE-D5FBE2F8A4D9}"/>
    <pc:docChg chg="addSld modSld">
      <pc:chgData name="Sura Tai" userId="ef8856a5-b61e-4383-8249-3050fef28744" providerId="ADAL" clId="{90CF8D89-0DA7-4514-93CE-D5FBE2F8A4D9}" dt="2025-07-05T11:59:02.691" v="0"/>
      <pc:docMkLst>
        <pc:docMk/>
      </pc:docMkLst>
      <pc:sldChg chg="add setBg">
        <pc:chgData name="Sura Tai" userId="ef8856a5-b61e-4383-8249-3050fef28744" providerId="ADAL" clId="{90CF8D89-0DA7-4514-93CE-D5FBE2F8A4D9}" dt="2025-07-05T11:59:02.691" v="0"/>
        <pc:sldMkLst>
          <pc:docMk/>
          <pc:sldMk cId="4143419710" sldId="53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7:39:41.73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0,'1651'0,"-1630"0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8:00:08.544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0,'1777'0,"-1755"0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11:21.48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0,'4639'0,"-4581"0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13:41.434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0,'4047'0,"-3996"0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23:26.23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0,'666'0,"-657"0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23:43.767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0,'5632'0,"-5561"0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36:17.504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0,'4343'0,"-4289"0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38:26.167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0,'3273'0,"-3232"0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38:50.111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0,'3948'0,"-3898"0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39:04.768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0,'1496'0,"-1477"0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40:20.89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0,'8796'0,"-8686"0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09:56:12.22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0,'1777'0,"-1755"0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01:59.34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0,'2639'0,"-2606"0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05:59.770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0,'3778'0,"-3731"0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06:24.35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0,'2010'0,"-1985"0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06:33.919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0,'5111'0,"-5047"0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06:52.197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0,'6910'0,"-6822"0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25:51.879"/>
    </inkml:context>
    <inkml:brush xml:id="br0">
      <inkml:brushProperty name="width" value="0.3" units="cm"/>
      <inkml:brushProperty name="height" value="0.6" units="cm"/>
      <inkml:brushProperty name="color" value="#F8CBAD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0,'3356'0,"-3314"0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26:15.85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0,'4639'0,"-4581"0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26:35.479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0,'4420'0,"-4364"0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57:39.325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0,'444'0,"-439"0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59:02.704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0,'3627'0,"-3582"0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0:59:10.530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0,'197'0,"-194"0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1:26:14.011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0,'5105'0,"-5042"0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1:26:23.810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0,'6854'0,"-6767"0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1:26:35.830"/>
    </inkml:context>
    <inkml:brush xml:id="br0">
      <inkml:brushProperty name="width" value="0.3" units="cm"/>
      <inkml:brushProperty name="height" value="0.6" units="cm"/>
      <inkml:brushProperty name="color" value="#A9D8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0,'812'0,"-802"0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2:40:30.109"/>
    </inkml:context>
    <inkml:brush xml:id="br0">
      <inkml:brushProperty name="width" value="0.3" units="cm"/>
      <inkml:brushProperty name="height" value="0.6" units="cm"/>
      <inkml:brushProperty name="color" value="#FF7C8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0,'4145'0,"-4092"0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2:40:46.096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0,'3751'0,"-3704"0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2:41:21.765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0,'1875'0,"-1852"0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2:48:18.118"/>
    </inkml:context>
    <inkml:brush xml:id="br0">
      <inkml:brushProperty name="width" value="0.3" units="cm"/>
      <inkml:brushProperty name="height" value="0.6" units="cm"/>
      <inkml:brushProperty name="color" value="#C5E0B4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0,'3751'0,"-3704"0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2:48:28.956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0,'1064'0,"-1051"0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2:48:49.112"/>
    </inkml:context>
    <inkml:brush xml:id="br0">
      <inkml:brushProperty name="width" value="0.3" units="cm"/>
      <inkml:brushProperty name="height" value="0.6" units="cm"/>
      <inkml:brushProperty name="color" value="#FFC0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0,'5330'0,"-5263"0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8-08T12:48:59.487"/>
    </inkml:context>
    <inkml:brush xml:id="br0">
      <inkml:brushProperty name="width" value="0.3" units="cm"/>
      <inkml:brushProperty name="height" value="0.6" units="cm"/>
      <inkml:brushProperty name="color" value="#FF99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0,'471'0,"-465"0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3T06:03:54.777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0,'2961'0,"-2924"0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3T06:04:04.502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0,'8586'0,"-8477"0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3T06:04:17.530"/>
    </inkml:context>
    <inkml:brush xml:id="br0">
      <inkml:brushProperty name="width" value="0.3" units="cm"/>
      <inkml:brushProperty name="height" value="0.6" units="cm"/>
      <inkml:brushProperty name="color" value="#FFFF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0,'8981'0,"-8867"0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3T06:30:22.042"/>
    </inkml:context>
    <inkml:brush xml:id="br0">
      <inkml:brushProperty name="width" value="0.3" units="cm"/>
      <inkml:brushProperty name="height" value="0.6" units="cm"/>
      <inkml:brushProperty name="color" value="#FF505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0,'14310'0,"-14129"0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5-23T06:36:57.582"/>
    </inkml:context>
    <inkml:brush xml:id="br0">
      <inkml:brushProperty name="width" value="0.3" units="cm"/>
      <inkml:brushProperty name="height" value="0.6" units="cm"/>
      <inkml:brushProperty name="color" value="#00B0F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0,'6612'0,"-6528"0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21649-C3DE-4E3D-8615-C4EFE0F14F53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EF5A4-207B-4D14-A966-A9991C2C398C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21615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036B6-DE75-6C62-3AC0-526512557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714A825-A64C-612D-8029-FD2F2A44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BCB6C3-7106-803D-22B0-8127D5E5E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4E8BD2-BD5F-E74F-8FE3-DE93FE882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5B4E263-156E-E7B4-95BB-3588A41F4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8977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006410-7700-AC1B-E615-18BAEB2C6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DC0E54-B7A3-2114-D0F0-2AFB10D80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800D159-86E6-7585-B5D0-3F18EF5B3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F3AB38-1298-BFDB-91F4-74ABB01C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D10B311-311E-2E63-BB4B-A210ED2A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2364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9FD562-1293-7E1E-D6DE-56B97ACC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41D6BA-3BC4-6D8A-6042-835262FD2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F87542-8729-7819-7ADB-A49C23F17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EA4D65-FEC3-6BEA-2429-A9DAA1210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1687BB-1733-7780-84B4-6D87EDAEF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746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D41E63-19F7-6504-E4D8-75EF4D84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5C684AA-1B97-2BF0-FD5E-18D56C63CD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E335546-48E9-5E7B-1241-4F17EE862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40E461-0F10-2E57-40E5-5920B7D64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237137D-51F0-7843-5D8D-2761BAE62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B598672-5716-FEFF-4861-CD4B46D54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983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72B0B-7BB6-D641-C465-D92DB1AE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49EB65-6C18-83A2-2116-8F71E63AC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182A7A-8D99-682B-1C84-9E26BDA0E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40BD873-4A5A-0EE2-70D1-3B75F17D3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F7F62F5-EE4D-ACC1-A77A-DE3252C87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9C0C95E-3E55-CF1A-975F-C1326D41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83777E8-7854-F613-CAB1-A2A8A33A8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4362DE6-5035-F0C7-2CA6-5DDC9CA6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54715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86E5F4-E573-055C-0267-E9F5CAAB3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8CCAB4-C3F7-4480-32B5-6AD6DD0DF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273BB12-9904-5C07-DFEB-17581864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B6DADA-0A82-EE13-8934-99FCF6479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73849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790FD6-C4F7-FD61-FCCC-F633670E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375C74C-24D5-FE8B-1D20-1359687B5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536DF6-11B6-AC61-A043-8E005B7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81921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EF5AC-1A15-A777-8680-20A72F8AE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EDFD53D-88DD-D5A4-AD31-173DAAA05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6AE3FC-6114-37DA-7086-175484F998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5908CE-87EC-1C78-AD54-114F196E4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24FEA4-89EE-B209-4383-BB68ADB98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BA464A-2630-B443-F9C2-74F9CDEF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2942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AB4D67-E98F-E2DB-FF2D-93D9460A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F7352DB-F463-3DD3-F645-1840A5749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FEF3B7-2EC7-3D70-58DB-3185923F57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5044D7-A664-4DF3-FE9B-5C2724E2A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CEA0FFC-4804-77CB-085E-7395B57B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FC64AE-6C36-AAB3-D66C-334FD9AA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031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787D9B-1BC5-578D-0770-B429E0E13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48480C3-2D0D-FCE6-AF20-F8760B3948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708CF8-7CAD-3912-6B96-D97BC4F7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2C254F1-F9DD-25C2-A2EA-BC49B7E91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D46747-5BD8-0A11-0AAA-881EED3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8971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55EC53B-1EF1-2DAD-DC9B-58B6216F34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16EC12-D0D8-DEBE-9FB0-EDEB034591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B78B9B8-0653-A451-2F87-D4D7717B8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B426ABB-54FD-E659-CA84-23FFB5870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6121201-978E-FA27-7210-AE5FC0803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5005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2AC42D8-C3CF-C4ED-830F-4C125E024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BCA0A4-C73B-EFCC-5A74-C37ADDFA6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D85841-FFD4-34A7-63B5-AAB952AC82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0C350-4437-4166-B28A-D4790F5D9AC0}" type="datetimeFigureOut">
              <a:rPr lang="zh-HK" altLang="en-US" smtClean="0"/>
              <a:t>5/7/2025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30545C-20D7-8322-8634-E0D42A43C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81247EC-D1BF-E987-AACD-632B5517D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15EB0-E69B-48C8-9FED-04DC6E9F8639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7793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6.png"/><Relationship Id="rId3" Type="http://schemas.openxmlformats.org/officeDocument/2006/relationships/image" Target="../media/image1840.png"/><Relationship Id="rId7" Type="http://schemas.openxmlformats.org/officeDocument/2006/relationships/image" Target="../media/image1845.png"/><Relationship Id="rId12" Type="http://schemas.openxmlformats.org/officeDocument/2006/relationships/image" Target="../media/image18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849.png"/><Relationship Id="rId5" Type="http://schemas.openxmlformats.org/officeDocument/2006/relationships/image" Target="../media/image1843.pn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847.png"/><Relationship Id="rId14" Type="http://schemas.openxmlformats.org/officeDocument/2006/relationships/image" Target="../media/image185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9.png"/><Relationship Id="rId13" Type="http://schemas.openxmlformats.org/officeDocument/2006/relationships/image" Target="../media/image1864.png"/><Relationship Id="rId3" Type="http://schemas.openxmlformats.org/officeDocument/2006/relationships/image" Target="../media/image1854.png"/><Relationship Id="rId7" Type="http://schemas.openxmlformats.org/officeDocument/2006/relationships/image" Target="../media/image1858.png"/><Relationship Id="rId12" Type="http://schemas.openxmlformats.org/officeDocument/2006/relationships/image" Target="../media/image1863.png"/><Relationship Id="rId2" Type="http://schemas.openxmlformats.org/officeDocument/2006/relationships/image" Target="../media/image7.png"/><Relationship Id="rId16" Type="http://schemas.openxmlformats.org/officeDocument/2006/relationships/image" Target="../media/image18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7.png"/><Relationship Id="rId11" Type="http://schemas.openxmlformats.org/officeDocument/2006/relationships/image" Target="../media/image9.png"/><Relationship Id="rId5" Type="http://schemas.openxmlformats.org/officeDocument/2006/relationships/image" Target="../media/image8.png"/><Relationship Id="rId15" Type="http://schemas.openxmlformats.org/officeDocument/2006/relationships/image" Target="../media/image1866.png"/><Relationship Id="rId10" Type="http://schemas.openxmlformats.org/officeDocument/2006/relationships/image" Target="../media/image1861.png"/><Relationship Id="rId4" Type="http://schemas.openxmlformats.org/officeDocument/2006/relationships/image" Target="../media/image1855.png"/><Relationship Id="rId9" Type="http://schemas.openxmlformats.org/officeDocument/2006/relationships/image" Target="../media/image1860.png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3.png"/><Relationship Id="rId13" Type="http://schemas.openxmlformats.org/officeDocument/2006/relationships/image" Target="../media/image1878.png"/><Relationship Id="rId18" Type="http://schemas.openxmlformats.org/officeDocument/2006/relationships/image" Target="../media/image1883.png"/><Relationship Id="rId3" Type="http://schemas.openxmlformats.org/officeDocument/2006/relationships/customXml" Target="../ink/ink1.xml"/><Relationship Id="rId7" Type="http://schemas.openxmlformats.org/officeDocument/2006/relationships/image" Target="../media/image1872.png"/><Relationship Id="rId12" Type="http://schemas.openxmlformats.org/officeDocument/2006/relationships/image" Target="../media/image13.png"/><Relationship Id="rId17" Type="http://schemas.openxmlformats.org/officeDocument/2006/relationships/image" Target="../media/image1882.png"/><Relationship Id="rId2" Type="http://schemas.openxmlformats.org/officeDocument/2006/relationships/image" Target="../media/image11.png"/><Relationship Id="rId16" Type="http://schemas.openxmlformats.org/officeDocument/2006/relationships/image" Target="../media/image18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1.png"/><Relationship Id="rId11" Type="http://schemas.openxmlformats.org/officeDocument/2006/relationships/image" Target="../media/image1876.png"/><Relationship Id="rId5" Type="http://schemas.openxmlformats.org/officeDocument/2006/relationships/image" Target="../media/image12.png"/><Relationship Id="rId15" Type="http://schemas.openxmlformats.org/officeDocument/2006/relationships/image" Target="../media/image1880.png"/><Relationship Id="rId10" Type="http://schemas.openxmlformats.org/officeDocument/2006/relationships/image" Target="../media/image1875.png"/><Relationship Id="rId19" Type="http://schemas.openxmlformats.org/officeDocument/2006/relationships/image" Target="../media/image1884.png"/><Relationship Id="rId4" Type="http://schemas.openxmlformats.org/officeDocument/2006/relationships/image" Target="../media/image1869.png"/><Relationship Id="rId9" Type="http://schemas.openxmlformats.org/officeDocument/2006/relationships/image" Target="../media/image1874.png"/><Relationship Id="rId14" Type="http://schemas.openxmlformats.org/officeDocument/2006/relationships/image" Target="../media/image187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1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89.png"/><Relationship Id="rId5" Type="http://schemas.openxmlformats.org/officeDocument/2006/relationships/image" Target="../media/image1888.png"/><Relationship Id="rId10" Type="http://schemas.openxmlformats.org/officeDocument/2006/relationships/image" Target="../media/image1893.png"/><Relationship Id="rId4" Type="http://schemas.openxmlformats.org/officeDocument/2006/relationships/image" Target="../media/image1887.png"/><Relationship Id="rId9" Type="http://schemas.openxmlformats.org/officeDocument/2006/relationships/image" Target="../media/image189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9.png"/><Relationship Id="rId13" Type="http://schemas.openxmlformats.org/officeDocument/2006/relationships/image" Target="../media/image1904.png"/><Relationship Id="rId18" Type="http://schemas.openxmlformats.org/officeDocument/2006/relationships/image" Target="../media/image1909.png"/><Relationship Id="rId3" Type="http://schemas.openxmlformats.org/officeDocument/2006/relationships/image" Target="../media/image18.png"/><Relationship Id="rId21" Type="http://schemas.openxmlformats.org/officeDocument/2006/relationships/image" Target="../media/image1912.png"/><Relationship Id="rId7" Type="http://schemas.openxmlformats.org/officeDocument/2006/relationships/image" Target="../media/image1898.png"/><Relationship Id="rId12" Type="http://schemas.openxmlformats.org/officeDocument/2006/relationships/image" Target="../media/image1903.png"/><Relationship Id="rId17" Type="http://schemas.openxmlformats.org/officeDocument/2006/relationships/image" Target="../media/image1908.png"/><Relationship Id="rId2" Type="http://schemas.openxmlformats.org/officeDocument/2006/relationships/image" Target="../media/image17.png"/><Relationship Id="rId16" Type="http://schemas.openxmlformats.org/officeDocument/2006/relationships/image" Target="../media/image1907.png"/><Relationship Id="rId20" Type="http://schemas.openxmlformats.org/officeDocument/2006/relationships/image" Target="../media/image19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7.png"/><Relationship Id="rId11" Type="http://schemas.openxmlformats.org/officeDocument/2006/relationships/image" Target="../media/image1902.png"/><Relationship Id="rId5" Type="http://schemas.openxmlformats.org/officeDocument/2006/relationships/customXml" Target="../ink/ink2.xml"/><Relationship Id="rId15" Type="http://schemas.openxmlformats.org/officeDocument/2006/relationships/image" Target="../media/image1906.png"/><Relationship Id="rId10" Type="http://schemas.openxmlformats.org/officeDocument/2006/relationships/image" Target="../media/image1901.png"/><Relationship Id="rId19" Type="http://schemas.openxmlformats.org/officeDocument/2006/relationships/image" Target="../media/image1910.png"/><Relationship Id="rId4" Type="http://schemas.openxmlformats.org/officeDocument/2006/relationships/image" Target="../media/image19.png"/><Relationship Id="rId9" Type="http://schemas.openxmlformats.org/officeDocument/2006/relationships/image" Target="../media/image1900.png"/><Relationship Id="rId14" Type="http://schemas.openxmlformats.org/officeDocument/2006/relationships/image" Target="../media/image190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9.png"/><Relationship Id="rId3" Type="http://schemas.openxmlformats.org/officeDocument/2006/relationships/image" Target="../media/image1914.png"/><Relationship Id="rId7" Type="http://schemas.openxmlformats.org/officeDocument/2006/relationships/image" Target="../media/image19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17.png"/><Relationship Id="rId11" Type="http://schemas.openxmlformats.org/officeDocument/2006/relationships/image" Target="../media/image21.png"/><Relationship Id="rId5" Type="http://schemas.openxmlformats.org/officeDocument/2006/relationships/image" Target="../media/image1916.png"/><Relationship Id="rId10" Type="http://schemas.openxmlformats.org/officeDocument/2006/relationships/image" Target="../media/image1921.png"/><Relationship Id="rId4" Type="http://schemas.openxmlformats.org/officeDocument/2006/relationships/image" Target="../media/image1915.png"/><Relationship Id="rId9" Type="http://schemas.openxmlformats.org/officeDocument/2006/relationships/image" Target="../media/image19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8.png"/><Relationship Id="rId13" Type="http://schemas.openxmlformats.org/officeDocument/2006/relationships/customXml" Target="../ink/ink4.xml"/><Relationship Id="rId18" Type="http://schemas.openxmlformats.org/officeDocument/2006/relationships/image" Target="../media/image1937.png"/><Relationship Id="rId26" Type="http://schemas.openxmlformats.org/officeDocument/2006/relationships/image" Target="../media/image1945.png"/><Relationship Id="rId3" Type="http://schemas.openxmlformats.org/officeDocument/2006/relationships/image" Target="../media/image23.png"/><Relationship Id="rId21" Type="http://schemas.openxmlformats.org/officeDocument/2006/relationships/image" Target="../media/image1940.png"/><Relationship Id="rId7" Type="http://schemas.openxmlformats.org/officeDocument/2006/relationships/image" Target="../media/image1927.png"/><Relationship Id="rId12" Type="http://schemas.openxmlformats.org/officeDocument/2006/relationships/image" Target="../media/image24.png"/><Relationship Id="rId17" Type="http://schemas.openxmlformats.org/officeDocument/2006/relationships/image" Target="../media/image1936.png"/><Relationship Id="rId25" Type="http://schemas.openxmlformats.org/officeDocument/2006/relationships/image" Target="../media/image1944.png"/><Relationship Id="rId2" Type="http://schemas.openxmlformats.org/officeDocument/2006/relationships/image" Target="../media/image22.png"/><Relationship Id="rId16" Type="http://schemas.openxmlformats.org/officeDocument/2006/relationships/image" Target="../media/image1935.png"/><Relationship Id="rId20" Type="http://schemas.openxmlformats.org/officeDocument/2006/relationships/image" Target="../media/image1939.png"/><Relationship Id="rId29" Type="http://schemas.openxmlformats.org/officeDocument/2006/relationships/image" Target="../media/image194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931.png"/><Relationship Id="rId24" Type="http://schemas.openxmlformats.org/officeDocument/2006/relationships/image" Target="../media/image1943.png"/><Relationship Id="rId5" Type="http://schemas.openxmlformats.org/officeDocument/2006/relationships/image" Target="../media/image1926.png"/><Relationship Id="rId15" Type="http://schemas.openxmlformats.org/officeDocument/2006/relationships/image" Target="../media/image25.png"/><Relationship Id="rId23" Type="http://schemas.openxmlformats.org/officeDocument/2006/relationships/image" Target="../media/image1942.png"/><Relationship Id="rId28" Type="http://schemas.openxmlformats.org/officeDocument/2006/relationships/image" Target="../media/image1947.png"/><Relationship Id="rId10" Type="http://schemas.openxmlformats.org/officeDocument/2006/relationships/image" Target="../media/image1930.png"/><Relationship Id="rId19" Type="http://schemas.openxmlformats.org/officeDocument/2006/relationships/image" Target="../media/image1938.png"/><Relationship Id="rId4" Type="http://schemas.openxmlformats.org/officeDocument/2006/relationships/image" Target="../media/image1925.png"/><Relationship Id="rId9" Type="http://schemas.openxmlformats.org/officeDocument/2006/relationships/image" Target="../media/image1929.png"/><Relationship Id="rId14" Type="http://schemas.openxmlformats.org/officeDocument/2006/relationships/image" Target="../media/image1933.png"/><Relationship Id="rId22" Type="http://schemas.openxmlformats.org/officeDocument/2006/relationships/image" Target="../media/image1941.png"/><Relationship Id="rId27" Type="http://schemas.openxmlformats.org/officeDocument/2006/relationships/image" Target="../media/image1946.png"/><Relationship Id="rId30" Type="http://schemas.openxmlformats.org/officeDocument/2006/relationships/image" Target="../media/image194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4.png"/><Relationship Id="rId13" Type="http://schemas.openxmlformats.org/officeDocument/2006/relationships/image" Target="../media/image1958.png"/><Relationship Id="rId18" Type="http://schemas.openxmlformats.org/officeDocument/2006/relationships/image" Target="../media/image31.png"/><Relationship Id="rId3" Type="http://schemas.openxmlformats.org/officeDocument/2006/relationships/image" Target="../media/image27.png"/><Relationship Id="rId21" Type="http://schemas.openxmlformats.org/officeDocument/2006/relationships/image" Target="../media/image34.png"/><Relationship Id="rId7" Type="http://schemas.openxmlformats.org/officeDocument/2006/relationships/customXml" Target="../ink/ink5.xml"/><Relationship Id="rId12" Type="http://schemas.openxmlformats.org/officeDocument/2006/relationships/image" Target="../media/image1957.png"/><Relationship Id="rId17" Type="http://schemas.openxmlformats.org/officeDocument/2006/relationships/image" Target="../media/image30.png"/><Relationship Id="rId2" Type="http://schemas.openxmlformats.org/officeDocument/2006/relationships/image" Target="../media/image26.png"/><Relationship Id="rId16" Type="http://schemas.openxmlformats.org/officeDocument/2006/relationships/image" Target="../media/image1961.png"/><Relationship Id="rId20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1956.png"/><Relationship Id="rId5" Type="http://schemas.microsoft.com/office/2007/relationships/hdphoto" Target="../media/hdphoto1.wdp"/><Relationship Id="rId15" Type="http://schemas.openxmlformats.org/officeDocument/2006/relationships/image" Target="../media/image1960.png"/><Relationship Id="rId10" Type="http://schemas.openxmlformats.org/officeDocument/2006/relationships/image" Target="../media/image1955.png"/><Relationship Id="rId19" Type="http://schemas.openxmlformats.org/officeDocument/2006/relationships/image" Target="../media/image32.png"/><Relationship Id="rId4" Type="http://schemas.openxmlformats.org/officeDocument/2006/relationships/image" Target="../media/image28.png"/><Relationship Id="rId9" Type="http://schemas.openxmlformats.org/officeDocument/2006/relationships/customXml" Target="../ink/ink6.xml"/><Relationship Id="rId14" Type="http://schemas.openxmlformats.org/officeDocument/2006/relationships/image" Target="../media/image1959.png"/><Relationship Id="rId22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1.png"/><Relationship Id="rId13" Type="http://schemas.openxmlformats.org/officeDocument/2006/relationships/customXml" Target="../ink/ink11.xml"/><Relationship Id="rId18" Type="http://schemas.openxmlformats.org/officeDocument/2006/relationships/image" Target="../media/image1978.png"/><Relationship Id="rId3" Type="http://schemas.openxmlformats.org/officeDocument/2006/relationships/image" Target="../media/image37.png"/><Relationship Id="rId21" Type="http://schemas.openxmlformats.org/officeDocument/2006/relationships/image" Target="../media/image1981.png"/><Relationship Id="rId7" Type="http://schemas.openxmlformats.org/officeDocument/2006/relationships/customXml" Target="../ink/ink8.xml"/><Relationship Id="rId12" Type="http://schemas.openxmlformats.org/officeDocument/2006/relationships/image" Target="../media/image1973.png"/><Relationship Id="rId17" Type="http://schemas.openxmlformats.org/officeDocument/2006/relationships/image" Target="../media/image1977.png"/><Relationship Id="rId2" Type="http://schemas.openxmlformats.org/officeDocument/2006/relationships/image" Target="../media/image36.png"/><Relationship Id="rId16" Type="http://schemas.openxmlformats.org/officeDocument/2006/relationships/image" Target="../media/image1976.png"/><Relationship Id="rId20" Type="http://schemas.openxmlformats.org/officeDocument/2006/relationships/image" Target="../media/image19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0.png"/><Relationship Id="rId11" Type="http://schemas.openxmlformats.org/officeDocument/2006/relationships/customXml" Target="../ink/ink10.xml"/><Relationship Id="rId5" Type="http://schemas.openxmlformats.org/officeDocument/2006/relationships/customXml" Target="../ink/ink7.xml"/><Relationship Id="rId15" Type="http://schemas.openxmlformats.org/officeDocument/2006/relationships/image" Target="../media/image1975.png"/><Relationship Id="rId10" Type="http://schemas.openxmlformats.org/officeDocument/2006/relationships/image" Target="../media/image1972.png"/><Relationship Id="rId19" Type="http://schemas.openxmlformats.org/officeDocument/2006/relationships/image" Target="../media/image1979.png"/><Relationship Id="rId4" Type="http://schemas.openxmlformats.org/officeDocument/2006/relationships/image" Target="../media/image38.png"/><Relationship Id="rId9" Type="http://schemas.openxmlformats.org/officeDocument/2006/relationships/customXml" Target="../ink/ink9.xml"/><Relationship Id="rId14" Type="http://schemas.openxmlformats.org/officeDocument/2006/relationships/image" Target="../media/image1974.png"/><Relationship Id="rId22" Type="http://schemas.openxmlformats.org/officeDocument/2006/relationships/image" Target="../media/image198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9.png"/><Relationship Id="rId3" Type="http://schemas.openxmlformats.org/officeDocument/2006/relationships/image" Target="../media/image40.png"/><Relationship Id="rId7" Type="http://schemas.openxmlformats.org/officeDocument/2006/relationships/image" Target="../media/image1988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7.png"/><Relationship Id="rId5" Type="http://schemas.openxmlformats.org/officeDocument/2006/relationships/image" Target="../media/image1986.png"/><Relationship Id="rId4" Type="http://schemas.openxmlformats.org/officeDocument/2006/relationships/image" Target="../media/image41.png"/><Relationship Id="rId9" Type="http://schemas.openxmlformats.org/officeDocument/2006/relationships/image" Target="../media/image199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5.png"/><Relationship Id="rId13" Type="http://schemas.openxmlformats.org/officeDocument/2006/relationships/image" Target="../media/image2000.png"/><Relationship Id="rId18" Type="http://schemas.openxmlformats.org/officeDocument/2006/relationships/image" Target="../media/image2005.png"/><Relationship Id="rId26" Type="http://schemas.openxmlformats.org/officeDocument/2006/relationships/image" Target="../media/image2012.png"/><Relationship Id="rId3" Type="http://schemas.openxmlformats.org/officeDocument/2006/relationships/image" Target="../media/image43.png"/><Relationship Id="rId21" Type="http://schemas.openxmlformats.org/officeDocument/2006/relationships/image" Target="../media/image2007.png"/><Relationship Id="rId7" Type="http://schemas.openxmlformats.org/officeDocument/2006/relationships/image" Target="../media/image1994.png"/><Relationship Id="rId12" Type="http://schemas.openxmlformats.org/officeDocument/2006/relationships/image" Target="../media/image1999.png"/><Relationship Id="rId17" Type="http://schemas.openxmlformats.org/officeDocument/2006/relationships/image" Target="../media/image2004.png"/><Relationship Id="rId25" Type="http://schemas.openxmlformats.org/officeDocument/2006/relationships/image" Target="../media/image2011.png"/><Relationship Id="rId2" Type="http://schemas.openxmlformats.org/officeDocument/2006/relationships/image" Target="../media/image42.png"/><Relationship Id="rId16" Type="http://schemas.openxmlformats.org/officeDocument/2006/relationships/image" Target="../media/image47.png"/><Relationship Id="rId20" Type="http://schemas.openxmlformats.org/officeDocument/2006/relationships/image" Target="../media/image20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97.png"/><Relationship Id="rId11" Type="http://schemas.openxmlformats.org/officeDocument/2006/relationships/image" Target="../media/image1998.png"/><Relationship Id="rId24" Type="http://schemas.openxmlformats.org/officeDocument/2006/relationships/image" Target="../media/image2010.png"/><Relationship Id="rId5" Type="http://schemas.openxmlformats.org/officeDocument/2006/relationships/customXml" Target="../ink/ink12.xml"/><Relationship Id="rId15" Type="http://schemas.openxmlformats.org/officeDocument/2006/relationships/image" Target="../media/image46.png"/><Relationship Id="rId23" Type="http://schemas.openxmlformats.org/officeDocument/2006/relationships/image" Target="../media/image2009.png"/><Relationship Id="rId10" Type="http://schemas.openxmlformats.org/officeDocument/2006/relationships/image" Target="../media/image1997.png"/><Relationship Id="rId19" Type="http://schemas.openxmlformats.org/officeDocument/2006/relationships/customXml" Target="../ink/ink13.xml"/><Relationship Id="rId4" Type="http://schemas.openxmlformats.org/officeDocument/2006/relationships/image" Target="../media/image44.png"/><Relationship Id="rId9" Type="http://schemas.openxmlformats.org/officeDocument/2006/relationships/image" Target="../media/image1996.png"/><Relationship Id="rId14" Type="http://schemas.openxmlformats.org/officeDocument/2006/relationships/image" Target="../media/image45.png"/><Relationship Id="rId22" Type="http://schemas.openxmlformats.org/officeDocument/2006/relationships/image" Target="../media/image2008.png"/><Relationship Id="rId27" Type="http://schemas.openxmlformats.org/officeDocument/2006/relationships/image" Target="../media/image20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17.png"/><Relationship Id="rId13" Type="http://schemas.openxmlformats.org/officeDocument/2006/relationships/image" Target="../media/image2021.png"/><Relationship Id="rId18" Type="http://schemas.openxmlformats.org/officeDocument/2006/relationships/image" Target="../media/image2026.png"/><Relationship Id="rId26" Type="http://schemas.openxmlformats.org/officeDocument/2006/relationships/image" Target="../media/image2033.png"/><Relationship Id="rId3" Type="http://schemas.openxmlformats.org/officeDocument/2006/relationships/customXml" Target="../ink/ink14.xml"/><Relationship Id="rId21" Type="http://schemas.openxmlformats.org/officeDocument/2006/relationships/image" Target="../media/image2028.png"/><Relationship Id="rId7" Type="http://schemas.openxmlformats.org/officeDocument/2006/relationships/customXml" Target="../ink/ink16.xml"/><Relationship Id="rId12" Type="http://schemas.openxmlformats.org/officeDocument/2006/relationships/image" Target="../media/image2020.png"/><Relationship Id="rId17" Type="http://schemas.openxmlformats.org/officeDocument/2006/relationships/image" Target="../media/image2025.png"/><Relationship Id="rId25" Type="http://schemas.openxmlformats.org/officeDocument/2006/relationships/image" Target="../media/image2032.png"/><Relationship Id="rId2" Type="http://schemas.openxmlformats.org/officeDocument/2006/relationships/image" Target="../media/image48.png"/><Relationship Id="rId16" Type="http://schemas.openxmlformats.org/officeDocument/2006/relationships/image" Target="../media/image2024.png"/><Relationship Id="rId20" Type="http://schemas.openxmlformats.org/officeDocument/2006/relationships/image" Target="../media/image13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16.png"/><Relationship Id="rId11" Type="http://schemas.openxmlformats.org/officeDocument/2006/relationships/image" Target="../media/image2019.png"/><Relationship Id="rId24" Type="http://schemas.openxmlformats.org/officeDocument/2006/relationships/image" Target="../media/image2031.png"/><Relationship Id="rId5" Type="http://schemas.openxmlformats.org/officeDocument/2006/relationships/customXml" Target="../ink/ink15.xml"/><Relationship Id="rId15" Type="http://schemas.openxmlformats.org/officeDocument/2006/relationships/image" Target="../media/image2023.png"/><Relationship Id="rId23" Type="http://schemas.openxmlformats.org/officeDocument/2006/relationships/image" Target="../media/image2030.png"/><Relationship Id="rId28" Type="http://schemas.openxmlformats.org/officeDocument/2006/relationships/image" Target="../media/image2035.png"/><Relationship Id="rId10" Type="http://schemas.openxmlformats.org/officeDocument/2006/relationships/image" Target="../media/image2018.png"/><Relationship Id="rId19" Type="http://schemas.openxmlformats.org/officeDocument/2006/relationships/image" Target="../media/image2027.png"/><Relationship Id="rId4" Type="http://schemas.openxmlformats.org/officeDocument/2006/relationships/image" Target="../media/image2015.png"/><Relationship Id="rId9" Type="http://schemas.openxmlformats.org/officeDocument/2006/relationships/customXml" Target="../ink/ink17.xml"/><Relationship Id="rId14" Type="http://schemas.openxmlformats.org/officeDocument/2006/relationships/image" Target="../media/image2022.png"/><Relationship Id="rId22" Type="http://schemas.openxmlformats.org/officeDocument/2006/relationships/image" Target="../media/image2029.png"/><Relationship Id="rId27" Type="http://schemas.openxmlformats.org/officeDocument/2006/relationships/image" Target="../media/image20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9.png"/><Relationship Id="rId18" Type="http://schemas.openxmlformats.org/officeDocument/2006/relationships/image" Target="../media/image2026.png"/><Relationship Id="rId26" Type="http://schemas.openxmlformats.org/officeDocument/2006/relationships/image" Target="../media/image2050.png"/><Relationship Id="rId3" Type="http://schemas.openxmlformats.org/officeDocument/2006/relationships/customXml" Target="../ink/ink18.xml"/><Relationship Id="rId21" Type="http://schemas.openxmlformats.org/officeDocument/2006/relationships/image" Target="../media/image2045.png"/><Relationship Id="rId7" Type="http://schemas.openxmlformats.org/officeDocument/2006/relationships/customXml" Target="../ink/ink20.xml"/><Relationship Id="rId17" Type="http://schemas.openxmlformats.org/officeDocument/2006/relationships/image" Target="../media/image2025.png"/><Relationship Id="rId25" Type="http://schemas.openxmlformats.org/officeDocument/2006/relationships/image" Target="../media/image2049.png"/><Relationship Id="rId2" Type="http://schemas.openxmlformats.org/officeDocument/2006/relationships/image" Target="../media/image49.png"/><Relationship Id="rId20" Type="http://schemas.openxmlformats.org/officeDocument/2006/relationships/image" Target="../media/image2044.png"/><Relationship Id="rId29" Type="http://schemas.openxmlformats.org/officeDocument/2006/relationships/image" Target="../media/image20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38.png"/><Relationship Id="rId11" Type="http://schemas.openxmlformats.org/officeDocument/2006/relationships/image" Target="../media/image2042.png"/><Relationship Id="rId24" Type="http://schemas.openxmlformats.org/officeDocument/2006/relationships/image" Target="../media/image2048.png"/><Relationship Id="rId5" Type="http://schemas.openxmlformats.org/officeDocument/2006/relationships/customXml" Target="../ink/ink19.xml"/><Relationship Id="rId23" Type="http://schemas.openxmlformats.org/officeDocument/2006/relationships/image" Target="../media/image2047.png"/><Relationship Id="rId28" Type="http://schemas.openxmlformats.org/officeDocument/2006/relationships/image" Target="../media/image2052.png"/><Relationship Id="rId10" Type="http://schemas.openxmlformats.org/officeDocument/2006/relationships/image" Target="../media/image2041.png"/><Relationship Id="rId19" Type="http://schemas.openxmlformats.org/officeDocument/2006/relationships/image" Target="../media/image2043.png"/><Relationship Id="rId31" Type="http://schemas.openxmlformats.org/officeDocument/2006/relationships/image" Target="../media/image2055.png"/><Relationship Id="rId4" Type="http://schemas.openxmlformats.org/officeDocument/2006/relationships/image" Target="../media/image2037.png"/><Relationship Id="rId9" Type="http://schemas.openxmlformats.org/officeDocument/2006/relationships/image" Target="../media/image2040.png"/><Relationship Id="rId22" Type="http://schemas.openxmlformats.org/officeDocument/2006/relationships/image" Target="../media/image2046.png"/><Relationship Id="rId27" Type="http://schemas.openxmlformats.org/officeDocument/2006/relationships/image" Target="../media/image2051.png"/><Relationship Id="rId30" Type="http://schemas.openxmlformats.org/officeDocument/2006/relationships/image" Target="../media/image20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0.png"/><Relationship Id="rId13" Type="http://schemas.openxmlformats.org/officeDocument/2006/relationships/image" Target="../media/image2065.png"/><Relationship Id="rId3" Type="http://schemas.microsoft.com/office/2007/relationships/hdphoto" Target="../media/hdphoto2.wdp"/><Relationship Id="rId7" Type="http://schemas.openxmlformats.org/officeDocument/2006/relationships/image" Target="../media/image2059.png"/><Relationship Id="rId12" Type="http://schemas.openxmlformats.org/officeDocument/2006/relationships/image" Target="../media/image2064.png"/><Relationship Id="rId2" Type="http://schemas.openxmlformats.org/officeDocument/2006/relationships/image" Target="../media/image50.png"/><Relationship Id="rId16" Type="http://schemas.openxmlformats.org/officeDocument/2006/relationships/image" Target="../media/image20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8.png"/><Relationship Id="rId11" Type="http://schemas.openxmlformats.org/officeDocument/2006/relationships/image" Target="../media/image2063.png"/><Relationship Id="rId5" Type="http://schemas.microsoft.com/office/2007/relationships/hdphoto" Target="../media/hdphoto3.wdp"/><Relationship Id="rId15" Type="http://schemas.openxmlformats.org/officeDocument/2006/relationships/image" Target="../media/image2067.png"/><Relationship Id="rId10" Type="http://schemas.openxmlformats.org/officeDocument/2006/relationships/image" Target="../media/image2062.png"/><Relationship Id="rId4" Type="http://schemas.openxmlformats.org/officeDocument/2006/relationships/image" Target="../media/image51.png"/><Relationship Id="rId9" Type="http://schemas.openxmlformats.org/officeDocument/2006/relationships/image" Target="../media/image2061.png"/><Relationship Id="rId14" Type="http://schemas.openxmlformats.org/officeDocument/2006/relationships/image" Target="../media/image20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3.png"/><Relationship Id="rId13" Type="http://schemas.openxmlformats.org/officeDocument/2006/relationships/image" Target="../media/image2076.png"/><Relationship Id="rId18" Type="http://schemas.openxmlformats.org/officeDocument/2006/relationships/image" Target="../media/image2081.png"/><Relationship Id="rId3" Type="http://schemas.openxmlformats.org/officeDocument/2006/relationships/image" Target="../media/image53.png"/><Relationship Id="rId21" Type="http://schemas.openxmlformats.org/officeDocument/2006/relationships/image" Target="../media/image2084.png"/><Relationship Id="rId7" Type="http://schemas.openxmlformats.org/officeDocument/2006/relationships/image" Target="../media/image2072.png"/><Relationship Id="rId12" Type="http://schemas.openxmlformats.org/officeDocument/2006/relationships/image" Target="../media/image2075.png"/><Relationship Id="rId17" Type="http://schemas.openxmlformats.org/officeDocument/2006/relationships/image" Target="../media/image2080.png"/><Relationship Id="rId2" Type="http://schemas.openxmlformats.org/officeDocument/2006/relationships/image" Target="../media/image52.png"/><Relationship Id="rId16" Type="http://schemas.openxmlformats.org/officeDocument/2006/relationships/image" Target="../media/image2079.png"/><Relationship Id="rId20" Type="http://schemas.openxmlformats.org/officeDocument/2006/relationships/image" Target="../media/image20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71.png"/><Relationship Id="rId11" Type="http://schemas.openxmlformats.org/officeDocument/2006/relationships/customXml" Target="../ink/ink23.xml"/><Relationship Id="rId24" Type="http://schemas.openxmlformats.org/officeDocument/2006/relationships/image" Target="../media/image2087.png"/><Relationship Id="rId5" Type="http://schemas.openxmlformats.org/officeDocument/2006/relationships/customXml" Target="../ink/ink21.xml"/><Relationship Id="rId15" Type="http://schemas.openxmlformats.org/officeDocument/2006/relationships/image" Target="../media/image2078.png"/><Relationship Id="rId23" Type="http://schemas.openxmlformats.org/officeDocument/2006/relationships/image" Target="../media/image2086.png"/><Relationship Id="rId10" Type="http://schemas.openxmlformats.org/officeDocument/2006/relationships/image" Target="../media/image2074.png"/><Relationship Id="rId19" Type="http://schemas.openxmlformats.org/officeDocument/2006/relationships/image" Target="../media/image2082.png"/><Relationship Id="rId4" Type="http://schemas.microsoft.com/office/2007/relationships/hdphoto" Target="../media/hdphoto4.wdp"/><Relationship Id="rId9" Type="http://schemas.openxmlformats.org/officeDocument/2006/relationships/customXml" Target="../ink/ink22.xml"/><Relationship Id="rId14" Type="http://schemas.openxmlformats.org/officeDocument/2006/relationships/image" Target="../media/image2077.png"/><Relationship Id="rId22" Type="http://schemas.openxmlformats.org/officeDocument/2006/relationships/image" Target="../media/image208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2093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2.png"/><Relationship Id="rId5" Type="http://schemas.openxmlformats.org/officeDocument/2006/relationships/image" Target="../media/image2091.png"/><Relationship Id="rId4" Type="http://schemas.openxmlformats.org/officeDocument/2006/relationships/image" Target="../media/image209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2102.png"/><Relationship Id="rId18" Type="http://schemas.openxmlformats.org/officeDocument/2006/relationships/image" Target="../media/image2107.png"/><Relationship Id="rId3" Type="http://schemas.openxmlformats.org/officeDocument/2006/relationships/image" Target="../media/image57.png"/><Relationship Id="rId21" Type="http://schemas.openxmlformats.org/officeDocument/2006/relationships/image" Target="../media/image2110.png"/><Relationship Id="rId7" Type="http://schemas.openxmlformats.org/officeDocument/2006/relationships/image" Target="../media/image2097.png"/><Relationship Id="rId12" Type="http://schemas.openxmlformats.org/officeDocument/2006/relationships/image" Target="../media/image2101.png"/><Relationship Id="rId17" Type="http://schemas.openxmlformats.org/officeDocument/2006/relationships/image" Target="../media/image2106.png"/><Relationship Id="rId2" Type="http://schemas.openxmlformats.org/officeDocument/2006/relationships/image" Target="../media/image56.png"/><Relationship Id="rId16" Type="http://schemas.openxmlformats.org/officeDocument/2006/relationships/image" Target="../media/image2105.png"/><Relationship Id="rId20" Type="http://schemas.openxmlformats.org/officeDocument/2006/relationships/image" Target="../media/image210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2100.png"/><Relationship Id="rId5" Type="http://schemas.openxmlformats.org/officeDocument/2006/relationships/image" Target="../media/image2096.png"/><Relationship Id="rId15" Type="http://schemas.openxmlformats.org/officeDocument/2006/relationships/image" Target="../media/image2104.png"/><Relationship Id="rId10" Type="http://schemas.openxmlformats.org/officeDocument/2006/relationships/image" Target="../media/image2099.png"/><Relationship Id="rId19" Type="http://schemas.openxmlformats.org/officeDocument/2006/relationships/image" Target="../media/image2108.png"/><Relationship Id="rId4" Type="http://schemas.openxmlformats.org/officeDocument/2006/relationships/customXml" Target="../ink/ink24.xml"/><Relationship Id="rId9" Type="http://schemas.openxmlformats.org/officeDocument/2006/relationships/image" Target="../media/image2098.png"/><Relationship Id="rId14" Type="http://schemas.openxmlformats.org/officeDocument/2006/relationships/image" Target="../media/image210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.xml"/><Relationship Id="rId13" Type="http://schemas.openxmlformats.org/officeDocument/2006/relationships/image" Target="../media/image2118.png"/><Relationship Id="rId3" Type="http://schemas.openxmlformats.org/officeDocument/2006/relationships/image" Target="../media/image59.png"/><Relationship Id="rId7" Type="http://schemas.openxmlformats.org/officeDocument/2006/relationships/image" Target="../media/image2114.png"/><Relationship Id="rId12" Type="http://schemas.openxmlformats.org/officeDocument/2006/relationships/image" Target="../media/image2117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.xml"/><Relationship Id="rId11" Type="http://schemas.openxmlformats.org/officeDocument/2006/relationships/image" Target="../media/image2083.png"/><Relationship Id="rId5" Type="http://schemas.openxmlformats.org/officeDocument/2006/relationships/image" Target="../media/image2113.png"/><Relationship Id="rId10" Type="http://schemas.openxmlformats.org/officeDocument/2006/relationships/image" Target="../media/image2116.png"/><Relationship Id="rId4" Type="http://schemas.openxmlformats.org/officeDocument/2006/relationships/customXml" Target="../ink/ink27.xml"/><Relationship Id="rId9" Type="http://schemas.openxmlformats.org/officeDocument/2006/relationships/image" Target="../media/image211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13" Type="http://schemas.openxmlformats.org/officeDocument/2006/relationships/image" Target="../media/image63.png"/><Relationship Id="rId18" Type="http://schemas.openxmlformats.org/officeDocument/2006/relationships/image" Target="../media/image2130.png"/><Relationship Id="rId26" Type="http://schemas.openxmlformats.org/officeDocument/2006/relationships/image" Target="../media/image2138.png"/><Relationship Id="rId3" Type="http://schemas.openxmlformats.org/officeDocument/2006/relationships/image" Target="../media/image61.png"/><Relationship Id="rId21" Type="http://schemas.openxmlformats.org/officeDocument/2006/relationships/image" Target="../media/image2133.png"/><Relationship Id="rId7" Type="http://schemas.openxmlformats.org/officeDocument/2006/relationships/image" Target="../media/image2121.png"/><Relationship Id="rId12" Type="http://schemas.openxmlformats.org/officeDocument/2006/relationships/image" Target="../media/image62.png"/><Relationship Id="rId17" Type="http://schemas.openxmlformats.org/officeDocument/2006/relationships/image" Target="../media/image2129.png"/><Relationship Id="rId25" Type="http://schemas.openxmlformats.org/officeDocument/2006/relationships/image" Target="../media/image2137.png"/><Relationship Id="rId2" Type="http://schemas.openxmlformats.org/officeDocument/2006/relationships/image" Target="../media/image60.png"/><Relationship Id="rId16" Type="http://schemas.openxmlformats.org/officeDocument/2006/relationships/image" Target="../media/image2128.png"/><Relationship Id="rId20" Type="http://schemas.openxmlformats.org/officeDocument/2006/relationships/image" Target="../media/image2132.png"/><Relationship Id="rId29" Type="http://schemas.openxmlformats.org/officeDocument/2006/relationships/image" Target="../media/image214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1.xml"/><Relationship Id="rId11" Type="http://schemas.openxmlformats.org/officeDocument/2006/relationships/image" Target="../media/image2123.png"/><Relationship Id="rId24" Type="http://schemas.openxmlformats.org/officeDocument/2006/relationships/image" Target="../media/image2136.png"/><Relationship Id="rId5" Type="http://schemas.openxmlformats.org/officeDocument/2006/relationships/image" Target="../media/image2114.png"/><Relationship Id="rId15" Type="http://schemas.openxmlformats.org/officeDocument/2006/relationships/image" Target="../media/image2127.png"/><Relationship Id="rId23" Type="http://schemas.openxmlformats.org/officeDocument/2006/relationships/image" Target="../media/image2135.png"/><Relationship Id="rId28" Type="http://schemas.openxmlformats.org/officeDocument/2006/relationships/image" Target="../media/image2140.png"/><Relationship Id="rId10" Type="http://schemas.openxmlformats.org/officeDocument/2006/relationships/customXml" Target="../ink/ink33.xml"/><Relationship Id="rId19" Type="http://schemas.openxmlformats.org/officeDocument/2006/relationships/image" Target="../media/image2131.png"/><Relationship Id="rId4" Type="http://schemas.openxmlformats.org/officeDocument/2006/relationships/customXml" Target="../ink/ink30.xml"/><Relationship Id="rId9" Type="http://schemas.openxmlformats.org/officeDocument/2006/relationships/image" Target="../media/image2122.png"/><Relationship Id="rId14" Type="http://schemas.openxmlformats.org/officeDocument/2006/relationships/image" Target="../media/image2126.png"/><Relationship Id="rId22" Type="http://schemas.openxmlformats.org/officeDocument/2006/relationships/image" Target="../media/image2134.png"/><Relationship Id="rId27" Type="http://schemas.openxmlformats.org/officeDocument/2006/relationships/image" Target="../media/image2139.png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37.xml"/><Relationship Id="rId18" Type="http://schemas.openxmlformats.org/officeDocument/2006/relationships/image" Target="../media/image637.png"/><Relationship Id="rId26" Type="http://schemas.openxmlformats.org/officeDocument/2006/relationships/image" Target="../media/image666.png"/><Relationship Id="rId3" Type="http://schemas.openxmlformats.org/officeDocument/2006/relationships/customXml" Target="../ink/ink34.xml"/><Relationship Id="rId21" Type="http://schemas.openxmlformats.org/officeDocument/2006/relationships/image" Target="../media/image661.png"/><Relationship Id="rId34" Type="http://schemas.openxmlformats.org/officeDocument/2006/relationships/image" Target="../media/image674.png"/><Relationship Id="rId7" Type="http://schemas.openxmlformats.org/officeDocument/2006/relationships/customXml" Target="../ink/ink36.xml"/><Relationship Id="rId12" Type="http://schemas.openxmlformats.org/officeDocument/2006/relationships/image" Target="../media/image654.png"/><Relationship Id="rId17" Type="http://schemas.openxmlformats.org/officeDocument/2006/relationships/image" Target="../media/image636.png"/><Relationship Id="rId25" Type="http://schemas.openxmlformats.org/officeDocument/2006/relationships/image" Target="../media/image665.png"/><Relationship Id="rId33" Type="http://schemas.openxmlformats.org/officeDocument/2006/relationships/image" Target="../media/image673.png"/><Relationship Id="rId2" Type="http://schemas.openxmlformats.org/officeDocument/2006/relationships/image" Target="../media/image64.png"/><Relationship Id="rId16" Type="http://schemas.openxmlformats.org/officeDocument/2006/relationships/image" Target="../media/image656.png"/><Relationship Id="rId20" Type="http://schemas.openxmlformats.org/officeDocument/2006/relationships/image" Target="../media/image660.png"/><Relationship Id="rId29" Type="http://schemas.openxmlformats.org/officeDocument/2006/relationships/image" Target="../media/image6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9.png"/><Relationship Id="rId11" Type="http://schemas.openxmlformats.org/officeDocument/2006/relationships/image" Target="../media/image653.png"/><Relationship Id="rId24" Type="http://schemas.openxmlformats.org/officeDocument/2006/relationships/image" Target="../media/image664.png"/><Relationship Id="rId32" Type="http://schemas.openxmlformats.org/officeDocument/2006/relationships/image" Target="../media/image672.png"/><Relationship Id="rId5" Type="http://schemas.openxmlformats.org/officeDocument/2006/relationships/customXml" Target="../ink/ink35.xml"/><Relationship Id="rId15" Type="http://schemas.openxmlformats.org/officeDocument/2006/relationships/customXml" Target="../ink/ink38.xml"/><Relationship Id="rId23" Type="http://schemas.openxmlformats.org/officeDocument/2006/relationships/image" Target="../media/image663.png"/><Relationship Id="rId28" Type="http://schemas.openxmlformats.org/officeDocument/2006/relationships/image" Target="../media/image639.png"/><Relationship Id="rId10" Type="http://schemas.openxmlformats.org/officeDocument/2006/relationships/image" Target="../media/image652.png"/><Relationship Id="rId19" Type="http://schemas.openxmlformats.org/officeDocument/2006/relationships/image" Target="../media/image659.png"/><Relationship Id="rId31" Type="http://schemas.openxmlformats.org/officeDocument/2006/relationships/image" Target="../media/image671.png"/><Relationship Id="rId4" Type="http://schemas.openxmlformats.org/officeDocument/2006/relationships/image" Target="../media/image648.png"/><Relationship Id="rId9" Type="http://schemas.openxmlformats.org/officeDocument/2006/relationships/image" Target="../media/image635.png"/><Relationship Id="rId14" Type="http://schemas.openxmlformats.org/officeDocument/2006/relationships/image" Target="../media/image655.png"/><Relationship Id="rId22" Type="http://schemas.openxmlformats.org/officeDocument/2006/relationships/image" Target="../media/image638.png"/><Relationship Id="rId27" Type="http://schemas.openxmlformats.org/officeDocument/2006/relationships/image" Target="../media/image667.png"/><Relationship Id="rId30" Type="http://schemas.openxmlformats.org/officeDocument/2006/relationships/image" Target="../media/image670.png"/><Relationship Id="rId35" Type="http://schemas.openxmlformats.org/officeDocument/2006/relationships/image" Target="../media/image675.png"/><Relationship Id="rId8" Type="http://schemas.openxmlformats.org/officeDocument/2006/relationships/image" Target="../media/image6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629BA01B-F913-10BB-349F-F6B5D2A644F4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1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A8DCC6CA-2F7D-19DE-5D5F-768529D8E63E}"/>
              </a:ext>
            </a:extLst>
          </p:cNvPr>
          <p:cNvSpPr txBox="1"/>
          <p:nvPr/>
        </p:nvSpPr>
        <p:spPr>
          <a:xfrm>
            <a:off x="2783632" y="764704"/>
            <a:ext cx="6048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different shape</a:t>
            </a:r>
            <a:endParaRPr lang="zh-TW" altLang="en-US" sz="24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DC94AD-D560-6CB4-B1CA-A21D2D9C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340768"/>
            <a:ext cx="1228571" cy="1219048"/>
          </a:xfrm>
          <a:prstGeom prst="rect">
            <a:avLst/>
          </a:prstGeom>
        </p:spPr>
      </p:pic>
      <p:sp>
        <p:nvSpPr>
          <p:cNvPr id="6" name="TextBox 15">
            <a:extLst>
              <a:ext uri="{FF2B5EF4-FFF2-40B4-BE49-F238E27FC236}">
                <a16:creationId xmlns:a16="http://schemas.microsoft.com/office/drawing/2014/main" id="{0CE2F9B3-47B6-F3FC-4220-35CDB3C4EE1B}"/>
              </a:ext>
            </a:extLst>
          </p:cNvPr>
          <p:cNvSpPr txBox="1"/>
          <p:nvPr/>
        </p:nvSpPr>
        <p:spPr>
          <a:xfrm>
            <a:off x="1607029" y="1750237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square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B165EE-E851-2041-0C86-D8A2BB8A351C}"/>
              </a:ext>
            </a:extLst>
          </p:cNvPr>
          <p:cNvSpPr txBox="1"/>
          <p:nvPr/>
        </p:nvSpPr>
        <p:spPr>
          <a:xfrm>
            <a:off x="559873" y="255981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F38B6AC-C494-6DAE-AD71-DAB3F38845EF}"/>
              </a:ext>
            </a:extLst>
          </p:cNvPr>
          <p:cNvSpPr txBox="1"/>
          <p:nvPr/>
        </p:nvSpPr>
        <p:spPr>
          <a:xfrm>
            <a:off x="1271464" y="178238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75F5BA-925C-0C6E-7D1C-EAC0925807B5}"/>
                  </a:ext>
                </a:extLst>
              </p:cNvPr>
              <p:cNvSpPr txBox="1"/>
              <p:nvPr/>
            </p:nvSpPr>
            <p:spPr>
              <a:xfrm>
                <a:off x="3719736" y="17502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75F5BA-925C-0C6E-7D1C-EAC0925807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750237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890EEEAC-6E72-615E-69F0-DA72F1A98DBA}"/>
              </a:ext>
            </a:extLst>
          </p:cNvPr>
          <p:cNvGrpSpPr/>
          <p:nvPr/>
        </p:nvGrpSpPr>
        <p:grpSpPr>
          <a:xfrm>
            <a:off x="4015424" y="1596348"/>
            <a:ext cx="498743" cy="553999"/>
            <a:chOff x="1607029" y="3347119"/>
            <a:chExt cx="498743" cy="553999"/>
          </a:xfrm>
        </p:grpSpPr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61904D3-BC13-81F1-EC82-73B149451171}"/>
                </a:ext>
              </a:extLst>
            </p:cNvPr>
            <p:cNvSpPr txBox="1"/>
            <p:nvPr/>
          </p:nvSpPr>
          <p:spPr>
            <a:xfrm>
              <a:off x="1607029" y="3501008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66FF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6DF4172-79C1-0847-2234-418CB8006C67}"/>
                </a:ext>
              </a:extLst>
            </p:cNvPr>
            <p:cNvSpPr txBox="1"/>
            <p:nvPr/>
          </p:nvSpPr>
          <p:spPr>
            <a:xfrm>
              <a:off x="1780777" y="3347119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F7758895-2DFD-92BF-FD55-B9ABC69BC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3" y="3071518"/>
            <a:ext cx="2352381" cy="1209524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0F536C05-02A5-D93C-EF4B-F3847E0A7203}"/>
              </a:ext>
            </a:extLst>
          </p:cNvPr>
          <p:cNvSpPr txBox="1"/>
          <p:nvPr/>
        </p:nvSpPr>
        <p:spPr>
          <a:xfrm>
            <a:off x="1097715" y="424644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3BF13A99-F602-1F11-420F-E9078B538AFA}"/>
              </a:ext>
            </a:extLst>
          </p:cNvPr>
          <p:cNvSpPr txBox="1"/>
          <p:nvPr/>
        </p:nvSpPr>
        <p:spPr>
          <a:xfrm>
            <a:off x="2360272" y="3476225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w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75A06824-74D3-44AC-0F92-13CAB7146775}"/>
              </a:ext>
            </a:extLst>
          </p:cNvPr>
          <p:cNvSpPr txBox="1"/>
          <p:nvPr/>
        </p:nvSpPr>
        <p:spPr>
          <a:xfrm>
            <a:off x="2783632" y="3473489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rectangle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6E2AC52-8987-930B-7597-0123A9DE8971}"/>
                  </a:ext>
                </a:extLst>
              </p:cNvPr>
              <p:cNvSpPr txBox="1"/>
              <p:nvPr/>
            </p:nvSpPr>
            <p:spPr>
              <a:xfrm>
                <a:off x="5303912" y="347348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36E2AC52-8987-930B-7597-0123A9DE8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3912" y="3473489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FCE8EE9D-65B1-E12A-D332-1AAD521F6CDE}"/>
              </a:ext>
            </a:extLst>
          </p:cNvPr>
          <p:cNvSpPr txBox="1"/>
          <p:nvPr/>
        </p:nvSpPr>
        <p:spPr>
          <a:xfrm>
            <a:off x="5599600" y="3473937"/>
            <a:ext cx="6694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 err="1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l</a:t>
            </a:r>
            <a:r>
              <a:rPr lang="en-HK" altLang="zh-HK" sz="2000" b="1" dirty="0" err="1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w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4EBB6373-2901-49DE-96A6-E58666B9C7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60" y="4997561"/>
            <a:ext cx="1390476" cy="1247619"/>
          </a:xfrm>
          <a:prstGeom prst="rect">
            <a:avLst/>
          </a:prstGeom>
        </p:spPr>
      </p:pic>
      <p:sp>
        <p:nvSpPr>
          <p:cNvPr id="22" name="文字方塊 21">
            <a:extLst>
              <a:ext uri="{FF2B5EF4-FFF2-40B4-BE49-F238E27FC236}">
                <a16:creationId xmlns:a16="http://schemas.microsoft.com/office/drawing/2014/main" id="{907B98F4-2501-ADA4-3A2B-9FFCA0980225}"/>
              </a:ext>
            </a:extLst>
          </p:cNvPr>
          <p:cNvSpPr txBox="1"/>
          <p:nvPr/>
        </p:nvSpPr>
        <p:spPr>
          <a:xfrm>
            <a:off x="753185" y="623924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4001A0B1-8B7B-BB49-530B-540FBA0ECD91}"/>
              </a:ext>
            </a:extLst>
          </p:cNvPr>
          <p:cNvCxnSpPr>
            <a:cxnSpLocks/>
          </p:cNvCxnSpPr>
          <p:nvPr/>
        </p:nvCxnSpPr>
        <p:spPr>
          <a:xfrm>
            <a:off x="1725836" y="4997561"/>
            <a:ext cx="0" cy="1187252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42F26039-08FB-E59A-374B-A4FAE5F13F6C}"/>
              </a:ext>
            </a:extLst>
          </p:cNvPr>
          <p:cNvSpPr txBox="1"/>
          <p:nvPr/>
        </p:nvSpPr>
        <p:spPr>
          <a:xfrm>
            <a:off x="1725836" y="5421315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B2614598-F858-2132-CE45-1F2F582379EA}"/>
              </a:ext>
            </a:extLst>
          </p:cNvPr>
          <p:cNvSpPr txBox="1"/>
          <p:nvPr/>
        </p:nvSpPr>
        <p:spPr>
          <a:xfrm>
            <a:off x="2073332" y="5402954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triangle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9CBC093-E935-4771-05BE-64DFBD02E07D}"/>
                  </a:ext>
                </a:extLst>
              </p:cNvPr>
              <p:cNvSpPr txBox="1"/>
              <p:nvPr/>
            </p:nvSpPr>
            <p:spPr>
              <a:xfrm>
                <a:off x="4511824" y="54029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99CBC093-E935-4771-05BE-64DFBD02E0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24" y="540295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3361115D-B30E-8602-943A-DFB126656AC7}"/>
              </a:ext>
            </a:extLst>
          </p:cNvPr>
          <p:cNvGrpSpPr/>
          <p:nvPr/>
        </p:nvGrpSpPr>
        <p:grpSpPr>
          <a:xfrm>
            <a:off x="4807512" y="5221260"/>
            <a:ext cx="511679" cy="788884"/>
            <a:chOff x="2800688" y="4660253"/>
            <a:chExt cx="511679" cy="788884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90E91CA2-75A7-4A87-1CFB-7EF64F40E546}"/>
                </a:ext>
              </a:extLst>
            </p:cNvPr>
            <p:cNvSpPr txBox="1"/>
            <p:nvPr/>
          </p:nvSpPr>
          <p:spPr>
            <a:xfrm>
              <a:off x="2800688" y="4660253"/>
              <a:ext cx="5116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 err="1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b</a:t>
              </a:r>
              <a:r>
                <a:rPr lang="en-HK" altLang="zh-HK" sz="2000" b="1" dirty="0" err="1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h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24B86CBC-6D10-82A7-5833-D8490C1882A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DCF8346F-6FE7-CBE0-1186-CD52A451BA0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C077FAC-A3F2-22B8-E0AA-26CA670826E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pic>
        <p:nvPicPr>
          <p:cNvPr id="34" name="圖片 33">
            <a:extLst>
              <a:ext uri="{FF2B5EF4-FFF2-40B4-BE49-F238E27FC236}">
                <a16:creationId xmlns:a16="http://schemas.microsoft.com/office/drawing/2014/main" id="{CB1DC907-15E9-4BE3-DE21-BF2B3BAA66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292" y="1285947"/>
            <a:ext cx="1419048" cy="1266667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9C7CA7E4-8040-1DED-0BE4-C75EFB32E74B}"/>
              </a:ext>
            </a:extLst>
          </p:cNvPr>
          <p:cNvSpPr txBox="1"/>
          <p:nvPr/>
        </p:nvSpPr>
        <p:spPr>
          <a:xfrm>
            <a:off x="6744072" y="252483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F82802F8-2C54-544F-E004-772538DDD9FC}"/>
              </a:ext>
            </a:extLst>
          </p:cNvPr>
          <p:cNvCxnSpPr>
            <a:cxnSpLocks/>
          </p:cNvCxnSpPr>
          <p:nvPr/>
        </p:nvCxnSpPr>
        <p:spPr>
          <a:xfrm>
            <a:off x="7691200" y="1386052"/>
            <a:ext cx="0" cy="1127534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78F54E59-A0C6-DBC1-3445-354F2C0BD9E7}"/>
              </a:ext>
            </a:extLst>
          </p:cNvPr>
          <p:cNvSpPr txBox="1"/>
          <p:nvPr/>
        </p:nvSpPr>
        <p:spPr>
          <a:xfrm>
            <a:off x="7695340" y="1791533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8B90DB3D-1B5C-9239-5695-6D337E7144E4}"/>
              </a:ext>
            </a:extLst>
          </p:cNvPr>
          <p:cNvSpPr txBox="1"/>
          <p:nvPr/>
        </p:nvSpPr>
        <p:spPr>
          <a:xfrm>
            <a:off x="8042836" y="1782382"/>
            <a:ext cx="32377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parallelogram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3F07A6A-20D7-8959-E65A-466DF4FCDBC5}"/>
                  </a:ext>
                </a:extLst>
              </p:cNvPr>
              <p:cNvSpPr txBox="1"/>
              <p:nvPr/>
            </p:nvSpPr>
            <p:spPr>
              <a:xfrm>
                <a:off x="11200912" y="177003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83F07A6A-20D7-8959-E65A-466DF4FC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00912" y="1770038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68A77E49-0A2B-362F-E66D-6E840D81F174}"/>
              </a:ext>
            </a:extLst>
          </p:cNvPr>
          <p:cNvSpPr txBox="1"/>
          <p:nvPr/>
        </p:nvSpPr>
        <p:spPr>
          <a:xfrm>
            <a:off x="11470832" y="1791533"/>
            <a:ext cx="5864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 err="1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b</a:t>
            </a:r>
            <a:r>
              <a:rPr lang="en-HK" altLang="zh-HK" sz="2000" b="1" dirty="0" err="1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E6C74FAE-8CE6-D294-646B-F42B71B5A5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>
            <a:off x="5824656" y="5036779"/>
            <a:ext cx="1819048" cy="1257143"/>
          </a:xfrm>
          <a:prstGeom prst="rect">
            <a:avLst/>
          </a:prstGeom>
        </p:spPr>
      </p:pic>
      <p:grpSp>
        <p:nvGrpSpPr>
          <p:cNvPr id="45" name="群組 44">
            <a:extLst>
              <a:ext uri="{FF2B5EF4-FFF2-40B4-BE49-F238E27FC236}">
                <a16:creationId xmlns:a16="http://schemas.microsoft.com/office/drawing/2014/main" id="{5649E594-85FA-A6FB-DD8A-37F52943196E}"/>
              </a:ext>
            </a:extLst>
          </p:cNvPr>
          <p:cNvGrpSpPr/>
          <p:nvPr/>
        </p:nvGrpSpPr>
        <p:grpSpPr>
          <a:xfrm>
            <a:off x="6482457" y="4748406"/>
            <a:ext cx="419957" cy="400110"/>
            <a:chOff x="3533569" y="4005064"/>
            <a:chExt cx="419957" cy="400110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168DFE9C-7DD2-C4CB-F676-8C0E0CD91BDE}"/>
                </a:ext>
              </a:extLst>
            </p:cNvPr>
            <p:cNvSpPr txBox="1"/>
            <p:nvPr/>
          </p:nvSpPr>
          <p:spPr>
            <a:xfrm>
              <a:off x="3533569" y="4005064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8871A346-6ED1-FD00-673B-7C9372662865}"/>
                </a:ext>
              </a:extLst>
            </p:cNvPr>
            <p:cNvSpPr txBox="1"/>
            <p:nvPr/>
          </p:nvSpPr>
          <p:spPr>
            <a:xfrm>
              <a:off x="3701534" y="4128175"/>
              <a:ext cx="25199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1</a:t>
              </a:r>
            </a:p>
          </p:txBody>
        </p:sp>
      </p:grp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3D867CDE-F2C5-07F1-BF36-DA69D189616D}"/>
              </a:ext>
            </a:extLst>
          </p:cNvPr>
          <p:cNvGrpSpPr/>
          <p:nvPr/>
        </p:nvGrpSpPr>
        <p:grpSpPr>
          <a:xfrm>
            <a:off x="6529746" y="6187950"/>
            <a:ext cx="440797" cy="400110"/>
            <a:chOff x="3533569" y="4005064"/>
            <a:chExt cx="440797" cy="400110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F6F7DCDD-7E6D-E555-CEDB-42E876D02746}"/>
                </a:ext>
              </a:extLst>
            </p:cNvPr>
            <p:cNvSpPr txBox="1"/>
            <p:nvPr/>
          </p:nvSpPr>
          <p:spPr>
            <a:xfrm>
              <a:off x="3533569" y="4005064"/>
              <a:ext cx="34176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b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8C926E07-86D9-CC00-F10B-2CC69D7004B1}"/>
                </a:ext>
              </a:extLst>
            </p:cNvPr>
            <p:cNvSpPr txBox="1"/>
            <p:nvPr/>
          </p:nvSpPr>
          <p:spPr>
            <a:xfrm>
              <a:off x="3701534" y="4128175"/>
              <a:ext cx="2728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12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Lucida Calligraphy" panose="03010101010101010101" pitchFamily="66" charset="0"/>
                </a:rPr>
                <a:t>2</a:t>
              </a:r>
            </a:p>
          </p:txBody>
        </p:sp>
      </p:grp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10F3927D-5985-E4B9-FCDB-7AACD5AC3D62}"/>
              </a:ext>
            </a:extLst>
          </p:cNvPr>
          <p:cNvCxnSpPr>
            <a:cxnSpLocks/>
          </p:cNvCxnSpPr>
          <p:nvPr/>
        </p:nvCxnSpPr>
        <p:spPr>
          <a:xfrm>
            <a:off x="7643704" y="5056291"/>
            <a:ext cx="0" cy="1127534"/>
          </a:xfrm>
          <a:prstGeom prst="straightConnector1">
            <a:avLst/>
          </a:prstGeom>
          <a:ln w="38100">
            <a:solidFill>
              <a:srgbClr val="00FF00"/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422C788-1B5F-D34C-FBAF-17EBE31C492D}"/>
              </a:ext>
            </a:extLst>
          </p:cNvPr>
          <p:cNvSpPr txBox="1"/>
          <p:nvPr/>
        </p:nvSpPr>
        <p:spPr>
          <a:xfrm>
            <a:off x="7647844" y="546177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53" name="TextBox 15">
            <a:extLst>
              <a:ext uri="{FF2B5EF4-FFF2-40B4-BE49-F238E27FC236}">
                <a16:creationId xmlns:a16="http://schemas.microsoft.com/office/drawing/2014/main" id="{A19056B7-10D1-E8FD-1F36-20ED8CFB3671}"/>
              </a:ext>
            </a:extLst>
          </p:cNvPr>
          <p:cNvSpPr txBox="1"/>
          <p:nvPr/>
        </p:nvSpPr>
        <p:spPr>
          <a:xfrm>
            <a:off x="8027152" y="5449473"/>
            <a:ext cx="27746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trapezium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F7C5716-C826-3A52-A407-823FAF3E597B}"/>
                  </a:ext>
                </a:extLst>
              </p:cNvPr>
              <p:cNvSpPr txBox="1"/>
              <p:nvPr/>
            </p:nvSpPr>
            <p:spPr>
              <a:xfrm>
                <a:off x="10665420" y="54371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DF7C5716-C826-3A52-A407-823FAF3E5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5420" y="5437129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群組 64">
            <a:extLst>
              <a:ext uri="{FF2B5EF4-FFF2-40B4-BE49-F238E27FC236}">
                <a16:creationId xmlns:a16="http://schemas.microsoft.com/office/drawing/2014/main" id="{7DFAAF78-DC42-9998-D856-70BD8B7404A9}"/>
              </a:ext>
            </a:extLst>
          </p:cNvPr>
          <p:cNvGrpSpPr/>
          <p:nvPr/>
        </p:nvGrpSpPr>
        <p:grpSpPr>
          <a:xfrm>
            <a:off x="11017055" y="5227610"/>
            <a:ext cx="986416" cy="819147"/>
            <a:chOff x="7468052" y="4726696"/>
            <a:chExt cx="986416" cy="819147"/>
          </a:xfrm>
        </p:grpSpPr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06FD229F-A3B1-9EAC-DB93-ECA512C7A261}"/>
                </a:ext>
              </a:extLst>
            </p:cNvPr>
            <p:cNvGrpSpPr/>
            <p:nvPr/>
          </p:nvGrpSpPr>
          <p:grpSpPr>
            <a:xfrm>
              <a:off x="7481221" y="4761878"/>
              <a:ext cx="419957" cy="400110"/>
              <a:chOff x="3533569" y="4005064"/>
              <a:chExt cx="419957" cy="400110"/>
            </a:xfrm>
          </p:grpSpPr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3A609B3B-A453-BBA8-CE3C-375DF8E7ECEB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66FF"/>
                    </a:solidFill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71EB095-A663-F597-A356-A4E94218046E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FF66FF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E9453B5C-202B-5585-401D-A9C46FAD4F7D}"/>
                    </a:ext>
                  </a:extLst>
                </p:cNvPr>
                <p:cNvSpPr txBox="1"/>
                <p:nvPr/>
              </p:nvSpPr>
              <p:spPr>
                <a:xfrm>
                  <a:off x="7773455" y="472669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8" name="文字方塊 57">
                  <a:extLst>
                    <a:ext uri="{FF2B5EF4-FFF2-40B4-BE49-F238E27FC236}">
                      <a16:creationId xmlns:a16="http://schemas.microsoft.com/office/drawing/2014/main" id="{E9453B5C-202B-5585-401D-A9C46FAD4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3455" y="4726696"/>
                  <a:ext cx="295688" cy="40011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9" name="群組 58">
              <a:extLst>
                <a:ext uri="{FF2B5EF4-FFF2-40B4-BE49-F238E27FC236}">
                  <a16:creationId xmlns:a16="http://schemas.microsoft.com/office/drawing/2014/main" id="{6B563E06-8650-9BB7-979B-3B29F52C3D53}"/>
                </a:ext>
              </a:extLst>
            </p:cNvPr>
            <p:cNvGrpSpPr/>
            <p:nvPr/>
          </p:nvGrpSpPr>
          <p:grpSpPr>
            <a:xfrm>
              <a:off x="8013671" y="4762209"/>
              <a:ext cx="440797" cy="400110"/>
              <a:chOff x="3533569" y="4005064"/>
              <a:chExt cx="440797" cy="400110"/>
            </a:xfrm>
          </p:grpSpPr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AEBC8375-729C-81AB-B804-56A72B07DD38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4176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b</a:t>
                </a:r>
              </a:p>
            </p:txBody>
          </p:sp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D88A7E84-6E9D-9039-22CE-401C2086F359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FFC00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  <p:cxnSp>
          <p:nvCxnSpPr>
            <p:cNvPr id="62" name="直線接點 61">
              <a:extLst>
                <a:ext uri="{FF2B5EF4-FFF2-40B4-BE49-F238E27FC236}">
                  <a16:creationId xmlns:a16="http://schemas.microsoft.com/office/drawing/2014/main" id="{A0900605-6FD7-E65A-8AD9-7479D292AA6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468052" y="5139494"/>
              <a:ext cx="986416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9FD1475C-C2E5-B89A-87DD-4156A1C3DAAF}"/>
                </a:ext>
              </a:extLst>
            </p:cNvPr>
            <p:cNvSpPr txBox="1"/>
            <p:nvPr/>
          </p:nvSpPr>
          <p:spPr>
            <a:xfrm>
              <a:off x="7794927" y="5145733"/>
              <a:ext cx="324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pic>
        <p:nvPicPr>
          <p:cNvPr id="67" name="圖片 66">
            <a:extLst>
              <a:ext uri="{FF2B5EF4-FFF2-40B4-BE49-F238E27FC236}">
                <a16:creationId xmlns:a16="http://schemas.microsoft.com/office/drawing/2014/main" id="{1D1F36C6-8C1D-BCAD-E5B0-624340FB18C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9082" y="3035987"/>
            <a:ext cx="1914286" cy="1390476"/>
          </a:xfrm>
          <a:prstGeom prst="rect">
            <a:avLst/>
          </a:prstGeom>
        </p:spPr>
      </p:pic>
      <p:sp>
        <p:nvSpPr>
          <p:cNvPr id="68" name="TextBox 15">
            <a:extLst>
              <a:ext uri="{FF2B5EF4-FFF2-40B4-BE49-F238E27FC236}">
                <a16:creationId xmlns:a16="http://schemas.microsoft.com/office/drawing/2014/main" id="{3A459161-83D2-53EB-19C1-670EFF50427D}"/>
              </a:ext>
            </a:extLst>
          </p:cNvPr>
          <p:cNvSpPr txBox="1"/>
          <p:nvPr/>
        </p:nvSpPr>
        <p:spPr>
          <a:xfrm>
            <a:off x="7995340" y="3620480"/>
            <a:ext cx="25651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rhombus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A4D3F64-66FC-1AED-DEA9-F7D70EB6D6DF}"/>
                  </a:ext>
                </a:extLst>
              </p:cNvPr>
              <p:cNvSpPr txBox="1"/>
              <p:nvPr/>
            </p:nvSpPr>
            <p:spPr>
              <a:xfrm>
                <a:off x="10416480" y="360813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9" name="文字方塊 68">
                <a:extLst>
                  <a:ext uri="{FF2B5EF4-FFF2-40B4-BE49-F238E27FC236}">
                    <a16:creationId xmlns:a16="http://schemas.microsoft.com/office/drawing/2014/main" id="{3A4D3F64-66FC-1AED-DEA9-F7D70EB6D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6480" y="360813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>
            <a:extLst>
              <a:ext uri="{FF2B5EF4-FFF2-40B4-BE49-F238E27FC236}">
                <a16:creationId xmlns:a16="http://schemas.microsoft.com/office/drawing/2014/main" id="{F75CCFF9-9DAB-03F9-E88C-73C7968738C0}"/>
              </a:ext>
            </a:extLst>
          </p:cNvPr>
          <p:cNvGrpSpPr/>
          <p:nvPr/>
        </p:nvGrpSpPr>
        <p:grpSpPr>
          <a:xfrm>
            <a:off x="10794180" y="3415879"/>
            <a:ext cx="690616" cy="784623"/>
            <a:chOff x="8321833" y="4563948"/>
            <a:chExt cx="690616" cy="784623"/>
          </a:xfrm>
        </p:grpSpPr>
        <p:grpSp>
          <p:nvGrpSpPr>
            <p:cNvPr id="70" name="群組 69">
              <a:extLst>
                <a:ext uri="{FF2B5EF4-FFF2-40B4-BE49-F238E27FC236}">
                  <a16:creationId xmlns:a16="http://schemas.microsoft.com/office/drawing/2014/main" id="{41D974CE-0483-09D4-E3E0-EFD87BC23CB8}"/>
                </a:ext>
              </a:extLst>
            </p:cNvPr>
            <p:cNvGrpSpPr/>
            <p:nvPr/>
          </p:nvGrpSpPr>
          <p:grpSpPr>
            <a:xfrm>
              <a:off x="8321833" y="4563948"/>
              <a:ext cx="419957" cy="400110"/>
              <a:chOff x="3533569" y="4005064"/>
              <a:chExt cx="419957" cy="400110"/>
            </a:xfrm>
          </p:grpSpPr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B00CA3F4-C402-7A71-C96C-D17488D571F0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d</a:t>
                </a:r>
              </a:p>
            </p:txBody>
          </p: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CC097ECE-6BBD-1B62-ADF9-5AE7B1022938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grpSp>
          <p:nvGrpSpPr>
            <p:cNvPr id="73" name="群組 72">
              <a:extLst>
                <a:ext uri="{FF2B5EF4-FFF2-40B4-BE49-F238E27FC236}">
                  <a16:creationId xmlns:a16="http://schemas.microsoft.com/office/drawing/2014/main" id="{1DB2913F-F142-B78A-8901-B7ED5EC0308E}"/>
                </a:ext>
              </a:extLst>
            </p:cNvPr>
            <p:cNvGrpSpPr/>
            <p:nvPr/>
          </p:nvGrpSpPr>
          <p:grpSpPr>
            <a:xfrm>
              <a:off x="8571652" y="4567337"/>
              <a:ext cx="440797" cy="400110"/>
              <a:chOff x="3533569" y="4005064"/>
              <a:chExt cx="440797" cy="400110"/>
            </a:xfrm>
          </p:grpSpPr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CD7AE90C-8C94-030B-E613-A30248CFF3D7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561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d</a:t>
                </a:r>
              </a:p>
            </p:txBody>
          </p:sp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38BA45DA-E08B-1410-7A2C-25E252932FE4}"/>
                  </a:ext>
                </a:extLst>
              </p:cNvPr>
              <p:cNvSpPr txBox="1"/>
              <p:nvPr/>
            </p:nvSpPr>
            <p:spPr>
              <a:xfrm>
                <a:off x="3701534" y="4128175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  <p:cxnSp>
          <p:nvCxnSpPr>
            <p:cNvPr id="76" name="直線接點 75">
              <a:extLst>
                <a:ext uri="{FF2B5EF4-FFF2-40B4-BE49-F238E27FC236}">
                  <a16:creationId xmlns:a16="http://schemas.microsoft.com/office/drawing/2014/main" id="{6A608F09-B255-6742-FD57-CE008044F5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8340194" y="4942222"/>
              <a:ext cx="672255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5FE4E492-2EBD-0CC7-7505-320D36325AF0}"/>
                </a:ext>
              </a:extLst>
            </p:cNvPr>
            <p:cNvSpPr txBox="1"/>
            <p:nvPr/>
          </p:nvSpPr>
          <p:spPr>
            <a:xfrm>
              <a:off x="8511832" y="4948461"/>
              <a:ext cx="3249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1629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  <p:bldP spid="15" grpId="0"/>
      <p:bldP spid="16" grpId="0"/>
      <p:bldP spid="17" grpId="0"/>
      <p:bldP spid="18" grpId="0"/>
      <p:bldP spid="19" grpId="0"/>
      <p:bldP spid="22" grpId="0"/>
      <p:bldP spid="25" grpId="0"/>
      <p:bldP spid="26" grpId="0"/>
      <p:bldP spid="27" grpId="0"/>
      <p:bldP spid="35" grpId="0"/>
      <p:bldP spid="37" grpId="0"/>
      <p:bldP spid="40" grpId="0"/>
      <p:bldP spid="41" grpId="0"/>
      <p:bldP spid="42" grpId="0"/>
      <p:bldP spid="52" grpId="0"/>
      <p:bldP spid="53" grpId="0"/>
      <p:bldP spid="54" grpId="0"/>
      <p:bldP spid="68" grpId="0"/>
      <p:bldP spid="6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18787679-1878-E5D6-23E2-BB847546E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5" y="116632"/>
            <a:ext cx="1728192" cy="1674187"/>
          </a:xfrm>
          <a:prstGeom prst="rect">
            <a:avLst/>
          </a:prstGeom>
        </p:spPr>
      </p:pic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F0B8AF23-4671-FFDD-B11D-76B176560B2E}"/>
              </a:ext>
            </a:extLst>
          </p:cNvPr>
          <p:cNvCxnSpPr>
            <a:cxnSpLocks/>
          </p:cNvCxnSpPr>
          <p:nvPr/>
        </p:nvCxnSpPr>
        <p:spPr>
          <a:xfrm flipH="1">
            <a:off x="983432" y="980728"/>
            <a:ext cx="841772" cy="0"/>
          </a:xfrm>
          <a:prstGeom prst="straightConnector1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1452CA4-9D2D-B3F7-9032-600C9F058281}"/>
              </a:ext>
            </a:extLst>
          </p:cNvPr>
          <p:cNvSpPr txBox="1"/>
          <p:nvPr/>
        </p:nvSpPr>
        <p:spPr>
          <a:xfrm>
            <a:off x="1230570" y="60449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13958421-8863-2BFA-955C-C80F4F640A2D}"/>
              </a:ext>
            </a:extLst>
          </p:cNvPr>
          <p:cNvSpPr txBox="1"/>
          <p:nvPr/>
        </p:nvSpPr>
        <p:spPr>
          <a:xfrm>
            <a:off x="1830400" y="804549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circle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8790DB-8B9A-F87C-1DCE-73ACDEF99C62}"/>
                  </a:ext>
                </a:extLst>
              </p:cNvPr>
              <p:cNvSpPr txBox="1"/>
              <p:nvPr/>
            </p:nvSpPr>
            <p:spPr>
              <a:xfrm>
                <a:off x="3928104" y="7844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598790DB-8B9A-F87C-1DCE-73ACDEF99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104" y="784415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群組 13">
            <a:extLst>
              <a:ext uri="{FF2B5EF4-FFF2-40B4-BE49-F238E27FC236}">
                <a16:creationId xmlns:a16="http://schemas.microsoft.com/office/drawing/2014/main" id="{C5FFDE41-DCA3-143C-D9C8-AB369E080D94}"/>
              </a:ext>
            </a:extLst>
          </p:cNvPr>
          <p:cNvGrpSpPr/>
          <p:nvPr/>
        </p:nvGrpSpPr>
        <p:grpSpPr>
          <a:xfrm>
            <a:off x="4240520" y="715241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C4DEDE2-3787-8BD8-888B-E4A210153903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EC4DEDE2-3787-8BD8-888B-E4A2101539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" name="群組 10">
              <a:extLst>
                <a:ext uri="{FF2B5EF4-FFF2-40B4-BE49-F238E27FC236}">
                  <a16:creationId xmlns:a16="http://schemas.microsoft.com/office/drawing/2014/main" id="{ACB853D2-B857-05EC-47BB-340E4D256819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EF65998-318A-1BC1-3F4C-03C00B28AA9A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B6FB523D-151E-A4C2-D2A7-FCF9621155BB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pic>
        <p:nvPicPr>
          <p:cNvPr id="16" name="圖片 15">
            <a:extLst>
              <a:ext uri="{FF2B5EF4-FFF2-40B4-BE49-F238E27FC236}">
                <a16:creationId xmlns:a16="http://schemas.microsoft.com/office/drawing/2014/main" id="{4EFA28C4-8BF2-3CA2-2E32-81470E3C1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998" y="206106"/>
            <a:ext cx="1733333" cy="149523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6A26ECFD-B055-488F-A316-427A319687DE}"/>
              </a:ext>
            </a:extLst>
          </p:cNvPr>
          <p:cNvSpPr txBox="1"/>
          <p:nvPr/>
        </p:nvSpPr>
        <p:spPr>
          <a:xfrm>
            <a:off x="6587916" y="1590764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9" name="弧形 18">
            <a:extLst>
              <a:ext uri="{FF2B5EF4-FFF2-40B4-BE49-F238E27FC236}">
                <a16:creationId xmlns:a16="http://schemas.microsoft.com/office/drawing/2014/main" id="{A940CA6B-98EE-5AD4-C7B0-7DD375CC24AF}"/>
              </a:ext>
            </a:extLst>
          </p:cNvPr>
          <p:cNvSpPr/>
          <p:nvPr/>
        </p:nvSpPr>
        <p:spPr>
          <a:xfrm rot="15391837">
            <a:off x="7279678" y="1462610"/>
            <a:ext cx="648072" cy="576064"/>
          </a:xfrm>
          <a:prstGeom prst="arc">
            <a:avLst>
              <a:gd name="adj1" fmla="val 18638249"/>
              <a:gd name="adj2" fmla="val 0"/>
            </a:avLst>
          </a:prstGeom>
          <a:ln w="44450">
            <a:solidFill>
              <a:srgbClr val="00B050"/>
            </a:solidFill>
          </a:ln>
          <a:effectLst>
            <a:glow>
              <a:schemeClr val="tx1">
                <a:lumMod val="50000"/>
                <a:lumOff val="50000"/>
                <a:alpha val="6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1FAD0-6F5E-09DD-C8C7-DA69D8533CA3}"/>
                  </a:ext>
                </a:extLst>
              </p:cNvPr>
              <p:cNvSpPr txBox="1"/>
              <p:nvPr/>
            </p:nvSpPr>
            <p:spPr>
              <a:xfrm>
                <a:off x="7100284" y="1162127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92D050"/>
                          </a:solidFill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solidFill>
                    <a:srgbClr val="92D05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5F1FAD0-6F5E-09DD-C8C7-DA69D8533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284" y="1162127"/>
                <a:ext cx="295688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15">
            <a:extLst>
              <a:ext uri="{FF2B5EF4-FFF2-40B4-BE49-F238E27FC236}">
                <a16:creationId xmlns:a16="http://schemas.microsoft.com/office/drawing/2014/main" id="{D60A3C4E-4EF5-261C-5456-6EBD09EDAB9B}"/>
              </a:ext>
            </a:extLst>
          </p:cNvPr>
          <p:cNvSpPr txBox="1"/>
          <p:nvPr/>
        </p:nvSpPr>
        <p:spPr>
          <a:xfrm>
            <a:off x="7620588" y="822963"/>
            <a:ext cx="225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Area of Sector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95DD6E6-CD6D-EA10-8D5E-F3FD1485F8F3}"/>
                  </a:ext>
                </a:extLst>
              </p:cNvPr>
              <p:cNvSpPr txBox="1"/>
              <p:nvPr/>
            </p:nvSpPr>
            <p:spPr>
              <a:xfrm>
                <a:off x="9718292" y="8028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095DD6E6-CD6D-EA10-8D5E-F3FD1485F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8292" y="802829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8F431DF0-00F2-7AB2-8E57-F32EA4E9ED2E}"/>
              </a:ext>
            </a:extLst>
          </p:cNvPr>
          <p:cNvGrpSpPr/>
          <p:nvPr/>
        </p:nvGrpSpPr>
        <p:grpSpPr>
          <a:xfrm>
            <a:off x="10013980" y="741202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03DEB80-CFF6-BF87-5463-5573ABB8C4EE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403DEB80-CFF6-BF87-5463-5573ABB8C4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695F36EC-7ADE-1184-915B-B24AAC9DC4CC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2ACAD2A3-D081-791D-2D64-0492434E9972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44468371-4A4A-4EE7-61AB-9CB24F40AA8C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22CC0AE-0178-540C-C20E-F57D07D898F5}"/>
                  </a:ext>
                </a:extLst>
              </p:cNvPr>
              <p:cNvSpPr txBox="1"/>
              <p:nvPr/>
            </p:nvSpPr>
            <p:spPr>
              <a:xfrm>
                <a:off x="10530036" y="8190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522CC0AE-0178-540C-C20E-F57D07D898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036" y="81900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49746A73-ADBD-756A-02E4-398C45D24C60}"/>
              </a:ext>
            </a:extLst>
          </p:cNvPr>
          <p:cNvGrpSpPr/>
          <p:nvPr/>
        </p:nvGrpSpPr>
        <p:grpSpPr>
          <a:xfrm>
            <a:off x="10837384" y="628329"/>
            <a:ext cx="765517" cy="790838"/>
            <a:chOff x="10837384" y="628329"/>
            <a:chExt cx="765517" cy="7908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0D6C5899-0FEB-9261-6BED-DD7F48AFF3D8}"/>
                    </a:ext>
                  </a:extLst>
                </p:cNvPr>
                <p:cNvSpPr txBox="1"/>
                <p:nvPr/>
              </p:nvSpPr>
              <p:spPr>
                <a:xfrm>
                  <a:off x="11015451" y="628329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0D6C5899-0FEB-9261-6BED-DD7F48AFF3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15451" y="628329"/>
                  <a:ext cx="295688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F9CDDCE2-94EA-6065-1A2A-FCAE0CC7D15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0930936" y="1019057"/>
              <a:ext cx="52718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395D1BAF-CE99-BE2F-F851-A94F3FC53311}"/>
                </a:ext>
              </a:extLst>
            </p:cNvPr>
            <p:cNvSpPr txBox="1"/>
            <p:nvPr/>
          </p:nvSpPr>
          <p:spPr>
            <a:xfrm>
              <a:off x="10837384" y="1019057"/>
              <a:ext cx="7655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360</a:t>
              </a:r>
            </a:p>
          </p:txBody>
        </p:sp>
      </p:grpSp>
      <p:sp>
        <p:nvSpPr>
          <p:cNvPr id="35" name="TextBox 15">
            <a:extLst>
              <a:ext uri="{FF2B5EF4-FFF2-40B4-BE49-F238E27FC236}">
                <a16:creationId xmlns:a16="http://schemas.microsoft.com/office/drawing/2014/main" id="{BCF8A600-3EE2-9F27-0D6A-946ABEF09704}"/>
              </a:ext>
            </a:extLst>
          </p:cNvPr>
          <p:cNvSpPr txBox="1"/>
          <p:nvPr/>
        </p:nvSpPr>
        <p:spPr>
          <a:xfrm>
            <a:off x="4087123" y="2060848"/>
            <a:ext cx="3338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4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37" name="圖片 36">
            <a:extLst>
              <a:ext uri="{FF2B5EF4-FFF2-40B4-BE49-F238E27FC236}">
                <a16:creationId xmlns:a16="http://schemas.microsoft.com/office/drawing/2014/main" id="{CE32F3E2-2249-2916-4226-469771AA94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1345" y="2862129"/>
            <a:ext cx="2980952" cy="1638095"/>
          </a:xfrm>
          <a:prstGeom prst="rect">
            <a:avLst/>
          </a:prstGeom>
        </p:spPr>
      </p:pic>
      <p:sp>
        <p:nvSpPr>
          <p:cNvPr id="38" name="TextBox 15">
            <a:extLst>
              <a:ext uri="{FF2B5EF4-FFF2-40B4-BE49-F238E27FC236}">
                <a16:creationId xmlns:a16="http://schemas.microsoft.com/office/drawing/2014/main" id="{0DB36D6B-21A9-F82F-C80E-9DE121F80252}"/>
              </a:ext>
            </a:extLst>
          </p:cNvPr>
          <p:cNvSpPr txBox="1"/>
          <p:nvPr/>
        </p:nvSpPr>
        <p:spPr>
          <a:xfrm>
            <a:off x="3701852" y="3477620"/>
            <a:ext cx="2486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2526B55-5DA4-CAD4-9459-DDF915656A40}"/>
                  </a:ext>
                </a:extLst>
              </p:cNvPr>
              <p:cNvSpPr txBox="1"/>
              <p:nvPr/>
            </p:nvSpPr>
            <p:spPr>
              <a:xfrm>
                <a:off x="6096000" y="34574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52526B55-5DA4-CAD4-9459-DDF915656A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45748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15">
            <a:extLst>
              <a:ext uri="{FF2B5EF4-FFF2-40B4-BE49-F238E27FC236}">
                <a16:creationId xmlns:a16="http://schemas.microsoft.com/office/drawing/2014/main" id="{E3B1F7E2-F5AF-E43F-71CC-86C10F63C765}"/>
              </a:ext>
            </a:extLst>
          </p:cNvPr>
          <p:cNvSpPr txBox="1"/>
          <p:nvPr/>
        </p:nvSpPr>
        <p:spPr>
          <a:xfrm>
            <a:off x="6336913" y="3486246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AE183-2106-7236-82AB-1CCC7D15A367}"/>
                  </a:ext>
                </a:extLst>
              </p:cNvPr>
              <p:cNvSpPr txBox="1"/>
              <p:nvPr/>
            </p:nvSpPr>
            <p:spPr>
              <a:xfrm>
                <a:off x="7811456" y="34776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FDFAE183-2106-7236-82AB-1CCC7D15A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1456" y="3477620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387F7928-2A4B-AD56-E151-42C25AF91A3F}"/>
              </a:ext>
            </a:extLst>
          </p:cNvPr>
          <p:cNvSpPr txBox="1"/>
          <p:nvPr/>
        </p:nvSpPr>
        <p:spPr>
          <a:xfrm>
            <a:off x="8080125" y="348624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4" name="圖片 43">
            <a:extLst>
              <a:ext uri="{FF2B5EF4-FFF2-40B4-BE49-F238E27FC236}">
                <a16:creationId xmlns:a16="http://schemas.microsoft.com/office/drawing/2014/main" id="{EFFAF4EC-F31A-8B8A-BD75-E062320D1D0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8964" y="4549740"/>
            <a:ext cx="2685714" cy="2276190"/>
          </a:xfrm>
          <a:prstGeom prst="rect">
            <a:avLst/>
          </a:prstGeom>
        </p:spPr>
      </p:pic>
      <p:sp>
        <p:nvSpPr>
          <p:cNvPr id="45" name="TextBox 15">
            <a:extLst>
              <a:ext uri="{FF2B5EF4-FFF2-40B4-BE49-F238E27FC236}">
                <a16:creationId xmlns:a16="http://schemas.microsoft.com/office/drawing/2014/main" id="{345A7D3E-9D5E-938A-FEC4-1899C8ADCD78}"/>
              </a:ext>
            </a:extLst>
          </p:cNvPr>
          <p:cNvSpPr txBox="1"/>
          <p:nvPr/>
        </p:nvSpPr>
        <p:spPr>
          <a:xfrm>
            <a:off x="3288457" y="5645260"/>
            <a:ext cx="2936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cylinder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CD315A4-39ED-DD0B-FD45-F00B60DF16E3}"/>
                  </a:ext>
                </a:extLst>
              </p:cNvPr>
              <p:cNvSpPr txBox="1"/>
              <p:nvPr/>
            </p:nvSpPr>
            <p:spPr>
              <a:xfrm>
                <a:off x="6096000" y="56332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1CD315A4-39ED-DD0B-FD45-F00B60DF1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63320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7" name="群組 46">
            <a:extLst>
              <a:ext uri="{FF2B5EF4-FFF2-40B4-BE49-F238E27FC236}">
                <a16:creationId xmlns:a16="http://schemas.microsoft.com/office/drawing/2014/main" id="{AEFA8AA7-D30D-6C2D-133F-814F925D04AD}"/>
              </a:ext>
            </a:extLst>
          </p:cNvPr>
          <p:cNvGrpSpPr/>
          <p:nvPr/>
        </p:nvGrpSpPr>
        <p:grpSpPr>
          <a:xfrm>
            <a:off x="6396845" y="556403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1EB77FC-8E1D-F4A7-5F6D-E2AA18F9A21D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41EB77FC-8E1D-F4A7-5F6D-E2AA18F9A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23F461FA-34B2-4DB1-5025-459A524A3583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73236D4-8E30-6EB9-308B-4107261602BA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143311E8-3103-D69C-E0BD-63F7E1159715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1CB7539D-09CD-1377-824B-16DE49608F17}"/>
              </a:ext>
            </a:extLst>
          </p:cNvPr>
          <p:cNvSpPr txBox="1"/>
          <p:nvPr/>
        </p:nvSpPr>
        <p:spPr>
          <a:xfrm>
            <a:off x="6878693" y="5636959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0758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7" grpId="0"/>
      <p:bldP spid="19" grpId="0" animBg="1"/>
      <p:bldP spid="20" grpId="0"/>
      <p:bldP spid="21" grpId="0"/>
      <p:bldP spid="22" grpId="0"/>
      <p:bldP spid="28" grpId="0"/>
      <p:bldP spid="35" grpId="0"/>
      <p:bldP spid="38" grpId="0"/>
      <p:bldP spid="39" grpId="0"/>
      <p:bldP spid="40" grpId="0"/>
      <p:bldP spid="41" grpId="0"/>
      <p:bldP spid="42" grpId="0"/>
      <p:bldP spid="45" grpId="0"/>
      <p:bldP spid="46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5103F0C-CC10-E068-D7E8-20273CE0E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6632"/>
            <a:ext cx="6276190" cy="3809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945B3ACE-DAD1-F778-B427-7CE0E9C89975}"/>
                  </a:ext>
                </a:extLst>
              </p14:cNvPr>
              <p14:cNvContentPartPr/>
              <p14:nvPr/>
            </p14:nvContentPartPr>
            <p14:xfrm>
              <a:off x="1029229" y="284248"/>
              <a:ext cx="602275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945B3ACE-DAD1-F778-B427-7CE0E9C8997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5229" y="-13431452"/>
                <a:ext cx="709914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91EBB065-2FFA-0274-A779-F543DCEE0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138" y="836712"/>
            <a:ext cx="2409524" cy="1685714"/>
          </a:xfrm>
          <a:prstGeom prst="rect">
            <a:avLst/>
          </a:prstGeom>
        </p:spPr>
      </p:pic>
      <p:sp>
        <p:nvSpPr>
          <p:cNvPr id="7" name="TextBox 15">
            <a:extLst>
              <a:ext uri="{FF2B5EF4-FFF2-40B4-BE49-F238E27FC236}">
                <a16:creationId xmlns:a16="http://schemas.microsoft.com/office/drawing/2014/main" id="{0F07E8ED-7C3B-BAB4-327E-66CDA3D39E3C}"/>
              </a:ext>
            </a:extLst>
          </p:cNvPr>
          <p:cNvSpPr txBox="1"/>
          <p:nvPr/>
        </p:nvSpPr>
        <p:spPr>
          <a:xfrm>
            <a:off x="3287688" y="836712"/>
            <a:ext cx="24867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Prism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4B56B6E-F154-773A-A252-D5277FCBDDEB}"/>
                  </a:ext>
                </a:extLst>
              </p:cNvPr>
              <p:cNvSpPr txBox="1"/>
              <p:nvPr/>
            </p:nvSpPr>
            <p:spPr>
              <a:xfrm>
                <a:off x="5681836" y="8165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4B56B6E-F154-773A-A252-D5277FCBDD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836" y="816578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15">
            <a:extLst>
              <a:ext uri="{FF2B5EF4-FFF2-40B4-BE49-F238E27FC236}">
                <a16:creationId xmlns:a16="http://schemas.microsoft.com/office/drawing/2014/main" id="{BE1C94E3-1199-0698-AAEA-A7E745286610}"/>
              </a:ext>
            </a:extLst>
          </p:cNvPr>
          <p:cNvSpPr txBox="1"/>
          <p:nvPr/>
        </p:nvSpPr>
        <p:spPr>
          <a:xfrm>
            <a:off x="5922749" y="845338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BC2DDAD-35B5-91A0-30BA-77FF224D2890}"/>
                  </a:ext>
                </a:extLst>
              </p:cNvPr>
              <p:cNvSpPr txBox="1"/>
              <p:nvPr/>
            </p:nvSpPr>
            <p:spPr>
              <a:xfrm>
                <a:off x="7397292" y="83671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BC2DDAD-35B5-91A0-30BA-77FF224D2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7292" y="836712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4A241722-A806-22E7-B3F1-C49869CECA9E}"/>
              </a:ext>
            </a:extLst>
          </p:cNvPr>
          <p:cNvSpPr txBox="1"/>
          <p:nvPr/>
        </p:nvSpPr>
        <p:spPr>
          <a:xfrm>
            <a:off x="7665961" y="845338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23FE20-6AF6-75D3-6BB4-82FF98B10B4D}"/>
                  </a:ext>
                </a:extLst>
              </p:cNvPr>
              <p:cNvSpPr txBox="1"/>
              <p:nvPr/>
            </p:nvSpPr>
            <p:spPr>
              <a:xfrm>
                <a:off x="5681836" y="14037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6C23FE20-6AF6-75D3-6BB4-82FF98B10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836" y="140373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A2FC82F9-01EA-4B79-AAB8-DB0960953D25}"/>
              </a:ext>
            </a:extLst>
          </p:cNvPr>
          <p:cNvSpPr txBox="1"/>
          <p:nvPr/>
        </p:nvSpPr>
        <p:spPr>
          <a:xfrm>
            <a:off x="6048152" y="1254074"/>
            <a:ext cx="332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0CB1951-0729-6C1D-2799-D7B410CAEA79}"/>
                  </a:ext>
                </a:extLst>
              </p:cNvPr>
              <p:cNvSpPr txBox="1"/>
              <p:nvPr/>
            </p:nvSpPr>
            <p:spPr>
              <a:xfrm>
                <a:off x="6312024" y="12416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30CB1951-0729-6C1D-2799-D7B410CAE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024" y="1241651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文字方塊 14">
            <a:extLst>
              <a:ext uri="{FF2B5EF4-FFF2-40B4-BE49-F238E27FC236}">
                <a16:creationId xmlns:a16="http://schemas.microsoft.com/office/drawing/2014/main" id="{7C2D673A-E9A8-E9A9-9287-171D158A473A}"/>
              </a:ext>
            </a:extLst>
          </p:cNvPr>
          <p:cNvSpPr txBox="1"/>
          <p:nvPr/>
        </p:nvSpPr>
        <p:spPr>
          <a:xfrm>
            <a:off x="6540592" y="1241651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6</a:t>
            </a: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4A1BA35-B197-0AD0-98C2-CB32BCF04741}"/>
              </a:ext>
            </a:extLst>
          </p:cNvPr>
          <p:cNvCxnSpPr>
            <a:cxnSpLocks/>
          </p:cNvCxnSpPr>
          <p:nvPr/>
        </p:nvCxnSpPr>
        <p:spPr bwMode="auto">
          <a:xfrm>
            <a:off x="6084122" y="1603788"/>
            <a:ext cx="803966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99AA024-4AB0-A3A3-9387-456BBE8CA1DD}"/>
              </a:ext>
            </a:extLst>
          </p:cNvPr>
          <p:cNvSpPr txBox="1"/>
          <p:nvPr/>
        </p:nvSpPr>
        <p:spPr>
          <a:xfrm>
            <a:off x="6293542" y="1632621"/>
            <a:ext cx="332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176AA68-E6FC-0226-1372-9765A087E387}"/>
                  </a:ext>
                </a:extLst>
              </p:cNvPr>
              <p:cNvSpPr txBox="1"/>
              <p:nvPr/>
            </p:nvSpPr>
            <p:spPr>
              <a:xfrm>
                <a:off x="6867624" y="14037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176AA68-E6FC-0226-1372-9765A087E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7624" y="1403733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E44212F4-B522-CEFE-2729-F1E36F63932C}"/>
              </a:ext>
            </a:extLst>
          </p:cNvPr>
          <p:cNvSpPr txBox="1"/>
          <p:nvPr/>
        </p:nvSpPr>
        <p:spPr>
          <a:xfrm>
            <a:off x="7131501" y="1412776"/>
            <a:ext cx="332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6875E6D-7B21-FD65-55F1-58B3C035807E}"/>
                  </a:ext>
                </a:extLst>
              </p:cNvPr>
              <p:cNvSpPr txBox="1"/>
              <p:nvPr/>
            </p:nvSpPr>
            <p:spPr>
              <a:xfrm>
                <a:off x="5681836" y="212980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6875E6D-7B21-FD65-55F1-58B3C0358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1836" y="2129809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圖片 22">
            <a:extLst>
              <a:ext uri="{FF2B5EF4-FFF2-40B4-BE49-F238E27FC236}">
                <a16:creationId xmlns:a16="http://schemas.microsoft.com/office/drawing/2014/main" id="{1211711F-7162-74CC-7E53-84DCF2F31D6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641" y="3484478"/>
            <a:ext cx="2190476" cy="2104762"/>
          </a:xfrm>
          <a:prstGeom prst="rect">
            <a:avLst/>
          </a:prstGeom>
        </p:spPr>
      </p:pic>
      <p:sp>
        <p:nvSpPr>
          <p:cNvPr id="24" name="TextBox 15">
            <a:extLst>
              <a:ext uri="{FF2B5EF4-FFF2-40B4-BE49-F238E27FC236}">
                <a16:creationId xmlns:a16="http://schemas.microsoft.com/office/drawing/2014/main" id="{767433CC-058A-C57C-F0C9-99F9DD0BAA38}"/>
              </a:ext>
            </a:extLst>
          </p:cNvPr>
          <p:cNvSpPr txBox="1"/>
          <p:nvPr/>
        </p:nvSpPr>
        <p:spPr>
          <a:xfrm>
            <a:off x="3287688" y="3537619"/>
            <a:ext cx="29362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cylinder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9C8C39B-DEF6-3DA1-370A-76F5CA3300D8}"/>
                  </a:ext>
                </a:extLst>
              </p:cNvPr>
              <p:cNvSpPr txBox="1"/>
              <p:nvPr/>
            </p:nvSpPr>
            <p:spPr>
              <a:xfrm>
                <a:off x="6095231" y="3525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9C8C39B-DEF6-3DA1-370A-76F5CA330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31" y="3525566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C97655DD-F480-1B23-20DD-16A0E5723709}"/>
              </a:ext>
            </a:extLst>
          </p:cNvPr>
          <p:cNvGrpSpPr/>
          <p:nvPr/>
        </p:nvGrpSpPr>
        <p:grpSpPr>
          <a:xfrm>
            <a:off x="6396076" y="3456392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603C19F4-8F6C-2A3B-C91A-038605F6FDE0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7" name="文字方塊 26">
                  <a:extLst>
                    <a:ext uri="{FF2B5EF4-FFF2-40B4-BE49-F238E27FC236}">
                      <a16:creationId xmlns:a16="http://schemas.microsoft.com/office/drawing/2014/main" id="{603C19F4-8F6C-2A3B-C91A-038605F6FD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41B4ED01-4EB6-F1E4-B8C8-AE0AECC86662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9E74EFAE-48FA-B5B5-D414-F653CBE6CB50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046A169F-7A2D-1058-7922-B8C1955147BE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EBC2AA0C-2829-0479-F2E3-5C2D0446638F}"/>
              </a:ext>
            </a:extLst>
          </p:cNvPr>
          <p:cNvSpPr txBox="1"/>
          <p:nvPr/>
        </p:nvSpPr>
        <p:spPr>
          <a:xfrm>
            <a:off x="6877924" y="3529318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A8562C8B-38F2-29C9-9252-12F97C05743F}"/>
                  </a:ext>
                </a:extLst>
              </p:cNvPr>
              <p:cNvSpPr txBox="1"/>
              <p:nvPr/>
            </p:nvSpPr>
            <p:spPr>
              <a:xfrm>
                <a:off x="6095231" y="412484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A8562C8B-38F2-29C9-9252-12F97C0574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231" y="412484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3811193-2D8D-1CAB-21AA-6AD51C07F298}"/>
                  </a:ext>
                </a:extLst>
              </p:cNvPr>
              <p:cNvSpPr txBox="1"/>
              <p:nvPr/>
            </p:nvSpPr>
            <p:spPr>
              <a:xfrm>
                <a:off x="6356688" y="41184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73811193-2D8D-1CAB-21AA-6AD51C07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688" y="4118408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66D475B9-A2D0-4DDC-0EA6-9404F33BD1A0}"/>
              </a:ext>
            </a:extLst>
          </p:cNvPr>
          <p:cNvGrpSpPr/>
          <p:nvPr/>
        </p:nvGrpSpPr>
        <p:grpSpPr>
          <a:xfrm>
            <a:off x="6559019" y="4136749"/>
            <a:ext cx="557375" cy="400110"/>
            <a:chOff x="1377671" y="1369717"/>
            <a:chExt cx="557375" cy="400110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39A0CBDA-3503-B7E1-22C6-A439A11C016C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1B820461-95BC-07E9-1F58-C54C583BD9AF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34CD15F8-2890-C9A2-A2A7-48DD70B248D7}"/>
              </a:ext>
            </a:extLst>
          </p:cNvPr>
          <p:cNvSpPr txBox="1"/>
          <p:nvPr/>
        </p:nvSpPr>
        <p:spPr>
          <a:xfrm>
            <a:off x="6922061" y="4002354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99D5E272-9B2F-5BB7-8E3B-E5B1469CB476}"/>
                  </a:ext>
                </a:extLst>
              </p:cNvPr>
              <p:cNvSpPr txBox="1"/>
              <p:nvPr/>
            </p:nvSpPr>
            <p:spPr>
              <a:xfrm>
                <a:off x="7079443" y="41148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99D5E272-9B2F-5BB7-8E3B-E5B1469CB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9443" y="411480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87F5BC8D-83DF-00CB-4E4D-99362AFEC2D3}"/>
              </a:ext>
            </a:extLst>
          </p:cNvPr>
          <p:cNvSpPr txBox="1"/>
          <p:nvPr/>
        </p:nvSpPr>
        <p:spPr>
          <a:xfrm>
            <a:off x="7343320" y="4123847"/>
            <a:ext cx="5528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DDC76DBA-937F-02CA-D619-C12346812638}"/>
                  </a:ext>
                </a:extLst>
              </p:cNvPr>
              <p:cNvSpPr txBox="1"/>
              <p:nvPr/>
            </p:nvSpPr>
            <p:spPr>
              <a:xfrm>
                <a:off x="6088341" y="48252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DDC76DBA-937F-02CA-D619-C12346812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341" y="4825269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44">
            <a:extLst>
              <a:ext uri="{FF2B5EF4-FFF2-40B4-BE49-F238E27FC236}">
                <a16:creationId xmlns:a16="http://schemas.microsoft.com/office/drawing/2014/main" id="{B712001F-A0E7-6341-6962-A28871954483}"/>
              </a:ext>
            </a:extLst>
          </p:cNvPr>
          <p:cNvGrpSpPr/>
          <p:nvPr/>
        </p:nvGrpSpPr>
        <p:grpSpPr>
          <a:xfrm>
            <a:off x="5980623" y="2102748"/>
            <a:ext cx="1291140" cy="451398"/>
            <a:chOff x="5983177" y="2110895"/>
            <a:chExt cx="1291140" cy="451398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C28A77E8-7A30-E20B-F032-6580460569FF}"/>
                </a:ext>
              </a:extLst>
            </p:cNvPr>
            <p:cNvSpPr txBox="1"/>
            <p:nvPr/>
          </p:nvSpPr>
          <p:spPr>
            <a:xfrm>
              <a:off x="5983177" y="2162183"/>
              <a:ext cx="729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216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AE2EE622-4A30-FDFE-DAC5-BD9442406293}"/>
                </a:ext>
              </a:extLst>
            </p:cNvPr>
            <p:cNvSpPr txBox="1"/>
            <p:nvPr/>
          </p:nvSpPr>
          <p:spPr>
            <a:xfrm>
              <a:off x="6611687" y="2183821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C104B6D8-FB24-78B6-1A5F-C61FC2A81A3D}"/>
                </a:ext>
              </a:extLst>
            </p:cNvPr>
            <p:cNvSpPr txBox="1"/>
            <p:nvPr/>
          </p:nvSpPr>
          <p:spPr>
            <a:xfrm>
              <a:off x="6949322" y="2110895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grpSp>
        <p:nvGrpSpPr>
          <p:cNvPr id="51" name="群組 50">
            <a:extLst>
              <a:ext uri="{FF2B5EF4-FFF2-40B4-BE49-F238E27FC236}">
                <a16:creationId xmlns:a16="http://schemas.microsoft.com/office/drawing/2014/main" id="{ADB45B89-E37A-A7DB-511A-E508002CDB01}"/>
              </a:ext>
            </a:extLst>
          </p:cNvPr>
          <p:cNvGrpSpPr/>
          <p:nvPr/>
        </p:nvGrpSpPr>
        <p:grpSpPr>
          <a:xfrm>
            <a:off x="6353729" y="4828396"/>
            <a:ext cx="833118" cy="410153"/>
            <a:chOff x="6353729" y="4828396"/>
            <a:chExt cx="833118" cy="410153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7A875623-A196-5F57-63D5-FD5971360217}"/>
                </a:ext>
              </a:extLst>
            </p:cNvPr>
            <p:cNvSpPr txBox="1"/>
            <p:nvPr/>
          </p:nvSpPr>
          <p:spPr>
            <a:xfrm>
              <a:off x="6353729" y="4838439"/>
              <a:ext cx="7520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360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40439240-3FC9-09CC-67AD-F4D064ED8835}"/>
                    </a:ext>
                  </a:extLst>
                </p:cNvPr>
                <p:cNvSpPr txBox="1"/>
                <p:nvPr/>
              </p:nvSpPr>
              <p:spPr>
                <a:xfrm>
                  <a:off x="6891159" y="4828396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7C8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40439240-3FC9-09CC-67AD-F4D064ED88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1159" y="4828396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98028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  <p:bldP spid="18" grpId="0"/>
      <p:bldP spid="19" grpId="0"/>
      <p:bldP spid="20" grpId="0"/>
      <p:bldP spid="24" grpId="0"/>
      <p:bldP spid="25" grpId="0"/>
      <p:bldP spid="31" grpId="0"/>
      <p:bldP spid="32" grpId="0"/>
      <p:bldP spid="33" grpId="0"/>
      <p:bldP spid="38" grpId="0"/>
      <p:bldP spid="39" grpId="0"/>
      <p:bldP spid="40" grpId="0"/>
      <p:bldP spid="4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77022A72-EA13-60FA-08A6-F3DB1D369A39}"/>
              </a:ext>
            </a:extLst>
          </p:cNvPr>
          <p:cNvSpPr txBox="1"/>
          <p:nvPr/>
        </p:nvSpPr>
        <p:spPr>
          <a:xfrm>
            <a:off x="4007768" y="188640"/>
            <a:ext cx="3456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4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7" name="群組 6">
            <a:extLst>
              <a:ext uri="{FF2B5EF4-FFF2-40B4-BE49-F238E27FC236}">
                <a16:creationId xmlns:a16="http://schemas.microsoft.com/office/drawing/2014/main" id="{CC12DAFD-308E-F2F9-A92D-E7E2C82B894C}"/>
              </a:ext>
            </a:extLst>
          </p:cNvPr>
          <p:cNvGrpSpPr/>
          <p:nvPr/>
        </p:nvGrpSpPr>
        <p:grpSpPr>
          <a:xfrm>
            <a:off x="623392" y="1268760"/>
            <a:ext cx="2223809" cy="1893120"/>
            <a:chOff x="263352" y="980728"/>
            <a:chExt cx="2223809" cy="1893120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E0FA5E0D-D5C3-C0F9-2BD4-163A67E98D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63352" y="980728"/>
              <a:ext cx="2028571" cy="1771429"/>
            </a:xfrm>
            <a:prstGeom prst="rect">
              <a:avLst/>
            </a:prstGeom>
          </p:spPr>
        </p:pic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AF958DB1-ECFF-9E26-F424-E87CED07D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6685" y="2492896"/>
              <a:ext cx="390476" cy="380952"/>
            </a:xfrm>
            <a:prstGeom prst="rect">
              <a:avLst/>
            </a:prstGeom>
          </p:spPr>
        </p:pic>
      </p:grpSp>
      <p:sp>
        <p:nvSpPr>
          <p:cNvPr id="8" name="TextBox 15">
            <a:extLst>
              <a:ext uri="{FF2B5EF4-FFF2-40B4-BE49-F238E27FC236}">
                <a16:creationId xmlns:a16="http://schemas.microsoft.com/office/drawing/2014/main" id="{31259D69-91C7-1355-6400-3790836B9ED5}"/>
              </a:ext>
            </a:extLst>
          </p:cNvPr>
          <p:cNvSpPr txBox="1"/>
          <p:nvPr/>
        </p:nvSpPr>
        <p:spPr>
          <a:xfrm>
            <a:off x="3071664" y="2060848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6EC1CF2-235F-8898-CEA1-B706C07297A5}"/>
                  </a:ext>
                </a:extLst>
              </p:cNvPr>
              <p:cNvSpPr txBox="1"/>
              <p:nvPr/>
            </p:nvSpPr>
            <p:spPr>
              <a:xfrm>
                <a:off x="5948156" y="20448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66EC1CF2-235F-8898-CEA1-B706C0729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6" y="2044879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群組 9">
            <a:extLst>
              <a:ext uri="{FF2B5EF4-FFF2-40B4-BE49-F238E27FC236}">
                <a16:creationId xmlns:a16="http://schemas.microsoft.com/office/drawing/2014/main" id="{8D0FCE9B-56FE-589B-8CF5-CDC47A0290DE}"/>
              </a:ext>
            </a:extLst>
          </p:cNvPr>
          <p:cNvGrpSpPr/>
          <p:nvPr/>
        </p:nvGrpSpPr>
        <p:grpSpPr>
          <a:xfrm>
            <a:off x="6333509" y="1872128"/>
            <a:ext cx="364383" cy="777549"/>
            <a:chOff x="2896107" y="4671588"/>
            <a:chExt cx="364383" cy="777549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D41FED3-2532-4C8E-816F-E8F4236A4FCB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6227ABC5-D4FC-9B57-6FA9-6E30CE066DC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7F781B21-99A3-1E24-BC61-8709B5F39A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FBF8811-9BDF-B7E5-484D-C58A2D15A0AE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02CE238-43FD-90E8-DE26-6DEA226D0C75}"/>
                  </a:ext>
                </a:extLst>
              </p:cNvPr>
              <p:cNvSpPr txBox="1"/>
              <p:nvPr/>
            </p:nvSpPr>
            <p:spPr>
              <a:xfrm>
                <a:off x="6719900" y="20349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002CE238-43FD-90E8-DE26-6DEA226D0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2034939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3F425A4D-0784-000F-9CFC-FC4DE79707BA}"/>
              </a:ext>
            </a:extLst>
          </p:cNvPr>
          <p:cNvSpPr txBox="1"/>
          <p:nvPr/>
        </p:nvSpPr>
        <p:spPr>
          <a:xfrm>
            <a:off x="6943437" y="2049512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69017EE-23E6-2484-B331-B2B7604831B1}"/>
                  </a:ext>
                </a:extLst>
              </p:cNvPr>
              <p:cNvSpPr txBox="1"/>
              <p:nvPr/>
            </p:nvSpPr>
            <p:spPr>
              <a:xfrm>
                <a:off x="8417980" y="20408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869017EE-23E6-2484-B331-B2B760483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980" y="204088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F9C38617-C8C5-6442-55ED-A303B7D9AFA4}"/>
              </a:ext>
            </a:extLst>
          </p:cNvPr>
          <p:cNvSpPr txBox="1"/>
          <p:nvPr/>
        </p:nvSpPr>
        <p:spPr>
          <a:xfrm>
            <a:off x="8686649" y="2049512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608A35A2-E067-34FD-0C74-60ACC60F91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355" y="3573016"/>
            <a:ext cx="1584176" cy="2620123"/>
          </a:xfrm>
          <a:prstGeom prst="rect">
            <a:avLst/>
          </a:prstGeom>
        </p:spPr>
      </p:pic>
      <p:sp>
        <p:nvSpPr>
          <p:cNvPr id="21" name="TextBox 15">
            <a:extLst>
              <a:ext uri="{FF2B5EF4-FFF2-40B4-BE49-F238E27FC236}">
                <a16:creationId xmlns:a16="http://schemas.microsoft.com/office/drawing/2014/main" id="{391A15B8-A44B-FE23-AE4D-EF48738D44EB}"/>
              </a:ext>
            </a:extLst>
          </p:cNvPr>
          <p:cNvSpPr txBox="1"/>
          <p:nvPr/>
        </p:nvSpPr>
        <p:spPr>
          <a:xfrm>
            <a:off x="3575719" y="4653136"/>
            <a:ext cx="2515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Cone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E9B4D39-2385-CE39-18A3-9FA968AD5103}"/>
                  </a:ext>
                </a:extLst>
              </p:cNvPr>
              <p:cNvSpPr txBox="1"/>
              <p:nvPr/>
            </p:nvSpPr>
            <p:spPr>
              <a:xfrm>
                <a:off x="5943249" y="46371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6E9B4D39-2385-CE39-18A3-9FA968AD51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249" y="4637167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76EF7D85-0C42-E4E8-1D76-ED9347295400}"/>
              </a:ext>
            </a:extLst>
          </p:cNvPr>
          <p:cNvGrpSpPr/>
          <p:nvPr/>
        </p:nvGrpSpPr>
        <p:grpSpPr>
          <a:xfrm>
            <a:off x="6340102" y="4464416"/>
            <a:ext cx="364383" cy="777549"/>
            <a:chOff x="2896107" y="4671588"/>
            <a:chExt cx="364383" cy="777549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0D5FE40D-2621-F8FE-B8F9-58818834D97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48BB1950-0292-1C60-7131-9EE955D0229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6" name="直線接點 25">
                <a:extLst>
                  <a:ext uri="{FF2B5EF4-FFF2-40B4-BE49-F238E27FC236}">
                    <a16:creationId xmlns:a16="http://schemas.microsoft.com/office/drawing/2014/main" id="{547FD9B7-6CF4-6D92-7116-6959DFF933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C87B63A1-2064-EEAA-1E76-83462C19627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3307418-AE2C-DC7A-3BF9-92BE0E66C858}"/>
                  </a:ext>
                </a:extLst>
              </p:cNvPr>
              <p:cNvSpPr txBox="1"/>
              <p:nvPr/>
            </p:nvSpPr>
            <p:spPr>
              <a:xfrm>
                <a:off x="6719900" y="462722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93307418-AE2C-DC7A-3BF9-92BE0E66C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4627227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F189D7E6-8069-12C3-A445-968D988360E5}"/>
              </a:ext>
            </a:extLst>
          </p:cNvPr>
          <p:cNvGrpSpPr/>
          <p:nvPr/>
        </p:nvGrpSpPr>
        <p:grpSpPr>
          <a:xfrm>
            <a:off x="6983175" y="455805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BD2424FA-30B1-8137-1E10-2B14B4720491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0" name="文字方塊 29">
                  <a:extLst>
                    <a:ext uri="{FF2B5EF4-FFF2-40B4-BE49-F238E27FC236}">
                      <a16:creationId xmlns:a16="http://schemas.microsoft.com/office/drawing/2014/main" id="{BD2424FA-30B1-8137-1E10-2B14B47204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A701B6D9-9F3E-267E-72E7-3124E7EBD54D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2E2A7889-586E-85B3-1275-1AFB0249B290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8C3CD38E-B600-3261-0236-915104C8AD1A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BD7780BD-6D52-7BB7-25C9-6232B4F9A75F}"/>
              </a:ext>
            </a:extLst>
          </p:cNvPr>
          <p:cNvSpPr txBox="1"/>
          <p:nvPr/>
        </p:nvSpPr>
        <p:spPr>
          <a:xfrm>
            <a:off x="7465023" y="4630979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695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/>
      <p:bldP spid="15" grpId="0"/>
      <p:bldP spid="16" grpId="0"/>
      <p:bldP spid="17" grpId="0"/>
      <p:bldP spid="18" grpId="0"/>
      <p:bldP spid="21" grpId="0"/>
      <p:bldP spid="22" grpId="0"/>
      <p:bldP spid="28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E151C02A-05FC-E83A-7702-2C4BBF37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61807"/>
            <a:ext cx="8638095" cy="34285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3D27E53-A0DB-6BFD-A669-8108E8E9F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89" y="620688"/>
            <a:ext cx="2314286" cy="211428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E435A2D-523F-AE56-32B5-E9D5B094C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7" y="3522573"/>
            <a:ext cx="2447619" cy="2066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F786D03B-DC52-841B-687D-A6F95312170D}"/>
                  </a:ext>
                </a:extLst>
              </p14:cNvPr>
              <p14:cNvContentPartPr/>
              <p14:nvPr/>
            </p14:nvContentPartPr>
            <p14:xfrm>
              <a:off x="983433" y="210375"/>
              <a:ext cx="648072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F786D03B-DC52-841B-687D-A6F95312170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29427" y="-13505325"/>
                <a:ext cx="75572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5">
            <a:extLst>
              <a:ext uri="{FF2B5EF4-FFF2-40B4-BE49-F238E27FC236}">
                <a16:creationId xmlns:a16="http://schemas.microsoft.com/office/drawing/2014/main" id="{3D1336C9-4DE3-48C2-2A92-1BD9BBE97AED}"/>
              </a:ext>
            </a:extLst>
          </p:cNvPr>
          <p:cNvSpPr txBox="1"/>
          <p:nvPr/>
        </p:nvSpPr>
        <p:spPr>
          <a:xfrm>
            <a:off x="3071664" y="764704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5DE4D41-8A07-2F60-0B01-B387E57B9393}"/>
                  </a:ext>
                </a:extLst>
              </p:cNvPr>
              <p:cNvSpPr txBox="1"/>
              <p:nvPr/>
            </p:nvSpPr>
            <p:spPr>
              <a:xfrm>
                <a:off x="5948156" y="7487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25DE4D41-8A07-2F60-0B01-B387E57B93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6" y="74873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群組 10">
            <a:extLst>
              <a:ext uri="{FF2B5EF4-FFF2-40B4-BE49-F238E27FC236}">
                <a16:creationId xmlns:a16="http://schemas.microsoft.com/office/drawing/2014/main" id="{887059FC-4E09-7F68-D193-120630AB9692}"/>
              </a:ext>
            </a:extLst>
          </p:cNvPr>
          <p:cNvGrpSpPr/>
          <p:nvPr/>
        </p:nvGrpSpPr>
        <p:grpSpPr>
          <a:xfrm>
            <a:off x="6333509" y="575984"/>
            <a:ext cx="364383" cy="777549"/>
            <a:chOff x="2896107" y="4671588"/>
            <a:chExt cx="364383" cy="777549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18110CE0-08F7-D4EA-3DAE-870A8717F5D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60273605-228C-70A2-4DD8-82A1C9F20E2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4" name="直線接點 13">
                <a:extLst>
                  <a:ext uri="{FF2B5EF4-FFF2-40B4-BE49-F238E27FC236}">
                    <a16:creationId xmlns:a16="http://schemas.microsoft.com/office/drawing/2014/main" id="{84366DF7-7DD3-0AEC-C506-CC22717964C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806D17D-319E-4796-7F2E-32A33F726B0F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9E0770F-8E31-377F-90D2-D12DA204696C}"/>
                  </a:ext>
                </a:extLst>
              </p:cNvPr>
              <p:cNvSpPr txBox="1"/>
              <p:nvPr/>
            </p:nvSpPr>
            <p:spPr>
              <a:xfrm>
                <a:off x="6719900" y="73879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89E0770F-8E31-377F-90D2-D12DA2046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738795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3BDD6742-069D-C890-0887-3F7AE4DF52B6}"/>
              </a:ext>
            </a:extLst>
          </p:cNvPr>
          <p:cNvSpPr txBox="1"/>
          <p:nvPr/>
        </p:nvSpPr>
        <p:spPr>
          <a:xfrm>
            <a:off x="6943437" y="753368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6190238-0E9C-7D9B-98E6-17F5CC5A1F25}"/>
                  </a:ext>
                </a:extLst>
              </p:cNvPr>
              <p:cNvSpPr txBox="1"/>
              <p:nvPr/>
            </p:nvSpPr>
            <p:spPr>
              <a:xfrm>
                <a:off x="8417980" y="7447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6190238-0E9C-7D9B-98E6-17F5CC5A1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7980" y="744742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6C638132-C2A3-3283-5682-D87F2E12B401}"/>
              </a:ext>
            </a:extLst>
          </p:cNvPr>
          <p:cNvSpPr txBox="1"/>
          <p:nvPr/>
        </p:nvSpPr>
        <p:spPr>
          <a:xfrm>
            <a:off x="8686649" y="753368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B4975A1-D473-2C6D-A456-732FCEE93853}"/>
                  </a:ext>
                </a:extLst>
              </p:cNvPr>
              <p:cNvSpPr txBox="1"/>
              <p:nvPr/>
            </p:nvSpPr>
            <p:spPr>
              <a:xfrm>
                <a:off x="5948156" y="14556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B4975A1-D473-2C6D-A456-732FCEE93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6" y="1455678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>
            <a:extLst>
              <a:ext uri="{FF2B5EF4-FFF2-40B4-BE49-F238E27FC236}">
                <a16:creationId xmlns:a16="http://schemas.microsoft.com/office/drawing/2014/main" id="{9BF602AA-178E-6DDA-9AE6-6C5A8C0ADD98}"/>
              </a:ext>
            </a:extLst>
          </p:cNvPr>
          <p:cNvGrpSpPr/>
          <p:nvPr/>
        </p:nvGrpSpPr>
        <p:grpSpPr>
          <a:xfrm>
            <a:off x="6333509" y="1292867"/>
            <a:ext cx="364383" cy="777549"/>
            <a:chOff x="2896107" y="4671588"/>
            <a:chExt cx="364383" cy="777549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076D4FF2-C142-BA60-4C63-7493B5114E7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D2AD869C-544E-F41E-CE92-412C450125C9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7F33D57E-148E-C4DE-4802-4093AD45898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CFB487C9-C887-A6D1-D381-03B40918A05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F3DC2E1-2DE7-12DC-78CF-FEE821AAB274}"/>
                  </a:ext>
                </a:extLst>
              </p:cNvPr>
              <p:cNvSpPr txBox="1"/>
              <p:nvPr/>
            </p:nvSpPr>
            <p:spPr>
              <a:xfrm>
                <a:off x="6719900" y="14556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7F3DC2E1-2DE7-12DC-78CF-FEE821AAB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00" y="145567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C3252C85-D5DC-BAA5-428A-E7F89921521F}"/>
              </a:ext>
            </a:extLst>
          </p:cNvPr>
          <p:cNvGrpSpPr/>
          <p:nvPr/>
        </p:nvGrpSpPr>
        <p:grpSpPr>
          <a:xfrm>
            <a:off x="6982266" y="1486480"/>
            <a:ext cx="557375" cy="400110"/>
            <a:chOff x="1377671" y="1369717"/>
            <a:chExt cx="557375" cy="400110"/>
          </a:xfrm>
        </p:grpSpPr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4955410D-BCB4-58F3-4D9B-5F261FD2711E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CDB9C267-D618-EA42-76F4-2D65D456155B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8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BB3F7C8D-AA06-F52F-9732-DE449A519A16}"/>
              </a:ext>
            </a:extLst>
          </p:cNvPr>
          <p:cNvSpPr txBox="1"/>
          <p:nvPr/>
        </p:nvSpPr>
        <p:spPr>
          <a:xfrm>
            <a:off x="7345308" y="1352085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BA16911-5F2A-9653-4177-E67870031433}"/>
                  </a:ext>
                </a:extLst>
              </p:cNvPr>
              <p:cNvSpPr txBox="1"/>
              <p:nvPr/>
            </p:nvSpPr>
            <p:spPr>
              <a:xfrm>
                <a:off x="7497178" y="14544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1BA16911-5F2A-9653-4177-E67870031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7178" y="1454435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文字方塊 31">
            <a:extLst>
              <a:ext uri="{FF2B5EF4-FFF2-40B4-BE49-F238E27FC236}">
                <a16:creationId xmlns:a16="http://schemas.microsoft.com/office/drawing/2014/main" id="{B2A554DF-5C58-898E-F5D9-B485DEC9466A}"/>
              </a:ext>
            </a:extLst>
          </p:cNvPr>
          <p:cNvSpPr txBox="1"/>
          <p:nvPr/>
        </p:nvSpPr>
        <p:spPr>
          <a:xfrm>
            <a:off x="7792866" y="1470251"/>
            <a:ext cx="332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05E3AD5-F5AB-9EA4-976E-066BBDB88671}"/>
                  </a:ext>
                </a:extLst>
              </p:cNvPr>
              <p:cNvSpPr txBox="1"/>
              <p:nvPr/>
            </p:nvSpPr>
            <p:spPr>
              <a:xfrm>
                <a:off x="5948156" y="214665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05E3AD5-F5AB-9EA4-976E-066BBDB88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6" y="2146652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B3C02E24-91C3-F32E-4396-420A3236FA0E}"/>
              </a:ext>
            </a:extLst>
          </p:cNvPr>
          <p:cNvGrpSpPr/>
          <p:nvPr/>
        </p:nvGrpSpPr>
        <p:grpSpPr>
          <a:xfrm>
            <a:off x="6252720" y="2121008"/>
            <a:ext cx="1291140" cy="451398"/>
            <a:chOff x="5983177" y="2110895"/>
            <a:chExt cx="1291140" cy="451398"/>
          </a:xfrm>
        </p:grpSpPr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D1FCAA11-4D43-21A3-0F73-D700AD91FE6F}"/>
                </a:ext>
              </a:extLst>
            </p:cNvPr>
            <p:cNvSpPr txBox="1"/>
            <p:nvPr/>
          </p:nvSpPr>
          <p:spPr>
            <a:xfrm>
              <a:off x="5983177" y="2162183"/>
              <a:ext cx="729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192</a:t>
              </a: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9C459318-B459-23CB-9675-920203A80996}"/>
                </a:ext>
              </a:extLst>
            </p:cNvPr>
            <p:cNvSpPr txBox="1"/>
            <p:nvPr/>
          </p:nvSpPr>
          <p:spPr>
            <a:xfrm>
              <a:off x="6611687" y="2183821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02767E72-2B7D-2E4F-8A83-7BDF1A83F58E}"/>
                </a:ext>
              </a:extLst>
            </p:cNvPr>
            <p:cNvSpPr txBox="1"/>
            <p:nvPr/>
          </p:nvSpPr>
          <p:spPr>
            <a:xfrm>
              <a:off x="6949322" y="2110895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sp>
        <p:nvSpPr>
          <p:cNvPr id="38" name="TextBox 15">
            <a:extLst>
              <a:ext uri="{FF2B5EF4-FFF2-40B4-BE49-F238E27FC236}">
                <a16:creationId xmlns:a16="http://schemas.microsoft.com/office/drawing/2014/main" id="{3FE76483-6495-A308-7604-6D3D5208111D}"/>
              </a:ext>
            </a:extLst>
          </p:cNvPr>
          <p:cNvSpPr txBox="1"/>
          <p:nvPr/>
        </p:nvSpPr>
        <p:spPr>
          <a:xfrm>
            <a:off x="3580627" y="3568553"/>
            <a:ext cx="25153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Cone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52D35B1-EF06-5E04-AD4C-BD071D755B77}"/>
                  </a:ext>
                </a:extLst>
              </p:cNvPr>
              <p:cNvSpPr txBox="1"/>
              <p:nvPr/>
            </p:nvSpPr>
            <p:spPr>
              <a:xfrm>
                <a:off x="5948157" y="35525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52D35B1-EF06-5E04-AD4C-BD071D755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7" y="3552584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CD75C290-E0C4-F9C7-F8AB-469AE1003358}"/>
              </a:ext>
            </a:extLst>
          </p:cNvPr>
          <p:cNvGrpSpPr/>
          <p:nvPr/>
        </p:nvGrpSpPr>
        <p:grpSpPr>
          <a:xfrm>
            <a:off x="6345010" y="3379833"/>
            <a:ext cx="364383" cy="777549"/>
            <a:chOff x="2896107" y="4671588"/>
            <a:chExt cx="364383" cy="777549"/>
          </a:xfrm>
        </p:grpSpPr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B7BEBE12-AA74-4942-55CB-F6CD33EDE05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5D1F314B-F78F-6B1F-47D7-DEA1B3745A41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C86688F0-BDB6-7FA2-E125-292B1D9219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AA2DA9E-7A78-928A-CB7D-796B5B2C4D9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6F5F1C35-C3C6-35F8-B48A-94C26CBA8EAC}"/>
                  </a:ext>
                </a:extLst>
              </p:cNvPr>
              <p:cNvSpPr txBox="1"/>
              <p:nvPr/>
            </p:nvSpPr>
            <p:spPr>
              <a:xfrm>
                <a:off x="6724808" y="35426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6F5F1C35-C3C6-35F8-B48A-94C26CBA8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808" y="3542644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4D0D5918-469E-4BDC-39A0-303933C1F5A1}"/>
              </a:ext>
            </a:extLst>
          </p:cNvPr>
          <p:cNvGrpSpPr/>
          <p:nvPr/>
        </p:nvGrpSpPr>
        <p:grpSpPr>
          <a:xfrm>
            <a:off x="6988083" y="3473470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DB01348D-4A12-0585-9BBC-182CBC3738DE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DB01348D-4A12-0585-9BBC-182CBC3738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916C9B19-C6FD-B267-07A0-59ABFEA22411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91F48A56-0F67-B050-1CBC-741DB8A6CCE9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78C86676-0957-C0FE-555B-75A856A15390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CD4D3B6F-7BD4-4B6E-E6D7-966D471D93D3}"/>
              </a:ext>
            </a:extLst>
          </p:cNvPr>
          <p:cNvSpPr txBox="1"/>
          <p:nvPr/>
        </p:nvSpPr>
        <p:spPr>
          <a:xfrm>
            <a:off x="7469931" y="354639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FB863E4A-A138-31B5-905C-5EE5F5BE13CB}"/>
                  </a:ext>
                </a:extLst>
              </p:cNvPr>
              <p:cNvSpPr txBox="1"/>
              <p:nvPr/>
            </p:nvSpPr>
            <p:spPr>
              <a:xfrm>
                <a:off x="5957032" y="43331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FB863E4A-A138-31B5-905C-5EE5F5BE1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7032" y="4333175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群組 52">
            <a:extLst>
              <a:ext uri="{FF2B5EF4-FFF2-40B4-BE49-F238E27FC236}">
                <a16:creationId xmlns:a16="http://schemas.microsoft.com/office/drawing/2014/main" id="{5D80302F-DE1E-F5A4-B768-9C1785155030}"/>
              </a:ext>
            </a:extLst>
          </p:cNvPr>
          <p:cNvGrpSpPr/>
          <p:nvPr/>
        </p:nvGrpSpPr>
        <p:grpSpPr>
          <a:xfrm>
            <a:off x="6355517" y="4170364"/>
            <a:ext cx="364383" cy="777549"/>
            <a:chOff x="2896107" y="4671588"/>
            <a:chExt cx="364383" cy="777549"/>
          </a:xfrm>
        </p:grpSpPr>
        <p:sp>
          <p:nvSpPr>
            <p:cNvPr id="54" name="文字方塊 53">
              <a:extLst>
                <a:ext uri="{FF2B5EF4-FFF2-40B4-BE49-F238E27FC236}">
                  <a16:creationId xmlns:a16="http://schemas.microsoft.com/office/drawing/2014/main" id="{3B3AD0BF-11CD-368F-72D0-F9557DE8146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5" name="群組 54">
              <a:extLst>
                <a:ext uri="{FF2B5EF4-FFF2-40B4-BE49-F238E27FC236}">
                  <a16:creationId xmlns:a16="http://schemas.microsoft.com/office/drawing/2014/main" id="{F91FDDAD-D257-0DBD-B8F1-64D0C5F44AEA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6" name="直線接點 55">
                <a:extLst>
                  <a:ext uri="{FF2B5EF4-FFF2-40B4-BE49-F238E27FC236}">
                    <a16:creationId xmlns:a16="http://schemas.microsoft.com/office/drawing/2014/main" id="{20127A0E-CCE8-FF82-8D36-5FC510EB400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0FF6795-4E01-579F-2D1F-5286FBB8E10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B97D591E-82C7-8507-9823-E14F08FF411D}"/>
                  </a:ext>
                </a:extLst>
              </p:cNvPr>
              <p:cNvSpPr txBox="1"/>
              <p:nvPr/>
            </p:nvSpPr>
            <p:spPr>
              <a:xfrm>
                <a:off x="6733386" y="433317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B97D591E-82C7-8507-9823-E14F08FF4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386" y="4333175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BB246A43-1403-6177-212F-9C7977C68C6D}"/>
                  </a:ext>
                </a:extLst>
              </p:cNvPr>
              <p:cNvSpPr txBox="1"/>
              <p:nvPr/>
            </p:nvSpPr>
            <p:spPr>
              <a:xfrm>
                <a:off x="7033160" y="43276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BB246A43-1403-6177-212F-9C7977C68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3160" y="4327658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群組 59">
            <a:extLst>
              <a:ext uri="{FF2B5EF4-FFF2-40B4-BE49-F238E27FC236}">
                <a16:creationId xmlns:a16="http://schemas.microsoft.com/office/drawing/2014/main" id="{88E3C0FE-349D-DD6E-73D5-05B225F71021}"/>
              </a:ext>
            </a:extLst>
          </p:cNvPr>
          <p:cNvGrpSpPr/>
          <p:nvPr/>
        </p:nvGrpSpPr>
        <p:grpSpPr>
          <a:xfrm>
            <a:off x="7235491" y="4345999"/>
            <a:ext cx="557375" cy="400110"/>
            <a:chOff x="1377671" y="1369717"/>
            <a:chExt cx="557375" cy="400110"/>
          </a:xfrm>
        </p:grpSpPr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529BF9DF-DD5E-B419-6BC5-E76191418097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CD5DE493-3501-8D00-6AF0-F0CB81E2DAB0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0D90C258-001F-48C5-F28D-9899EC4D7609}"/>
              </a:ext>
            </a:extLst>
          </p:cNvPr>
          <p:cNvSpPr txBox="1"/>
          <p:nvPr/>
        </p:nvSpPr>
        <p:spPr>
          <a:xfrm>
            <a:off x="7598533" y="4211604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A4CDAF17-5C78-8184-7A90-654176C200FB}"/>
                  </a:ext>
                </a:extLst>
              </p:cNvPr>
              <p:cNvSpPr txBox="1"/>
              <p:nvPr/>
            </p:nvSpPr>
            <p:spPr>
              <a:xfrm>
                <a:off x="7755915" y="43240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A4CDAF17-5C78-8184-7A90-654176C200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5915" y="4324054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文字方塊 64">
            <a:extLst>
              <a:ext uri="{FF2B5EF4-FFF2-40B4-BE49-F238E27FC236}">
                <a16:creationId xmlns:a16="http://schemas.microsoft.com/office/drawing/2014/main" id="{03A0C765-0B38-2879-1FCB-239636A873C1}"/>
              </a:ext>
            </a:extLst>
          </p:cNvPr>
          <p:cNvSpPr txBox="1"/>
          <p:nvPr/>
        </p:nvSpPr>
        <p:spPr>
          <a:xfrm>
            <a:off x="8019792" y="4333097"/>
            <a:ext cx="398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7FB92603-01B6-1EC3-6A63-2231934F1BEE}"/>
                  </a:ext>
                </a:extLst>
              </p:cNvPr>
              <p:cNvSpPr txBox="1"/>
              <p:nvPr/>
            </p:nvSpPr>
            <p:spPr>
              <a:xfrm>
                <a:off x="5948110" y="511920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7FB92603-01B6-1EC3-6A63-2231934F1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10" y="511920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71">
            <a:extLst>
              <a:ext uri="{FF2B5EF4-FFF2-40B4-BE49-F238E27FC236}">
                <a16:creationId xmlns:a16="http://schemas.microsoft.com/office/drawing/2014/main" id="{1403AD85-F897-168F-E398-D176E9285B7D}"/>
              </a:ext>
            </a:extLst>
          </p:cNvPr>
          <p:cNvGrpSpPr/>
          <p:nvPr/>
        </p:nvGrpSpPr>
        <p:grpSpPr>
          <a:xfrm>
            <a:off x="6232968" y="5060350"/>
            <a:ext cx="1303192" cy="462519"/>
            <a:chOff x="6232968" y="5060350"/>
            <a:chExt cx="1303192" cy="462519"/>
          </a:xfrm>
        </p:grpSpPr>
        <p:grpSp>
          <p:nvGrpSpPr>
            <p:cNvPr id="67" name="群組 66">
              <a:extLst>
                <a:ext uri="{FF2B5EF4-FFF2-40B4-BE49-F238E27FC236}">
                  <a16:creationId xmlns:a16="http://schemas.microsoft.com/office/drawing/2014/main" id="{45C4581D-35E7-3A48-2A60-D475FC7F070C}"/>
                </a:ext>
              </a:extLst>
            </p:cNvPr>
            <p:cNvGrpSpPr/>
            <p:nvPr/>
          </p:nvGrpSpPr>
          <p:grpSpPr>
            <a:xfrm>
              <a:off x="6232968" y="5116220"/>
              <a:ext cx="669597" cy="406649"/>
              <a:chOff x="6353730" y="4831900"/>
              <a:chExt cx="669597" cy="406649"/>
            </a:xfrm>
          </p:grpSpPr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6FFF00D1-B11C-CFAB-9084-9A2550B1E440}"/>
                  </a:ext>
                </a:extLst>
              </p:cNvPr>
              <p:cNvSpPr txBox="1"/>
              <p:nvPr/>
            </p:nvSpPr>
            <p:spPr>
              <a:xfrm>
                <a:off x="6353730" y="4838439"/>
                <a:ext cx="537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rPr>
                  <a:t>12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6DDC7B31-C06E-1F00-4E9E-BCF2DCAD00BC}"/>
                      </a:ext>
                    </a:extLst>
                  </p:cNvPr>
                  <p:cNvSpPr txBox="1"/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7C8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9" name="文字方塊 68">
                    <a:extLst>
                      <a:ext uri="{FF2B5EF4-FFF2-40B4-BE49-F238E27FC236}">
                        <a16:creationId xmlns:a16="http://schemas.microsoft.com/office/drawing/2014/main" id="{6DDC7B31-C06E-1F00-4E9E-BCF2DCAD00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D1E927CF-06A3-C0CE-4754-E8BA551D6473}"/>
                </a:ext>
              </a:extLst>
            </p:cNvPr>
            <p:cNvSpPr txBox="1"/>
            <p:nvPr/>
          </p:nvSpPr>
          <p:spPr>
            <a:xfrm>
              <a:off x="6888088" y="5146998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5E6112F9-E8F2-52B8-69F7-6769E5F5E36B}"/>
                </a:ext>
              </a:extLst>
            </p:cNvPr>
            <p:cNvSpPr txBox="1"/>
            <p:nvPr/>
          </p:nvSpPr>
          <p:spPr>
            <a:xfrm>
              <a:off x="7211165" y="5060350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5219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6" grpId="0"/>
      <p:bldP spid="17" grpId="0"/>
      <p:bldP spid="18" grpId="0"/>
      <p:bldP spid="19" grpId="0"/>
      <p:bldP spid="20" grpId="0"/>
      <p:bldP spid="26" grpId="0"/>
      <p:bldP spid="30" grpId="0"/>
      <p:bldP spid="31" grpId="0"/>
      <p:bldP spid="32" grpId="0"/>
      <p:bldP spid="33" grpId="0"/>
      <p:bldP spid="38" grpId="0"/>
      <p:bldP spid="39" grpId="0"/>
      <p:bldP spid="45" grpId="0"/>
      <p:bldP spid="51" grpId="0"/>
      <p:bldP spid="52" grpId="0"/>
      <p:bldP spid="58" grpId="0"/>
      <p:bldP spid="59" grpId="0"/>
      <p:bldP spid="63" grpId="0"/>
      <p:bldP spid="64" grpId="0"/>
      <p:bldP spid="65" grpId="0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83095154-CC5A-0383-3F86-45A96DC950F9}"/>
              </a:ext>
            </a:extLst>
          </p:cNvPr>
          <p:cNvSpPr txBox="1"/>
          <p:nvPr/>
        </p:nvSpPr>
        <p:spPr>
          <a:xfrm>
            <a:off x="3791744" y="188640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cone</a:t>
            </a:r>
            <a:endParaRPr lang="zh-TW" altLang="en-US" sz="24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5088BBE-8E63-DAC6-C0F2-84480DA35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916832"/>
            <a:ext cx="2104762" cy="2761905"/>
          </a:xfrm>
          <a:prstGeom prst="rect">
            <a:avLst/>
          </a:prstGeom>
        </p:spPr>
      </p:pic>
      <p:sp>
        <p:nvSpPr>
          <p:cNvPr id="7" name="TextBox 15">
            <a:extLst>
              <a:ext uri="{FF2B5EF4-FFF2-40B4-BE49-F238E27FC236}">
                <a16:creationId xmlns:a16="http://schemas.microsoft.com/office/drawing/2014/main" id="{0E41D458-959D-77BC-792B-FD6F753D3296}"/>
              </a:ext>
            </a:extLst>
          </p:cNvPr>
          <p:cNvSpPr txBox="1"/>
          <p:nvPr/>
        </p:nvSpPr>
        <p:spPr>
          <a:xfrm>
            <a:off x="2207568" y="1950351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Curved surface area of cone</a:t>
            </a:r>
            <a:endParaRPr lang="zh-TW" altLang="en-US" sz="20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DC27835-AAA2-B9F1-C7B0-7FF89071967F}"/>
                  </a:ext>
                </a:extLst>
              </p:cNvPr>
              <p:cNvSpPr txBox="1"/>
              <p:nvPr/>
            </p:nvSpPr>
            <p:spPr>
              <a:xfrm>
                <a:off x="6143822" y="195035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DC27835-AAA2-B9F1-C7B0-7FF890719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22" y="1950351"/>
                <a:ext cx="29568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5CC2B2C2-5389-231A-6A10-557964003CE8}"/>
              </a:ext>
            </a:extLst>
          </p:cNvPr>
          <p:cNvGrpSpPr/>
          <p:nvPr/>
        </p:nvGrpSpPr>
        <p:grpSpPr>
          <a:xfrm>
            <a:off x="6461911" y="1935095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C0611F6-C1E4-78B4-46FE-778401692D78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FC0611F6-C1E4-78B4-46FE-778401692D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E22D9CD0-6CE9-0926-FA09-5368308B2BCC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55A44C1-7BF7-D9D6-CF91-73445CDFEC84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12" name="TextBox 15">
            <a:extLst>
              <a:ext uri="{FF2B5EF4-FFF2-40B4-BE49-F238E27FC236}">
                <a16:creationId xmlns:a16="http://schemas.microsoft.com/office/drawing/2014/main" id="{D4BE1533-E9C2-32BD-F092-F94BDE18A308}"/>
              </a:ext>
            </a:extLst>
          </p:cNvPr>
          <p:cNvSpPr txBox="1"/>
          <p:nvPr/>
        </p:nvSpPr>
        <p:spPr>
          <a:xfrm>
            <a:off x="2351584" y="3282372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Total surface area of cone</a:t>
            </a:r>
            <a:endParaRPr lang="zh-TW" altLang="en-US" sz="2000" b="1" dirty="0"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818A1E-48FF-46A9-1ECA-FF3EA1236829}"/>
                  </a:ext>
                </a:extLst>
              </p:cNvPr>
              <p:cNvSpPr txBox="1"/>
              <p:nvPr/>
            </p:nvSpPr>
            <p:spPr>
              <a:xfrm>
                <a:off x="6143822" y="32823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69818A1E-48FF-46A9-1ECA-FF3EA1236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3822" y="3282372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5">
            <a:extLst>
              <a:ext uri="{FF2B5EF4-FFF2-40B4-BE49-F238E27FC236}">
                <a16:creationId xmlns:a16="http://schemas.microsoft.com/office/drawing/2014/main" id="{DBA58B8B-5D46-3DDA-2E24-91302BC7A61E}"/>
              </a:ext>
            </a:extLst>
          </p:cNvPr>
          <p:cNvSpPr txBox="1"/>
          <p:nvPr/>
        </p:nvSpPr>
        <p:spPr>
          <a:xfrm>
            <a:off x="6370533" y="3282372"/>
            <a:ext cx="1622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base area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4521316-F9BD-12ED-DAF9-B08C0ED228E7}"/>
                  </a:ext>
                </a:extLst>
              </p:cNvPr>
              <p:cNvSpPr txBox="1"/>
              <p:nvPr/>
            </p:nvSpPr>
            <p:spPr>
              <a:xfrm>
                <a:off x="7845076" y="32737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24521316-F9BD-12ED-DAF9-B08C0ED22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076" y="3273746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859146DA-E839-0B17-BC3E-D44E38E9AC7A}"/>
              </a:ext>
            </a:extLst>
          </p:cNvPr>
          <p:cNvSpPr txBox="1"/>
          <p:nvPr/>
        </p:nvSpPr>
        <p:spPr>
          <a:xfrm>
            <a:off x="8112224" y="3273746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Curved surface area of cone</a:t>
            </a:r>
            <a:endParaRPr lang="zh-TW" altLang="en-US" sz="20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4D3F2B-E682-1CBF-AF94-C01B443E2613}"/>
                  </a:ext>
                </a:extLst>
              </p:cNvPr>
              <p:cNvSpPr txBox="1"/>
              <p:nvPr/>
            </p:nvSpPr>
            <p:spPr>
              <a:xfrm>
                <a:off x="6142924" y="399105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874D3F2B-E682-1CBF-AF94-C01B443E26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2924" y="3991055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DAECF655-BBE3-0D88-6E85-79A09953219A}"/>
              </a:ext>
            </a:extLst>
          </p:cNvPr>
          <p:cNvGrpSpPr/>
          <p:nvPr/>
        </p:nvGrpSpPr>
        <p:grpSpPr>
          <a:xfrm>
            <a:off x="6482542" y="3921881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EFA0AFAE-ED04-2200-659D-E7BDD7E6D717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EFA0AFAE-ED04-2200-659D-E7BDD7E6D7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AEEBA52C-B946-327D-D574-B2D6F92032BA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FBC144BF-ED90-DE83-824D-A99D74968C72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F12D4838-659D-8E13-6E4B-1928815A556E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3B5E74F-AEC1-3123-EF13-181F39745CDD}"/>
                  </a:ext>
                </a:extLst>
              </p:cNvPr>
              <p:cNvSpPr txBox="1"/>
              <p:nvPr/>
            </p:nvSpPr>
            <p:spPr>
              <a:xfrm>
                <a:off x="6971199" y="398242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3B5E74F-AEC1-3123-EF13-181F39745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1199" y="3982429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F51C02BB-1227-5307-8BF4-9BE5E30FF484}"/>
              </a:ext>
            </a:extLst>
          </p:cNvPr>
          <p:cNvGrpSpPr/>
          <p:nvPr/>
        </p:nvGrpSpPr>
        <p:grpSpPr>
          <a:xfrm>
            <a:off x="7266887" y="3974983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B255117-A130-D753-864C-7D545107C860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8B255117-A130-D753-864C-7D545107C8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3D755E69-F873-1E52-FFAA-B93590AD495B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16213BB8-535A-610A-739C-D1B44681F220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p:pic>
        <p:nvPicPr>
          <p:cNvPr id="32" name="圖片 31">
            <a:extLst>
              <a:ext uri="{FF2B5EF4-FFF2-40B4-BE49-F238E27FC236}">
                <a16:creationId xmlns:a16="http://schemas.microsoft.com/office/drawing/2014/main" id="{A2A82E4A-4DA5-2A3F-F814-B422701FCEB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99876" y="4075769"/>
            <a:ext cx="3857143" cy="26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6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12" grpId="0"/>
      <p:bldP spid="13" grpId="0"/>
      <p:bldP spid="15" grpId="0"/>
      <p:bldP spid="16" grpId="0"/>
      <p:bldP spid="17" grpId="0"/>
      <p:bldP spid="18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F2F2E61C-AE81-2BBC-0D19-9083B225B21B}"/>
              </a:ext>
            </a:extLst>
          </p:cNvPr>
          <p:cNvGrpSpPr/>
          <p:nvPr/>
        </p:nvGrpSpPr>
        <p:grpSpPr>
          <a:xfrm>
            <a:off x="119336" y="116632"/>
            <a:ext cx="5328593" cy="2485212"/>
            <a:chOff x="119336" y="116632"/>
            <a:chExt cx="5328593" cy="2485212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6C1810D-6583-A9C8-92E7-003D03B4C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6" y="116632"/>
              <a:ext cx="4952381" cy="2466667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78086F4A-A454-14B9-C6D7-FB99EFD46A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1625" y="620688"/>
              <a:ext cx="2736304" cy="1981156"/>
            </a:xfrm>
            <a:prstGeom prst="rect">
              <a:avLst/>
            </a:prstGeom>
          </p:spPr>
        </p:pic>
      </p:grpSp>
      <p:sp>
        <p:nvSpPr>
          <p:cNvPr id="7" name="TextBox 15">
            <a:extLst>
              <a:ext uri="{FF2B5EF4-FFF2-40B4-BE49-F238E27FC236}">
                <a16:creationId xmlns:a16="http://schemas.microsoft.com/office/drawing/2014/main" id="{0E4BC10D-C0EB-F627-4F87-E7C3EA3AB80C}"/>
              </a:ext>
            </a:extLst>
          </p:cNvPr>
          <p:cNvSpPr txBox="1"/>
          <p:nvPr/>
        </p:nvSpPr>
        <p:spPr>
          <a:xfrm>
            <a:off x="3631558" y="652685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Curved surface area of cone</a:t>
            </a:r>
            <a:endParaRPr lang="zh-TW" altLang="en-US" sz="20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A6F018C-9F20-73A3-5AEB-A3AF7FA6A9C9}"/>
                  </a:ext>
                </a:extLst>
              </p:cNvPr>
              <p:cNvSpPr txBox="1"/>
              <p:nvPr/>
            </p:nvSpPr>
            <p:spPr>
              <a:xfrm>
                <a:off x="7567812" y="6526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AA6F018C-9F20-73A3-5AEB-A3AF7FA6A9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7812" y="652685"/>
                <a:ext cx="29568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群組 8">
            <a:extLst>
              <a:ext uri="{FF2B5EF4-FFF2-40B4-BE49-F238E27FC236}">
                <a16:creationId xmlns:a16="http://schemas.microsoft.com/office/drawing/2014/main" id="{A69D5682-0981-B8FD-E683-1F6A0C638D9B}"/>
              </a:ext>
            </a:extLst>
          </p:cNvPr>
          <p:cNvGrpSpPr/>
          <p:nvPr/>
        </p:nvGrpSpPr>
        <p:grpSpPr>
          <a:xfrm>
            <a:off x="7885901" y="637429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2CADB7F5-B444-73D6-F1AD-60F65BCFA4AD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2CADB7F5-B444-73D6-F1AD-60F65BCFA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B1EB90FD-AAB8-8778-1D87-1220A36460C1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B842B666-DB1B-4902-185C-448727790B0F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筆跡 12">
                <a:extLst>
                  <a:ext uri="{FF2B5EF4-FFF2-40B4-BE49-F238E27FC236}">
                    <a16:creationId xmlns:a16="http://schemas.microsoft.com/office/drawing/2014/main" id="{A2F98A92-94BE-A886-BB34-68BD69203E16}"/>
                  </a:ext>
                </a:extLst>
              </p14:cNvPr>
              <p14:cNvContentPartPr/>
              <p14:nvPr/>
            </p14:nvContentPartPr>
            <p14:xfrm>
              <a:off x="1091632" y="290037"/>
              <a:ext cx="1692000" cy="45719"/>
            </p14:xfrm>
          </p:contentPart>
        </mc:Choice>
        <mc:Fallback xmlns="">
          <p:pic>
            <p:nvPicPr>
              <p:cNvPr id="13" name="筆跡 12">
                <a:extLst>
                  <a:ext uri="{FF2B5EF4-FFF2-40B4-BE49-F238E27FC236}">
                    <a16:creationId xmlns:a16="http://schemas.microsoft.com/office/drawing/2014/main" id="{A2F98A92-94BE-A886-BB34-68BD69203E1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37609" y="-13425663"/>
                <a:ext cx="17996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736ABDE-F2D4-08B8-F640-397CFD405DDA}"/>
                  </a:ext>
                </a:extLst>
              </p:cNvPr>
              <p:cNvSpPr txBox="1"/>
              <p:nvPr/>
            </p:nvSpPr>
            <p:spPr>
              <a:xfrm>
                <a:off x="7577582" y="11352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736ABDE-F2D4-08B8-F640-397CFD405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7582" y="113521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87D6227-52EE-E958-9282-88D8CB226D9B}"/>
                  </a:ext>
                </a:extLst>
              </p:cNvPr>
              <p:cNvSpPr txBox="1"/>
              <p:nvPr/>
            </p:nvSpPr>
            <p:spPr>
              <a:xfrm>
                <a:off x="7885901" y="113521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87D6227-52EE-E958-9282-88D8CB226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5901" y="1135213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F12065A1-9E69-0B35-07F9-2CF07867E999}"/>
              </a:ext>
            </a:extLst>
          </p:cNvPr>
          <p:cNvGrpSpPr/>
          <p:nvPr/>
        </p:nvGrpSpPr>
        <p:grpSpPr>
          <a:xfrm>
            <a:off x="8072061" y="1141843"/>
            <a:ext cx="557375" cy="400110"/>
            <a:chOff x="1377671" y="1369717"/>
            <a:chExt cx="557375" cy="400110"/>
          </a:xfrm>
        </p:grpSpPr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F8A3F842-1F18-47DE-B109-435DD140D668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879878D-36F3-589C-B2C0-9B02C9CAA408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69187BBE-88EE-3828-5A27-08C825517EF1}"/>
              </a:ext>
            </a:extLst>
          </p:cNvPr>
          <p:cNvGrpSpPr/>
          <p:nvPr/>
        </p:nvGrpSpPr>
        <p:grpSpPr>
          <a:xfrm>
            <a:off x="8431969" y="1141843"/>
            <a:ext cx="557375" cy="400110"/>
            <a:chOff x="1377671" y="1369717"/>
            <a:chExt cx="557375" cy="400110"/>
          </a:xfrm>
        </p:grpSpPr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FE614377-647E-B0BF-0FAD-1672C0AFA517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17690A1F-A5BD-2B62-14BA-30C83F5A7DEE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62C1321-4F6E-1415-2BF6-12543A78E643}"/>
                  </a:ext>
                </a:extLst>
              </p:cNvPr>
              <p:cNvSpPr txBox="1"/>
              <p:nvPr/>
            </p:nvSpPr>
            <p:spPr>
              <a:xfrm>
                <a:off x="7590213" y="16329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62C1321-4F6E-1415-2BF6-12543A78E6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0213" y="1632997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群組 22">
            <a:extLst>
              <a:ext uri="{FF2B5EF4-FFF2-40B4-BE49-F238E27FC236}">
                <a16:creationId xmlns:a16="http://schemas.microsoft.com/office/drawing/2014/main" id="{EA91D846-DF13-C8BB-447F-D60DDE78DB96}"/>
              </a:ext>
            </a:extLst>
          </p:cNvPr>
          <p:cNvGrpSpPr/>
          <p:nvPr/>
        </p:nvGrpSpPr>
        <p:grpSpPr>
          <a:xfrm>
            <a:off x="7858644" y="1584311"/>
            <a:ext cx="1303192" cy="462519"/>
            <a:chOff x="6232968" y="5060350"/>
            <a:chExt cx="1303192" cy="462519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2E175EB6-4947-34E3-02CE-2A0F54465EB1}"/>
                </a:ext>
              </a:extLst>
            </p:cNvPr>
            <p:cNvGrpSpPr/>
            <p:nvPr/>
          </p:nvGrpSpPr>
          <p:grpSpPr>
            <a:xfrm>
              <a:off x="6232968" y="5116220"/>
              <a:ext cx="669597" cy="406649"/>
              <a:chOff x="6353730" y="4831900"/>
              <a:chExt cx="669597" cy="406649"/>
            </a:xfrm>
          </p:grpSpPr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AB2F363A-8C10-60DA-2CE0-F7321F5B63DF}"/>
                  </a:ext>
                </a:extLst>
              </p:cNvPr>
              <p:cNvSpPr txBox="1"/>
              <p:nvPr/>
            </p:nvSpPr>
            <p:spPr>
              <a:xfrm>
                <a:off x="6353730" y="4838439"/>
                <a:ext cx="537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66FFFF"/>
                    </a:solidFill>
                    <a:latin typeface="Lucida Handwriting" panose="03010101010101010101" pitchFamily="66" charset="0"/>
                  </a:rPr>
                  <a:t>15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957FDEEC-0B25-D491-C7CC-1FFD6374492A}"/>
                      </a:ext>
                    </a:extLst>
                  </p:cNvPr>
                  <p:cNvSpPr txBox="1"/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66FFFF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66FFFF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28" name="文字方塊 27">
                    <a:extLst>
                      <a:ext uri="{FF2B5EF4-FFF2-40B4-BE49-F238E27FC236}">
                        <a16:creationId xmlns:a16="http://schemas.microsoft.com/office/drawing/2014/main" id="{957FDEEC-0B25-D491-C7CC-1FFD637449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B88A15B5-39B2-6A49-3837-3CC4BD6B4596}"/>
                </a:ext>
              </a:extLst>
            </p:cNvPr>
            <p:cNvSpPr txBox="1"/>
            <p:nvPr/>
          </p:nvSpPr>
          <p:spPr>
            <a:xfrm>
              <a:off x="6888088" y="5146998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A6DBDEC6-EA66-C109-2715-95207FEF71AE}"/>
                </a:ext>
              </a:extLst>
            </p:cNvPr>
            <p:cNvSpPr txBox="1"/>
            <p:nvPr/>
          </p:nvSpPr>
          <p:spPr>
            <a:xfrm>
              <a:off x="7211165" y="5060350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pic>
        <p:nvPicPr>
          <p:cNvPr id="30" name="圖片 29">
            <a:extLst>
              <a:ext uri="{FF2B5EF4-FFF2-40B4-BE49-F238E27FC236}">
                <a16:creationId xmlns:a16="http://schemas.microsoft.com/office/drawing/2014/main" id="{AB4B4A38-C2E1-A325-B5ED-E333A154D49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344" y="2832024"/>
            <a:ext cx="4619048" cy="3809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筆跡 30">
                <a:extLst>
                  <a:ext uri="{FF2B5EF4-FFF2-40B4-BE49-F238E27FC236}">
                    <a16:creationId xmlns:a16="http://schemas.microsoft.com/office/drawing/2014/main" id="{97EAD9A2-EFB1-6911-FAFE-DDB002F720C0}"/>
                  </a:ext>
                </a:extLst>
              </p14:cNvPr>
              <p14:cNvContentPartPr/>
              <p14:nvPr/>
            </p14:nvContentPartPr>
            <p14:xfrm>
              <a:off x="1091632" y="3022500"/>
              <a:ext cx="1475976" cy="45719"/>
            </p14:xfrm>
          </p:contentPart>
        </mc:Choice>
        <mc:Fallback xmlns="">
          <p:pic>
            <p:nvPicPr>
              <p:cNvPr id="31" name="筆跡 30">
                <a:extLst>
                  <a:ext uri="{FF2B5EF4-FFF2-40B4-BE49-F238E27FC236}">
                    <a16:creationId xmlns:a16="http://schemas.microsoft.com/office/drawing/2014/main" id="{97EAD9A2-EFB1-6911-FAFE-DDB002F720C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37620" y="-10693200"/>
                <a:ext cx="1583641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33" name="圖片 32">
            <a:extLst>
              <a:ext uri="{FF2B5EF4-FFF2-40B4-BE49-F238E27FC236}">
                <a16:creationId xmlns:a16="http://schemas.microsoft.com/office/drawing/2014/main" id="{FB1E2230-A639-EC06-3750-84A90A8EB2E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91344" y="3212976"/>
            <a:ext cx="2676190" cy="2161905"/>
          </a:xfrm>
          <a:prstGeom prst="rect">
            <a:avLst/>
          </a:prstGeom>
        </p:spPr>
      </p:pic>
      <p:sp>
        <p:nvSpPr>
          <p:cNvPr id="34" name="TextBox 15">
            <a:extLst>
              <a:ext uri="{FF2B5EF4-FFF2-40B4-BE49-F238E27FC236}">
                <a16:creationId xmlns:a16="http://schemas.microsoft.com/office/drawing/2014/main" id="{584AF790-D454-94EA-D669-6EF7B680240C}"/>
              </a:ext>
            </a:extLst>
          </p:cNvPr>
          <p:cNvSpPr txBox="1"/>
          <p:nvPr/>
        </p:nvSpPr>
        <p:spPr>
          <a:xfrm>
            <a:off x="3064997" y="4363396"/>
            <a:ext cx="40324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Total surface area of cone</a:t>
            </a:r>
            <a:endParaRPr lang="zh-TW" altLang="en-US" sz="2000" b="1" dirty="0"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055771C1-CFDD-9605-5465-89B852AF3326}"/>
                  </a:ext>
                </a:extLst>
              </p:cNvPr>
              <p:cNvSpPr txBox="1"/>
              <p:nvPr/>
            </p:nvSpPr>
            <p:spPr>
              <a:xfrm>
                <a:off x="6857235" y="43633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055771C1-CFDD-9605-5465-89B852AF33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235" y="436339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>
            <a:extLst>
              <a:ext uri="{FF2B5EF4-FFF2-40B4-BE49-F238E27FC236}">
                <a16:creationId xmlns:a16="http://schemas.microsoft.com/office/drawing/2014/main" id="{47DCDEE3-9B10-98D8-AA4C-1184A0D100EE}"/>
              </a:ext>
            </a:extLst>
          </p:cNvPr>
          <p:cNvGrpSpPr/>
          <p:nvPr/>
        </p:nvGrpSpPr>
        <p:grpSpPr>
          <a:xfrm>
            <a:off x="7181997" y="4295038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203DD6B-1ECA-D33B-DC15-B046C21CB920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7" name="文字方塊 36">
                  <a:extLst>
                    <a:ext uri="{FF2B5EF4-FFF2-40B4-BE49-F238E27FC236}">
                      <a16:creationId xmlns:a16="http://schemas.microsoft.com/office/drawing/2014/main" id="{0203DD6B-1ECA-D33B-DC15-B046C21CB9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F6B4D996-80BD-8077-8D79-07D471CAA760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61EC695D-4EAF-5D5F-9F8B-C49D20BA4478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6F85A7D0-E128-8FA6-186F-C552408C0B3B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E2D248A-8203-5475-3C32-5ED4D89A7841}"/>
                  </a:ext>
                </a:extLst>
              </p:cNvPr>
              <p:cNvSpPr txBox="1"/>
              <p:nvPr/>
            </p:nvSpPr>
            <p:spPr>
              <a:xfrm>
                <a:off x="7670654" y="435558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9E2D248A-8203-5475-3C32-5ED4D89A7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0654" y="4355586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>
            <a:extLst>
              <a:ext uri="{FF2B5EF4-FFF2-40B4-BE49-F238E27FC236}">
                <a16:creationId xmlns:a16="http://schemas.microsoft.com/office/drawing/2014/main" id="{7BC29D89-9EF2-5A85-1AB7-E658A603D0F5}"/>
              </a:ext>
            </a:extLst>
          </p:cNvPr>
          <p:cNvGrpSpPr/>
          <p:nvPr/>
        </p:nvGrpSpPr>
        <p:grpSpPr>
          <a:xfrm>
            <a:off x="7966342" y="4348140"/>
            <a:ext cx="719816" cy="415366"/>
            <a:chOff x="6461911" y="1935095"/>
            <a:chExt cx="719816" cy="41536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6875101-24DB-DBD1-FDDA-7F7009AB7957}"/>
                    </a:ext>
                  </a:extLst>
                </p:cNvPr>
                <p:cNvSpPr txBox="1"/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B6875101-24DB-DBD1-FDDA-7F7009AB79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1911" y="1935095"/>
                  <a:ext cx="295688" cy="400110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CB824DA9-7BEA-4BDD-A360-F2BF81CE930A}"/>
                </a:ext>
              </a:extLst>
            </p:cNvPr>
            <p:cNvSpPr txBox="1"/>
            <p:nvPr/>
          </p:nvSpPr>
          <p:spPr>
            <a:xfrm>
              <a:off x="6648071" y="194372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622B8C1F-A83C-D87F-72E5-BBF3CDD50379}"/>
                </a:ext>
              </a:extLst>
            </p:cNvPr>
            <p:cNvSpPr txBox="1"/>
            <p:nvPr/>
          </p:nvSpPr>
          <p:spPr>
            <a:xfrm>
              <a:off x="6834231" y="1950351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B613D68-F6F6-81D5-F5A3-56C6D62E261C}"/>
                  </a:ext>
                </a:extLst>
              </p:cNvPr>
              <p:cNvSpPr txBox="1"/>
              <p:nvPr/>
            </p:nvSpPr>
            <p:spPr>
              <a:xfrm>
                <a:off x="6857235" y="493946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9B613D68-F6F6-81D5-F5A3-56C6D62E2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235" y="493946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9600041-A207-123F-3268-666B1EA36869}"/>
                  </a:ext>
                </a:extLst>
              </p:cNvPr>
              <p:cNvSpPr txBox="1"/>
              <p:nvPr/>
            </p:nvSpPr>
            <p:spPr>
              <a:xfrm>
                <a:off x="7150386" y="49252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A9600041-A207-123F-3268-666B1EA368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0386" y="4925257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A543C0EB-8B02-F960-836C-B3DCDAE0CA4A}"/>
              </a:ext>
            </a:extLst>
          </p:cNvPr>
          <p:cNvGrpSpPr/>
          <p:nvPr/>
        </p:nvGrpSpPr>
        <p:grpSpPr>
          <a:xfrm>
            <a:off x="7352717" y="4943598"/>
            <a:ext cx="557375" cy="400110"/>
            <a:chOff x="1377671" y="1369717"/>
            <a:chExt cx="557375" cy="400110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0A9B1A39-D593-5E01-86FD-E2EE3D18303D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66351A67-A69D-8A21-F07C-637F19458886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4ADC370B-3A25-9268-DD95-8C31A270FF6A}"/>
              </a:ext>
            </a:extLst>
          </p:cNvPr>
          <p:cNvSpPr txBox="1"/>
          <p:nvPr/>
        </p:nvSpPr>
        <p:spPr>
          <a:xfrm>
            <a:off x="7715759" y="4809203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9363C59F-BF54-FAA8-CAE6-336BACDBE15D}"/>
                  </a:ext>
                </a:extLst>
              </p:cNvPr>
              <p:cNvSpPr txBox="1"/>
              <p:nvPr/>
            </p:nvSpPr>
            <p:spPr>
              <a:xfrm>
                <a:off x="7856814" y="49174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9363C59F-BF54-FAA8-CAE6-336BACDB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814" y="491742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1CE280B-579C-DF77-AA4E-DF7A3558D43D}"/>
                  </a:ext>
                </a:extLst>
              </p:cNvPr>
              <p:cNvSpPr txBox="1"/>
              <p:nvPr/>
            </p:nvSpPr>
            <p:spPr>
              <a:xfrm>
                <a:off x="8131800" y="49205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1CE280B-579C-DF77-AA4E-DF7A3558D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1800" y="4920564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A5177AC4-DD10-F66A-3C96-AC4655E54CE9}"/>
              </a:ext>
            </a:extLst>
          </p:cNvPr>
          <p:cNvGrpSpPr/>
          <p:nvPr/>
        </p:nvGrpSpPr>
        <p:grpSpPr>
          <a:xfrm>
            <a:off x="8317960" y="4927194"/>
            <a:ext cx="557375" cy="400110"/>
            <a:chOff x="1377671" y="1369717"/>
            <a:chExt cx="557375" cy="400110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965576A0-570C-F499-B6FA-B2C1EEB3D9DA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8EA5912E-F885-7CB7-A1FC-720421C43F80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F3DBB4DA-2E80-A532-4B99-45716961C27C}"/>
              </a:ext>
            </a:extLst>
          </p:cNvPr>
          <p:cNvGrpSpPr/>
          <p:nvPr/>
        </p:nvGrpSpPr>
        <p:grpSpPr>
          <a:xfrm>
            <a:off x="8677868" y="4927194"/>
            <a:ext cx="730500" cy="400110"/>
            <a:chOff x="1377671" y="1369717"/>
            <a:chExt cx="730500" cy="400110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B9331148-EFB8-E632-1FD5-DABDAD7B68BD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4AAF7340-8C0F-28A4-53F9-08B216CB6ACF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BA21051C-10D2-1FC2-113F-3DBC9AAC00E6}"/>
                  </a:ext>
                </a:extLst>
              </p:cNvPr>
              <p:cNvSpPr txBox="1"/>
              <p:nvPr/>
            </p:nvSpPr>
            <p:spPr>
              <a:xfrm>
                <a:off x="6857235" y="54785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BA21051C-10D2-1FC2-113F-3DBC9AAC00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7235" y="5478584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群組 61">
            <a:extLst>
              <a:ext uri="{FF2B5EF4-FFF2-40B4-BE49-F238E27FC236}">
                <a16:creationId xmlns:a16="http://schemas.microsoft.com/office/drawing/2014/main" id="{AE07A0EB-2FA3-7CD4-C8D3-ACAD6D4D50C4}"/>
              </a:ext>
            </a:extLst>
          </p:cNvPr>
          <p:cNvGrpSpPr/>
          <p:nvPr/>
        </p:nvGrpSpPr>
        <p:grpSpPr>
          <a:xfrm>
            <a:off x="7151842" y="5417961"/>
            <a:ext cx="1303192" cy="462519"/>
            <a:chOff x="6232968" y="5060350"/>
            <a:chExt cx="1303192" cy="462519"/>
          </a:xfrm>
        </p:grpSpPr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7A6EAD05-F1C0-9A6B-2B15-92B7B5549602}"/>
                </a:ext>
              </a:extLst>
            </p:cNvPr>
            <p:cNvGrpSpPr/>
            <p:nvPr/>
          </p:nvGrpSpPr>
          <p:grpSpPr>
            <a:xfrm>
              <a:off x="6232968" y="5116220"/>
              <a:ext cx="669597" cy="406649"/>
              <a:chOff x="6353730" y="4831900"/>
              <a:chExt cx="669597" cy="406649"/>
            </a:xfrm>
          </p:grpSpPr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913D4AAF-B1B3-50AE-6075-733EF211B6A8}"/>
                  </a:ext>
                </a:extLst>
              </p:cNvPr>
              <p:cNvSpPr txBox="1"/>
              <p:nvPr/>
            </p:nvSpPr>
            <p:spPr>
              <a:xfrm>
                <a:off x="6353730" y="4838439"/>
                <a:ext cx="53743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rPr>
                  <a:t>96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字方塊 66">
                    <a:extLst>
                      <a:ext uri="{FF2B5EF4-FFF2-40B4-BE49-F238E27FC236}">
                        <a16:creationId xmlns:a16="http://schemas.microsoft.com/office/drawing/2014/main" id="{1D744059-65B6-8424-EE71-B4486AB00CEA}"/>
                      </a:ext>
                    </a:extLst>
                  </p:cNvPr>
                  <p:cNvSpPr txBox="1"/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99FF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99FF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7" name="文字方塊 66">
                    <a:extLst>
                      <a:ext uri="{FF2B5EF4-FFF2-40B4-BE49-F238E27FC236}">
                        <a16:creationId xmlns:a16="http://schemas.microsoft.com/office/drawing/2014/main" id="{1D744059-65B6-8424-EE71-B4486AB00CE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8A9B4400-4704-2E6C-60AE-3886EE5DF353}"/>
                </a:ext>
              </a:extLst>
            </p:cNvPr>
            <p:cNvSpPr txBox="1"/>
            <p:nvPr/>
          </p:nvSpPr>
          <p:spPr>
            <a:xfrm>
              <a:off x="6888088" y="5146998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FAB83FF6-84DD-EF62-E158-5100F0189CB0}"/>
                </a:ext>
              </a:extLst>
            </p:cNvPr>
            <p:cNvSpPr txBox="1"/>
            <p:nvPr/>
          </p:nvSpPr>
          <p:spPr>
            <a:xfrm>
              <a:off x="7211165" y="5060350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grpSp>
        <p:nvGrpSpPr>
          <p:cNvPr id="70" name="群組 69">
            <a:extLst>
              <a:ext uri="{FF2B5EF4-FFF2-40B4-BE49-F238E27FC236}">
                <a16:creationId xmlns:a16="http://schemas.microsoft.com/office/drawing/2014/main" id="{4D1EFA2F-0C68-4272-9812-98EACF688747}"/>
              </a:ext>
            </a:extLst>
          </p:cNvPr>
          <p:cNvGrpSpPr/>
          <p:nvPr/>
        </p:nvGrpSpPr>
        <p:grpSpPr>
          <a:xfrm>
            <a:off x="5909299" y="3746166"/>
            <a:ext cx="491321" cy="507832"/>
            <a:chOff x="5065578" y="3222636"/>
            <a:chExt cx="491321" cy="507832"/>
          </a:xfrm>
        </p:grpSpPr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71693FFB-7BC0-D5EB-85D0-79BEA879426E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</a:t>
              </a: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B966CECB-17D9-27D8-3169-D452ED3D253B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A298FA98-156D-AA53-8028-C34E9B6F1BB4}"/>
                  </a:ext>
                </a:extLst>
              </p:cNvPr>
              <p:cNvSpPr txBox="1"/>
              <p:nvPr/>
            </p:nvSpPr>
            <p:spPr>
              <a:xfrm>
                <a:off x="6238122" y="381131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A298FA98-156D-AA53-8028-C34E9B6F1B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8122" y="3811317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群組 74">
            <a:extLst>
              <a:ext uri="{FF2B5EF4-FFF2-40B4-BE49-F238E27FC236}">
                <a16:creationId xmlns:a16="http://schemas.microsoft.com/office/drawing/2014/main" id="{D0C6A89F-057B-3AD6-A734-64829A6E78D5}"/>
              </a:ext>
            </a:extLst>
          </p:cNvPr>
          <p:cNvGrpSpPr/>
          <p:nvPr/>
        </p:nvGrpSpPr>
        <p:grpSpPr>
          <a:xfrm>
            <a:off x="6491503" y="3746166"/>
            <a:ext cx="491321" cy="507832"/>
            <a:chOff x="5065578" y="3222636"/>
            <a:chExt cx="491321" cy="507832"/>
          </a:xfrm>
        </p:grpSpPr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92F8C8E9-103D-909C-D2EA-E081A7CB43AF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8</a:t>
              </a: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3B6DFA0C-FB60-E76E-B97B-8A4FA12E577D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1A0E92E3-9099-12CD-2110-606A8B09DD77}"/>
                  </a:ext>
                </a:extLst>
              </p:cNvPr>
              <p:cNvSpPr txBox="1"/>
              <p:nvPr/>
            </p:nvSpPr>
            <p:spPr>
              <a:xfrm>
                <a:off x="6859126" y="38114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1A0E92E3-9099-12CD-2110-606A8B09D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9126" y="3811404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1" name="群組 80">
            <a:extLst>
              <a:ext uri="{FF2B5EF4-FFF2-40B4-BE49-F238E27FC236}">
                <a16:creationId xmlns:a16="http://schemas.microsoft.com/office/drawing/2014/main" id="{8D13F4E7-6646-A572-CF88-992091F6C886}"/>
              </a:ext>
            </a:extLst>
          </p:cNvPr>
          <p:cNvGrpSpPr/>
          <p:nvPr/>
        </p:nvGrpSpPr>
        <p:grpSpPr>
          <a:xfrm>
            <a:off x="7145100" y="3753888"/>
            <a:ext cx="493157" cy="507832"/>
            <a:chOff x="1607029" y="3393286"/>
            <a:chExt cx="493157" cy="507832"/>
          </a:xfrm>
        </p:grpSpPr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7068C4F1-D67D-31B9-128B-092E44C166B8}"/>
                </a:ext>
              </a:extLst>
            </p:cNvPr>
            <p:cNvSpPr txBox="1"/>
            <p:nvPr/>
          </p:nvSpPr>
          <p:spPr>
            <a:xfrm>
              <a:off x="1607029" y="3501008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83" name="文字方塊 82">
              <a:extLst>
                <a:ext uri="{FF2B5EF4-FFF2-40B4-BE49-F238E27FC236}">
                  <a16:creationId xmlns:a16="http://schemas.microsoft.com/office/drawing/2014/main" id="{62B3DB02-C659-02F6-B1A1-D8DD4D4EEA3D}"/>
                </a:ext>
              </a:extLst>
            </p:cNvPr>
            <p:cNvSpPr txBox="1"/>
            <p:nvPr/>
          </p:nvSpPr>
          <p:spPr>
            <a:xfrm>
              <a:off x="1775191" y="339328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grpSp>
        <p:nvGrpSpPr>
          <p:cNvPr id="84" name="群組 83">
            <a:extLst>
              <a:ext uri="{FF2B5EF4-FFF2-40B4-BE49-F238E27FC236}">
                <a16:creationId xmlns:a16="http://schemas.microsoft.com/office/drawing/2014/main" id="{37BE9FED-D7CB-DDEF-6E0A-669D5C7D993A}"/>
              </a:ext>
            </a:extLst>
          </p:cNvPr>
          <p:cNvGrpSpPr/>
          <p:nvPr/>
        </p:nvGrpSpPr>
        <p:grpSpPr>
          <a:xfrm>
            <a:off x="5898263" y="3244270"/>
            <a:ext cx="491321" cy="507832"/>
            <a:chOff x="5065578" y="3222636"/>
            <a:chExt cx="491321" cy="507832"/>
          </a:xfrm>
        </p:grpSpPr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2C658DAC-0842-5DAA-026F-3535F10891D1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1F872B24-6E27-8277-DE25-42040E9D98BB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71C9D7D4-33C9-672F-6E63-F6FD87C02F4D}"/>
                  </a:ext>
                </a:extLst>
              </p:cNvPr>
              <p:cNvSpPr txBox="1"/>
              <p:nvPr/>
            </p:nvSpPr>
            <p:spPr>
              <a:xfrm>
                <a:off x="6227086" y="33094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71C9D7D4-33C9-672F-6E63-F6FD87C02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7086" y="3309421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8" name="群組 87">
            <a:extLst>
              <a:ext uri="{FF2B5EF4-FFF2-40B4-BE49-F238E27FC236}">
                <a16:creationId xmlns:a16="http://schemas.microsoft.com/office/drawing/2014/main" id="{74B4B9C9-953B-04F5-2699-DD8F4C364141}"/>
              </a:ext>
            </a:extLst>
          </p:cNvPr>
          <p:cNvGrpSpPr/>
          <p:nvPr/>
        </p:nvGrpSpPr>
        <p:grpSpPr>
          <a:xfrm>
            <a:off x="6480467" y="3244270"/>
            <a:ext cx="491321" cy="507832"/>
            <a:chOff x="5065578" y="3222636"/>
            <a:chExt cx="491321" cy="507832"/>
          </a:xfrm>
        </p:grpSpPr>
        <p:sp>
          <p:nvSpPr>
            <p:cNvPr id="89" name="文字方塊 88">
              <a:extLst>
                <a:ext uri="{FF2B5EF4-FFF2-40B4-BE49-F238E27FC236}">
                  <a16:creationId xmlns:a16="http://schemas.microsoft.com/office/drawing/2014/main" id="{D848C080-AD43-3903-91C7-943A23EEDFD0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h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90" name="文字方塊 89">
              <a:extLst>
                <a:ext uri="{FF2B5EF4-FFF2-40B4-BE49-F238E27FC236}">
                  <a16:creationId xmlns:a16="http://schemas.microsoft.com/office/drawing/2014/main" id="{6E264E8B-F10B-F109-47CE-344A9AA8FBFA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E38EE12-8F28-B8A1-4257-153E94AF0887}"/>
                  </a:ext>
                </a:extLst>
              </p:cNvPr>
              <p:cNvSpPr txBox="1"/>
              <p:nvPr/>
            </p:nvSpPr>
            <p:spPr>
              <a:xfrm>
                <a:off x="6848090" y="33095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FE38EE12-8F28-B8A1-4257-153E94AF08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8090" y="3309508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群組 91">
            <a:extLst>
              <a:ext uri="{FF2B5EF4-FFF2-40B4-BE49-F238E27FC236}">
                <a16:creationId xmlns:a16="http://schemas.microsoft.com/office/drawing/2014/main" id="{B62F318D-4D73-56EB-FEBC-E182A4A4B38D}"/>
              </a:ext>
            </a:extLst>
          </p:cNvPr>
          <p:cNvGrpSpPr/>
          <p:nvPr/>
        </p:nvGrpSpPr>
        <p:grpSpPr>
          <a:xfrm>
            <a:off x="7134064" y="3251992"/>
            <a:ext cx="493157" cy="507832"/>
            <a:chOff x="1607029" y="3393286"/>
            <a:chExt cx="493157" cy="507832"/>
          </a:xfrm>
        </p:grpSpPr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6FC487AB-AF2B-EC6A-2261-E50C99FC6CC5}"/>
                </a:ext>
              </a:extLst>
            </p:cNvPr>
            <p:cNvSpPr txBox="1"/>
            <p:nvPr/>
          </p:nvSpPr>
          <p:spPr>
            <a:xfrm>
              <a:off x="1607029" y="3501008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66FF"/>
                  </a:solidFill>
                  <a:latin typeface="Lucida Calligraphy" panose="03010101010101010101" pitchFamily="66" charset="0"/>
                </a:rPr>
                <a:t>l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94" name="文字方塊 93">
              <a:extLst>
                <a:ext uri="{FF2B5EF4-FFF2-40B4-BE49-F238E27FC236}">
                  <a16:creationId xmlns:a16="http://schemas.microsoft.com/office/drawing/2014/main" id="{52015AE4-B6D1-94CB-3E72-FC7E207A874B}"/>
                </a:ext>
              </a:extLst>
            </p:cNvPr>
            <p:cNvSpPr txBox="1"/>
            <p:nvPr/>
          </p:nvSpPr>
          <p:spPr>
            <a:xfrm>
              <a:off x="1775191" y="339328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F2295F5-6C10-3505-D0C4-43C6BE69792B}"/>
                  </a:ext>
                </a:extLst>
              </p:cNvPr>
              <p:cNvSpPr txBox="1"/>
              <p:nvPr/>
            </p:nvSpPr>
            <p:spPr>
              <a:xfrm>
                <a:off x="7900955" y="3309421"/>
                <a:ext cx="21967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𝒑𝒚𝒕𝒉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𝒕𝒉𝒆𝒐𝒓𝒆𝒎</m:t>
                    </m:r>
                  </m:oMath>
                </a14:m>
                <a:r>
                  <a:rPr lang="en-US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F2295F5-6C10-3505-D0C4-43C6BE6979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0955" y="3309421"/>
                <a:ext cx="2196765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384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4" grpId="0"/>
      <p:bldP spid="15" grpId="0"/>
      <p:bldP spid="22" grpId="0"/>
      <p:bldP spid="34" grpId="0"/>
      <p:bldP spid="35" grpId="0"/>
      <p:bldP spid="41" grpId="0"/>
      <p:bldP spid="46" grpId="0"/>
      <p:bldP spid="47" grpId="0"/>
      <p:bldP spid="51" grpId="0"/>
      <p:bldP spid="52" grpId="0"/>
      <p:bldP spid="54" grpId="0"/>
      <p:bldP spid="61" grpId="0"/>
      <p:bldP spid="74" grpId="0"/>
      <p:bldP spid="78" grpId="0"/>
      <p:bldP spid="87" grpId="0"/>
      <p:bldP spid="91" grpId="0"/>
      <p:bldP spid="9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群組 9">
            <a:extLst>
              <a:ext uri="{FF2B5EF4-FFF2-40B4-BE49-F238E27FC236}">
                <a16:creationId xmlns:a16="http://schemas.microsoft.com/office/drawing/2014/main" id="{6F2CBDF2-B2AC-A81C-B4ED-9C6C6E96AFA9}"/>
              </a:ext>
            </a:extLst>
          </p:cNvPr>
          <p:cNvGrpSpPr/>
          <p:nvPr/>
        </p:nvGrpSpPr>
        <p:grpSpPr>
          <a:xfrm>
            <a:off x="119336" y="44624"/>
            <a:ext cx="11233248" cy="2828029"/>
            <a:chOff x="119336" y="44624"/>
            <a:chExt cx="11233248" cy="2828029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EC131990-F07C-994B-BB43-9E3A3D810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6" y="44624"/>
              <a:ext cx="8552381" cy="1095238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58074AF6-EC39-75F9-3A61-3F48B54714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00288" y="573502"/>
              <a:ext cx="1142857" cy="623250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0A670C12-3979-1FC7-65F8-15733881F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616280" y="585207"/>
              <a:ext cx="2736304" cy="2287446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28C8FEF3-8607-F41E-B040-D69C1881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71681" y="624012"/>
              <a:ext cx="1619048" cy="371429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3E6DFD4B-1603-7A18-264B-05D9B89C48C8}"/>
                  </a:ext>
                </a:extLst>
              </p14:cNvPr>
              <p14:cNvContentPartPr/>
              <p14:nvPr/>
            </p14:nvContentPartPr>
            <p14:xfrm>
              <a:off x="1748548" y="624012"/>
              <a:ext cx="242996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3E6DFD4B-1603-7A18-264B-05D9B89C48C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94629" y="-13091688"/>
                <a:ext cx="350475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05A6CF7F-A24D-8933-A9C6-9D8FCB78418B}"/>
                  </a:ext>
                </a:extLst>
              </p14:cNvPr>
              <p14:cNvContentPartPr/>
              <p14:nvPr/>
            </p14:nvContentPartPr>
            <p14:xfrm>
              <a:off x="2037341" y="949722"/>
              <a:ext cx="2054372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05A6CF7F-A24D-8933-A9C6-9D8FCB78418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83316" y="-12765978"/>
                <a:ext cx="216206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1F0CBB8B-2EF4-B560-4D82-52126BF8172C}"/>
              </a:ext>
            </a:extLst>
          </p:cNvPr>
          <p:cNvSpPr txBox="1"/>
          <p:nvPr/>
        </p:nvSpPr>
        <p:spPr>
          <a:xfrm>
            <a:off x="0" y="1268760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78401F5B-BC78-005E-22D6-6B2C9E0387E7}"/>
              </a:ext>
            </a:extLst>
          </p:cNvPr>
          <p:cNvSpPr txBox="1"/>
          <p:nvPr/>
        </p:nvSpPr>
        <p:spPr>
          <a:xfrm>
            <a:off x="828887" y="1272215"/>
            <a:ext cx="6264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Since P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Q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R is a right-angled isosceles triangle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E09EF4A-835E-3BCF-F1BD-CADA80AFB0A1}"/>
              </a:ext>
            </a:extLst>
          </p:cNvPr>
          <p:cNvSpPr txBox="1"/>
          <p:nvPr/>
        </p:nvSpPr>
        <p:spPr>
          <a:xfrm>
            <a:off x="846949" y="1728930"/>
            <a:ext cx="650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24AB5EC-6C28-C127-7B0C-D50D2441DC08}"/>
                  </a:ext>
                </a:extLst>
              </p:cNvPr>
              <p:cNvSpPr txBox="1"/>
              <p:nvPr/>
            </p:nvSpPr>
            <p:spPr>
              <a:xfrm>
                <a:off x="1415480" y="170080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24AB5EC-6C28-C127-7B0C-D50D2441D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5480" y="170080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5">
            <a:extLst>
              <a:ext uri="{FF2B5EF4-FFF2-40B4-BE49-F238E27FC236}">
                <a16:creationId xmlns:a16="http://schemas.microsoft.com/office/drawing/2014/main" id="{8A0F9621-4BB9-8422-F9FA-56A7BDB87059}"/>
              </a:ext>
            </a:extLst>
          </p:cNvPr>
          <p:cNvSpPr txBox="1"/>
          <p:nvPr/>
        </p:nvSpPr>
        <p:spPr>
          <a:xfrm>
            <a:off x="1666435" y="1728930"/>
            <a:ext cx="650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PR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047178EB-660C-2B59-4DAB-183408CF87BA}"/>
              </a:ext>
            </a:extLst>
          </p:cNvPr>
          <p:cNvSpPr txBox="1"/>
          <p:nvPr/>
        </p:nvSpPr>
        <p:spPr>
          <a:xfrm>
            <a:off x="846949" y="2185645"/>
            <a:ext cx="650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3F393037-806B-4401-3B60-705E9074A54E}"/>
              </a:ext>
            </a:extLst>
          </p:cNvPr>
          <p:cNvSpPr txBox="1"/>
          <p:nvPr/>
        </p:nvSpPr>
        <p:spPr>
          <a:xfrm>
            <a:off x="1307529" y="2085618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6899E09-A22C-EDE6-6720-E0A601EA3C6A}"/>
                  </a:ext>
                </a:extLst>
              </p:cNvPr>
              <p:cNvSpPr txBox="1"/>
              <p:nvPr/>
            </p:nvSpPr>
            <p:spPr>
              <a:xfrm>
                <a:off x="1452860" y="21856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E6899E09-A22C-EDE6-6720-E0A601EA3C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860" y="2185645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15">
            <a:extLst>
              <a:ext uri="{FF2B5EF4-FFF2-40B4-BE49-F238E27FC236}">
                <a16:creationId xmlns:a16="http://schemas.microsoft.com/office/drawing/2014/main" id="{A58B43C2-FA79-B780-A204-CED9344C5519}"/>
              </a:ext>
            </a:extLst>
          </p:cNvPr>
          <p:cNvSpPr txBox="1"/>
          <p:nvPr/>
        </p:nvSpPr>
        <p:spPr>
          <a:xfrm>
            <a:off x="1688049" y="2185645"/>
            <a:ext cx="650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P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2F20EE47-6D26-533C-BEFF-667F3F61F67B}"/>
              </a:ext>
            </a:extLst>
          </p:cNvPr>
          <p:cNvSpPr txBox="1"/>
          <p:nvPr/>
        </p:nvSpPr>
        <p:spPr>
          <a:xfrm>
            <a:off x="2135560" y="2085618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0BFDB2C-5BE5-EF46-F981-5BF9B0E155B8}"/>
                  </a:ext>
                </a:extLst>
              </p:cNvPr>
              <p:cNvSpPr txBox="1"/>
              <p:nvPr/>
            </p:nvSpPr>
            <p:spPr>
              <a:xfrm>
                <a:off x="2347292" y="218564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E0BFDB2C-5BE5-EF46-F981-5BF9B0E155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92" y="2185645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93E692D3-0BF1-4452-C3C4-2FA272A2B647}"/>
              </a:ext>
            </a:extLst>
          </p:cNvPr>
          <p:cNvGrpSpPr/>
          <p:nvPr/>
        </p:nvGrpSpPr>
        <p:grpSpPr>
          <a:xfrm>
            <a:off x="2642980" y="2077923"/>
            <a:ext cx="666594" cy="507832"/>
            <a:chOff x="4890305" y="3222636"/>
            <a:chExt cx="666594" cy="507832"/>
          </a:xfrm>
        </p:grpSpPr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C85F455-324A-04C5-FB55-26E8229F99C6}"/>
                </a:ext>
              </a:extLst>
            </p:cNvPr>
            <p:cNvSpPr txBox="1"/>
            <p:nvPr/>
          </p:nvSpPr>
          <p:spPr>
            <a:xfrm>
              <a:off x="4890305" y="3330358"/>
              <a:ext cx="5779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20</a:t>
              </a:r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B2A21C1A-0F9E-E101-D689-492CEE659F0D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4A9896F-50F6-282F-72FB-A94F3F5DC0F9}"/>
                  </a:ext>
                </a:extLst>
              </p:cNvPr>
              <p:cNvSpPr txBox="1"/>
              <p:nvPr/>
            </p:nvSpPr>
            <p:spPr>
              <a:xfrm>
                <a:off x="3504167" y="2169576"/>
                <a:ext cx="219676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𝒑𝒚𝒕𝒉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𝒕𝒉𝒆𝒐𝒓𝒆𝒎</m:t>
                    </m:r>
                  </m:oMath>
                </a14:m>
                <a:r>
                  <a:rPr lang="en-US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)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84A9896F-50F6-282F-72FB-A94F3F5DC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167" y="2169576"/>
                <a:ext cx="2196765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15">
            <a:extLst>
              <a:ext uri="{FF2B5EF4-FFF2-40B4-BE49-F238E27FC236}">
                <a16:creationId xmlns:a16="http://schemas.microsoft.com/office/drawing/2014/main" id="{CE3AE1B0-0AB8-2B25-179D-E4E0C85704BC}"/>
              </a:ext>
            </a:extLst>
          </p:cNvPr>
          <p:cNvSpPr txBox="1"/>
          <p:nvPr/>
        </p:nvSpPr>
        <p:spPr>
          <a:xfrm>
            <a:off x="1497167" y="2706660"/>
            <a:ext cx="8501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E9E2713-C178-B055-0120-95B0ECF8D581}"/>
              </a:ext>
            </a:extLst>
          </p:cNvPr>
          <p:cNvSpPr txBox="1"/>
          <p:nvPr/>
        </p:nvSpPr>
        <p:spPr>
          <a:xfrm>
            <a:off x="2157655" y="2606633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DCDC383-7135-6882-86FA-7C575653A523}"/>
                  </a:ext>
                </a:extLst>
              </p:cNvPr>
              <p:cNvSpPr txBox="1"/>
              <p:nvPr/>
            </p:nvSpPr>
            <p:spPr>
              <a:xfrm>
                <a:off x="2347292" y="26725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DCDC383-7135-6882-86FA-7C575653A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92" y="2672598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5D312B16-5E16-5500-7125-F5FFE2083CDD}"/>
              </a:ext>
            </a:extLst>
          </p:cNvPr>
          <p:cNvGrpSpPr/>
          <p:nvPr/>
        </p:nvGrpSpPr>
        <p:grpSpPr>
          <a:xfrm>
            <a:off x="2642980" y="2591243"/>
            <a:ext cx="666594" cy="507832"/>
            <a:chOff x="4890305" y="3222636"/>
            <a:chExt cx="666594" cy="507832"/>
          </a:xfrm>
        </p:grpSpPr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160A4DAB-F6FD-2341-0EC5-949480B5CE30}"/>
                </a:ext>
              </a:extLst>
            </p:cNvPr>
            <p:cNvSpPr txBox="1"/>
            <p:nvPr/>
          </p:nvSpPr>
          <p:spPr>
            <a:xfrm>
              <a:off x="4890305" y="3330358"/>
              <a:ext cx="5779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20</a:t>
              </a:r>
            </a:p>
          </p:txBody>
        </p:sp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9D2B085D-1EB6-1977-783E-0C9E69ADDF7F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p:sp>
        <p:nvSpPr>
          <p:cNvPr id="36" name="TextBox 15">
            <a:extLst>
              <a:ext uri="{FF2B5EF4-FFF2-40B4-BE49-F238E27FC236}">
                <a16:creationId xmlns:a16="http://schemas.microsoft.com/office/drawing/2014/main" id="{A921FEC4-3244-888C-673B-6975E9424588}"/>
              </a:ext>
            </a:extLst>
          </p:cNvPr>
          <p:cNvSpPr txBox="1"/>
          <p:nvPr/>
        </p:nvSpPr>
        <p:spPr>
          <a:xfrm>
            <a:off x="1778761" y="3244914"/>
            <a:ext cx="650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F9F81084-F2B0-ED06-2209-4BAA82177AEA}"/>
                  </a:ext>
                </a:extLst>
              </p:cNvPr>
              <p:cNvSpPr txBox="1"/>
              <p:nvPr/>
            </p:nvSpPr>
            <p:spPr>
              <a:xfrm>
                <a:off x="2347292" y="32167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F9F81084-F2B0-ED06-2209-4BAA82177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292" y="321679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群組 45">
            <a:extLst>
              <a:ext uri="{FF2B5EF4-FFF2-40B4-BE49-F238E27FC236}">
                <a16:creationId xmlns:a16="http://schemas.microsoft.com/office/drawing/2014/main" id="{DF5E6036-7E1F-784F-825D-0E60C83AA4BA}"/>
              </a:ext>
            </a:extLst>
          </p:cNvPr>
          <p:cNvGrpSpPr/>
          <p:nvPr/>
        </p:nvGrpSpPr>
        <p:grpSpPr>
          <a:xfrm>
            <a:off x="2702878" y="3244914"/>
            <a:ext cx="1263737" cy="401033"/>
            <a:chOff x="2702878" y="3244914"/>
            <a:chExt cx="1263737" cy="401033"/>
          </a:xfrm>
        </p:grpSpPr>
        <p:grpSp>
          <p:nvGrpSpPr>
            <p:cNvPr id="38" name="群組 37">
              <a:extLst>
                <a:ext uri="{FF2B5EF4-FFF2-40B4-BE49-F238E27FC236}">
                  <a16:creationId xmlns:a16="http://schemas.microsoft.com/office/drawing/2014/main" id="{DBF4A3D7-65E0-4AAA-07C9-660872E05D2D}"/>
                </a:ext>
              </a:extLst>
            </p:cNvPr>
            <p:cNvGrpSpPr/>
            <p:nvPr/>
          </p:nvGrpSpPr>
          <p:grpSpPr>
            <a:xfrm>
              <a:off x="2702878" y="3244914"/>
              <a:ext cx="723298" cy="401033"/>
              <a:chOff x="5994428" y="2723268"/>
              <a:chExt cx="723298" cy="401033"/>
            </a:xfrm>
          </p:grpSpPr>
          <p:grpSp>
            <p:nvGrpSpPr>
              <p:cNvPr id="39" name="群組 38">
                <a:extLst>
                  <a:ext uri="{FF2B5EF4-FFF2-40B4-BE49-F238E27FC236}">
                    <a16:creationId xmlns:a16="http://schemas.microsoft.com/office/drawing/2014/main" id="{1D0A3E51-880A-A7DC-6B06-6D8FA9D54E27}"/>
                  </a:ext>
                </a:extLst>
              </p:cNvPr>
              <p:cNvGrpSpPr/>
              <p:nvPr/>
            </p:nvGrpSpPr>
            <p:grpSpPr>
              <a:xfrm>
                <a:off x="5994428" y="2723268"/>
                <a:ext cx="597687" cy="280928"/>
                <a:chOff x="7129654" y="3565868"/>
                <a:chExt cx="597687" cy="280928"/>
              </a:xfrm>
            </p:grpSpPr>
            <p:cxnSp>
              <p:nvCxnSpPr>
                <p:cNvPr id="41" name="直線接點 40">
                  <a:extLst>
                    <a:ext uri="{FF2B5EF4-FFF2-40B4-BE49-F238E27FC236}">
                      <a16:creationId xmlns:a16="http://schemas.microsoft.com/office/drawing/2014/main" id="{056CC392-0481-4640-F499-22A1245171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74526" y="3574969"/>
                  <a:ext cx="452815" cy="0"/>
                </a:xfrm>
                <a:prstGeom prst="line">
                  <a:avLst/>
                </a:prstGeom>
                <a:ln w="25400">
                  <a:solidFill>
                    <a:srgbClr val="FFFF00"/>
                  </a:solidFill>
                </a:ln>
                <a:scene3d>
                  <a:camera prst="orthographicFront"/>
                  <a:lightRig rig="threePt" dir="t"/>
                </a:scene3d>
                <a:sp3d contour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線接點 41">
                  <a:extLst>
                    <a:ext uri="{FF2B5EF4-FFF2-40B4-BE49-F238E27FC236}">
                      <a16:creationId xmlns:a16="http://schemas.microsoft.com/office/drawing/2014/main" id="{B6AB0629-816D-4CD3-4940-21565F0C51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08903" y="3565868"/>
                  <a:ext cx="65623" cy="276738"/>
                </a:xfrm>
                <a:prstGeom prst="line">
                  <a:avLst/>
                </a:prstGeom>
                <a:ln w="25400">
                  <a:solidFill>
                    <a:srgbClr val="FFFF00"/>
                  </a:solidFill>
                </a:ln>
                <a:scene3d>
                  <a:camera prst="orthographicFront"/>
                  <a:lightRig rig="threePt" dir="t"/>
                </a:scene3d>
                <a:sp3d contour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接點 42">
                  <a:extLst>
                    <a:ext uri="{FF2B5EF4-FFF2-40B4-BE49-F238E27FC236}">
                      <a16:creationId xmlns:a16="http://schemas.microsoft.com/office/drawing/2014/main" id="{5C7B9DC2-1EAC-9924-49F5-065E11F9A5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29654" y="3763494"/>
                  <a:ext cx="81282" cy="83302"/>
                </a:xfrm>
                <a:prstGeom prst="line">
                  <a:avLst/>
                </a:prstGeom>
                <a:ln w="25400">
                  <a:solidFill>
                    <a:srgbClr val="FFFF00"/>
                  </a:solidFill>
                </a:ln>
                <a:scene3d>
                  <a:camera prst="orthographicFront"/>
                  <a:lightRig rig="threePt" dir="t"/>
                </a:scene3d>
                <a:sp3d contour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9F02B7A8-9AB6-1F28-8937-5D7C55DE6D4A}"/>
                  </a:ext>
                </a:extLst>
              </p:cNvPr>
              <p:cNvSpPr txBox="1"/>
              <p:nvPr/>
            </p:nvSpPr>
            <p:spPr>
              <a:xfrm>
                <a:off x="6013687" y="2724191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200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1433FF8C-1545-63D4-A28A-B8138461C02D}"/>
                </a:ext>
              </a:extLst>
            </p:cNvPr>
            <p:cNvSpPr txBox="1"/>
            <p:nvPr/>
          </p:nvSpPr>
          <p:spPr>
            <a:xfrm>
              <a:off x="3366188" y="3254015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endParaRPr lang="en-HK" altLang="zh-HK" sz="18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</p:grp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39AC349-758C-4D1A-E9FC-6630FDF361BD}"/>
              </a:ext>
            </a:extLst>
          </p:cNvPr>
          <p:cNvSpPr txBox="1"/>
          <p:nvPr/>
        </p:nvSpPr>
        <p:spPr>
          <a:xfrm>
            <a:off x="0" y="4432166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48" name="TextBox 15">
            <a:extLst>
              <a:ext uri="{FF2B5EF4-FFF2-40B4-BE49-F238E27FC236}">
                <a16:creationId xmlns:a16="http://schemas.microsoft.com/office/drawing/2014/main" id="{F19A445F-294E-4300-0A99-CFD03C7F3024}"/>
              </a:ext>
            </a:extLst>
          </p:cNvPr>
          <p:cNvSpPr txBox="1"/>
          <p:nvPr/>
        </p:nvSpPr>
        <p:spPr>
          <a:xfrm>
            <a:off x="714472" y="4448135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Pyramid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B61531B-2BE7-CEA9-5819-DB40FF811DE3}"/>
                  </a:ext>
                </a:extLst>
              </p:cNvPr>
              <p:cNvSpPr txBox="1"/>
              <p:nvPr/>
            </p:nvSpPr>
            <p:spPr>
              <a:xfrm>
                <a:off x="3590964" y="44321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9" name="文字方塊 48">
                <a:extLst>
                  <a:ext uri="{FF2B5EF4-FFF2-40B4-BE49-F238E27FC236}">
                    <a16:creationId xmlns:a16="http://schemas.microsoft.com/office/drawing/2014/main" id="{DB61531B-2BE7-CEA9-5819-DB40FF811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964" y="4432166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31CB06A5-7BD7-6167-F33A-01AF439EFE9B}"/>
              </a:ext>
            </a:extLst>
          </p:cNvPr>
          <p:cNvGrpSpPr/>
          <p:nvPr/>
        </p:nvGrpSpPr>
        <p:grpSpPr>
          <a:xfrm>
            <a:off x="3966615" y="4270304"/>
            <a:ext cx="364383" cy="777549"/>
            <a:chOff x="2896107" y="4671588"/>
            <a:chExt cx="364383" cy="777549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5C7408D6-770A-59E9-4EA8-D4721B17A987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B901E1BC-9421-E747-12D4-DFE0018EA50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550ECA51-2769-A6E7-4FC2-A43483E4A05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04237D81-52AA-2ABD-11F8-B5C8CED07835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64C7AD3F-ECE4-8832-D784-52BE7F7F361C}"/>
                  </a:ext>
                </a:extLst>
              </p:cNvPr>
              <p:cNvSpPr txBox="1"/>
              <p:nvPr/>
            </p:nvSpPr>
            <p:spPr>
              <a:xfrm>
                <a:off x="4353006" y="443311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64C7AD3F-ECE4-8832-D784-52BE7F7F3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006" y="4433115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群組 55">
            <a:extLst>
              <a:ext uri="{FF2B5EF4-FFF2-40B4-BE49-F238E27FC236}">
                <a16:creationId xmlns:a16="http://schemas.microsoft.com/office/drawing/2014/main" id="{82D0B46F-7108-F335-F7EE-416818D36CCD}"/>
              </a:ext>
            </a:extLst>
          </p:cNvPr>
          <p:cNvGrpSpPr/>
          <p:nvPr/>
        </p:nvGrpSpPr>
        <p:grpSpPr>
          <a:xfrm>
            <a:off x="4727848" y="4258968"/>
            <a:ext cx="364383" cy="777549"/>
            <a:chOff x="2896107" y="4671588"/>
            <a:chExt cx="364383" cy="777549"/>
          </a:xfrm>
        </p:grpSpPr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F083B10D-EDD2-A854-3620-C03FA037A989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974BE739-B37C-D1F6-4B1E-6F82036215E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9" name="直線接點 58">
                <a:extLst>
                  <a:ext uri="{FF2B5EF4-FFF2-40B4-BE49-F238E27FC236}">
                    <a16:creationId xmlns:a16="http://schemas.microsoft.com/office/drawing/2014/main" id="{15F767F4-9A72-069B-8E83-894F58BED31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F88625BE-073F-6FA5-8FED-F6361DF316D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3DE63819-14C3-2044-3307-457D0D3A64B5}"/>
                  </a:ext>
                </a:extLst>
              </p:cNvPr>
              <p:cNvSpPr txBox="1"/>
              <p:nvPr/>
            </p:nvSpPr>
            <p:spPr>
              <a:xfrm>
                <a:off x="5107262" y="44321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3DE63819-14C3-2044-3307-457D0D3A6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262" y="443216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群組 70">
            <a:extLst>
              <a:ext uri="{FF2B5EF4-FFF2-40B4-BE49-F238E27FC236}">
                <a16:creationId xmlns:a16="http://schemas.microsoft.com/office/drawing/2014/main" id="{018F16E6-0721-CC00-F456-BE9ED78D70EB}"/>
              </a:ext>
            </a:extLst>
          </p:cNvPr>
          <p:cNvGrpSpPr/>
          <p:nvPr/>
        </p:nvGrpSpPr>
        <p:grpSpPr>
          <a:xfrm>
            <a:off x="5481132" y="4270304"/>
            <a:ext cx="850013" cy="605863"/>
            <a:chOff x="4832739" y="4809047"/>
            <a:chExt cx="850013" cy="605863"/>
          </a:xfrm>
        </p:grpSpPr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2468ADF8-79AF-77B5-8D03-DDEBC888E893}"/>
                </a:ext>
              </a:extLst>
            </p:cNvPr>
            <p:cNvGrpSpPr/>
            <p:nvPr/>
          </p:nvGrpSpPr>
          <p:grpSpPr>
            <a:xfrm>
              <a:off x="4832739" y="5013877"/>
              <a:ext cx="723298" cy="401033"/>
              <a:chOff x="5994428" y="2723268"/>
              <a:chExt cx="723298" cy="401033"/>
            </a:xfrm>
          </p:grpSpPr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BE6D4C8A-B0B9-9C2A-EB6A-2CA77BD92E23}"/>
                  </a:ext>
                </a:extLst>
              </p:cNvPr>
              <p:cNvGrpSpPr/>
              <p:nvPr/>
            </p:nvGrpSpPr>
            <p:grpSpPr>
              <a:xfrm>
                <a:off x="5994428" y="2723268"/>
                <a:ext cx="597687" cy="280928"/>
                <a:chOff x="7129654" y="3565868"/>
                <a:chExt cx="597687" cy="280928"/>
              </a:xfrm>
            </p:grpSpPr>
            <p:cxnSp>
              <p:nvCxnSpPr>
                <p:cNvPr id="67" name="直線接點 66">
                  <a:extLst>
                    <a:ext uri="{FF2B5EF4-FFF2-40B4-BE49-F238E27FC236}">
                      <a16:creationId xmlns:a16="http://schemas.microsoft.com/office/drawing/2014/main" id="{250E9619-4496-F29E-DEBB-7DD3DB4F00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274526" y="3574969"/>
                  <a:ext cx="452815" cy="0"/>
                </a:xfrm>
                <a:prstGeom prst="line">
                  <a:avLst/>
                </a:prstGeom>
                <a:ln w="25400">
                  <a:solidFill>
                    <a:srgbClr val="FFFF00"/>
                  </a:solidFill>
                </a:ln>
                <a:scene3d>
                  <a:camera prst="orthographicFront"/>
                  <a:lightRig rig="threePt" dir="t"/>
                </a:scene3d>
                <a:sp3d contour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線接點 67">
                  <a:extLst>
                    <a:ext uri="{FF2B5EF4-FFF2-40B4-BE49-F238E27FC236}">
                      <a16:creationId xmlns:a16="http://schemas.microsoft.com/office/drawing/2014/main" id="{F0FBCA82-E55E-FAB9-79F0-2AA6C88259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208903" y="3565868"/>
                  <a:ext cx="65623" cy="276738"/>
                </a:xfrm>
                <a:prstGeom prst="line">
                  <a:avLst/>
                </a:prstGeom>
                <a:ln w="25400">
                  <a:solidFill>
                    <a:srgbClr val="FFFF00"/>
                  </a:solidFill>
                </a:ln>
                <a:scene3d>
                  <a:camera prst="orthographicFront"/>
                  <a:lightRig rig="threePt" dir="t"/>
                </a:scene3d>
                <a:sp3d contour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線接點 68">
                  <a:extLst>
                    <a:ext uri="{FF2B5EF4-FFF2-40B4-BE49-F238E27FC236}">
                      <a16:creationId xmlns:a16="http://schemas.microsoft.com/office/drawing/2014/main" id="{62DA0FE2-CB7A-A8FA-3495-D132FEF0AD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129654" y="3763494"/>
                  <a:ext cx="81282" cy="83302"/>
                </a:xfrm>
                <a:prstGeom prst="line">
                  <a:avLst/>
                </a:prstGeom>
                <a:ln w="25400">
                  <a:solidFill>
                    <a:srgbClr val="FFFF00"/>
                  </a:solidFill>
                </a:ln>
                <a:scene3d>
                  <a:camera prst="orthographicFront"/>
                  <a:lightRig rig="threePt" dir="t"/>
                </a:scene3d>
                <a:sp3d contourW="63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08C389F8-4EFA-1CBA-B93C-BF3A394338B3}"/>
                  </a:ext>
                </a:extLst>
              </p:cNvPr>
              <p:cNvSpPr txBox="1"/>
              <p:nvPr/>
            </p:nvSpPr>
            <p:spPr>
              <a:xfrm>
                <a:off x="6013687" y="2724191"/>
                <a:ext cx="70403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200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4E510B8B-9509-018C-22D8-39DFBD889ECE}"/>
                </a:ext>
              </a:extLst>
            </p:cNvPr>
            <p:cNvSpPr txBox="1"/>
            <p:nvPr/>
          </p:nvSpPr>
          <p:spPr>
            <a:xfrm>
              <a:off x="5357757" y="4809047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1A492FFD-E5A4-444A-BC36-E28DCCCB7E76}"/>
                  </a:ext>
                </a:extLst>
              </p:cNvPr>
              <p:cNvSpPr txBox="1"/>
              <p:nvPr/>
            </p:nvSpPr>
            <p:spPr>
              <a:xfrm>
                <a:off x="6223689" y="44321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1A492FFD-E5A4-444A-BC36-E28DCCCB7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689" y="4432166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文字方塊 72">
            <a:extLst>
              <a:ext uri="{FF2B5EF4-FFF2-40B4-BE49-F238E27FC236}">
                <a16:creationId xmlns:a16="http://schemas.microsoft.com/office/drawing/2014/main" id="{8AE7990E-70F4-0282-F6D5-BE6C0A30DEE2}"/>
              </a:ext>
            </a:extLst>
          </p:cNvPr>
          <p:cNvSpPr txBox="1"/>
          <p:nvPr/>
        </p:nvSpPr>
        <p:spPr>
          <a:xfrm>
            <a:off x="6482926" y="4447304"/>
            <a:ext cx="57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AE3DDFC9-18D0-2F89-17B6-D61BC0B5AD5B}"/>
                  </a:ext>
                </a:extLst>
              </p:cNvPr>
              <p:cNvSpPr txBox="1"/>
              <p:nvPr/>
            </p:nvSpPr>
            <p:spPr>
              <a:xfrm>
                <a:off x="3590964" y="52134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AE3DDFC9-18D0-2F89-17B6-D61BC0B5AD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0964" y="521346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群組 74">
            <a:extLst>
              <a:ext uri="{FF2B5EF4-FFF2-40B4-BE49-F238E27FC236}">
                <a16:creationId xmlns:a16="http://schemas.microsoft.com/office/drawing/2014/main" id="{079B52AF-4D2A-F8C3-3D53-D50BE45ADB01}"/>
              </a:ext>
            </a:extLst>
          </p:cNvPr>
          <p:cNvGrpSpPr/>
          <p:nvPr/>
        </p:nvGrpSpPr>
        <p:grpSpPr>
          <a:xfrm>
            <a:off x="3897857" y="5168219"/>
            <a:ext cx="1291140" cy="451398"/>
            <a:chOff x="5983177" y="2110895"/>
            <a:chExt cx="1291140" cy="451398"/>
          </a:xfrm>
        </p:grpSpPr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42DF23DB-8AE9-CD2F-0634-2A19744EEBF1}"/>
                </a:ext>
              </a:extLst>
            </p:cNvPr>
            <p:cNvSpPr txBox="1"/>
            <p:nvPr/>
          </p:nvSpPr>
          <p:spPr>
            <a:xfrm>
              <a:off x="5983177" y="2162183"/>
              <a:ext cx="72955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400</a:t>
              </a: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70296C35-04CA-750E-F0F8-22D0F8FD456D}"/>
                </a:ext>
              </a:extLst>
            </p:cNvPr>
            <p:cNvSpPr txBox="1"/>
            <p:nvPr/>
          </p:nvSpPr>
          <p:spPr>
            <a:xfrm>
              <a:off x="6611687" y="2183821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78" name="文字方塊 77">
              <a:extLst>
                <a:ext uri="{FF2B5EF4-FFF2-40B4-BE49-F238E27FC236}">
                  <a16:creationId xmlns:a16="http://schemas.microsoft.com/office/drawing/2014/main" id="{C892C049-382E-7651-96FE-F8C05C424F05}"/>
                </a:ext>
              </a:extLst>
            </p:cNvPr>
            <p:cNvSpPr txBox="1"/>
            <p:nvPr/>
          </p:nvSpPr>
          <p:spPr>
            <a:xfrm>
              <a:off x="6949322" y="2110895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sp>
        <p:nvSpPr>
          <p:cNvPr id="4" name="TextBox 15">
            <a:extLst>
              <a:ext uri="{FF2B5EF4-FFF2-40B4-BE49-F238E27FC236}">
                <a16:creationId xmlns:a16="http://schemas.microsoft.com/office/drawing/2014/main" id="{9BB1FDDD-D97D-67EE-2633-4485D35DE12E}"/>
              </a:ext>
            </a:extLst>
          </p:cNvPr>
          <p:cNvSpPr txBox="1"/>
          <p:nvPr/>
        </p:nvSpPr>
        <p:spPr>
          <a:xfrm>
            <a:off x="1785354" y="3732248"/>
            <a:ext cx="650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Q</a:t>
            </a:r>
            <a:r>
              <a:rPr lang="en-US" altLang="zh-TW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6E9A2C6-99A6-7152-DFA1-9A30FC4A16FB}"/>
                  </a:ext>
                </a:extLst>
              </p:cNvPr>
              <p:cNvSpPr txBox="1"/>
              <p:nvPr/>
            </p:nvSpPr>
            <p:spPr>
              <a:xfrm>
                <a:off x="2353885" y="370412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E6E9A2C6-99A6-7152-DFA1-9A30FC4A1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885" y="3704126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群組 83">
            <a:extLst>
              <a:ext uri="{FF2B5EF4-FFF2-40B4-BE49-F238E27FC236}">
                <a16:creationId xmlns:a16="http://schemas.microsoft.com/office/drawing/2014/main" id="{0EEC029B-2723-285B-F71A-BCFC7CA5E9A7}"/>
              </a:ext>
            </a:extLst>
          </p:cNvPr>
          <p:cNvGrpSpPr/>
          <p:nvPr/>
        </p:nvGrpSpPr>
        <p:grpSpPr>
          <a:xfrm>
            <a:off x="2605986" y="3727720"/>
            <a:ext cx="1451491" cy="400110"/>
            <a:chOff x="5064787" y="3689657"/>
            <a:chExt cx="1451491" cy="400110"/>
          </a:xfrm>
        </p:grpSpPr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A8D0D9ED-C6AF-77D8-1047-454427537902}"/>
                </a:ext>
              </a:extLst>
            </p:cNvPr>
            <p:cNvGrpSpPr/>
            <p:nvPr/>
          </p:nvGrpSpPr>
          <p:grpSpPr>
            <a:xfrm>
              <a:off x="5547725" y="3689657"/>
              <a:ext cx="968553" cy="400110"/>
              <a:chOff x="2743612" y="3218279"/>
              <a:chExt cx="968553" cy="400110"/>
            </a:xfrm>
          </p:grpSpPr>
          <p:grpSp>
            <p:nvGrpSpPr>
              <p:cNvPr id="19" name="群組 18">
                <a:extLst>
                  <a:ext uri="{FF2B5EF4-FFF2-40B4-BE49-F238E27FC236}">
                    <a16:creationId xmlns:a16="http://schemas.microsoft.com/office/drawing/2014/main" id="{8B3E7A67-77B4-5FB4-0C08-60BECF49415C}"/>
                  </a:ext>
                </a:extLst>
              </p:cNvPr>
              <p:cNvGrpSpPr/>
              <p:nvPr/>
            </p:nvGrpSpPr>
            <p:grpSpPr>
              <a:xfrm>
                <a:off x="2743612" y="3218279"/>
                <a:ext cx="403257" cy="400110"/>
                <a:chOff x="6035162" y="2696633"/>
                <a:chExt cx="403257" cy="400110"/>
              </a:xfrm>
            </p:grpSpPr>
            <p:grpSp>
              <p:nvGrpSpPr>
                <p:cNvPr id="44" name="群組 43">
                  <a:extLst>
                    <a:ext uri="{FF2B5EF4-FFF2-40B4-BE49-F238E27FC236}">
                      <a16:creationId xmlns:a16="http://schemas.microsoft.com/office/drawing/2014/main" id="{6DCE4A8D-DCDB-6987-F44B-5FF0EC9E1C24}"/>
                    </a:ext>
                  </a:extLst>
                </p:cNvPr>
                <p:cNvGrpSpPr/>
                <p:nvPr/>
              </p:nvGrpSpPr>
              <p:grpSpPr>
                <a:xfrm>
                  <a:off x="6035162" y="2723268"/>
                  <a:ext cx="396871" cy="280928"/>
                  <a:chOff x="7170388" y="3565868"/>
                  <a:chExt cx="396871" cy="280928"/>
                </a:xfrm>
              </p:grpSpPr>
              <p:cxnSp>
                <p:nvCxnSpPr>
                  <p:cNvPr id="64" name="直線接點 63">
                    <a:extLst>
                      <a:ext uri="{FF2B5EF4-FFF2-40B4-BE49-F238E27FC236}">
                        <a16:creationId xmlns:a16="http://schemas.microsoft.com/office/drawing/2014/main" id="{6D7ECD49-4257-0000-A4F0-05A66695C3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74526" y="3574969"/>
                    <a:ext cx="292733" cy="0"/>
                  </a:xfrm>
                  <a:prstGeom prst="line">
                    <a:avLst/>
                  </a:prstGeom>
                  <a:ln w="25400">
                    <a:solidFill>
                      <a:srgbClr val="FFFF00"/>
                    </a:solidFill>
                  </a:ln>
                  <a:scene3d>
                    <a:camera prst="orthographicFront"/>
                    <a:lightRig rig="threePt" dir="t"/>
                  </a:scene3d>
                  <a:sp3d contourW="63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" name="直線接點 78">
                    <a:extLst>
                      <a:ext uri="{FF2B5EF4-FFF2-40B4-BE49-F238E27FC236}">
                        <a16:creationId xmlns:a16="http://schemas.microsoft.com/office/drawing/2014/main" id="{137C568C-4C58-7995-DBB4-8E7A48C423B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208903" y="3565868"/>
                    <a:ext cx="65623" cy="276738"/>
                  </a:xfrm>
                  <a:prstGeom prst="line">
                    <a:avLst/>
                  </a:prstGeom>
                  <a:ln w="25400">
                    <a:solidFill>
                      <a:srgbClr val="FFFF00"/>
                    </a:solidFill>
                  </a:ln>
                  <a:scene3d>
                    <a:camera prst="orthographicFront"/>
                    <a:lightRig rig="threePt" dir="t"/>
                  </a:scene3d>
                  <a:sp3d contourW="63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" name="直線接點 79">
                    <a:extLst>
                      <a:ext uri="{FF2B5EF4-FFF2-40B4-BE49-F238E27FC236}">
                        <a16:creationId xmlns:a16="http://schemas.microsoft.com/office/drawing/2014/main" id="{EB049A2A-49C0-DDFF-16F2-B1ABF89AFA4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170388" y="3781879"/>
                    <a:ext cx="40548" cy="64917"/>
                  </a:xfrm>
                  <a:prstGeom prst="line">
                    <a:avLst/>
                  </a:prstGeom>
                  <a:ln w="25400">
                    <a:solidFill>
                      <a:srgbClr val="FFFF00"/>
                    </a:solidFill>
                  </a:ln>
                  <a:scene3d>
                    <a:camera prst="orthographicFront"/>
                    <a:lightRig rig="threePt" dir="t"/>
                  </a:scene3d>
                  <a:sp3d contourW="63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2" name="文字方塊 61">
                  <a:extLst>
                    <a:ext uri="{FF2B5EF4-FFF2-40B4-BE49-F238E27FC236}">
                      <a16:creationId xmlns:a16="http://schemas.microsoft.com/office/drawing/2014/main" id="{E9BAEE26-6695-D5B7-682E-CDFA62449B30}"/>
                    </a:ext>
                  </a:extLst>
                </p:cNvPr>
                <p:cNvSpPr txBox="1"/>
                <p:nvPr/>
              </p:nvSpPr>
              <p:spPr>
                <a:xfrm>
                  <a:off x="6080629" y="2696633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7A96597-3922-2D6E-63C7-475E8376D532}"/>
                  </a:ext>
                </a:extLst>
              </p:cNvPr>
              <p:cNvSpPr txBox="1"/>
              <p:nvPr/>
            </p:nvSpPr>
            <p:spPr>
              <a:xfrm>
                <a:off x="3111738" y="3244914"/>
                <a:ext cx="6004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18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cm</a:t>
                </a:r>
              </a:p>
            </p:txBody>
          </p:sp>
        </p:grp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B308CD0F-190C-7AE8-E92B-223E026AEDEF}"/>
                </a:ext>
              </a:extLst>
            </p:cNvPr>
            <p:cNvSpPr txBox="1"/>
            <p:nvPr/>
          </p:nvSpPr>
          <p:spPr>
            <a:xfrm>
              <a:off x="5064787" y="3689657"/>
              <a:ext cx="57799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2542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21" grpId="0"/>
      <p:bldP spid="22" grpId="0"/>
      <p:bldP spid="23" grpId="0"/>
      <p:bldP spid="24" grpId="0"/>
      <p:bldP spid="25" grpId="0"/>
      <p:bldP spid="29" grpId="0"/>
      <p:bldP spid="30" grpId="0"/>
      <p:bldP spid="31" grpId="0"/>
      <p:bldP spid="32" grpId="0"/>
      <p:bldP spid="36" grpId="0"/>
      <p:bldP spid="37" grpId="0"/>
      <p:bldP spid="47" grpId="0"/>
      <p:bldP spid="48" grpId="0"/>
      <p:bldP spid="49" grpId="0"/>
      <p:bldP spid="55" grpId="0"/>
      <p:bldP spid="61" grpId="0"/>
      <p:bldP spid="72" grpId="0"/>
      <p:bldP spid="73" grpId="0"/>
      <p:bldP spid="74" grpId="0"/>
      <p:bldP spid="4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720F8032-E6FE-8575-C1CD-9308E3B80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1" y="62260"/>
            <a:ext cx="10066667" cy="99047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E61A6A9-161B-41FE-B0FA-81B8A3190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8208" y="692696"/>
            <a:ext cx="1038095" cy="56190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3458E84-98BB-9F0F-88A9-EE0A469F15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0296" y="908720"/>
            <a:ext cx="2571429" cy="240952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3A27116C-6237-C94D-953E-6452C27ECCC7}"/>
                  </a:ext>
                </a:extLst>
              </p14:cNvPr>
              <p14:cNvContentPartPr/>
              <p14:nvPr/>
            </p14:nvContentPartPr>
            <p14:xfrm>
              <a:off x="3935760" y="214929"/>
              <a:ext cx="1584176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3A27116C-6237-C94D-953E-6452C27ECC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81729" y="-13500771"/>
                <a:ext cx="16918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309399AB-9205-033D-2CDC-8223AB1DD7FD}"/>
                  </a:ext>
                </a:extLst>
              </p14:cNvPr>
              <p14:cNvContentPartPr/>
              <p14:nvPr/>
            </p14:nvContentPartPr>
            <p14:xfrm>
              <a:off x="6096000" y="223747"/>
              <a:ext cx="1193825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309399AB-9205-033D-2CDC-8223AB1DD7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41981" y="-13491953"/>
                <a:ext cx="1301503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AB287545-F07A-A0A6-8A46-742740C766E9}"/>
                  </a:ext>
                </a:extLst>
              </p14:cNvPr>
              <p14:cNvContentPartPr/>
              <p14:nvPr/>
            </p14:nvContentPartPr>
            <p14:xfrm>
              <a:off x="695400" y="915322"/>
              <a:ext cx="1440160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AB287545-F07A-A0A6-8A46-742740C766E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1380" y="-12800378"/>
                <a:ext cx="154783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5900D86D-5AEE-5BF3-747B-E6E40D137857}"/>
                  </a:ext>
                </a:extLst>
              </p14:cNvPr>
              <p14:cNvContentPartPr/>
              <p14:nvPr/>
            </p14:nvContentPartPr>
            <p14:xfrm>
              <a:off x="2669927" y="908720"/>
              <a:ext cx="545753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5900D86D-5AEE-5BF3-747B-E6E40D13785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615928" y="-12806980"/>
                <a:ext cx="65339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筆跡 11">
                <a:extLst>
                  <a:ext uri="{FF2B5EF4-FFF2-40B4-BE49-F238E27FC236}">
                    <a16:creationId xmlns:a16="http://schemas.microsoft.com/office/drawing/2014/main" id="{F39F227E-75F7-17EB-CFD1-45CBC3855C3D}"/>
                  </a:ext>
                </a:extLst>
              </p14:cNvPr>
              <p14:cNvContentPartPr/>
              <p14:nvPr/>
            </p14:nvContentPartPr>
            <p14:xfrm>
              <a:off x="4183756" y="883007"/>
              <a:ext cx="3208388" cy="45719"/>
            </p14:xfrm>
          </p:contentPart>
        </mc:Choice>
        <mc:Fallback xmlns="">
          <p:pic>
            <p:nvPicPr>
              <p:cNvPr id="12" name="筆跡 11">
                <a:extLst>
                  <a:ext uri="{FF2B5EF4-FFF2-40B4-BE49-F238E27FC236}">
                    <a16:creationId xmlns:a16="http://schemas.microsoft.com/office/drawing/2014/main" id="{F39F227E-75F7-17EB-CFD1-45CBC3855C3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129725" y="-12832693"/>
                <a:ext cx="3316091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5">
            <a:extLst>
              <a:ext uri="{FF2B5EF4-FFF2-40B4-BE49-F238E27FC236}">
                <a16:creationId xmlns:a16="http://schemas.microsoft.com/office/drawing/2014/main" id="{DAEEBA71-61D2-3793-6EEE-6B3A4560AE11}"/>
              </a:ext>
            </a:extLst>
          </p:cNvPr>
          <p:cNvSpPr txBox="1"/>
          <p:nvPr/>
        </p:nvSpPr>
        <p:spPr>
          <a:xfrm>
            <a:off x="479376" y="1532989"/>
            <a:ext cx="7139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h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 be the water level of the cylindrical vessel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grpSp>
        <p:nvGrpSpPr>
          <p:cNvPr id="14" name="群組 13">
            <a:extLst>
              <a:ext uri="{FF2B5EF4-FFF2-40B4-BE49-F238E27FC236}">
                <a16:creationId xmlns:a16="http://schemas.microsoft.com/office/drawing/2014/main" id="{A9EDE1CF-C8D8-C677-DDA6-85B34CB2E5D7}"/>
              </a:ext>
            </a:extLst>
          </p:cNvPr>
          <p:cNvGrpSpPr/>
          <p:nvPr/>
        </p:nvGrpSpPr>
        <p:grpSpPr>
          <a:xfrm>
            <a:off x="623392" y="2124299"/>
            <a:ext cx="364383" cy="777549"/>
            <a:chOff x="2896107" y="4671588"/>
            <a:chExt cx="364383" cy="777549"/>
          </a:xfrm>
        </p:grpSpPr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C7074876-EF10-96C9-B205-7071EF8CC30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FAE45FD5-93D1-37A8-8679-E5B91A502F2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70BC7CFF-D7DD-9275-9C87-957D842B922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BA3EAE45-C4D9-2467-98F4-66ED8A75CE94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E6B94A7A-AC4B-56F7-C005-847E08EB0136}"/>
                  </a:ext>
                </a:extLst>
              </p:cNvPr>
              <p:cNvSpPr txBox="1"/>
              <p:nvPr/>
            </p:nvSpPr>
            <p:spPr>
              <a:xfrm>
                <a:off x="1009783" y="228711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E6B94A7A-AC4B-56F7-C005-847E08EB0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83" y="2287110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F37A416-688D-8AA4-9EE6-C98C95DB681C}"/>
                  </a:ext>
                </a:extLst>
              </p:cNvPr>
              <p:cNvSpPr txBox="1"/>
              <p:nvPr/>
            </p:nvSpPr>
            <p:spPr>
              <a:xfrm>
                <a:off x="1309544" y="22833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AF37A416-688D-8AA4-9EE6-C98C95DB6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544" y="2283342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>
            <a:extLst>
              <a:ext uri="{FF2B5EF4-FFF2-40B4-BE49-F238E27FC236}">
                <a16:creationId xmlns:a16="http://schemas.microsoft.com/office/drawing/2014/main" id="{410BF542-6D7C-CAAC-4AB7-C3BCA30771E2}"/>
              </a:ext>
            </a:extLst>
          </p:cNvPr>
          <p:cNvGrpSpPr/>
          <p:nvPr/>
        </p:nvGrpSpPr>
        <p:grpSpPr>
          <a:xfrm>
            <a:off x="1511875" y="2301683"/>
            <a:ext cx="557375" cy="400110"/>
            <a:chOff x="1377671" y="1369717"/>
            <a:chExt cx="557375" cy="400110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FD3AC935-B192-6F11-00D1-9606A1B20CAD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AD30BFD5-10D9-4B4E-187E-E46E984829A8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CF1FA426-FCBF-19BF-EBA0-0CA664A0BEB7}"/>
              </a:ext>
            </a:extLst>
          </p:cNvPr>
          <p:cNvSpPr txBox="1"/>
          <p:nvPr/>
        </p:nvSpPr>
        <p:spPr>
          <a:xfrm>
            <a:off x="1874917" y="2167288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A424E1D-8088-947A-6047-FD56990211FC}"/>
                  </a:ext>
                </a:extLst>
              </p:cNvPr>
              <p:cNvSpPr txBox="1"/>
              <p:nvPr/>
            </p:nvSpPr>
            <p:spPr>
              <a:xfrm>
                <a:off x="2026787" y="22833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5A424E1D-8088-947A-6047-FD5699021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787" y="2283342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5696CDE7-DBE1-EAB9-D6D9-CAF66B4D3568}"/>
              </a:ext>
            </a:extLst>
          </p:cNvPr>
          <p:cNvSpPr txBox="1"/>
          <p:nvPr/>
        </p:nvSpPr>
        <p:spPr>
          <a:xfrm>
            <a:off x="2289306" y="2301683"/>
            <a:ext cx="572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56CB41A-31BF-55FC-6B50-9DBCA8CE7655}"/>
                  </a:ext>
                </a:extLst>
              </p:cNvPr>
              <p:cNvSpPr txBox="1"/>
              <p:nvPr/>
            </p:nvSpPr>
            <p:spPr>
              <a:xfrm>
                <a:off x="2752070" y="228334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056CB41A-31BF-55FC-6B50-9DBCA8CE7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070" y="2283342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18DF537-2A5B-3431-CD50-EBF20C6C1B41}"/>
                  </a:ext>
                </a:extLst>
              </p:cNvPr>
              <p:cNvSpPr txBox="1"/>
              <p:nvPr/>
            </p:nvSpPr>
            <p:spPr>
              <a:xfrm>
                <a:off x="3082248" y="22722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18DF537-2A5B-3431-CD50-EBF20C6C1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248" y="2272234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群組 29">
            <a:extLst>
              <a:ext uri="{FF2B5EF4-FFF2-40B4-BE49-F238E27FC236}">
                <a16:creationId xmlns:a16="http://schemas.microsoft.com/office/drawing/2014/main" id="{7A900A2F-F0AB-4BBD-51E8-EC258A19B5C4}"/>
              </a:ext>
            </a:extLst>
          </p:cNvPr>
          <p:cNvGrpSpPr/>
          <p:nvPr/>
        </p:nvGrpSpPr>
        <p:grpSpPr>
          <a:xfrm>
            <a:off x="3284579" y="2290575"/>
            <a:ext cx="557375" cy="400110"/>
            <a:chOff x="1377671" y="1369717"/>
            <a:chExt cx="557375" cy="400110"/>
          </a:xfrm>
        </p:grpSpPr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C025BD80-C940-4EE1-9580-98F76290533D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0C5122C3-5B40-B4E0-C0A3-DB7C85B39D52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E8E513F9-26C6-E2F6-F045-CD46A0B8E7EC}"/>
              </a:ext>
            </a:extLst>
          </p:cNvPr>
          <p:cNvSpPr txBox="1"/>
          <p:nvPr/>
        </p:nvSpPr>
        <p:spPr>
          <a:xfrm>
            <a:off x="3647621" y="2156180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1FD2AFDD-9967-232A-286C-B4B4A74DF64E}"/>
                  </a:ext>
                </a:extLst>
              </p:cNvPr>
              <p:cNvSpPr txBox="1"/>
              <p:nvPr/>
            </p:nvSpPr>
            <p:spPr>
              <a:xfrm>
                <a:off x="3799491" y="227223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1FD2AFDD-9967-232A-286C-B4B4A74DF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9491" y="2272234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文字方塊 35">
            <a:extLst>
              <a:ext uri="{FF2B5EF4-FFF2-40B4-BE49-F238E27FC236}">
                <a16:creationId xmlns:a16="http://schemas.microsoft.com/office/drawing/2014/main" id="{E9BA0ED4-D50E-31EE-A1EC-37AD34964BA2}"/>
              </a:ext>
            </a:extLst>
          </p:cNvPr>
          <p:cNvSpPr txBox="1"/>
          <p:nvPr/>
        </p:nvSpPr>
        <p:spPr>
          <a:xfrm>
            <a:off x="4086953" y="2296718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35750814-A4EF-F7F0-494A-4B8BDB7BB618}"/>
              </a:ext>
            </a:extLst>
          </p:cNvPr>
          <p:cNvSpPr txBox="1"/>
          <p:nvPr/>
        </p:nvSpPr>
        <p:spPr>
          <a:xfrm>
            <a:off x="2401793" y="3056195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h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65A91354-C4B8-F653-1923-60992FF693E1}"/>
                  </a:ext>
                </a:extLst>
              </p:cNvPr>
              <p:cNvSpPr txBox="1"/>
              <p:nvPr/>
            </p:nvSpPr>
            <p:spPr>
              <a:xfrm>
                <a:off x="2749289" y="304429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65A91354-C4B8-F653-1923-60992FF69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89" y="304429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群組 38">
            <a:extLst>
              <a:ext uri="{FF2B5EF4-FFF2-40B4-BE49-F238E27FC236}">
                <a16:creationId xmlns:a16="http://schemas.microsoft.com/office/drawing/2014/main" id="{28D5F87F-7943-5642-C98B-C9B198C41C92}"/>
              </a:ext>
            </a:extLst>
          </p:cNvPr>
          <p:cNvGrpSpPr/>
          <p:nvPr/>
        </p:nvGrpSpPr>
        <p:grpSpPr>
          <a:xfrm>
            <a:off x="3032230" y="2867475"/>
            <a:ext cx="530915" cy="777549"/>
            <a:chOff x="2809065" y="4671588"/>
            <a:chExt cx="530915" cy="777549"/>
          </a:xfrm>
        </p:grpSpPr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A3D30196-E845-CE40-DAB7-BD91713A4948}"/>
                </a:ext>
              </a:extLst>
            </p:cNvPr>
            <p:cNvSpPr txBox="1"/>
            <p:nvPr/>
          </p:nvSpPr>
          <p:spPr>
            <a:xfrm>
              <a:off x="2809065" y="467158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Handwriting" panose="03010101010101010101" pitchFamily="66" charset="0"/>
                </a:rPr>
                <a:t>13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endParaRPr>
            </a:p>
          </p:txBody>
        </p: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63DAE5D4-A3F1-36AF-1B52-409337069875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2" name="直線接點 41">
                <a:extLst>
                  <a:ext uri="{FF2B5EF4-FFF2-40B4-BE49-F238E27FC236}">
                    <a16:creationId xmlns:a16="http://schemas.microsoft.com/office/drawing/2014/main" id="{F2333D58-B520-E388-5AD3-56280216313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6687F725-7C68-4DAF-B18A-913C9B7BAF4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52" name="群組 51">
            <a:extLst>
              <a:ext uri="{FF2B5EF4-FFF2-40B4-BE49-F238E27FC236}">
                <a16:creationId xmlns:a16="http://schemas.microsoft.com/office/drawing/2014/main" id="{DACBD3CF-835C-755A-34C4-E60B29B16737}"/>
              </a:ext>
            </a:extLst>
          </p:cNvPr>
          <p:cNvGrpSpPr/>
          <p:nvPr/>
        </p:nvGrpSpPr>
        <p:grpSpPr>
          <a:xfrm>
            <a:off x="510076" y="3731571"/>
            <a:ext cx="7681172" cy="777549"/>
            <a:chOff x="3023339" y="4618429"/>
            <a:chExt cx="7681172" cy="777549"/>
          </a:xfrm>
        </p:grpSpPr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50F00940-AD61-4343-E7B9-C20711C3F8BA}"/>
                </a:ext>
              </a:extLst>
            </p:cNvPr>
            <p:cNvGrpSpPr/>
            <p:nvPr/>
          </p:nvGrpSpPr>
          <p:grpSpPr>
            <a:xfrm>
              <a:off x="3023339" y="4797152"/>
              <a:ext cx="7681172" cy="410107"/>
              <a:chOff x="420004" y="4149080"/>
              <a:chExt cx="7681172" cy="4101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字方塊 44">
                    <a:extLst>
                      <a:ext uri="{FF2B5EF4-FFF2-40B4-BE49-F238E27FC236}">
                        <a16:creationId xmlns:a16="http://schemas.microsoft.com/office/drawing/2014/main" id="{9DF6B548-EC75-A82C-59FE-A5980EDE364E}"/>
                      </a:ext>
                    </a:extLst>
                  </p:cNvPr>
                  <p:cNvSpPr txBox="1"/>
                  <p:nvPr/>
                </p:nvSpPr>
                <p:spPr>
                  <a:xfrm>
                    <a:off x="420004" y="414908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∴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5" name="文字方塊 44">
                    <a:extLst>
                      <a:ext uri="{FF2B5EF4-FFF2-40B4-BE49-F238E27FC236}">
                        <a16:creationId xmlns:a16="http://schemas.microsoft.com/office/drawing/2014/main" id="{9DF6B548-EC75-A82C-59FE-A5980EDE364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0004" y="4149080"/>
                    <a:ext cx="295688" cy="400110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E6646E9D-9A0F-9C8E-21AB-D6813885C0C8}"/>
                  </a:ext>
                </a:extLst>
              </p:cNvPr>
              <p:cNvSpPr txBox="1"/>
              <p:nvPr/>
            </p:nvSpPr>
            <p:spPr>
              <a:xfrm>
                <a:off x="744385" y="4159077"/>
                <a:ext cx="735679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The water level of the cylindrical vessel is       cm</a:t>
                </a:r>
              </a:p>
            </p:txBody>
          </p:sp>
        </p:grpSp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75F9B5DD-CEA4-7D0A-45FC-BDA478BE60D0}"/>
                </a:ext>
              </a:extLst>
            </p:cNvPr>
            <p:cNvGrpSpPr/>
            <p:nvPr/>
          </p:nvGrpSpPr>
          <p:grpSpPr>
            <a:xfrm>
              <a:off x="9120336" y="4618429"/>
              <a:ext cx="530915" cy="777549"/>
              <a:chOff x="2809065" y="4671588"/>
              <a:chExt cx="530915" cy="777549"/>
            </a:xfrm>
          </p:grpSpPr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F735415-4ADD-8C23-A8CB-642E40C6DA03}"/>
                  </a:ext>
                </a:extLst>
              </p:cNvPr>
              <p:cNvSpPr txBox="1"/>
              <p:nvPr/>
            </p:nvSpPr>
            <p:spPr>
              <a:xfrm>
                <a:off x="2809065" y="4671588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FF00"/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2879459-8D5A-23F8-AEF1-08AB579E2B22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50" name="直線接點 49">
                  <a:extLst>
                    <a:ext uri="{FF2B5EF4-FFF2-40B4-BE49-F238E27FC236}">
                      <a16:creationId xmlns:a16="http://schemas.microsoft.com/office/drawing/2014/main" id="{BF26F102-0772-52E0-22A0-E2CDDABB76DF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B395B384-A955-D14C-6EC1-ABB577E4720C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70146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0" grpId="0"/>
      <p:bldP spid="24" grpId="0"/>
      <p:bldP spid="25" grpId="0"/>
      <p:bldP spid="26" grpId="0"/>
      <p:bldP spid="27" grpId="0"/>
      <p:bldP spid="29" grpId="0"/>
      <p:bldP spid="33" grpId="0"/>
      <p:bldP spid="34" grpId="0"/>
      <p:bldP spid="36" grpId="0"/>
      <p:bldP spid="37" grpId="0"/>
      <p:bldP spid="3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4E229122-2ACC-75A4-B38E-C913CDDFC4E3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2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3" name="TextBox 15">
            <a:extLst>
              <a:ext uri="{FF2B5EF4-FFF2-40B4-BE49-F238E27FC236}">
                <a16:creationId xmlns:a16="http://schemas.microsoft.com/office/drawing/2014/main" id="{5CB6D057-03A3-5008-762E-02D57066B88D}"/>
              </a:ext>
            </a:extLst>
          </p:cNvPr>
          <p:cNvSpPr txBox="1"/>
          <p:nvPr/>
        </p:nvSpPr>
        <p:spPr>
          <a:xfrm>
            <a:off x="5015880" y="836712"/>
            <a:ext cx="1440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Sphere</a:t>
            </a:r>
            <a:endParaRPr lang="zh-TW" altLang="en-US" sz="24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18B3775B-F0AD-8CE4-7148-3F8FE09815F5}"/>
              </a:ext>
            </a:extLst>
          </p:cNvPr>
          <p:cNvGrpSpPr/>
          <p:nvPr/>
        </p:nvGrpSpPr>
        <p:grpSpPr>
          <a:xfrm>
            <a:off x="335360" y="1916832"/>
            <a:ext cx="2664296" cy="2664296"/>
            <a:chOff x="479376" y="1628800"/>
            <a:chExt cx="2413200" cy="2345523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055C4E8B-C7EA-BD60-674B-9A0780AAD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1384" y="1772816"/>
              <a:ext cx="2160240" cy="2125317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2EF5500-0DBF-5589-3A19-34DB20D68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30671" y="1628800"/>
              <a:ext cx="361905" cy="419048"/>
            </a:xfrm>
            <a:prstGeom prst="rect">
              <a:avLst/>
            </a:prstGeom>
          </p:spPr>
        </p:pic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4002AA26-25E3-BBD2-7FC1-2CF7788A72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9376" y="3821942"/>
              <a:ext cx="485714" cy="152381"/>
            </a:xfrm>
            <a:prstGeom prst="rect">
              <a:avLst/>
            </a:prstGeom>
          </p:spPr>
        </p:pic>
      </p:grpSp>
      <p:sp>
        <p:nvSpPr>
          <p:cNvPr id="11" name="TextBox 15">
            <a:extLst>
              <a:ext uri="{FF2B5EF4-FFF2-40B4-BE49-F238E27FC236}">
                <a16:creationId xmlns:a16="http://schemas.microsoft.com/office/drawing/2014/main" id="{17A5A304-AC82-6C11-9AFC-358519511273}"/>
              </a:ext>
            </a:extLst>
          </p:cNvPr>
          <p:cNvSpPr txBox="1"/>
          <p:nvPr/>
        </p:nvSpPr>
        <p:spPr>
          <a:xfrm>
            <a:off x="3362375" y="2584477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Sphere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AA8726E-64EE-B61C-C327-21A58EC9928E}"/>
                  </a:ext>
                </a:extLst>
              </p:cNvPr>
              <p:cNvSpPr txBox="1"/>
              <p:nvPr/>
            </p:nvSpPr>
            <p:spPr>
              <a:xfrm>
                <a:off x="6065013" y="25844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BAA8726E-64EE-B61C-C327-21A58EC99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5013" y="2584477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群組 12">
            <a:extLst>
              <a:ext uri="{FF2B5EF4-FFF2-40B4-BE49-F238E27FC236}">
                <a16:creationId xmlns:a16="http://schemas.microsoft.com/office/drawing/2014/main" id="{448D87E8-6B2F-F51E-18BE-7B17E51E7CF3}"/>
              </a:ext>
            </a:extLst>
          </p:cNvPr>
          <p:cNvGrpSpPr/>
          <p:nvPr/>
        </p:nvGrpSpPr>
        <p:grpSpPr>
          <a:xfrm>
            <a:off x="6476307" y="2420888"/>
            <a:ext cx="364383" cy="777549"/>
            <a:chOff x="2896107" y="4671588"/>
            <a:chExt cx="364383" cy="777549"/>
          </a:xfrm>
        </p:grpSpPr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4C1E878F-CC50-A893-CCC4-81F01970E56D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09B0B9FC-35C4-9752-045C-E36510738945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861BF568-A81D-C271-45ED-AEA41D94F3F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8B53AC1-B721-E0FC-B9E8-09D42D3AEBF9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439C31-7D15-ACBB-9C3E-79F83D18AFA4}"/>
                  </a:ext>
                </a:extLst>
              </p:cNvPr>
              <p:cNvSpPr txBox="1"/>
              <p:nvPr/>
            </p:nvSpPr>
            <p:spPr>
              <a:xfrm>
                <a:off x="6849950" y="258447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18439C31-7D15-ACBB-9C3E-79F83D18A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9950" y="2584477"/>
                <a:ext cx="29568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群組 18">
            <a:extLst>
              <a:ext uri="{FF2B5EF4-FFF2-40B4-BE49-F238E27FC236}">
                <a16:creationId xmlns:a16="http://schemas.microsoft.com/office/drawing/2014/main" id="{5839DFE5-141C-52AD-70FA-25941F307125}"/>
              </a:ext>
            </a:extLst>
          </p:cNvPr>
          <p:cNvGrpSpPr/>
          <p:nvPr/>
        </p:nvGrpSpPr>
        <p:grpSpPr>
          <a:xfrm>
            <a:off x="7145638" y="2515303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089991E7-F65B-F869-4DFE-18A20E2727DA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0" name="文字方塊 19">
                  <a:extLst>
                    <a:ext uri="{FF2B5EF4-FFF2-40B4-BE49-F238E27FC236}">
                      <a16:creationId xmlns:a16="http://schemas.microsoft.com/office/drawing/2014/main" id="{089991E7-F65B-F869-4DFE-18A20E2727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1970CB8B-6449-7C83-4048-B7C1B28D41BD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35E7BFEB-767F-CDDA-C548-F7FC9D9ECDF1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56FB87A6-BAFC-1C18-4E56-CB6F62A7AA86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p:sp>
        <p:nvSpPr>
          <p:cNvPr id="24" name="TextBox 15">
            <a:extLst>
              <a:ext uri="{FF2B5EF4-FFF2-40B4-BE49-F238E27FC236}">
                <a16:creationId xmlns:a16="http://schemas.microsoft.com/office/drawing/2014/main" id="{C8E97D9E-96AF-92E0-5132-B14E3446DFC6}"/>
              </a:ext>
            </a:extLst>
          </p:cNvPr>
          <p:cNvSpPr txBox="1"/>
          <p:nvPr/>
        </p:nvSpPr>
        <p:spPr>
          <a:xfrm>
            <a:off x="2917836" y="3807381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Sphere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B7E2BAF-CB67-E16F-7FE7-2196EFE4DDF3}"/>
                  </a:ext>
                </a:extLst>
              </p:cNvPr>
              <p:cNvSpPr txBox="1"/>
              <p:nvPr/>
            </p:nvSpPr>
            <p:spPr>
              <a:xfrm>
                <a:off x="6091883" y="380217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AB7E2BAF-CB67-E16F-7FE7-2196EFE4DD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1883" y="3802178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字方塊 25">
            <a:extLst>
              <a:ext uri="{FF2B5EF4-FFF2-40B4-BE49-F238E27FC236}">
                <a16:creationId xmlns:a16="http://schemas.microsoft.com/office/drawing/2014/main" id="{4FF80C23-D1DD-C00C-3EAE-53FF4827902C}"/>
              </a:ext>
            </a:extLst>
          </p:cNvPr>
          <p:cNvSpPr txBox="1"/>
          <p:nvPr/>
        </p:nvSpPr>
        <p:spPr>
          <a:xfrm>
            <a:off x="6384032" y="3802178"/>
            <a:ext cx="40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p:grpSp>
        <p:nvGrpSpPr>
          <p:cNvPr id="27" name="群組 26">
            <a:extLst>
              <a:ext uri="{FF2B5EF4-FFF2-40B4-BE49-F238E27FC236}">
                <a16:creationId xmlns:a16="http://schemas.microsoft.com/office/drawing/2014/main" id="{542A902A-B926-8C6F-0F56-2579F0FC8851}"/>
              </a:ext>
            </a:extLst>
          </p:cNvPr>
          <p:cNvGrpSpPr/>
          <p:nvPr/>
        </p:nvGrpSpPr>
        <p:grpSpPr>
          <a:xfrm>
            <a:off x="6588016" y="3733004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827AC8A-4679-B970-AC32-DFD415989C54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28" name="文字方塊 27">
                  <a:extLst>
                    <a:ext uri="{FF2B5EF4-FFF2-40B4-BE49-F238E27FC236}">
                      <a16:creationId xmlns:a16="http://schemas.microsoft.com/office/drawing/2014/main" id="{A827AC8A-4679-B970-AC32-DFD415989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6E45A929-2C19-1678-4544-09D38C6763A2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2816DC0B-B4CF-7AED-A8D5-AEBA5B88EC15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9B29D034-2E3F-EF1C-59B1-A6151E196597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023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2" grpId="0"/>
      <p:bldP spid="18" grpId="0"/>
      <p:bldP spid="24" grpId="0"/>
      <p:bldP spid="25" grpId="0"/>
      <p:bldP spid="2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>
            <a:extLst>
              <a:ext uri="{FF2B5EF4-FFF2-40B4-BE49-F238E27FC236}">
                <a16:creationId xmlns:a16="http://schemas.microsoft.com/office/drawing/2014/main" id="{7B5CD650-6A12-B72D-B687-CC1A04B3605A}"/>
              </a:ext>
            </a:extLst>
          </p:cNvPr>
          <p:cNvGrpSpPr/>
          <p:nvPr/>
        </p:nvGrpSpPr>
        <p:grpSpPr>
          <a:xfrm>
            <a:off x="119336" y="116632"/>
            <a:ext cx="9780952" cy="1990476"/>
            <a:chOff x="119336" y="116632"/>
            <a:chExt cx="9780952" cy="1990476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ACEF2443-EBAB-9E37-922F-2C5CAA406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9336" y="116632"/>
              <a:ext cx="9780952" cy="1885714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9FED3448-4FC1-4931-5492-5589F4FAB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56040" y="116632"/>
              <a:ext cx="914286" cy="314286"/>
            </a:xfrm>
            <a:prstGeom prst="rect">
              <a:avLst/>
            </a:prstGeom>
          </p:spPr>
        </p:pic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3C6CD4DA-2456-35EF-FA12-C997BC292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23592" y="430918"/>
              <a:ext cx="4638095" cy="1676190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F6A883B-2D9A-770E-9E7D-C791572A9665}"/>
                  </a:ext>
                </a:extLst>
              </p14:cNvPr>
              <p14:cNvContentPartPr/>
              <p14:nvPr/>
            </p14:nvContentPartPr>
            <p14:xfrm>
              <a:off x="1055440" y="250915"/>
              <a:ext cx="648072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F6A883B-2D9A-770E-9E7D-C791572A966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1434" y="-13464785"/>
                <a:ext cx="755724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8B86B5B3-EAD5-C923-6E0B-419B4F7FDFFF}"/>
              </a:ext>
            </a:extLst>
          </p:cNvPr>
          <p:cNvSpPr txBox="1"/>
          <p:nvPr/>
        </p:nvSpPr>
        <p:spPr>
          <a:xfrm>
            <a:off x="779952" y="809408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09AC6E3-EE69-192D-8785-B00E14B7F9F2}"/>
                  </a:ext>
                </a:extLst>
              </p:cNvPr>
              <p:cNvSpPr txBox="1"/>
              <p:nvPr/>
            </p:nvSpPr>
            <p:spPr>
              <a:xfrm>
                <a:off x="1060565" y="7975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09AC6E3-EE69-192D-8785-B00E14B7F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65" y="79750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678435F2-A74E-AF25-0709-3941BDDAE422}"/>
              </a:ext>
            </a:extLst>
          </p:cNvPr>
          <p:cNvGrpSpPr/>
          <p:nvPr/>
        </p:nvGrpSpPr>
        <p:grpSpPr>
          <a:xfrm>
            <a:off x="1343506" y="620688"/>
            <a:ext cx="530915" cy="777549"/>
            <a:chOff x="2809065" y="4671588"/>
            <a:chExt cx="530915" cy="777549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452D4BC3-A8DC-E4DC-9E28-2CC1EEC3202A}"/>
                </a:ext>
              </a:extLst>
            </p:cNvPr>
            <p:cNvSpPr txBox="1"/>
            <p:nvPr/>
          </p:nvSpPr>
          <p:spPr>
            <a:xfrm>
              <a:off x="2809065" y="467158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18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59EEF3E7-A0B3-ECA0-4550-47FDC95935B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5" name="直線接點 14">
                <a:extLst>
                  <a:ext uri="{FF2B5EF4-FFF2-40B4-BE49-F238E27FC236}">
                    <a16:creationId xmlns:a16="http://schemas.microsoft.com/office/drawing/2014/main" id="{B0347534-0068-E7DB-90CA-9AF052F26E9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EB5B58B-EC2A-2805-DC4A-65E0292F03E8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4D54700-F5FD-78DA-3C70-F39AD2038EAC}"/>
                  </a:ext>
                </a:extLst>
              </p:cNvPr>
              <p:cNvSpPr txBox="1"/>
              <p:nvPr/>
            </p:nvSpPr>
            <p:spPr>
              <a:xfrm>
                <a:off x="1819265" y="7975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44D54700-F5FD-78DA-3C70-F39AD2038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265" y="79750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978415A1-89E9-16EE-D8CF-0858F935BC3C}"/>
              </a:ext>
            </a:extLst>
          </p:cNvPr>
          <p:cNvSpPr txBox="1"/>
          <p:nvPr/>
        </p:nvSpPr>
        <p:spPr>
          <a:xfrm>
            <a:off x="2087727" y="798930"/>
            <a:ext cx="40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9E2FBCD-3CA7-E69A-CD84-84FC9302EA4B}"/>
                  </a:ext>
                </a:extLst>
              </p:cNvPr>
              <p:cNvSpPr txBox="1"/>
              <p:nvPr/>
            </p:nvSpPr>
            <p:spPr>
              <a:xfrm>
                <a:off x="3209083" y="20766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69E2FBCD-3CA7-E69A-CD84-84FC9302E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9083" y="2076601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群組 20">
            <a:extLst>
              <a:ext uri="{FF2B5EF4-FFF2-40B4-BE49-F238E27FC236}">
                <a16:creationId xmlns:a16="http://schemas.microsoft.com/office/drawing/2014/main" id="{84A8842A-D11A-0F05-CD0F-DD3A5701BF01}"/>
              </a:ext>
            </a:extLst>
          </p:cNvPr>
          <p:cNvGrpSpPr/>
          <p:nvPr/>
        </p:nvGrpSpPr>
        <p:grpSpPr>
          <a:xfrm>
            <a:off x="3583816" y="1901277"/>
            <a:ext cx="364383" cy="777549"/>
            <a:chOff x="2896107" y="4671588"/>
            <a:chExt cx="364383" cy="777549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6610FA98-AB2B-C3D1-E7D7-B52C67919EE6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98B6C72C-DE11-6E90-9A27-76065A076D5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D9A47C7A-22B1-A0E4-98B0-5CADD85F91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447D7913-3DF4-52F4-2091-3961AF03245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267AEBD-D64A-6273-3439-E5031AF77A9A}"/>
                  </a:ext>
                </a:extLst>
              </p:cNvPr>
              <p:cNvSpPr txBox="1"/>
              <p:nvPr/>
            </p:nvSpPr>
            <p:spPr>
              <a:xfrm>
                <a:off x="3941606" y="20522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6" name="文字方塊 25">
                <a:extLst>
                  <a:ext uri="{FF2B5EF4-FFF2-40B4-BE49-F238E27FC236}">
                    <a16:creationId xmlns:a16="http://schemas.microsoft.com/office/drawing/2014/main" id="{0267AEBD-D64A-6273-3439-E5031AF77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1606" y="2052239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548B588-1EF2-3765-D774-8E89B40CCAE4}"/>
                  </a:ext>
                </a:extLst>
              </p:cNvPr>
              <p:cNvSpPr txBox="1"/>
              <p:nvPr/>
            </p:nvSpPr>
            <p:spPr>
              <a:xfrm>
                <a:off x="4217753" y="20458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4548B588-1EF2-3765-D774-8E89B40CC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7753" y="2045898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群組 36">
            <a:extLst>
              <a:ext uri="{FF2B5EF4-FFF2-40B4-BE49-F238E27FC236}">
                <a16:creationId xmlns:a16="http://schemas.microsoft.com/office/drawing/2014/main" id="{DD522BC2-3765-3FDE-FF97-1F100496B88E}"/>
              </a:ext>
            </a:extLst>
          </p:cNvPr>
          <p:cNvGrpSpPr/>
          <p:nvPr/>
        </p:nvGrpSpPr>
        <p:grpSpPr>
          <a:xfrm>
            <a:off x="4420084" y="2064239"/>
            <a:ext cx="557375" cy="400110"/>
            <a:chOff x="1377671" y="1369717"/>
            <a:chExt cx="557375" cy="400110"/>
          </a:xfrm>
        </p:grpSpPr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A07C3162-49E7-AE44-C410-2E5C0910C476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92A5C472-3016-BB3E-4642-ECCF02B8A8B0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9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58B307D4-C1C9-11A6-CD12-2B98B720CE71}"/>
              </a:ext>
            </a:extLst>
          </p:cNvPr>
          <p:cNvSpPr txBox="1"/>
          <p:nvPr/>
        </p:nvSpPr>
        <p:spPr>
          <a:xfrm>
            <a:off x="4783126" y="1929844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97B416A-41CD-4D76-E651-70A94BAD8590}"/>
                  </a:ext>
                </a:extLst>
              </p:cNvPr>
              <p:cNvSpPr txBox="1"/>
              <p:nvPr/>
            </p:nvSpPr>
            <p:spPr>
              <a:xfrm>
                <a:off x="3208024" y="27393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197B416A-41CD-4D76-E651-70A94BAD85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024" y="2739372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群組 41">
            <a:extLst>
              <a:ext uri="{FF2B5EF4-FFF2-40B4-BE49-F238E27FC236}">
                <a16:creationId xmlns:a16="http://schemas.microsoft.com/office/drawing/2014/main" id="{3F3F6998-ADD0-F6B2-BCF0-B84479F409CB}"/>
              </a:ext>
            </a:extLst>
          </p:cNvPr>
          <p:cNvGrpSpPr/>
          <p:nvPr/>
        </p:nvGrpSpPr>
        <p:grpSpPr>
          <a:xfrm>
            <a:off x="3524053" y="2678449"/>
            <a:ext cx="1494938" cy="462519"/>
            <a:chOff x="6041222" y="5060350"/>
            <a:chExt cx="1494938" cy="462519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E68AC712-453B-B8CC-BFE4-1464BB0558E8}"/>
                </a:ext>
              </a:extLst>
            </p:cNvPr>
            <p:cNvGrpSpPr/>
            <p:nvPr/>
          </p:nvGrpSpPr>
          <p:grpSpPr>
            <a:xfrm>
              <a:off x="6041222" y="5116220"/>
              <a:ext cx="861343" cy="406649"/>
              <a:chOff x="6161984" y="4831900"/>
              <a:chExt cx="861343" cy="406649"/>
            </a:xfrm>
          </p:grpSpPr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AA08654D-6BF5-FBBC-5CB3-6D219430EBFA}"/>
                  </a:ext>
                </a:extLst>
              </p:cNvPr>
              <p:cNvSpPr txBox="1"/>
              <p:nvPr/>
            </p:nvSpPr>
            <p:spPr>
              <a:xfrm>
                <a:off x="6161984" y="4838439"/>
                <a:ext cx="749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rPr>
                  <a:t>972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FD35B66F-9B58-2D8B-761D-2D69EF26C56B}"/>
                      </a:ext>
                    </a:extLst>
                  </p:cNvPr>
                  <p:cNvSpPr txBox="1"/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7C8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7" name="文字方塊 46">
                    <a:extLst>
                      <a:ext uri="{FF2B5EF4-FFF2-40B4-BE49-F238E27FC236}">
                        <a16:creationId xmlns:a16="http://schemas.microsoft.com/office/drawing/2014/main" id="{FD35B66F-9B58-2D8B-761D-2D69EF26C56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43223A5F-1BE4-1D85-E09F-7C1272E1E035}"/>
                </a:ext>
              </a:extLst>
            </p:cNvPr>
            <p:cNvSpPr txBox="1"/>
            <p:nvPr/>
          </p:nvSpPr>
          <p:spPr>
            <a:xfrm>
              <a:off x="6888088" y="5146998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58B08789-378A-603A-2AD8-AC5AD9B2DA07}"/>
                </a:ext>
              </a:extLst>
            </p:cNvPr>
            <p:cNvSpPr txBox="1"/>
            <p:nvPr/>
          </p:nvSpPr>
          <p:spPr>
            <a:xfrm>
              <a:off x="7211165" y="5060350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A129E45F-134E-DFCB-5AB0-2A38AE65B0CC}"/>
              </a:ext>
            </a:extLst>
          </p:cNvPr>
          <p:cNvGrpSpPr/>
          <p:nvPr/>
        </p:nvGrpSpPr>
        <p:grpSpPr>
          <a:xfrm>
            <a:off x="0" y="3284984"/>
            <a:ext cx="9761905" cy="2444634"/>
            <a:chOff x="0" y="2771696"/>
            <a:chExt cx="9761905" cy="2444634"/>
          </a:xfrm>
        </p:grpSpPr>
        <p:pic>
          <p:nvPicPr>
            <p:cNvPr id="49" name="圖片 48">
              <a:extLst>
                <a:ext uri="{FF2B5EF4-FFF2-40B4-BE49-F238E27FC236}">
                  <a16:creationId xmlns:a16="http://schemas.microsoft.com/office/drawing/2014/main" id="{1CBBB2AB-8467-46D5-5B83-F8D1FBB40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0" y="2778235"/>
              <a:ext cx="9761905" cy="2438095"/>
            </a:xfrm>
            <a:prstGeom prst="rect">
              <a:avLst/>
            </a:prstGeom>
          </p:spPr>
        </p:pic>
        <p:pic>
          <p:nvPicPr>
            <p:cNvPr id="51" name="圖片 50">
              <a:extLst>
                <a:ext uri="{FF2B5EF4-FFF2-40B4-BE49-F238E27FC236}">
                  <a16:creationId xmlns:a16="http://schemas.microsoft.com/office/drawing/2014/main" id="{55F63CF7-85A0-D777-657D-A33B16537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4409170" y="2771696"/>
              <a:ext cx="2628571" cy="323810"/>
            </a:xfrm>
            <a:prstGeom prst="rect">
              <a:avLst/>
            </a:prstGeom>
          </p:spPr>
        </p:pic>
        <p:pic>
          <p:nvPicPr>
            <p:cNvPr id="53" name="圖片 52">
              <a:extLst>
                <a:ext uri="{FF2B5EF4-FFF2-40B4-BE49-F238E27FC236}">
                  <a16:creationId xmlns:a16="http://schemas.microsoft.com/office/drawing/2014/main" id="{92DD698E-90B1-9DCE-FB2E-27DA71CFC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1881387" y="3431799"/>
              <a:ext cx="5371429" cy="1714286"/>
            </a:xfrm>
            <a:prstGeom prst="rect">
              <a:avLst/>
            </a:prstGeom>
          </p:spPr>
        </p:pic>
      </p:grpSp>
      <p:sp>
        <p:nvSpPr>
          <p:cNvPr id="55" name="TextBox 15">
            <a:extLst>
              <a:ext uri="{FF2B5EF4-FFF2-40B4-BE49-F238E27FC236}">
                <a16:creationId xmlns:a16="http://schemas.microsoft.com/office/drawing/2014/main" id="{E72B828E-4804-601A-5244-67A711EE770F}"/>
              </a:ext>
            </a:extLst>
          </p:cNvPr>
          <p:cNvSpPr txBox="1"/>
          <p:nvPr/>
        </p:nvSpPr>
        <p:spPr>
          <a:xfrm>
            <a:off x="644206" y="3863417"/>
            <a:ext cx="32403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Sphere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71CB12C9-2CB8-DEEC-30B1-57B06D715A3A}"/>
                  </a:ext>
                </a:extLst>
              </p:cNvPr>
              <p:cNvSpPr txBox="1"/>
              <p:nvPr/>
            </p:nvSpPr>
            <p:spPr>
              <a:xfrm>
                <a:off x="3818253" y="38582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71CB12C9-2CB8-DEEC-30B1-57B06D715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253" y="3858214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字方塊 56">
            <a:extLst>
              <a:ext uri="{FF2B5EF4-FFF2-40B4-BE49-F238E27FC236}">
                <a16:creationId xmlns:a16="http://schemas.microsoft.com/office/drawing/2014/main" id="{F102D8F1-EEDE-5761-5F18-BB85BC8F9A91}"/>
              </a:ext>
            </a:extLst>
          </p:cNvPr>
          <p:cNvSpPr txBox="1"/>
          <p:nvPr/>
        </p:nvSpPr>
        <p:spPr>
          <a:xfrm>
            <a:off x="4110402" y="3858214"/>
            <a:ext cx="40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EFD14E6B-49BB-77BE-B39D-026F353E93B9}"/>
              </a:ext>
            </a:extLst>
          </p:cNvPr>
          <p:cNvGrpSpPr/>
          <p:nvPr/>
        </p:nvGrpSpPr>
        <p:grpSpPr>
          <a:xfrm>
            <a:off x="4314386" y="3789040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B4DCC24D-AB7B-37FB-50B2-FD7307C4F015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9" name="文字方塊 58">
                  <a:extLst>
                    <a:ext uri="{FF2B5EF4-FFF2-40B4-BE49-F238E27FC236}">
                      <a16:creationId xmlns:a16="http://schemas.microsoft.com/office/drawing/2014/main" id="{B4DCC24D-AB7B-37FB-50B2-FD7307C4F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EB8F5DFB-B5EE-B2E3-45B1-69F1713FBA56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7561E574-6E56-3320-B938-E1AA5DC7FA3A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03BCB24E-3622-FAF7-5F06-FD06A5312EAA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63" name="筆跡 62">
                <a:extLst>
                  <a:ext uri="{FF2B5EF4-FFF2-40B4-BE49-F238E27FC236}">
                    <a16:creationId xmlns:a16="http://schemas.microsoft.com/office/drawing/2014/main" id="{83EFDAE4-364C-80FB-A119-F16A4FC65D67}"/>
                  </a:ext>
                </a:extLst>
              </p14:cNvPr>
              <p14:cNvContentPartPr/>
              <p14:nvPr/>
            </p14:nvContentPartPr>
            <p14:xfrm>
              <a:off x="1028906" y="3486192"/>
              <a:ext cx="962638" cy="45719"/>
            </p14:xfrm>
          </p:contentPart>
        </mc:Choice>
        <mc:Fallback xmlns="">
          <p:pic>
            <p:nvPicPr>
              <p:cNvPr id="63" name="筆跡 62">
                <a:extLst>
                  <a:ext uri="{FF2B5EF4-FFF2-40B4-BE49-F238E27FC236}">
                    <a16:creationId xmlns:a16="http://schemas.microsoft.com/office/drawing/2014/main" id="{83EFDAE4-364C-80FB-A119-F16A4FC65D6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74886" y="-10229508"/>
                <a:ext cx="1070318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64" name="TextBox 15">
            <a:extLst>
              <a:ext uri="{FF2B5EF4-FFF2-40B4-BE49-F238E27FC236}">
                <a16:creationId xmlns:a16="http://schemas.microsoft.com/office/drawing/2014/main" id="{ADC1E955-9E74-36CB-BD67-295C86DB80AC}"/>
              </a:ext>
            </a:extLst>
          </p:cNvPr>
          <p:cNvSpPr txBox="1"/>
          <p:nvPr/>
        </p:nvSpPr>
        <p:spPr>
          <a:xfrm>
            <a:off x="508026" y="1417563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Sphere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E33ACFD2-902A-E003-F72F-E1617654971E}"/>
                  </a:ext>
                </a:extLst>
              </p:cNvPr>
              <p:cNvSpPr txBox="1"/>
              <p:nvPr/>
            </p:nvSpPr>
            <p:spPr>
              <a:xfrm>
                <a:off x="3210664" y="14175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E33ACFD2-902A-E003-F72F-E16176549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664" y="1417563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群組 65">
            <a:extLst>
              <a:ext uri="{FF2B5EF4-FFF2-40B4-BE49-F238E27FC236}">
                <a16:creationId xmlns:a16="http://schemas.microsoft.com/office/drawing/2014/main" id="{9C1B1707-24B5-90A5-ED1B-7803F0BA92C4}"/>
              </a:ext>
            </a:extLst>
          </p:cNvPr>
          <p:cNvGrpSpPr/>
          <p:nvPr/>
        </p:nvGrpSpPr>
        <p:grpSpPr>
          <a:xfrm>
            <a:off x="3621958" y="1253974"/>
            <a:ext cx="364383" cy="777549"/>
            <a:chOff x="2896107" y="4671588"/>
            <a:chExt cx="364383" cy="777549"/>
          </a:xfrm>
        </p:grpSpPr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42BC6F10-3712-BEB6-1613-1CD26DE1FB91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8" name="群組 67">
              <a:extLst>
                <a:ext uri="{FF2B5EF4-FFF2-40B4-BE49-F238E27FC236}">
                  <a16:creationId xmlns:a16="http://schemas.microsoft.com/office/drawing/2014/main" id="{2FDA35C7-A303-C10E-9B25-EA021FCE0A9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9" name="直線接點 68">
                <a:extLst>
                  <a:ext uri="{FF2B5EF4-FFF2-40B4-BE49-F238E27FC236}">
                    <a16:creationId xmlns:a16="http://schemas.microsoft.com/office/drawing/2014/main" id="{A1CE956B-2B41-B0E2-B112-3F79AA1A2DF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A0EBDD52-2408-A988-41B1-8B21CE60964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6C886A7C-086D-D8B7-524C-6C8296FB64F7}"/>
                  </a:ext>
                </a:extLst>
              </p:cNvPr>
              <p:cNvSpPr txBox="1"/>
              <p:nvPr/>
            </p:nvSpPr>
            <p:spPr>
              <a:xfrm>
                <a:off x="3995601" y="14175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6C886A7C-086D-D8B7-524C-6C8296FB6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5601" y="1417563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71">
            <a:extLst>
              <a:ext uri="{FF2B5EF4-FFF2-40B4-BE49-F238E27FC236}">
                <a16:creationId xmlns:a16="http://schemas.microsoft.com/office/drawing/2014/main" id="{26162B1E-B450-F278-2021-7EEA28043885}"/>
              </a:ext>
            </a:extLst>
          </p:cNvPr>
          <p:cNvGrpSpPr/>
          <p:nvPr/>
        </p:nvGrpSpPr>
        <p:grpSpPr>
          <a:xfrm>
            <a:off x="4291289" y="1348389"/>
            <a:ext cx="678554" cy="469284"/>
            <a:chOff x="4223792" y="733934"/>
            <a:chExt cx="678554" cy="46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0961C651-D1A8-05A1-908F-1F47C2EF2AE0}"/>
                    </a:ext>
                  </a:extLst>
                </p:cNvPr>
                <p:cNvSpPr txBox="1"/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3" name="文字方塊 72">
                  <a:extLst>
                    <a:ext uri="{FF2B5EF4-FFF2-40B4-BE49-F238E27FC236}">
                      <a16:creationId xmlns:a16="http://schemas.microsoft.com/office/drawing/2014/main" id="{0961C651-D1A8-05A1-908F-1F47C2EF2A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3792" y="794482"/>
                  <a:ext cx="295688" cy="400110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4" name="群組 73">
              <a:extLst>
                <a:ext uri="{FF2B5EF4-FFF2-40B4-BE49-F238E27FC236}">
                  <a16:creationId xmlns:a16="http://schemas.microsoft.com/office/drawing/2014/main" id="{3EB9963F-9AC8-EB1B-8A3F-48573B14B3C5}"/>
                </a:ext>
              </a:extLst>
            </p:cNvPr>
            <p:cNvGrpSpPr/>
            <p:nvPr/>
          </p:nvGrpSpPr>
          <p:grpSpPr>
            <a:xfrm>
              <a:off x="4409952" y="733934"/>
              <a:ext cx="492394" cy="469284"/>
              <a:chOff x="1607029" y="3431834"/>
              <a:chExt cx="492394" cy="469284"/>
            </a:xfrm>
          </p:grpSpPr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0CE22366-1EED-5252-EEDA-421611BC68A0}"/>
                  </a:ext>
                </a:extLst>
              </p:cNvPr>
              <p:cNvSpPr txBox="1"/>
              <p:nvPr/>
            </p:nvSpPr>
            <p:spPr>
              <a:xfrm>
                <a:off x="1607029" y="3501008"/>
                <a:ext cx="34749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endParaRPr>
              </a:p>
            </p:txBody>
          </p:sp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FBE38327-7AE6-AB66-4EC9-F475EAAA8E99}"/>
                  </a:ext>
                </a:extLst>
              </p:cNvPr>
              <p:cNvSpPr txBox="1"/>
              <p:nvPr/>
            </p:nvSpPr>
            <p:spPr>
              <a:xfrm>
                <a:off x="1774428" y="3431834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48B4BEF7-EC9F-09E0-4982-0D0DFBC70C90}"/>
                  </a:ext>
                </a:extLst>
              </p:cNvPr>
              <p:cNvSpPr txBox="1"/>
              <p:nvPr/>
            </p:nvSpPr>
            <p:spPr>
              <a:xfrm>
                <a:off x="3808862" y="44243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48B4BEF7-EC9F-09E0-4982-0D0DFBC70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862" y="4424335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文字方塊 77">
            <a:extLst>
              <a:ext uri="{FF2B5EF4-FFF2-40B4-BE49-F238E27FC236}">
                <a16:creationId xmlns:a16="http://schemas.microsoft.com/office/drawing/2014/main" id="{A36A998E-5459-0779-0F19-8FDFE319FAB3}"/>
              </a:ext>
            </a:extLst>
          </p:cNvPr>
          <p:cNvSpPr txBox="1"/>
          <p:nvPr/>
        </p:nvSpPr>
        <p:spPr>
          <a:xfrm>
            <a:off x="4079778" y="4430874"/>
            <a:ext cx="4079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3C75460-DBE2-D78E-0FD3-2749CE6A44C3}"/>
                  </a:ext>
                </a:extLst>
              </p:cNvPr>
              <p:cNvSpPr txBox="1"/>
              <p:nvPr/>
            </p:nvSpPr>
            <p:spPr>
              <a:xfrm>
                <a:off x="4277644" y="44125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3C75460-DBE2-D78E-0FD3-2749CE6A4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7644" y="4412533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群組 79">
            <a:extLst>
              <a:ext uri="{FF2B5EF4-FFF2-40B4-BE49-F238E27FC236}">
                <a16:creationId xmlns:a16="http://schemas.microsoft.com/office/drawing/2014/main" id="{939E9B87-ED80-C922-F8B1-9A86FE3E90C3}"/>
              </a:ext>
            </a:extLst>
          </p:cNvPr>
          <p:cNvGrpSpPr/>
          <p:nvPr/>
        </p:nvGrpSpPr>
        <p:grpSpPr>
          <a:xfrm>
            <a:off x="4479975" y="4430874"/>
            <a:ext cx="557375" cy="400110"/>
            <a:chOff x="1377671" y="1369717"/>
            <a:chExt cx="557375" cy="400110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318D44D5-5241-215D-B804-1B8B2CA04E97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82" name="文字方塊 81">
              <a:extLst>
                <a:ext uri="{FF2B5EF4-FFF2-40B4-BE49-F238E27FC236}">
                  <a16:creationId xmlns:a16="http://schemas.microsoft.com/office/drawing/2014/main" id="{15F10FE0-DEC6-7E7A-4402-06B0995FB566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6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2ADECB67-8322-646D-9275-845F84FF1593}"/>
              </a:ext>
            </a:extLst>
          </p:cNvPr>
          <p:cNvSpPr txBox="1"/>
          <p:nvPr/>
        </p:nvSpPr>
        <p:spPr>
          <a:xfrm>
            <a:off x="4843017" y="4296479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8FA253BE-CA47-6166-1DBD-0073CA6A61E8}"/>
                  </a:ext>
                </a:extLst>
              </p:cNvPr>
              <p:cNvSpPr txBox="1"/>
              <p:nvPr/>
            </p:nvSpPr>
            <p:spPr>
              <a:xfrm>
                <a:off x="3814054" y="496515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8FA253BE-CA47-6166-1DBD-0073CA6A6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4054" y="4965154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5" name="群組 84">
            <a:extLst>
              <a:ext uri="{FF2B5EF4-FFF2-40B4-BE49-F238E27FC236}">
                <a16:creationId xmlns:a16="http://schemas.microsoft.com/office/drawing/2014/main" id="{F425E6B2-248D-AC92-01A6-D23822884C39}"/>
              </a:ext>
            </a:extLst>
          </p:cNvPr>
          <p:cNvGrpSpPr/>
          <p:nvPr/>
        </p:nvGrpSpPr>
        <p:grpSpPr>
          <a:xfrm>
            <a:off x="4079776" y="4911629"/>
            <a:ext cx="1494938" cy="462519"/>
            <a:chOff x="6041222" y="5060350"/>
            <a:chExt cx="1494938" cy="462519"/>
          </a:xfrm>
        </p:grpSpPr>
        <p:grpSp>
          <p:nvGrpSpPr>
            <p:cNvPr id="86" name="群組 85">
              <a:extLst>
                <a:ext uri="{FF2B5EF4-FFF2-40B4-BE49-F238E27FC236}">
                  <a16:creationId xmlns:a16="http://schemas.microsoft.com/office/drawing/2014/main" id="{6375A92F-1A2A-E6CE-ED40-1E02859A8665}"/>
                </a:ext>
              </a:extLst>
            </p:cNvPr>
            <p:cNvGrpSpPr/>
            <p:nvPr/>
          </p:nvGrpSpPr>
          <p:grpSpPr>
            <a:xfrm>
              <a:off x="6041222" y="5116220"/>
              <a:ext cx="861343" cy="406649"/>
              <a:chOff x="6161984" y="4831900"/>
              <a:chExt cx="861343" cy="406649"/>
            </a:xfrm>
          </p:grpSpPr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C8A9013E-DCEF-0225-27C1-5BA102FB766A}"/>
                  </a:ext>
                </a:extLst>
              </p:cNvPr>
              <p:cNvSpPr txBox="1"/>
              <p:nvPr/>
            </p:nvSpPr>
            <p:spPr>
              <a:xfrm>
                <a:off x="6161984" y="4838439"/>
                <a:ext cx="7494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rPr>
                  <a:t>144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D25C5381-CC5B-C23D-DC3B-8E8536C3D5E3}"/>
                      </a:ext>
                    </a:extLst>
                  </p:cNvPr>
                  <p:cNvSpPr txBox="1"/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FF0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0" name="文字方塊 89">
                    <a:extLst>
                      <a:ext uri="{FF2B5EF4-FFF2-40B4-BE49-F238E27FC236}">
                        <a16:creationId xmlns:a16="http://schemas.microsoft.com/office/drawing/2014/main" id="{D25C5381-CC5B-C23D-DC3B-8E8536C3D5E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F9391A37-BB47-A26A-72B1-3650D46360C8}"/>
                </a:ext>
              </a:extLst>
            </p:cNvPr>
            <p:cNvSpPr txBox="1"/>
            <p:nvPr/>
          </p:nvSpPr>
          <p:spPr>
            <a:xfrm>
              <a:off x="6888088" y="5146998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24240B3D-3C99-5E19-A80D-1B4183992E39}"/>
                </a:ext>
              </a:extLst>
            </p:cNvPr>
            <p:cNvSpPr txBox="1"/>
            <p:nvPr/>
          </p:nvSpPr>
          <p:spPr>
            <a:xfrm>
              <a:off x="7211165" y="5060350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42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18" grpId="0"/>
      <p:bldP spid="20" grpId="0"/>
      <p:bldP spid="26" grpId="0"/>
      <p:bldP spid="36" grpId="0"/>
      <p:bldP spid="40" grpId="0"/>
      <p:bldP spid="41" grpId="0"/>
      <p:bldP spid="55" grpId="0"/>
      <p:bldP spid="56" grpId="0"/>
      <p:bldP spid="57" grpId="0"/>
      <p:bldP spid="64" grpId="0"/>
      <p:bldP spid="65" grpId="0"/>
      <p:bldP spid="71" grpId="0"/>
      <p:bldP spid="77" grpId="0"/>
      <p:bldP spid="78" grpId="0"/>
      <p:bldP spid="79" grpId="0"/>
      <p:bldP spid="83" grpId="0"/>
      <p:bldP spid="8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B425D9A-4D4F-E59B-4254-FE1D4503B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116632"/>
            <a:ext cx="9304762" cy="68571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2552FB52-D0DA-12A2-1D7B-FC93924A39BC}"/>
                  </a:ext>
                </a:extLst>
              </p14:cNvPr>
              <p14:cNvContentPartPr/>
              <p14:nvPr/>
            </p14:nvContentPartPr>
            <p14:xfrm>
              <a:off x="3205717" y="260648"/>
              <a:ext cx="1378115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2552FB52-D0DA-12A2-1D7B-FC93924A39B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51687" y="-13455052"/>
                <a:ext cx="148581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7AE6F033-1EF4-0DFE-19A5-22DEEE394360}"/>
                  </a:ext>
                </a:extLst>
              </p14:cNvPr>
              <p14:cNvContentPartPr/>
              <p14:nvPr/>
            </p14:nvContentPartPr>
            <p14:xfrm>
              <a:off x="5434823" y="283507"/>
              <a:ext cx="733186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7AE6F033-1EF4-0DFE-19A5-22DEEE39436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80806" y="-13432193"/>
                <a:ext cx="840859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7C8B6C75-E097-69BA-A011-D3ACB09F94D5}"/>
                  </a:ext>
                </a:extLst>
              </p14:cNvPr>
              <p14:cNvContentPartPr/>
              <p14:nvPr/>
            </p14:nvContentPartPr>
            <p14:xfrm>
              <a:off x="6824212" y="273641"/>
              <a:ext cx="1864075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7C8B6C75-E097-69BA-A011-D3ACB09F94D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70191" y="-13442059"/>
                <a:ext cx="197175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76623300-A28E-4C16-080F-4D875EF35400}"/>
                  </a:ext>
                </a:extLst>
              </p14:cNvPr>
              <p14:cNvContentPartPr/>
              <p14:nvPr/>
            </p14:nvContentPartPr>
            <p14:xfrm>
              <a:off x="1127448" y="620688"/>
              <a:ext cx="2520280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76623300-A28E-4C16-080F-4D875EF3540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73434" y="-13095012"/>
                <a:ext cx="262794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15">
            <a:extLst>
              <a:ext uri="{FF2B5EF4-FFF2-40B4-BE49-F238E27FC236}">
                <a16:creationId xmlns:a16="http://schemas.microsoft.com/office/drawing/2014/main" id="{B4DCA28D-5B3C-B189-8CCE-E53F82E70295}"/>
              </a:ext>
            </a:extLst>
          </p:cNvPr>
          <p:cNvSpPr txBox="1"/>
          <p:nvPr/>
        </p:nvSpPr>
        <p:spPr>
          <a:xfrm>
            <a:off x="551384" y="1140363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Calligraphy" panose="03010101010101010101" pitchFamily="66" charset="0"/>
              </a:rPr>
              <a:t>Old radius</a:t>
            </a:r>
            <a:endParaRPr lang="zh-TW" altLang="en-US" sz="2000" b="1" dirty="0">
              <a:solidFill>
                <a:schemeClr val="accent6">
                  <a:lumMod val="60000"/>
                  <a:lumOff val="40000"/>
                </a:schemeClr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33AE181-41F0-E858-605F-B893B5A8F284}"/>
                  </a:ext>
                </a:extLst>
              </p:cNvPr>
              <p:cNvSpPr txBox="1"/>
              <p:nvPr/>
            </p:nvSpPr>
            <p:spPr>
              <a:xfrm>
                <a:off x="2128101" y="114036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D33AE181-41F0-E858-605F-B893B5A8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101" y="1140363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字方塊 9">
            <a:extLst>
              <a:ext uri="{FF2B5EF4-FFF2-40B4-BE49-F238E27FC236}">
                <a16:creationId xmlns:a16="http://schemas.microsoft.com/office/drawing/2014/main" id="{943FE933-B030-1A61-7379-66861D05E3E2}"/>
              </a:ext>
            </a:extLst>
          </p:cNvPr>
          <p:cNvSpPr txBox="1"/>
          <p:nvPr/>
        </p:nvSpPr>
        <p:spPr>
          <a:xfrm>
            <a:off x="2423789" y="1140363"/>
            <a:ext cx="5656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725D1BBC-F5CD-9BDB-09D7-5D2E36592BBC}"/>
              </a:ext>
            </a:extLst>
          </p:cNvPr>
          <p:cNvSpPr txBox="1"/>
          <p:nvPr/>
        </p:nvSpPr>
        <p:spPr>
          <a:xfrm>
            <a:off x="4584924" y="1154179"/>
            <a:ext cx="1803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New radius</a:t>
            </a:r>
            <a:endParaRPr lang="zh-TW" altLang="en-US" sz="2000" b="1" dirty="0"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003DD57-EED6-0F0E-AA2D-FEB3A28E7C93}"/>
                  </a:ext>
                </a:extLst>
              </p:cNvPr>
              <p:cNvSpPr txBox="1"/>
              <p:nvPr/>
            </p:nvSpPr>
            <p:spPr>
              <a:xfrm>
                <a:off x="6331784" y="115417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D003DD57-EED6-0F0E-AA2D-FEB3A28E7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1784" y="1154179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40E78EC8-1E2E-6616-B199-9B77261145BE}"/>
              </a:ext>
            </a:extLst>
          </p:cNvPr>
          <p:cNvSpPr txBox="1"/>
          <p:nvPr/>
        </p:nvSpPr>
        <p:spPr>
          <a:xfrm>
            <a:off x="6627472" y="1154179"/>
            <a:ext cx="3326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129D14D0-905A-545C-88E5-4EE4B3E0C3F8}"/>
              </a:ext>
            </a:extLst>
          </p:cNvPr>
          <p:cNvSpPr txBox="1"/>
          <p:nvPr/>
        </p:nvSpPr>
        <p:spPr>
          <a:xfrm>
            <a:off x="449783" y="1792114"/>
            <a:ext cx="1757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Old volume</a:t>
            </a:r>
            <a:endParaRPr lang="zh-TW" altLang="en-US" sz="2000" b="1" dirty="0"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EA8BB89-C1E9-841C-7F8E-17A451F2E8CA}"/>
                  </a:ext>
                </a:extLst>
              </p:cNvPr>
              <p:cNvSpPr txBox="1"/>
              <p:nvPr/>
            </p:nvSpPr>
            <p:spPr>
              <a:xfrm>
                <a:off x="2128101" y="17921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7EA8BB89-C1E9-841C-7F8E-17A451F2E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101" y="1792114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1" name="群組 40">
            <a:extLst>
              <a:ext uri="{FF2B5EF4-FFF2-40B4-BE49-F238E27FC236}">
                <a16:creationId xmlns:a16="http://schemas.microsoft.com/office/drawing/2014/main" id="{F34FCE6A-2C71-5592-B030-F9B6AC016A1D}"/>
              </a:ext>
            </a:extLst>
          </p:cNvPr>
          <p:cNvGrpSpPr/>
          <p:nvPr/>
        </p:nvGrpSpPr>
        <p:grpSpPr>
          <a:xfrm>
            <a:off x="2526129" y="1628800"/>
            <a:ext cx="1347885" cy="777549"/>
            <a:chOff x="2526129" y="1628800"/>
            <a:chExt cx="1347885" cy="777549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3F87D0D9-6333-A968-29E3-16D160EBF571}"/>
                </a:ext>
              </a:extLst>
            </p:cNvPr>
            <p:cNvGrpSpPr/>
            <p:nvPr/>
          </p:nvGrpSpPr>
          <p:grpSpPr>
            <a:xfrm>
              <a:off x="2526129" y="1628800"/>
              <a:ext cx="364383" cy="777549"/>
              <a:chOff x="2896107" y="4671588"/>
              <a:chExt cx="364383" cy="777549"/>
            </a:xfrm>
          </p:grpSpPr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39338E75-3697-75E2-E6B9-5D98C0D81BD1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297F8DC8-8D40-4180-AB8E-08E19BE296E8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33" name="直線接點 32">
                  <a:extLst>
                    <a:ext uri="{FF2B5EF4-FFF2-40B4-BE49-F238E27FC236}">
                      <a16:creationId xmlns:a16="http://schemas.microsoft.com/office/drawing/2014/main" id="{5D6B27E5-5974-DDC5-75BF-00D51EBAD7B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FE9D5BDD-D91C-8CA8-1408-AECA2A517CD1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C01B7453-4605-A648-7175-B32610F4A44A}"/>
                    </a:ext>
                  </a:extLst>
                </p:cNvPr>
                <p:cNvSpPr txBox="1"/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5" name="文字方塊 34">
                  <a:extLst>
                    <a:ext uri="{FF2B5EF4-FFF2-40B4-BE49-F238E27FC236}">
                      <a16:creationId xmlns:a16="http://schemas.microsoft.com/office/drawing/2014/main" id="{C01B7453-4605-A648-7175-B32610F4A4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78EADF41-8C73-C04E-098D-90B0609A6FDD}"/>
                </a:ext>
              </a:extLst>
            </p:cNvPr>
            <p:cNvGrpSpPr/>
            <p:nvPr/>
          </p:nvGrpSpPr>
          <p:grpSpPr>
            <a:xfrm>
              <a:off x="3195460" y="1723215"/>
              <a:ext cx="678554" cy="469284"/>
              <a:chOff x="4223792" y="733934"/>
              <a:chExt cx="678554" cy="469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948F07FC-4B4E-781A-6D9C-CB97095B4BF0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37" name="文字方塊 36">
                    <a:extLst>
                      <a:ext uri="{FF2B5EF4-FFF2-40B4-BE49-F238E27FC236}">
                        <a16:creationId xmlns:a16="http://schemas.microsoft.com/office/drawing/2014/main" id="{948F07FC-4B4E-781A-6D9C-CB97095B4B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8" name="群組 37">
                <a:extLst>
                  <a:ext uri="{FF2B5EF4-FFF2-40B4-BE49-F238E27FC236}">
                    <a16:creationId xmlns:a16="http://schemas.microsoft.com/office/drawing/2014/main" id="{D9D5AD2A-7622-1147-91BF-928EB887571A}"/>
                  </a:ext>
                </a:extLst>
              </p:cNvPr>
              <p:cNvGrpSpPr/>
              <p:nvPr/>
            </p:nvGrpSpPr>
            <p:grpSpPr>
              <a:xfrm>
                <a:off x="4409952" y="733934"/>
                <a:ext cx="492394" cy="469284"/>
                <a:chOff x="1607029" y="3431834"/>
                <a:chExt cx="492394" cy="469284"/>
              </a:xfrm>
            </p:grpSpPr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78F84216-91D4-6546-7EBE-6CD2D6D2D0CF}"/>
                    </a:ext>
                  </a:extLst>
                </p:cNvPr>
                <p:cNvSpPr txBox="1"/>
                <p:nvPr/>
              </p:nvSpPr>
              <p:spPr>
                <a:xfrm>
                  <a:off x="1607029" y="3501008"/>
                  <a:ext cx="3474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r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40" name="文字方塊 39">
                  <a:extLst>
                    <a:ext uri="{FF2B5EF4-FFF2-40B4-BE49-F238E27FC236}">
                      <a16:creationId xmlns:a16="http://schemas.microsoft.com/office/drawing/2014/main" id="{57F82246-F4CA-7A87-651A-7347B5E926F8}"/>
                    </a:ext>
                  </a:extLst>
                </p:cNvPr>
                <p:cNvSpPr txBox="1"/>
                <p:nvPr/>
              </p:nvSpPr>
              <p:spPr>
                <a:xfrm>
                  <a:off x="1774428" y="3431834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</a:p>
              </p:txBody>
            </p:sp>
          </p:grpSp>
        </p:grpSp>
      </p:grpSp>
      <p:sp>
        <p:nvSpPr>
          <p:cNvPr id="42" name="TextBox 15">
            <a:extLst>
              <a:ext uri="{FF2B5EF4-FFF2-40B4-BE49-F238E27FC236}">
                <a16:creationId xmlns:a16="http://schemas.microsoft.com/office/drawing/2014/main" id="{09941869-F33B-90CA-1580-54CDE27D8419}"/>
              </a:ext>
            </a:extLst>
          </p:cNvPr>
          <p:cNvSpPr txBox="1"/>
          <p:nvPr/>
        </p:nvSpPr>
        <p:spPr>
          <a:xfrm>
            <a:off x="4394216" y="1791611"/>
            <a:ext cx="20194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New volume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3F0D492-43D6-176F-6732-2173FE94171D}"/>
                  </a:ext>
                </a:extLst>
              </p:cNvPr>
              <p:cNvSpPr txBox="1"/>
              <p:nvPr/>
            </p:nvSpPr>
            <p:spPr>
              <a:xfrm>
                <a:off x="6334158" y="179161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3F0D492-43D6-176F-6732-2173FE941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158" y="1791611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群組 43">
            <a:extLst>
              <a:ext uri="{FF2B5EF4-FFF2-40B4-BE49-F238E27FC236}">
                <a16:creationId xmlns:a16="http://schemas.microsoft.com/office/drawing/2014/main" id="{82B45974-9F12-605A-4AB5-884C5899BA43}"/>
              </a:ext>
            </a:extLst>
          </p:cNvPr>
          <p:cNvGrpSpPr/>
          <p:nvPr/>
        </p:nvGrpSpPr>
        <p:grpSpPr>
          <a:xfrm>
            <a:off x="6744072" y="1617464"/>
            <a:ext cx="1347885" cy="777549"/>
            <a:chOff x="2526129" y="1628800"/>
            <a:chExt cx="1347885" cy="777549"/>
          </a:xfrm>
        </p:grpSpPr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FEBA6688-4E01-7FC8-88F5-1C31C697048E}"/>
                </a:ext>
              </a:extLst>
            </p:cNvPr>
            <p:cNvGrpSpPr/>
            <p:nvPr/>
          </p:nvGrpSpPr>
          <p:grpSpPr>
            <a:xfrm>
              <a:off x="2526129" y="1628800"/>
              <a:ext cx="364383" cy="777549"/>
              <a:chOff x="2896107" y="4671588"/>
              <a:chExt cx="364383" cy="777549"/>
            </a:xfrm>
          </p:grpSpPr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9B45D2F4-8FBE-4D79-9893-7065AC01F426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53" name="群組 52">
                <a:extLst>
                  <a:ext uri="{FF2B5EF4-FFF2-40B4-BE49-F238E27FC236}">
                    <a16:creationId xmlns:a16="http://schemas.microsoft.com/office/drawing/2014/main" id="{36125EBB-C1B1-894A-701B-4B370992BCAE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54" name="直線接點 53">
                  <a:extLst>
                    <a:ext uri="{FF2B5EF4-FFF2-40B4-BE49-F238E27FC236}">
                      <a16:creationId xmlns:a16="http://schemas.microsoft.com/office/drawing/2014/main" id="{04750D5B-A441-1E2F-D720-9AF6CB04B2C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5" name="文字方塊 54">
                  <a:extLst>
                    <a:ext uri="{FF2B5EF4-FFF2-40B4-BE49-F238E27FC236}">
                      <a16:creationId xmlns:a16="http://schemas.microsoft.com/office/drawing/2014/main" id="{01B8C556-DEAB-DF17-64AB-D625CFA9AA7E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0B5747A8-8E8C-C88C-CC36-32A40DF2E47E}"/>
                    </a:ext>
                  </a:extLst>
                </p:cNvPr>
                <p:cNvSpPr txBox="1"/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0B5747A8-8E8C-C88C-CC36-32A40DF2E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7" name="群組 46">
              <a:extLst>
                <a:ext uri="{FF2B5EF4-FFF2-40B4-BE49-F238E27FC236}">
                  <a16:creationId xmlns:a16="http://schemas.microsoft.com/office/drawing/2014/main" id="{0D151548-361D-9FA9-5ABF-40147C0710DB}"/>
                </a:ext>
              </a:extLst>
            </p:cNvPr>
            <p:cNvGrpSpPr/>
            <p:nvPr/>
          </p:nvGrpSpPr>
          <p:grpSpPr>
            <a:xfrm>
              <a:off x="3195460" y="1723215"/>
              <a:ext cx="678554" cy="469284"/>
              <a:chOff x="4223792" y="733934"/>
              <a:chExt cx="678554" cy="469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617D8781-CB2C-BDBA-5831-3B7FA672F7DC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617D8781-CB2C-BDBA-5831-3B7FA672F7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5458ECD6-1563-E4C2-C58C-9FC6F3047DA1}"/>
                  </a:ext>
                </a:extLst>
              </p:cNvPr>
              <p:cNvGrpSpPr/>
              <p:nvPr/>
            </p:nvGrpSpPr>
            <p:grpSpPr>
              <a:xfrm>
                <a:off x="4409952" y="733934"/>
                <a:ext cx="492394" cy="469284"/>
                <a:chOff x="1607029" y="3431834"/>
                <a:chExt cx="492394" cy="469284"/>
              </a:xfrm>
            </p:grpSpPr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C47BFB76-A5DE-2B28-9993-0A738EC77A55}"/>
                    </a:ext>
                  </a:extLst>
                </p:cNvPr>
                <p:cNvSpPr txBox="1"/>
                <p:nvPr/>
              </p:nvSpPr>
              <p:spPr>
                <a:xfrm>
                  <a:off x="1607029" y="3501008"/>
                  <a:ext cx="3474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r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5A2D8F54-97E7-41EF-0859-A177F4254EFA}"/>
                    </a:ext>
                  </a:extLst>
                </p:cNvPr>
                <p:cNvSpPr txBox="1"/>
                <p:nvPr/>
              </p:nvSpPr>
              <p:spPr>
                <a:xfrm>
                  <a:off x="1774428" y="3431834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3AB895C5-2D05-1E50-9D14-5F2A7AF629ED}"/>
                  </a:ext>
                </a:extLst>
              </p:cNvPr>
              <p:cNvSpPr txBox="1"/>
              <p:nvPr/>
            </p:nvSpPr>
            <p:spPr>
              <a:xfrm>
                <a:off x="7972830" y="17805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3AB895C5-2D05-1E50-9D14-5F2A7AF629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2830" y="1780507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群組 56">
            <a:extLst>
              <a:ext uri="{FF2B5EF4-FFF2-40B4-BE49-F238E27FC236}">
                <a16:creationId xmlns:a16="http://schemas.microsoft.com/office/drawing/2014/main" id="{269204F9-00D1-CEB9-DC6E-8E1388320597}"/>
              </a:ext>
            </a:extLst>
          </p:cNvPr>
          <p:cNvGrpSpPr/>
          <p:nvPr/>
        </p:nvGrpSpPr>
        <p:grpSpPr>
          <a:xfrm>
            <a:off x="8197370" y="1772152"/>
            <a:ext cx="1468501" cy="409011"/>
            <a:chOff x="1498603" y="1408278"/>
            <a:chExt cx="1468501" cy="409011"/>
          </a:xfrm>
        </p:grpSpPr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3EC8B656-8FA3-93CF-8ED6-C6FC495A97B2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E9318785-1D69-5212-4F31-779A9B62C7B0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文字方塊 59">
                  <a:extLst>
                    <a:ext uri="{FF2B5EF4-FFF2-40B4-BE49-F238E27FC236}">
                      <a16:creationId xmlns:a16="http://schemas.microsoft.com/office/drawing/2014/main" id="{E544B1C5-713F-4ABB-B3FB-814203D02584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1342D71-8951-3451-E38C-403846E86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TextBox 15">
            <a:extLst>
              <a:ext uri="{FF2B5EF4-FFF2-40B4-BE49-F238E27FC236}">
                <a16:creationId xmlns:a16="http://schemas.microsoft.com/office/drawing/2014/main" id="{6E2AD937-8689-C65E-D917-D8984E651A01}"/>
              </a:ext>
            </a:extLst>
          </p:cNvPr>
          <p:cNvSpPr txBox="1"/>
          <p:nvPr/>
        </p:nvSpPr>
        <p:spPr>
          <a:xfrm>
            <a:off x="449783" y="2461342"/>
            <a:ext cx="3939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r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 be the new radius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9D6050E4-E3C5-39E8-ADD2-2B898A982D29}"/>
              </a:ext>
            </a:extLst>
          </p:cNvPr>
          <p:cNvGrpSpPr/>
          <p:nvPr/>
        </p:nvGrpSpPr>
        <p:grpSpPr>
          <a:xfrm>
            <a:off x="569515" y="2975959"/>
            <a:ext cx="364383" cy="777549"/>
            <a:chOff x="2896107" y="4671588"/>
            <a:chExt cx="364383" cy="777549"/>
          </a:xfrm>
        </p:grpSpPr>
        <p:sp>
          <p:nvSpPr>
            <p:cNvPr id="63" name="文字方塊 62">
              <a:extLst>
                <a:ext uri="{FF2B5EF4-FFF2-40B4-BE49-F238E27FC236}">
                  <a16:creationId xmlns:a16="http://schemas.microsoft.com/office/drawing/2014/main" id="{8ED17171-57C0-9517-7970-8F0CD3377480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4" name="群組 63">
              <a:extLst>
                <a:ext uri="{FF2B5EF4-FFF2-40B4-BE49-F238E27FC236}">
                  <a16:creationId xmlns:a16="http://schemas.microsoft.com/office/drawing/2014/main" id="{B87FE6F1-3615-5F06-4D01-59A7769D91F8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5" name="直線接點 64">
                <a:extLst>
                  <a:ext uri="{FF2B5EF4-FFF2-40B4-BE49-F238E27FC236}">
                    <a16:creationId xmlns:a16="http://schemas.microsoft.com/office/drawing/2014/main" id="{739F7C15-9FE7-E092-6ECE-944F18B9192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6" name="文字方塊 65">
                <a:extLst>
                  <a:ext uri="{FF2B5EF4-FFF2-40B4-BE49-F238E27FC236}">
                    <a16:creationId xmlns:a16="http://schemas.microsoft.com/office/drawing/2014/main" id="{FF1CEE42-AA62-718E-ACEE-36400D41FC5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4BC48FD1-154D-928C-D2E8-2F2D570DEC32}"/>
                  </a:ext>
                </a:extLst>
              </p:cNvPr>
              <p:cNvSpPr txBox="1"/>
              <p:nvPr/>
            </p:nvSpPr>
            <p:spPr>
              <a:xfrm>
                <a:off x="927305" y="31269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4BC48FD1-154D-928C-D2E8-2F2D570DE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305" y="312692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90C8643F-2A91-A086-2307-3B815BFAF22A}"/>
                  </a:ext>
                </a:extLst>
              </p:cNvPr>
              <p:cNvSpPr txBox="1"/>
              <p:nvPr/>
            </p:nvSpPr>
            <p:spPr>
              <a:xfrm>
                <a:off x="1203452" y="31205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90C8643F-2A91-A086-2307-3B815BFAF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452" y="312058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9" name="群組 68">
            <a:extLst>
              <a:ext uri="{FF2B5EF4-FFF2-40B4-BE49-F238E27FC236}">
                <a16:creationId xmlns:a16="http://schemas.microsoft.com/office/drawing/2014/main" id="{EA2ED5E8-9BD5-BB65-10F7-5ABB9D3D4D01}"/>
              </a:ext>
            </a:extLst>
          </p:cNvPr>
          <p:cNvGrpSpPr/>
          <p:nvPr/>
        </p:nvGrpSpPr>
        <p:grpSpPr>
          <a:xfrm>
            <a:off x="1405783" y="3138921"/>
            <a:ext cx="730500" cy="400110"/>
            <a:chOff x="1377671" y="1369717"/>
            <a:chExt cx="730500" cy="400110"/>
          </a:xfrm>
        </p:grpSpPr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3766DA27-829A-5D7D-151B-B06DEF05AEBF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8BDB4D47-E4CB-5BF1-F333-44BF7457DD32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72" name="文字方塊 71">
            <a:extLst>
              <a:ext uri="{FF2B5EF4-FFF2-40B4-BE49-F238E27FC236}">
                <a16:creationId xmlns:a16="http://schemas.microsoft.com/office/drawing/2014/main" id="{60324727-4290-E3AC-82F8-C4C934D70A5F}"/>
              </a:ext>
            </a:extLst>
          </p:cNvPr>
          <p:cNvSpPr txBox="1"/>
          <p:nvPr/>
        </p:nvSpPr>
        <p:spPr>
          <a:xfrm>
            <a:off x="1944302" y="3031048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50D6F4F2-D761-EC49-4D2D-DC1AAF9B8CEF}"/>
                  </a:ext>
                </a:extLst>
              </p:cNvPr>
              <p:cNvSpPr txBox="1"/>
              <p:nvPr/>
            </p:nvSpPr>
            <p:spPr>
              <a:xfrm>
                <a:off x="2083165" y="312692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50D6F4F2-D761-EC49-4D2D-DC1AAF9B8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165" y="312692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92494D28-E447-7B0D-A4ED-7543FB62A8D4}"/>
              </a:ext>
            </a:extLst>
          </p:cNvPr>
          <p:cNvGrpSpPr/>
          <p:nvPr/>
        </p:nvGrpSpPr>
        <p:grpSpPr>
          <a:xfrm>
            <a:off x="2307705" y="3118566"/>
            <a:ext cx="1468501" cy="409011"/>
            <a:chOff x="1498603" y="1408278"/>
            <a:chExt cx="1468501" cy="409011"/>
          </a:xfrm>
        </p:grpSpPr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A757964C-F20B-B533-0318-8044FA93FDF3}"/>
                </a:ext>
              </a:extLst>
            </p:cNvPr>
            <p:cNvSpPr txBox="1"/>
            <p:nvPr/>
          </p:nvSpPr>
          <p:spPr>
            <a:xfrm>
              <a:off x="1498603" y="1417179"/>
              <a:ext cx="4571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92D050"/>
                </a:solidFill>
                <a:latin typeface="Lucida Calligraphy" panose="03010101010101010101" pitchFamily="66" charset="0"/>
              </a:endParaRPr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7AB598F0-C158-D4E3-C4AF-39884847B4D7}"/>
                </a:ext>
              </a:extLst>
            </p:cNvPr>
            <p:cNvSpPr txBox="1"/>
            <p:nvPr/>
          </p:nvSpPr>
          <p:spPr>
            <a:xfrm>
              <a:off x="2008473" y="1417179"/>
              <a:ext cx="9586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20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%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文字方塊 76">
                  <a:extLst>
                    <a:ext uri="{FF2B5EF4-FFF2-40B4-BE49-F238E27FC236}">
                      <a16:creationId xmlns:a16="http://schemas.microsoft.com/office/drawing/2014/main" id="{427D0233-CE59-3653-F48C-12B72B37B0C0}"/>
                    </a:ext>
                  </a:extLst>
                </p:cNvPr>
                <p:cNvSpPr txBox="1"/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51" name="文字方塊 50">
                  <a:extLst>
                    <a:ext uri="{FF2B5EF4-FFF2-40B4-BE49-F238E27FC236}">
                      <a16:creationId xmlns:a16="http://schemas.microsoft.com/office/drawing/2014/main" id="{E1342D71-8951-3451-E38C-403846E868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7935" y="1408278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85E90C3-DE3D-E55A-B668-53DEB536BD86}"/>
                  </a:ext>
                </a:extLst>
              </p:cNvPr>
              <p:cNvSpPr txBox="1"/>
              <p:nvPr/>
            </p:nvSpPr>
            <p:spPr>
              <a:xfrm>
                <a:off x="3549458" y="3118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085E90C3-DE3D-E55A-B668-53DEB536B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458" y="3118566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9" name="群組 78">
            <a:extLst>
              <a:ext uri="{FF2B5EF4-FFF2-40B4-BE49-F238E27FC236}">
                <a16:creationId xmlns:a16="http://schemas.microsoft.com/office/drawing/2014/main" id="{771AF0BC-0AAF-B2CD-68AD-9BC6F7B86F6F}"/>
              </a:ext>
            </a:extLst>
          </p:cNvPr>
          <p:cNvGrpSpPr/>
          <p:nvPr/>
        </p:nvGrpSpPr>
        <p:grpSpPr>
          <a:xfrm>
            <a:off x="3956027" y="2950050"/>
            <a:ext cx="1347885" cy="777549"/>
            <a:chOff x="2526129" y="1628800"/>
            <a:chExt cx="1347885" cy="777549"/>
          </a:xfrm>
        </p:grpSpPr>
        <p:grpSp>
          <p:nvGrpSpPr>
            <p:cNvPr id="80" name="群組 79">
              <a:extLst>
                <a:ext uri="{FF2B5EF4-FFF2-40B4-BE49-F238E27FC236}">
                  <a16:creationId xmlns:a16="http://schemas.microsoft.com/office/drawing/2014/main" id="{9AA2DE3D-1ABF-38F9-E3B5-C8518A7BEEBF}"/>
                </a:ext>
              </a:extLst>
            </p:cNvPr>
            <p:cNvGrpSpPr/>
            <p:nvPr/>
          </p:nvGrpSpPr>
          <p:grpSpPr>
            <a:xfrm>
              <a:off x="2526129" y="1628800"/>
              <a:ext cx="364383" cy="777549"/>
              <a:chOff x="2896107" y="4671588"/>
              <a:chExt cx="364383" cy="777549"/>
            </a:xfrm>
          </p:grpSpPr>
          <p:sp>
            <p:nvSpPr>
              <p:cNvPr id="87" name="文字方塊 86">
                <a:extLst>
                  <a:ext uri="{FF2B5EF4-FFF2-40B4-BE49-F238E27FC236}">
                    <a16:creationId xmlns:a16="http://schemas.microsoft.com/office/drawing/2014/main" id="{4DEA81F0-C64E-288B-3C15-10913E1EE477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88" name="群組 87">
                <a:extLst>
                  <a:ext uri="{FF2B5EF4-FFF2-40B4-BE49-F238E27FC236}">
                    <a16:creationId xmlns:a16="http://schemas.microsoft.com/office/drawing/2014/main" id="{4FF292F2-810D-3A5D-375A-E6E90D6A17DD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89" name="直線接點 88">
                  <a:extLst>
                    <a:ext uri="{FF2B5EF4-FFF2-40B4-BE49-F238E27FC236}">
                      <a16:creationId xmlns:a16="http://schemas.microsoft.com/office/drawing/2014/main" id="{30E51C29-81DF-7FDC-225C-2B99A13F3AC0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90" name="文字方塊 89">
                  <a:extLst>
                    <a:ext uri="{FF2B5EF4-FFF2-40B4-BE49-F238E27FC236}">
                      <a16:creationId xmlns:a16="http://schemas.microsoft.com/office/drawing/2014/main" id="{BD637430-56BE-0B85-FF5D-806D846C884F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55DFD2DA-A5F2-88FB-22A2-B62F82F5601A}"/>
                    </a:ext>
                  </a:extLst>
                </p:cNvPr>
                <p:cNvSpPr txBox="1"/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1" name="文字方塊 80">
                  <a:extLst>
                    <a:ext uri="{FF2B5EF4-FFF2-40B4-BE49-F238E27FC236}">
                      <a16:creationId xmlns:a16="http://schemas.microsoft.com/office/drawing/2014/main" id="{55DFD2DA-A5F2-88FB-22A2-B62F82F560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82" name="群組 81">
              <a:extLst>
                <a:ext uri="{FF2B5EF4-FFF2-40B4-BE49-F238E27FC236}">
                  <a16:creationId xmlns:a16="http://schemas.microsoft.com/office/drawing/2014/main" id="{F32CBAAD-8213-6EAE-9999-5435728ECD3B}"/>
                </a:ext>
              </a:extLst>
            </p:cNvPr>
            <p:cNvGrpSpPr/>
            <p:nvPr/>
          </p:nvGrpSpPr>
          <p:grpSpPr>
            <a:xfrm>
              <a:off x="3195460" y="1723215"/>
              <a:ext cx="678554" cy="469284"/>
              <a:chOff x="4223792" y="733934"/>
              <a:chExt cx="678554" cy="469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AD73D7B8-F34C-283B-9B5B-314CF1EB7C18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83" name="文字方塊 82">
                    <a:extLst>
                      <a:ext uri="{FF2B5EF4-FFF2-40B4-BE49-F238E27FC236}">
                        <a16:creationId xmlns:a16="http://schemas.microsoft.com/office/drawing/2014/main" id="{AD73D7B8-F34C-283B-9B5B-314CF1EB7C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84" name="群組 83">
                <a:extLst>
                  <a:ext uri="{FF2B5EF4-FFF2-40B4-BE49-F238E27FC236}">
                    <a16:creationId xmlns:a16="http://schemas.microsoft.com/office/drawing/2014/main" id="{19F48073-C6BB-83C4-7571-4ABA91295DE1}"/>
                  </a:ext>
                </a:extLst>
              </p:cNvPr>
              <p:cNvGrpSpPr/>
              <p:nvPr/>
            </p:nvGrpSpPr>
            <p:grpSpPr>
              <a:xfrm>
                <a:off x="4409952" y="733934"/>
                <a:ext cx="492394" cy="469284"/>
                <a:chOff x="1607029" y="3431834"/>
                <a:chExt cx="492394" cy="469284"/>
              </a:xfrm>
            </p:grpSpPr>
            <p:sp>
              <p:nvSpPr>
                <p:cNvPr id="85" name="文字方塊 84">
                  <a:extLst>
                    <a:ext uri="{FF2B5EF4-FFF2-40B4-BE49-F238E27FC236}">
                      <a16:creationId xmlns:a16="http://schemas.microsoft.com/office/drawing/2014/main" id="{76242B0C-BCA2-D370-01D5-96FF208D7C7B}"/>
                    </a:ext>
                  </a:extLst>
                </p:cNvPr>
                <p:cNvSpPr txBox="1"/>
                <p:nvPr/>
              </p:nvSpPr>
              <p:spPr>
                <a:xfrm>
                  <a:off x="1607029" y="3501008"/>
                  <a:ext cx="3474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99FF"/>
                      </a:solidFill>
                      <a:latin typeface="Lucida Calligraphy" panose="03010101010101010101" pitchFamily="66" charset="0"/>
                    </a:rPr>
                    <a:t>r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86" name="文字方塊 85">
                  <a:extLst>
                    <a:ext uri="{FF2B5EF4-FFF2-40B4-BE49-F238E27FC236}">
                      <a16:creationId xmlns:a16="http://schemas.microsoft.com/office/drawing/2014/main" id="{7AED3E24-AFA7-5636-F156-FB8844AE2210}"/>
                    </a:ext>
                  </a:extLst>
                </p:cNvPr>
                <p:cNvSpPr txBox="1"/>
                <p:nvPr/>
              </p:nvSpPr>
              <p:spPr>
                <a:xfrm>
                  <a:off x="1774428" y="3431834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</a:p>
              </p:txBody>
            </p:sp>
          </p:grpSp>
        </p:grpSp>
      </p:grpSp>
      <p:grpSp>
        <p:nvGrpSpPr>
          <p:cNvPr id="93" name="群組 92">
            <a:extLst>
              <a:ext uri="{FF2B5EF4-FFF2-40B4-BE49-F238E27FC236}">
                <a16:creationId xmlns:a16="http://schemas.microsoft.com/office/drawing/2014/main" id="{C0E712E1-DDC3-C371-812B-E59F8CC2E1E3}"/>
              </a:ext>
            </a:extLst>
          </p:cNvPr>
          <p:cNvGrpSpPr/>
          <p:nvPr/>
        </p:nvGrpSpPr>
        <p:grpSpPr>
          <a:xfrm>
            <a:off x="3195460" y="3793592"/>
            <a:ext cx="482874" cy="472249"/>
            <a:chOff x="4921046" y="4120271"/>
            <a:chExt cx="482874" cy="472249"/>
          </a:xfrm>
        </p:grpSpPr>
        <p:sp>
          <p:nvSpPr>
            <p:cNvPr id="91" name="文字方塊 90">
              <a:extLst>
                <a:ext uri="{FF2B5EF4-FFF2-40B4-BE49-F238E27FC236}">
                  <a16:creationId xmlns:a16="http://schemas.microsoft.com/office/drawing/2014/main" id="{DDF96B68-B7FE-7E6F-CA84-423C0B0C1042}"/>
                </a:ext>
              </a:extLst>
            </p:cNvPr>
            <p:cNvSpPr txBox="1"/>
            <p:nvPr/>
          </p:nvSpPr>
          <p:spPr>
            <a:xfrm>
              <a:off x="4921046" y="4192410"/>
              <a:ext cx="3474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92" name="文字方塊 91">
              <a:extLst>
                <a:ext uri="{FF2B5EF4-FFF2-40B4-BE49-F238E27FC236}">
                  <a16:creationId xmlns:a16="http://schemas.microsoft.com/office/drawing/2014/main" id="{746D8801-29E4-23EF-B79B-B8A4464F7640}"/>
                </a:ext>
              </a:extLst>
            </p:cNvPr>
            <p:cNvSpPr txBox="1"/>
            <p:nvPr/>
          </p:nvSpPr>
          <p:spPr>
            <a:xfrm>
              <a:off x="5078925" y="4120271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5AE46AB-B309-40DF-BBEE-3B688488BC7F}"/>
                  </a:ext>
                </a:extLst>
              </p:cNvPr>
              <p:cNvSpPr txBox="1"/>
              <p:nvPr/>
            </p:nvSpPr>
            <p:spPr>
              <a:xfrm>
                <a:off x="3549019" y="383837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5AE46AB-B309-40DF-BBEE-3B688488B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019" y="3838372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文字方塊 94">
            <a:extLst>
              <a:ext uri="{FF2B5EF4-FFF2-40B4-BE49-F238E27FC236}">
                <a16:creationId xmlns:a16="http://schemas.microsoft.com/office/drawing/2014/main" id="{31635498-8E36-AA28-F8F6-BE5B815147C3}"/>
              </a:ext>
            </a:extLst>
          </p:cNvPr>
          <p:cNvSpPr txBox="1"/>
          <p:nvPr/>
        </p:nvSpPr>
        <p:spPr>
          <a:xfrm>
            <a:off x="3819671" y="3871980"/>
            <a:ext cx="10460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32400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CDEB6B0E-AFA8-EDE7-C2E0-39BF1E6BFBC9}"/>
              </a:ext>
            </a:extLst>
          </p:cNvPr>
          <p:cNvSpPr txBox="1"/>
          <p:nvPr/>
        </p:nvSpPr>
        <p:spPr>
          <a:xfrm>
            <a:off x="3287688" y="4438428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F82E5A19-7D09-2FF7-D0CB-FC48CD0D1C87}"/>
                  </a:ext>
                </a:extLst>
              </p:cNvPr>
              <p:cNvSpPr txBox="1"/>
              <p:nvPr/>
            </p:nvSpPr>
            <p:spPr>
              <a:xfrm>
                <a:off x="3573106" y="44307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F82E5A19-7D09-2FF7-D0CB-FC48CD0D1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3106" y="4430768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8" name="群組 97">
            <a:extLst>
              <a:ext uri="{FF2B5EF4-FFF2-40B4-BE49-F238E27FC236}">
                <a16:creationId xmlns:a16="http://schemas.microsoft.com/office/drawing/2014/main" id="{B6B935B8-3A6E-18EA-54C3-A2AA58BDF155}"/>
              </a:ext>
            </a:extLst>
          </p:cNvPr>
          <p:cNvGrpSpPr/>
          <p:nvPr/>
        </p:nvGrpSpPr>
        <p:grpSpPr>
          <a:xfrm>
            <a:off x="3844707" y="4437112"/>
            <a:ext cx="3475429" cy="409085"/>
            <a:chOff x="7248626" y="6471779"/>
            <a:chExt cx="3475429" cy="409085"/>
          </a:xfrm>
        </p:grpSpPr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D22C5BD9-C1FB-F0A6-DC6B-C3BA11CBD459}"/>
                </a:ext>
              </a:extLst>
            </p:cNvPr>
            <p:cNvSpPr txBox="1"/>
            <p:nvPr/>
          </p:nvSpPr>
          <p:spPr>
            <a:xfrm>
              <a:off x="8083515" y="6471779"/>
              <a:ext cx="264054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(cor. to 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sig. fig.)</a:t>
              </a:r>
            </a:p>
          </p:txBody>
        </p:sp>
        <p:sp>
          <p:nvSpPr>
            <p:cNvPr id="101" name="文字方塊 100">
              <a:extLst>
                <a:ext uri="{FF2B5EF4-FFF2-40B4-BE49-F238E27FC236}">
                  <a16:creationId xmlns:a16="http://schemas.microsoft.com/office/drawing/2014/main" id="{89168ED6-0837-512F-8F57-2A5799563968}"/>
                </a:ext>
              </a:extLst>
            </p:cNvPr>
            <p:cNvSpPr txBox="1"/>
            <p:nvPr/>
          </p:nvSpPr>
          <p:spPr>
            <a:xfrm>
              <a:off x="7248626" y="6480754"/>
              <a:ext cx="78899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rPr>
                <a:t>31.9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7786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9" grpId="0"/>
      <p:bldP spid="20" grpId="0"/>
      <p:bldP spid="42" grpId="0"/>
      <p:bldP spid="43" grpId="0"/>
      <p:bldP spid="56" grpId="0"/>
      <p:bldP spid="61" grpId="0"/>
      <p:bldP spid="67" grpId="0"/>
      <p:bldP spid="68" grpId="0"/>
      <p:bldP spid="72" grpId="0"/>
      <p:bldP spid="73" grpId="0"/>
      <p:bldP spid="78" grpId="0"/>
      <p:bldP spid="94" grpId="0"/>
      <p:bldP spid="95" grpId="0"/>
      <p:bldP spid="96" grpId="0"/>
      <p:bldP spid="9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4E602C3-986E-B49E-6E2D-3C09ABB0E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69466"/>
            <a:ext cx="9514286" cy="6952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4C25B1CE-3662-9F85-8CDA-F93A472EFB41}"/>
                  </a:ext>
                </a:extLst>
              </p14:cNvPr>
              <p14:cNvContentPartPr/>
              <p14:nvPr/>
            </p14:nvContentPartPr>
            <p14:xfrm>
              <a:off x="2279576" y="260648"/>
              <a:ext cx="1224136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4C25B1CE-3662-9F85-8CDA-F93A472EFB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25554" y="-13455052"/>
                <a:ext cx="133182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8BD3268F-0421-EBCC-A64F-BE17C87F6990}"/>
                  </a:ext>
                </a:extLst>
              </p14:cNvPr>
              <p14:cNvContentPartPr/>
              <p14:nvPr/>
            </p14:nvContentPartPr>
            <p14:xfrm>
              <a:off x="4943872" y="260648"/>
              <a:ext cx="1692000" cy="45719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8BD3268F-0421-EBCC-A64F-BE17C87F699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889849" y="-13455052"/>
                <a:ext cx="179968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6EA983A9-5AA8-23DA-0D64-75EFE45088A8}"/>
                  </a:ext>
                </a:extLst>
              </p14:cNvPr>
              <p14:cNvContentPartPr/>
              <p14:nvPr/>
            </p14:nvContentPartPr>
            <p14:xfrm>
              <a:off x="7608168" y="261766"/>
              <a:ext cx="1612104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6EA983A9-5AA8-23DA-0D64-75EFE45088A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54155" y="-13453934"/>
                <a:ext cx="1719770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15">
            <a:extLst>
              <a:ext uri="{FF2B5EF4-FFF2-40B4-BE49-F238E27FC236}">
                <a16:creationId xmlns:a16="http://schemas.microsoft.com/office/drawing/2014/main" id="{C3B1FD5D-93EC-F7E8-987F-CA70C0111CAF}"/>
              </a:ext>
            </a:extLst>
          </p:cNvPr>
          <p:cNvSpPr txBox="1"/>
          <p:nvPr/>
        </p:nvSpPr>
        <p:spPr>
          <a:xfrm>
            <a:off x="335360" y="889290"/>
            <a:ext cx="63005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r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cm be the radius of each small spheres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69F6E7D9-3B31-8418-6F38-AD813D301145}"/>
              </a:ext>
            </a:extLst>
          </p:cNvPr>
          <p:cNvGrpSpPr/>
          <p:nvPr/>
        </p:nvGrpSpPr>
        <p:grpSpPr>
          <a:xfrm>
            <a:off x="551384" y="1413986"/>
            <a:ext cx="364383" cy="777549"/>
            <a:chOff x="2896107" y="4671588"/>
            <a:chExt cx="364383" cy="777549"/>
          </a:xfrm>
        </p:grpSpPr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EF378106-DD31-D06E-7B1E-6512F65A4E08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4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12" name="群組 11">
              <a:extLst>
                <a:ext uri="{FF2B5EF4-FFF2-40B4-BE49-F238E27FC236}">
                  <a16:creationId xmlns:a16="http://schemas.microsoft.com/office/drawing/2014/main" id="{98A0F155-E35F-F037-109A-A09C984C160B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13" name="直線接點 12">
                <a:extLst>
                  <a:ext uri="{FF2B5EF4-FFF2-40B4-BE49-F238E27FC236}">
                    <a16:creationId xmlns:a16="http://schemas.microsoft.com/office/drawing/2014/main" id="{414839A7-0D01-E440-ABD7-6E1F47B175E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C529748E-3E19-C783-2E00-C7F649825ED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6483CE9-CD69-5324-8123-49356E388483}"/>
                  </a:ext>
                </a:extLst>
              </p:cNvPr>
              <p:cNvSpPr txBox="1"/>
              <p:nvPr/>
            </p:nvSpPr>
            <p:spPr>
              <a:xfrm>
                <a:off x="903218" y="15647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16483CE9-CD69-5324-8123-49356E388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18" y="1564797"/>
                <a:ext cx="295688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8D5FA20-FE92-3991-8F54-6C9FB5B2CED8}"/>
                  </a:ext>
                </a:extLst>
              </p:cNvPr>
              <p:cNvSpPr txBox="1"/>
              <p:nvPr/>
            </p:nvSpPr>
            <p:spPr>
              <a:xfrm>
                <a:off x="1179365" y="15584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08D5FA20-FE92-3991-8F54-6C9FB5B2C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365" y="1558456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94ED9264-EA63-9807-417F-92D8CC484ECC}"/>
              </a:ext>
            </a:extLst>
          </p:cNvPr>
          <p:cNvGrpSpPr/>
          <p:nvPr/>
        </p:nvGrpSpPr>
        <p:grpSpPr>
          <a:xfrm>
            <a:off x="1381696" y="1576797"/>
            <a:ext cx="730500" cy="400110"/>
            <a:chOff x="1377671" y="1369717"/>
            <a:chExt cx="730500" cy="400110"/>
          </a:xfrm>
        </p:grpSpPr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F8517D8C-7B5B-B9F3-5C72-4A5C78161032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A98CC96F-29E0-07DB-63E7-ED92FD093956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D207D03-98A4-845F-2252-A55D9CAB3C6E}"/>
              </a:ext>
            </a:extLst>
          </p:cNvPr>
          <p:cNvSpPr txBox="1"/>
          <p:nvPr/>
        </p:nvSpPr>
        <p:spPr>
          <a:xfrm>
            <a:off x="1920215" y="1468924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A9ED9C7-34B2-7C35-28C0-38556875C135}"/>
                  </a:ext>
                </a:extLst>
              </p:cNvPr>
              <p:cNvSpPr txBox="1"/>
              <p:nvPr/>
            </p:nvSpPr>
            <p:spPr>
              <a:xfrm>
                <a:off x="2112196" y="156843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2A9ED9C7-34B2-7C35-28C0-38556875C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196" y="1568435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群組 26">
            <a:extLst>
              <a:ext uri="{FF2B5EF4-FFF2-40B4-BE49-F238E27FC236}">
                <a16:creationId xmlns:a16="http://schemas.microsoft.com/office/drawing/2014/main" id="{34409BBA-AD2D-A3C3-072F-40E02B4314B3}"/>
              </a:ext>
            </a:extLst>
          </p:cNvPr>
          <p:cNvGrpSpPr/>
          <p:nvPr/>
        </p:nvGrpSpPr>
        <p:grpSpPr>
          <a:xfrm>
            <a:off x="2486094" y="1402650"/>
            <a:ext cx="1347885" cy="777549"/>
            <a:chOff x="2526129" y="1628800"/>
            <a:chExt cx="1347885" cy="777549"/>
          </a:xfrm>
        </p:grpSpPr>
        <p:grpSp>
          <p:nvGrpSpPr>
            <p:cNvPr id="28" name="群組 27">
              <a:extLst>
                <a:ext uri="{FF2B5EF4-FFF2-40B4-BE49-F238E27FC236}">
                  <a16:creationId xmlns:a16="http://schemas.microsoft.com/office/drawing/2014/main" id="{BD56DCD7-9014-2AAC-14EA-7858A4E586E6}"/>
                </a:ext>
              </a:extLst>
            </p:cNvPr>
            <p:cNvGrpSpPr/>
            <p:nvPr/>
          </p:nvGrpSpPr>
          <p:grpSpPr>
            <a:xfrm>
              <a:off x="2526129" y="1628800"/>
              <a:ext cx="364383" cy="777549"/>
              <a:chOff x="2896107" y="4671588"/>
              <a:chExt cx="364383" cy="777549"/>
            </a:xfrm>
          </p:grpSpPr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1F353D05-6E22-D49C-56F4-6FE6E6629FC0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4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36" name="群組 35">
                <a:extLst>
                  <a:ext uri="{FF2B5EF4-FFF2-40B4-BE49-F238E27FC236}">
                    <a16:creationId xmlns:a16="http://schemas.microsoft.com/office/drawing/2014/main" id="{9A7EE49D-E088-9172-FA6C-D36872BACBD5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37" name="直線接點 36">
                  <a:extLst>
                    <a:ext uri="{FF2B5EF4-FFF2-40B4-BE49-F238E27FC236}">
                      <a16:creationId xmlns:a16="http://schemas.microsoft.com/office/drawing/2014/main" id="{20F7BC1B-9C07-8137-5EFA-B07C04E63B6B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8" name="文字方塊 37">
                  <a:extLst>
                    <a:ext uri="{FF2B5EF4-FFF2-40B4-BE49-F238E27FC236}">
                      <a16:creationId xmlns:a16="http://schemas.microsoft.com/office/drawing/2014/main" id="{02A06104-0381-0ACA-0230-9F7988A671A4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字方塊 28">
                  <a:extLst>
                    <a:ext uri="{FF2B5EF4-FFF2-40B4-BE49-F238E27FC236}">
                      <a16:creationId xmlns:a16="http://schemas.microsoft.com/office/drawing/2014/main" id="{58AB7E23-7527-E690-E6F1-459019F4D276}"/>
                    </a:ext>
                  </a:extLst>
                </p:cNvPr>
                <p:cNvSpPr txBox="1"/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0B5747A8-8E8C-C88C-CC36-32A40DF2E4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772" y="1792389"/>
                  <a:ext cx="295688" cy="40011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235050B0-A991-1D39-F8E0-9FCE9F9AAE30}"/>
                </a:ext>
              </a:extLst>
            </p:cNvPr>
            <p:cNvGrpSpPr/>
            <p:nvPr/>
          </p:nvGrpSpPr>
          <p:grpSpPr>
            <a:xfrm>
              <a:off x="3195460" y="1723215"/>
              <a:ext cx="678554" cy="469284"/>
              <a:chOff x="4223792" y="733934"/>
              <a:chExt cx="678554" cy="46928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字方塊 30">
                    <a:extLst>
                      <a:ext uri="{FF2B5EF4-FFF2-40B4-BE49-F238E27FC236}">
                        <a16:creationId xmlns:a16="http://schemas.microsoft.com/office/drawing/2014/main" id="{EB86F3BC-2A46-1D32-749D-2C6812B54FE2}"/>
                      </a:ext>
                    </a:extLst>
                  </p:cNvPr>
                  <p:cNvSpPr txBox="1"/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8" name="文字方塊 47">
                    <a:extLst>
                      <a:ext uri="{FF2B5EF4-FFF2-40B4-BE49-F238E27FC236}">
                        <a16:creationId xmlns:a16="http://schemas.microsoft.com/office/drawing/2014/main" id="{617D8781-CB2C-BDBA-5831-3B7FA672F7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23792" y="794482"/>
                    <a:ext cx="295688" cy="40011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2" name="群組 31">
                <a:extLst>
                  <a:ext uri="{FF2B5EF4-FFF2-40B4-BE49-F238E27FC236}">
                    <a16:creationId xmlns:a16="http://schemas.microsoft.com/office/drawing/2014/main" id="{C066064D-7BAA-F3A9-6CAB-0FBFEF5436B0}"/>
                  </a:ext>
                </a:extLst>
              </p:cNvPr>
              <p:cNvGrpSpPr/>
              <p:nvPr/>
            </p:nvGrpSpPr>
            <p:grpSpPr>
              <a:xfrm>
                <a:off x="4409952" y="733934"/>
                <a:ext cx="492394" cy="469284"/>
                <a:chOff x="1607029" y="3431834"/>
                <a:chExt cx="492394" cy="469284"/>
              </a:xfrm>
            </p:grpSpPr>
            <p:sp>
              <p:nvSpPr>
                <p:cNvPr id="33" name="文字方塊 32">
                  <a:extLst>
                    <a:ext uri="{FF2B5EF4-FFF2-40B4-BE49-F238E27FC236}">
                      <a16:creationId xmlns:a16="http://schemas.microsoft.com/office/drawing/2014/main" id="{1EB36F3E-B324-141D-A86B-57EB9D98B681}"/>
                    </a:ext>
                  </a:extLst>
                </p:cNvPr>
                <p:cNvSpPr txBox="1"/>
                <p:nvPr/>
              </p:nvSpPr>
              <p:spPr>
                <a:xfrm>
                  <a:off x="1607029" y="3501008"/>
                  <a:ext cx="3474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00FF00"/>
                      </a:solidFill>
                      <a:latin typeface="Lucida Calligraphy" panose="03010101010101010101" pitchFamily="66" charset="0"/>
                    </a:rPr>
                    <a:t>r</a:t>
                  </a:r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00FF00"/>
                    </a:solidFill>
                    <a:latin typeface="Lucida Handwriting" panose="03010101010101010101" pitchFamily="66" charset="0"/>
                  </a:endParaRPr>
                </a:p>
              </p:txBody>
            </p:sp>
            <p:sp>
              <p:nvSpPr>
                <p:cNvPr id="34" name="文字方塊 33">
                  <a:extLst>
                    <a:ext uri="{FF2B5EF4-FFF2-40B4-BE49-F238E27FC236}">
                      <a16:creationId xmlns:a16="http://schemas.microsoft.com/office/drawing/2014/main" id="{4BE40B00-A92F-8105-C34E-A6B0DABCB277}"/>
                    </a:ext>
                  </a:extLst>
                </p:cNvPr>
                <p:cNvSpPr txBox="1"/>
                <p:nvPr/>
              </p:nvSpPr>
              <p:spPr>
                <a:xfrm>
                  <a:off x="1774428" y="3431834"/>
                  <a:ext cx="32499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HK" altLang="zh-HK" sz="14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3</a:t>
                  </a:r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F972964-B66A-E657-B0C7-EC6CE065DD0A}"/>
                  </a:ext>
                </a:extLst>
              </p:cNvPr>
              <p:cNvSpPr txBox="1"/>
              <p:nvPr/>
            </p:nvSpPr>
            <p:spPr>
              <a:xfrm>
                <a:off x="3727397" y="15766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F972964-B66A-E657-B0C7-EC6CE065D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397" y="157664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CA804E34-718F-1B5A-5D8D-C5AFDC52C9D7}"/>
              </a:ext>
            </a:extLst>
          </p:cNvPr>
          <p:cNvSpPr txBox="1"/>
          <p:nvPr/>
        </p:nvSpPr>
        <p:spPr>
          <a:xfrm>
            <a:off x="3989806" y="1584874"/>
            <a:ext cx="404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FBA19F93-4EFB-8628-4698-53BB4C17DF21}"/>
              </a:ext>
            </a:extLst>
          </p:cNvPr>
          <p:cNvSpPr txBox="1"/>
          <p:nvPr/>
        </p:nvSpPr>
        <p:spPr>
          <a:xfrm>
            <a:off x="1826778" y="2248966"/>
            <a:ext cx="328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5CBBA842-B83B-2A2D-21BE-4961CF435132}"/>
                  </a:ext>
                </a:extLst>
              </p:cNvPr>
              <p:cNvSpPr txBox="1"/>
              <p:nvPr/>
            </p:nvSpPr>
            <p:spPr>
              <a:xfrm>
                <a:off x="2112196" y="22413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5CBBA842-B83B-2A2D-21BE-4961CF4351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2196" y="2241306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文字方塊 42">
            <a:extLst>
              <a:ext uri="{FF2B5EF4-FFF2-40B4-BE49-F238E27FC236}">
                <a16:creationId xmlns:a16="http://schemas.microsoft.com/office/drawing/2014/main" id="{9C51BA55-FA28-EF36-EE66-1BB835FABBA1}"/>
              </a:ext>
            </a:extLst>
          </p:cNvPr>
          <p:cNvSpPr txBox="1"/>
          <p:nvPr/>
        </p:nvSpPr>
        <p:spPr>
          <a:xfrm>
            <a:off x="2407884" y="2248966"/>
            <a:ext cx="404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5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A242ED2E-C9D4-E58E-DB57-E59007745AB3}"/>
              </a:ext>
            </a:extLst>
          </p:cNvPr>
          <p:cNvSpPr txBox="1"/>
          <p:nvPr/>
        </p:nvSpPr>
        <p:spPr>
          <a:xfrm>
            <a:off x="335359" y="2727801"/>
            <a:ext cx="4320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Surface area of large sphere</a:t>
            </a:r>
            <a:endParaRPr lang="zh-TW" altLang="en-US" sz="2000" b="1" dirty="0"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F055BBC6-1F6F-46D2-0C07-B4ABB480F966}"/>
                  </a:ext>
                </a:extLst>
              </p:cNvPr>
              <p:cNvSpPr txBox="1"/>
              <p:nvPr/>
            </p:nvSpPr>
            <p:spPr>
              <a:xfrm>
                <a:off x="4439816" y="272780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5" name="文字方塊 44">
                <a:extLst>
                  <a:ext uri="{FF2B5EF4-FFF2-40B4-BE49-F238E27FC236}">
                    <a16:creationId xmlns:a16="http://schemas.microsoft.com/office/drawing/2014/main" id="{F055BBC6-1F6F-46D2-0C07-B4ABB480F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16" y="2727801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文字方塊 45">
            <a:extLst>
              <a:ext uri="{FF2B5EF4-FFF2-40B4-BE49-F238E27FC236}">
                <a16:creationId xmlns:a16="http://schemas.microsoft.com/office/drawing/2014/main" id="{D90527F0-7E05-2DB4-7A1F-A211D835231D}"/>
              </a:ext>
            </a:extLst>
          </p:cNvPr>
          <p:cNvSpPr txBox="1"/>
          <p:nvPr/>
        </p:nvSpPr>
        <p:spPr>
          <a:xfrm>
            <a:off x="4741811" y="2727801"/>
            <a:ext cx="404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2A476F4-8F1F-654B-9659-65C747C2F6E6}"/>
                  </a:ext>
                </a:extLst>
              </p:cNvPr>
              <p:cNvSpPr txBox="1"/>
              <p:nvPr/>
            </p:nvSpPr>
            <p:spPr>
              <a:xfrm>
                <a:off x="4943601" y="270892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72A476F4-8F1F-654B-9659-65C747C2F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3601" y="2708920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群組 47">
            <a:extLst>
              <a:ext uri="{FF2B5EF4-FFF2-40B4-BE49-F238E27FC236}">
                <a16:creationId xmlns:a16="http://schemas.microsoft.com/office/drawing/2014/main" id="{5EB9242E-0FFF-C320-87C8-7AFC168CBF6B}"/>
              </a:ext>
            </a:extLst>
          </p:cNvPr>
          <p:cNvGrpSpPr/>
          <p:nvPr/>
        </p:nvGrpSpPr>
        <p:grpSpPr>
          <a:xfrm>
            <a:off x="5145932" y="2727261"/>
            <a:ext cx="730500" cy="400110"/>
            <a:chOff x="1377671" y="1369717"/>
            <a:chExt cx="730500" cy="400110"/>
          </a:xfrm>
        </p:grpSpPr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DE8189B8-076F-DA82-D2A4-7E881C5CBD41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1CB4AD24-A940-011E-62A7-BD247E0E2E5C}"/>
                </a:ext>
              </a:extLst>
            </p:cNvPr>
            <p:cNvSpPr txBox="1"/>
            <p:nvPr/>
          </p:nvSpPr>
          <p:spPr>
            <a:xfrm>
              <a:off x="1487488" y="1369717"/>
              <a:ext cx="6206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10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21D18A27-0572-1418-CF32-F44857D907F3}"/>
              </a:ext>
            </a:extLst>
          </p:cNvPr>
          <p:cNvSpPr txBox="1"/>
          <p:nvPr/>
        </p:nvSpPr>
        <p:spPr>
          <a:xfrm>
            <a:off x="5691341" y="2601198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70010AC4-04C5-CA92-C6B5-629C97762293}"/>
                  </a:ext>
                </a:extLst>
              </p:cNvPr>
              <p:cNvSpPr txBox="1"/>
              <p:nvPr/>
            </p:nvSpPr>
            <p:spPr>
              <a:xfrm>
                <a:off x="5948156" y="272726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70010AC4-04C5-CA92-C6B5-629C97762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8156" y="2727261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7EAACD51-853F-CEFC-C91A-2B0596108BB1}"/>
              </a:ext>
            </a:extLst>
          </p:cNvPr>
          <p:cNvSpPr txBox="1"/>
          <p:nvPr/>
        </p:nvSpPr>
        <p:spPr>
          <a:xfrm>
            <a:off x="6243844" y="2727261"/>
            <a:ext cx="1128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1256.6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54" name="TextBox 15">
            <a:extLst>
              <a:ext uri="{FF2B5EF4-FFF2-40B4-BE49-F238E27FC236}">
                <a16:creationId xmlns:a16="http://schemas.microsoft.com/office/drawing/2014/main" id="{8CD74573-DA34-6609-87FE-19C9D4C8341E}"/>
              </a:ext>
            </a:extLst>
          </p:cNvPr>
          <p:cNvSpPr txBox="1"/>
          <p:nvPr/>
        </p:nvSpPr>
        <p:spPr>
          <a:xfrm>
            <a:off x="-76982" y="3345338"/>
            <a:ext cx="48200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Surface area of 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8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 </a:t>
            </a:r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small sphere</a:t>
            </a:r>
            <a:endParaRPr lang="zh-TW" altLang="en-US" sz="2000" b="1" dirty="0">
              <a:solidFill>
                <a:srgbClr val="00B0F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06FF2F20-45F4-2CC2-E639-7A4C0D610896}"/>
                  </a:ext>
                </a:extLst>
              </p:cNvPr>
              <p:cNvSpPr txBox="1"/>
              <p:nvPr/>
            </p:nvSpPr>
            <p:spPr>
              <a:xfrm>
                <a:off x="4439816" y="334534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06FF2F20-45F4-2CC2-E639-7A4C0D610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16" y="3345340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文字方塊 55">
            <a:extLst>
              <a:ext uri="{FF2B5EF4-FFF2-40B4-BE49-F238E27FC236}">
                <a16:creationId xmlns:a16="http://schemas.microsoft.com/office/drawing/2014/main" id="{3BF26202-2E19-2C38-732F-F0BA4905FBB0}"/>
              </a:ext>
            </a:extLst>
          </p:cNvPr>
          <p:cNvSpPr txBox="1"/>
          <p:nvPr/>
        </p:nvSpPr>
        <p:spPr>
          <a:xfrm>
            <a:off x="4715930" y="3359227"/>
            <a:ext cx="404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4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DADCF52E-1543-8D8A-27F4-8E2DD2F939CC}"/>
                  </a:ext>
                </a:extLst>
              </p:cNvPr>
              <p:cNvSpPr txBox="1"/>
              <p:nvPr/>
            </p:nvSpPr>
            <p:spPr>
              <a:xfrm>
                <a:off x="4917720" y="33403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DADCF52E-1543-8D8A-27F4-8E2DD2F93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7720" y="3340346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8" name="群組 57">
            <a:extLst>
              <a:ext uri="{FF2B5EF4-FFF2-40B4-BE49-F238E27FC236}">
                <a16:creationId xmlns:a16="http://schemas.microsoft.com/office/drawing/2014/main" id="{3E4DBE75-7EED-BD7F-5AD8-B57FD5A5F43F}"/>
              </a:ext>
            </a:extLst>
          </p:cNvPr>
          <p:cNvGrpSpPr/>
          <p:nvPr/>
        </p:nvGrpSpPr>
        <p:grpSpPr>
          <a:xfrm>
            <a:off x="5120051" y="3358687"/>
            <a:ext cx="557375" cy="400110"/>
            <a:chOff x="1377671" y="1369717"/>
            <a:chExt cx="557375" cy="400110"/>
          </a:xfrm>
        </p:grpSpPr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F854AA36-2459-90C8-2841-E08291C6824C}"/>
                </a:ext>
              </a:extLst>
            </p:cNvPr>
            <p:cNvSpPr txBox="1"/>
            <p:nvPr/>
          </p:nvSpPr>
          <p:spPr>
            <a:xfrm>
              <a:off x="1377671" y="1369717"/>
              <a:ext cx="2744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5E384ABE-98D0-9BB1-967D-C005F422E007}"/>
                </a:ext>
              </a:extLst>
            </p:cNvPr>
            <p:cNvSpPr txBox="1"/>
            <p:nvPr/>
          </p:nvSpPr>
          <p:spPr>
            <a:xfrm>
              <a:off x="1487488" y="1369717"/>
              <a:ext cx="447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5</a:t>
              </a:r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</a:p>
          </p:txBody>
        </p:sp>
      </p:grp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0154832D-CF25-81FC-5B3A-E3FEF2D0B179}"/>
              </a:ext>
            </a:extLst>
          </p:cNvPr>
          <p:cNvSpPr txBox="1"/>
          <p:nvPr/>
        </p:nvSpPr>
        <p:spPr>
          <a:xfrm>
            <a:off x="5497005" y="3134572"/>
            <a:ext cx="3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5F9CF5AA-D3F7-DE9A-B24A-CF8E50E83BE1}"/>
                  </a:ext>
                </a:extLst>
              </p:cNvPr>
              <p:cNvSpPr txBox="1"/>
              <p:nvPr/>
            </p:nvSpPr>
            <p:spPr>
              <a:xfrm>
                <a:off x="5648783" y="33350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5F9CF5AA-D3F7-DE9A-B24A-CF8E50E83B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8783" y="3335030"/>
                <a:ext cx="295688" cy="400110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文字方塊 63">
            <a:extLst>
              <a:ext uri="{FF2B5EF4-FFF2-40B4-BE49-F238E27FC236}">
                <a16:creationId xmlns:a16="http://schemas.microsoft.com/office/drawing/2014/main" id="{6CEE9A42-A8EA-7A0B-DA89-5C66EA1078E9}"/>
              </a:ext>
            </a:extLst>
          </p:cNvPr>
          <p:cNvSpPr txBox="1"/>
          <p:nvPr/>
        </p:nvSpPr>
        <p:spPr>
          <a:xfrm>
            <a:off x="5911192" y="3343258"/>
            <a:ext cx="404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66FFFF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A8EA5485-2CF9-58EC-B763-CA05C7C7D039}"/>
                  </a:ext>
                </a:extLst>
              </p:cNvPr>
              <p:cNvSpPr txBox="1"/>
              <p:nvPr/>
            </p:nvSpPr>
            <p:spPr>
              <a:xfrm>
                <a:off x="6201954" y="33317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A8EA5485-2CF9-58EC-B763-CA05C7C7D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954" y="3331737"/>
                <a:ext cx="295688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文字方塊 65">
            <a:extLst>
              <a:ext uri="{FF2B5EF4-FFF2-40B4-BE49-F238E27FC236}">
                <a16:creationId xmlns:a16="http://schemas.microsoft.com/office/drawing/2014/main" id="{EEBD629F-51AC-704C-3994-F57C9E7B23AA}"/>
              </a:ext>
            </a:extLst>
          </p:cNvPr>
          <p:cNvSpPr txBox="1"/>
          <p:nvPr/>
        </p:nvSpPr>
        <p:spPr>
          <a:xfrm>
            <a:off x="6503256" y="3340346"/>
            <a:ext cx="1128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2513.3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67" name="TextBox 15">
            <a:extLst>
              <a:ext uri="{FF2B5EF4-FFF2-40B4-BE49-F238E27FC236}">
                <a16:creationId xmlns:a16="http://schemas.microsoft.com/office/drawing/2014/main" id="{52524E25-E8BD-5C5A-36A5-AF48E87DABEC}"/>
              </a:ext>
            </a:extLst>
          </p:cNvPr>
          <p:cNvSpPr txBox="1"/>
          <p:nvPr/>
        </p:nvSpPr>
        <p:spPr>
          <a:xfrm>
            <a:off x="1782085" y="4079307"/>
            <a:ext cx="2746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Percentage change</a:t>
            </a:r>
            <a:endParaRPr lang="zh-TW" altLang="en-US" sz="2000" b="1" dirty="0"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57820736-CFFB-3431-6DA6-9B8F5A77B007}"/>
                  </a:ext>
                </a:extLst>
              </p:cNvPr>
              <p:cNvSpPr txBox="1"/>
              <p:nvPr/>
            </p:nvSpPr>
            <p:spPr>
              <a:xfrm>
                <a:off x="4447409" y="40793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8" name="文字方塊 67">
                <a:extLst>
                  <a:ext uri="{FF2B5EF4-FFF2-40B4-BE49-F238E27FC236}">
                    <a16:creationId xmlns:a16="http://schemas.microsoft.com/office/drawing/2014/main" id="{57820736-CFFB-3431-6DA6-9B8F5A77B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409" y="4079305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文字方塊 68">
            <a:extLst>
              <a:ext uri="{FF2B5EF4-FFF2-40B4-BE49-F238E27FC236}">
                <a16:creationId xmlns:a16="http://schemas.microsoft.com/office/drawing/2014/main" id="{49B2D0DD-8362-19D1-6A12-51592F310C64}"/>
              </a:ext>
            </a:extLst>
          </p:cNvPr>
          <p:cNvSpPr txBox="1"/>
          <p:nvPr/>
        </p:nvSpPr>
        <p:spPr>
          <a:xfrm>
            <a:off x="4747635" y="3900494"/>
            <a:ext cx="1128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2513.3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430B5C70-7AB2-02F5-D6F3-8E89964F5C95}"/>
                  </a:ext>
                </a:extLst>
              </p:cNvPr>
              <p:cNvSpPr txBox="1"/>
              <p:nvPr/>
            </p:nvSpPr>
            <p:spPr>
              <a:xfrm>
                <a:off x="5763348" y="387629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430B5C70-7AB2-02F5-D6F3-8E89964F5C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348" y="3876297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文字方塊 70">
            <a:extLst>
              <a:ext uri="{FF2B5EF4-FFF2-40B4-BE49-F238E27FC236}">
                <a16:creationId xmlns:a16="http://schemas.microsoft.com/office/drawing/2014/main" id="{310F4213-BB18-6A85-4602-F00FB632FDAB}"/>
              </a:ext>
            </a:extLst>
          </p:cNvPr>
          <p:cNvSpPr txBox="1"/>
          <p:nvPr/>
        </p:nvSpPr>
        <p:spPr>
          <a:xfrm>
            <a:off x="5997462" y="3878642"/>
            <a:ext cx="1128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1256.6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5C3F41DB-52E0-284E-B68F-4E11EFC8AF74}"/>
              </a:ext>
            </a:extLst>
          </p:cNvPr>
          <p:cNvCxnSpPr>
            <a:cxnSpLocks/>
          </p:cNvCxnSpPr>
          <p:nvPr/>
        </p:nvCxnSpPr>
        <p:spPr bwMode="auto">
          <a:xfrm>
            <a:off x="4799856" y="4276407"/>
            <a:ext cx="2326403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F03D1C6-1E2A-F0E9-9EDA-AB03B7F72087}"/>
              </a:ext>
            </a:extLst>
          </p:cNvPr>
          <p:cNvSpPr txBox="1"/>
          <p:nvPr/>
        </p:nvSpPr>
        <p:spPr>
          <a:xfrm>
            <a:off x="5381240" y="4311769"/>
            <a:ext cx="11287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1256.6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04EB920E-2DF8-B7CE-8312-78877CACD394}"/>
                  </a:ext>
                </a:extLst>
              </p:cNvPr>
              <p:cNvSpPr txBox="1"/>
              <p:nvPr/>
            </p:nvSpPr>
            <p:spPr>
              <a:xfrm>
                <a:off x="7099445" y="40908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04EB920E-2DF8-B7CE-8312-78877CACD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445" y="4090858"/>
                <a:ext cx="295688" cy="400110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文字方塊 76">
            <a:extLst>
              <a:ext uri="{FF2B5EF4-FFF2-40B4-BE49-F238E27FC236}">
                <a16:creationId xmlns:a16="http://schemas.microsoft.com/office/drawing/2014/main" id="{5358B6CA-B6D2-40D1-5919-8720447B0FBE}"/>
              </a:ext>
            </a:extLst>
          </p:cNvPr>
          <p:cNvSpPr txBox="1"/>
          <p:nvPr/>
        </p:nvSpPr>
        <p:spPr>
          <a:xfrm>
            <a:off x="7334005" y="4111714"/>
            <a:ext cx="976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100%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C1569B74-E27B-E765-4453-038019129EE4}"/>
                  </a:ext>
                </a:extLst>
              </p:cNvPr>
              <p:cNvSpPr txBox="1"/>
              <p:nvPr/>
            </p:nvSpPr>
            <p:spPr>
              <a:xfrm>
                <a:off x="4439816" y="47526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C1569B74-E27B-E765-4453-038019129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816" y="4752633"/>
                <a:ext cx="295688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9" name="文字方塊 78">
            <a:extLst>
              <a:ext uri="{FF2B5EF4-FFF2-40B4-BE49-F238E27FC236}">
                <a16:creationId xmlns:a16="http://schemas.microsoft.com/office/drawing/2014/main" id="{6D6ACB06-3901-5988-3584-A89BA1D883D0}"/>
              </a:ext>
            </a:extLst>
          </p:cNvPr>
          <p:cNvSpPr txBox="1"/>
          <p:nvPr/>
        </p:nvSpPr>
        <p:spPr>
          <a:xfrm>
            <a:off x="4727086" y="4757082"/>
            <a:ext cx="9763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100%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66FF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88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6" grpId="0"/>
      <p:bldP spid="20" grpId="0"/>
      <p:bldP spid="21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61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5" grpId="0"/>
      <p:bldP spid="76" grpId="0"/>
      <p:bldP spid="77" grpId="0"/>
      <p:bldP spid="78" grpId="0"/>
      <p:bldP spid="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AFACBF4D-C958-9F36-9D8D-74C39318943D}"/>
              </a:ext>
            </a:extLst>
          </p:cNvPr>
          <p:cNvSpPr txBox="1"/>
          <p:nvPr/>
        </p:nvSpPr>
        <p:spPr>
          <a:xfrm>
            <a:off x="-168696" y="110553"/>
            <a:ext cx="46085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Calligraphy" panose="03010101010101010101" pitchFamily="66" charset="0"/>
              </a:rPr>
              <a:t>Area and Volume </a:t>
            </a:r>
            <a:r>
              <a:rPr lang="en-US" altLang="zh-HK" sz="2800" b="1" dirty="0">
                <a:ln>
                  <a:solidFill>
                    <a:schemeClr val="tx1"/>
                  </a:solidFill>
                </a:ln>
                <a:solidFill>
                  <a:srgbClr val="FF66FF"/>
                </a:solidFill>
                <a:latin typeface="Lucida Handwriting" panose="03010101010101010101" pitchFamily="66" charset="0"/>
              </a:rPr>
              <a:t>3</a:t>
            </a:r>
            <a:endParaRPr lang="zh-TW" altLang="en-US" sz="2800" b="1" dirty="0">
              <a:solidFill>
                <a:srgbClr val="FF66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4670AE3-4BB8-CD55-38F9-742E18A251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4495" y="1268760"/>
            <a:ext cx="2904762" cy="171428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3F3BCE4D-FBB0-C4E7-5564-63323E0240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2527" y="4073507"/>
            <a:ext cx="1990476" cy="1266667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623741C6-4E7E-1980-4054-07DFFCA67CD4}"/>
              </a:ext>
            </a:extLst>
          </p:cNvPr>
          <p:cNvGrpSpPr/>
          <p:nvPr/>
        </p:nvGrpSpPr>
        <p:grpSpPr>
          <a:xfrm>
            <a:off x="5321808" y="1196752"/>
            <a:ext cx="2088231" cy="420750"/>
            <a:chOff x="4188390" y="1196752"/>
            <a:chExt cx="2088231" cy="420750"/>
          </a:xfrm>
        </p:grpSpPr>
        <p:sp>
          <p:nvSpPr>
            <p:cNvPr id="7" name="TextBox 15">
              <a:extLst>
                <a:ext uri="{FF2B5EF4-FFF2-40B4-BE49-F238E27FC236}">
                  <a16:creationId xmlns:a16="http://schemas.microsoft.com/office/drawing/2014/main" id="{4B289477-AC71-2ED8-0600-92014FED0F64}"/>
                </a:ext>
              </a:extLst>
            </p:cNvPr>
            <p:cNvSpPr txBox="1"/>
            <p:nvPr/>
          </p:nvSpPr>
          <p:spPr>
            <a:xfrm>
              <a:off x="4188390" y="1217392"/>
              <a:ext cx="5760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If</a:t>
              </a:r>
              <a:endParaRPr lang="zh-TW" altLang="en-US" sz="2000" b="1" dirty="0"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991D37B-6EDD-01AA-E575-EAFC5FDEFF3A}"/>
                    </a:ext>
                  </a:extLst>
                </p:cNvPr>
                <p:cNvSpPr txBox="1"/>
                <p:nvPr/>
              </p:nvSpPr>
              <p:spPr>
                <a:xfrm>
                  <a:off x="4655840" y="1196752"/>
                  <a:ext cx="162078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𝑨𝑩𝑪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HK" sz="2000" b="1" i="1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𝑿𝒀𝒁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2991D37B-6EDD-01AA-E575-EAFC5FDEF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5840" y="1196752"/>
                  <a:ext cx="1620781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6D9F67-9913-F3A6-7E2B-BF8897259DDB}"/>
                  </a:ext>
                </a:extLst>
              </p:cNvPr>
              <p:cNvSpPr txBox="1"/>
              <p:nvPr/>
            </p:nvSpPr>
            <p:spPr>
              <a:xfrm>
                <a:off x="5362380" y="1780371"/>
                <a:ext cx="60946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FD6D9F67-9913-F3A6-7E2B-BF8897259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1780371"/>
                <a:ext cx="60946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9AD898-2A3C-2BA4-A3D1-FF283A87612C}"/>
                  </a:ext>
                </a:extLst>
              </p:cNvPr>
              <p:cNvSpPr txBox="1"/>
              <p:nvPr/>
            </p:nvSpPr>
            <p:spPr>
              <a:xfrm>
                <a:off x="5823997" y="177999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C39AD898-2A3C-2BA4-A3D1-FF283A876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1779994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0BA1D5-103F-69A2-0BD1-EFCCE13923D9}"/>
                  </a:ext>
                </a:extLst>
              </p:cNvPr>
              <p:cNvSpPr txBox="1"/>
              <p:nvPr/>
            </p:nvSpPr>
            <p:spPr>
              <a:xfrm>
                <a:off x="6037730" y="1775098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10BA1D5-103F-69A2-0BD1-EFCCE13923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1775098"/>
                <a:ext cx="617477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D1CD108-6DDD-9BF2-9940-A41AC9BA0CFF}"/>
                  </a:ext>
                </a:extLst>
              </p:cNvPr>
              <p:cNvSpPr txBox="1"/>
              <p:nvPr/>
            </p:nvSpPr>
            <p:spPr>
              <a:xfrm>
                <a:off x="5362380" y="2180481"/>
                <a:ext cx="62549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4D1CD108-6DDD-9BF2-9940-A41AC9BA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2180481"/>
                <a:ext cx="625491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E0D79F0-45AA-F3B0-ED11-B4201A37AE54}"/>
                  </a:ext>
                </a:extLst>
              </p:cNvPr>
              <p:cNvSpPr txBox="1"/>
              <p:nvPr/>
            </p:nvSpPr>
            <p:spPr>
              <a:xfrm>
                <a:off x="5823997" y="218010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BE0D79F0-45AA-F3B0-ED11-B4201A37AE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2180104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D2CF5C3-5EFE-C35A-C917-F59FA0E980EB}"/>
                  </a:ext>
                </a:extLst>
              </p:cNvPr>
              <p:cNvSpPr txBox="1"/>
              <p:nvPr/>
            </p:nvSpPr>
            <p:spPr>
              <a:xfrm>
                <a:off x="6037730" y="2175208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1D2CF5C3-5EFE-C35A-C917-F59FA0E98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2175208"/>
                <a:ext cx="617477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F56036B-0CCC-8584-AFB4-014E29B2622B}"/>
                  </a:ext>
                </a:extLst>
              </p:cNvPr>
              <p:cNvSpPr txBox="1"/>
              <p:nvPr/>
            </p:nvSpPr>
            <p:spPr>
              <a:xfrm>
                <a:off x="5362380" y="2585110"/>
                <a:ext cx="59984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𝑪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FF56036B-0CCC-8584-AFB4-014E29B26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2380" y="2585110"/>
                <a:ext cx="59984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DD6EB5-112B-3F80-6267-52B137641FF4}"/>
                  </a:ext>
                </a:extLst>
              </p:cNvPr>
              <p:cNvSpPr txBox="1"/>
              <p:nvPr/>
            </p:nvSpPr>
            <p:spPr>
              <a:xfrm>
                <a:off x="5823997" y="2584733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44DD6EB5-112B-3F80-6267-52B137641F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3997" y="2584733"/>
                <a:ext cx="295688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27EFC19-EA17-DFE8-20B9-45AE1C6C6D61}"/>
                  </a:ext>
                </a:extLst>
              </p:cNvPr>
              <p:cNvSpPr txBox="1"/>
              <p:nvPr/>
            </p:nvSpPr>
            <p:spPr>
              <a:xfrm>
                <a:off x="6037730" y="2579837"/>
                <a:ext cx="6174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𝒁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827EFC19-EA17-DFE8-20B9-45AE1C6C6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7730" y="2579837"/>
                <a:ext cx="617477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5">
            <a:extLst>
              <a:ext uri="{FF2B5EF4-FFF2-40B4-BE49-F238E27FC236}">
                <a16:creationId xmlns:a16="http://schemas.microsoft.com/office/drawing/2014/main" id="{BE2C9CA2-ED76-2C19-07EC-29CEA00E85E2}"/>
              </a:ext>
            </a:extLst>
          </p:cNvPr>
          <p:cNvSpPr txBox="1"/>
          <p:nvPr/>
        </p:nvSpPr>
        <p:spPr>
          <a:xfrm>
            <a:off x="5569678" y="3228945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And</a:t>
            </a:r>
            <a:endParaRPr lang="zh-TW" altLang="en-US" sz="2000" b="1" dirty="0">
              <a:latin typeface="Lucida Handwriting" panose="03010101010101010101" pitchFamily="66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148098A4-2AEB-D7A3-AAB4-78CD7AF3809B}"/>
              </a:ext>
            </a:extLst>
          </p:cNvPr>
          <p:cNvGrpSpPr/>
          <p:nvPr/>
        </p:nvGrpSpPr>
        <p:grpSpPr>
          <a:xfrm>
            <a:off x="5384519" y="3890618"/>
            <a:ext cx="636713" cy="762518"/>
            <a:chOff x="2726844" y="4471475"/>
            <a:chExt cx="636713" cy="762518"/>
          </a:xfrm>
        </p:grpSpPr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74829205-98C5-DF0E-F429-6AA007D34DD8}"/>
                </a:ext>
              </a:extLst>
            </p:cNvPr>
            <p:cNvSpPr txBox="1"/>
            <p:nvPr/>
          </p:nvSpPr>
          <p:spPr>
            <a:xfrm>
              <a:off x="2726844" y="4471475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AB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2CEC6120-06E4-D2E9-81BE-0DBBEF74A861}"/>
                </a:ext>
              </a:extLst>
            </p:cNvPr>
            <p:cNvGrpSpPr/>
            <p:nvPr/>
          </p:nvGrpSpPr>
          <p:grpSpPr>
            <a:xfrm>
              <a:off x="2771728" y="4813478"/>
              <a:ext cx="591829" cy="420515"/>
              <a:chOff x="2771728" y="4813478"/>
              <a:chExt cx="591829" cy="420515"/>
            </a:xfrm>
          </p:grpSpPr>
          <p:cxnSp>
            <p:nvCxnSpPr>
              <p:cNvPr id="24" name="直線接點 23">
                <a:extLst>
                  <a:ext uri="{FF2B5EF4-FFF2-40B4-BE49-F238E27FC236}">
                    <a16:creationId xmlns:a16="http://schemas.microsoft.com/office/drawing/2014/main" id="{8323D38B-8DBA-D13C-0E5A-6FFDDEA0024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30F7F0A-A513-D5D7-8477-59484003ACA8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9182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XY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48FB0B-862D-1366-78C5-E667A84876D3}"/>
                  </a:ext>
                </a:extLst>
              </p:cNvPr>
              <p:cNvSpPr txBox="1"/>
              <p:nvPr/>
            </p:nvSpPr>
            <p:spPr>
              <a:xfrm>
                <a:off x="6008045" y="4032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6C48FB0B-862D-1366-78C5-E667A8487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8045" y="4032566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群組 28">
            <a:extLst>
              <a:ext uri="{FF2B5EF4-FFF2-40B4-BE49-F238E27FC236}">
                <a16:creationId xmlns:a16="http://schemas.microsoft.com/office/drawing/2014/main" id="{DC37990F-2E46-CF08-460B-1C91B4D362C2}"/>
              </a:ext>
            </a:extLst>
          </p:cNvPr>
          <p:cNvGrpSpPr/>
          <p:nvPr/>
        </p:nvGrpSpPr>
        <p:grpSpPr>
          <a:xfrm>
            <a:off x="6318962" y="3890618"/>
            <a:ext cx="599042" cy="762518"/>
            <a:chOff x="2764515" y="4471475"/>
            <a:chExt cx="599042" cy="762518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3D04109-56D7-95CB-8854-17765CFE711E}"/>
                </a:ext>
              </a:extLst>
            </p:cNvPr>
            <p:cNvSpPr txBox="1"/>
            <p:nvPr/>
          </p:nvSpPr>
          <p:spPr>
            <a:xfrm>
              <a:off x="2764515" y="4471475"/>
              <a:ext cx="56137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BC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A6C67D7D-B787-89CB-D20B-E7750830CDA4}"/>
                </a:ext>
              </a:extLst>
            </p:cNvPr>
            <p:cNvGrpSpPr/>
            <p:nvPr/>
          </p:nvGrpSpPr>
          <p:grpSpPr>
            <a:xfrm>
              <a:off x="2771728" y="4813478"/>
              <a:ext cx="591829" cy="420515"/>
              <a:chOff x="2771728" y="4813478"/>
              <a:chExt cx="591829" cy="420515"/>
            </a:xfrm>
          </p:grpSpPr>
          <p:cxnSp>
            <p:nvCxnSpPr>
              <p:cNvPr id="32" name="直線接點 31">
                <a:extLst>
                  <a:ext uri="{FF2B5EF4-FFF2-40B4-BE49-F238E27FC236}">
                    <a16:creationId xmlns:a16="http://schemas.microsoft.com/office/drawing/2014/main" id="{53C80BF9-50CF-0595-974C-91C015A5941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2A3F81E2-C26E-F085-F5E2-12AE1A660A3B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6618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YZ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107FC60-6D9D-E7A8-1662-11CBBA6D969C}"/>
                  </a:ext>
                </a:extLst>
              </p:cNvPr>
              <p:cNvSpPr txBox="1"/>
              <p:nvPr/>
            </p:nvSpPr>
            <p:spPr>
              <a:xfrm>
                <a:off x="6899688" y="40325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107FC60-6D9D-E7A8-1662-11CBBA6D96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9688" y="403256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群組 34">
            <a:extLst>
              <a:ext uri="{FF2B5EF4-FFF2-40B4-BE49-F238E27FC236}">
                <a16:creationId xmlns:a16="http://schemas.microsoft.com/office/drawing/2014/main" id="{9B3F3D62-F0AE-89C2-0086-227C69C87D01}"/>
              </a:ext>
            </a:extLst>
          </p:cNvPr>
          <p:cNvGrpSpPr/>
          <p:nvPr/>
        </p:nvGrpSpPr>
        <p:grpSpPr>
          <a:xfrm>
            <a:off x="7214730" y="3890618"/>
            <a:ext cx="609462" cy="762518"/>
            <a:chOff x="2764515" y="4471475"/>
            <a:chExt cx="609462" cy="762518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608E3CEB-B2B1-C83F-5BE4-23D3448AB076}"/>
                </a:ext>
              </a:extLst>
            </p:cNvPr>
            <p:cNvSpPr txBox="1"/>
            <p:nvPr/>
          </p:nvSpPr>
          <p:spPr>
            <a:xfrm>
              <a:off x="2764515" y="4471475"/>
              <a:ext cx="60946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CA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7" name="群組 36">
              <a:extLst>
                <a:ext uri="{FF2B5EF4-FFF2-40B4-BE49-F238E27FC236}">
                  <a16:creationId xmlns:a16="http://schemas.microsoft.com/office/drawing/2014/main" id="{FA6B95CB-A08B-F9F9-FCCD-ACCDC484D4F6}"/>
                </a:ext>
              </a:extLst>
            </p:cNvPr>
            <p:cNvGrpSpPr/>
            <p:nvPr/>
          </p:nvGrpSpPr>
          <p:grpSpPr>
            <a:xfrm>
              <a:off x="2789635" y="4813478"/>
              <a:ext cx="573922" cy="420515"/>
              <a:chOff x="2789635" y="4813478"/>
              <a:chExt cx="573922" cy="420515"/>
            </a:xfrm>
          </p:grpSpPr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AFF8BE98-D27C-EE3F-2990-3C3BB40D6E8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3BB0D5E-5577-0379-0E90-355783E7F1AD}"/>
                  </a:ext>
                </a:extLst>
              </p:cNvPr>
              <p:cNvSpPr txBox="1"/>
              <p:nvPr/>
            </p:nvSpPr>
            <p:spPr>
              <a:xfrm>
                <a:off x="2789635" y="4833883"/>
                <a:ext cx="55335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ZX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955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8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591C7732-6AE5-8861-E8E9-8942E7917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24291"/>
            <a:ext cx="4361905" cy="35238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BCA93AC-A280-E533-17E5-87B6811423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0136" y="260648"/>
            <a:ext cx="2533333" cy="21333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C816808C-E049-DFBD-B41A-91BBB48C94E5}"/>
                  </a:ext>
                </a:extLst>
              </p14:cNvPr>
              <p14:cNvContentPartPr/>
              <p14:nvPr/>
            </p14:nvContentPartPr>
            <p14:xfrm>
              <a:off x="4295800" y="332656"/>
              <a:ext cx="161871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C816808C-E049-DFBD-B41A-91BBB48C94E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41843" y="-13383044"/>
                <a:ext cx="269425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群組 11">
            <a:extLst>
              <a:ext uri="{FF2B5EF4-FFF2-40B4-BE49-F238E27FC236}">
                <a16:creationId xmlns:a16="http://schemas.microsoft.com/office/drawing/2014/main" id="{3C8BEAC9-A598-D7B5-1FD3-5971D86445C6}"/>
              </a:ext>
            </a:extLst>
          </p:cNvPr>
          <p:cNvGrpSpPr/>
          <p:nvPr/>
        </p:nvGrpSpPr>
        <p:grpSpPr>
          <a:xfrm>
            <a:off x="623392" y="580618"/>
            <a:ext cx="1938840" cy="461665"/>
            <a:chOff x="623392" y="580618"/>
            <a:chExt cx="1938840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6BCBAC9D-F13C-44A2-970E-FE1AEA7E2CAD}"/>
                    </a:ext>
                  </a:extLst>
                </p:cNvPr>
                <p:cNvSpPr txBox="1"/>
                <p:nvPr/>
              </p:nvSpPr>
              <p:spPr>
                <a:xfrm>
                  <a:off x="623392" y="580618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∵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6BCBAC9D-F13C-44A2-970E-FE1AEA7E2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3392" y="580618"/>
                  <a:ext cx="295688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11698124-6CEA-7D66-28F7-28C5E5BC4F68}"/>
                    </a:ext>
                  </a:extLst>
                </p:cNvPr>
                <p:cNvSpPr txBox="1"/>
                <p:nvPr/>
              </p:nvSpPr>
              <p:spPr>
                <a:xfrm>
                  <a:off x="941451" y="621835"/>
                  <a:ext cx="162078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𝑨𝑩𝑫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zh-HK" sz="2000" b="1" i="1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HK" sz="2000" b="1" i="1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𝑨𝑪𝑬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11698124-6CEA-7D66-28F7-28C5E5BC4F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1451" y="621835"/>
                  <a:ext cx="1620781" cy="400110"/>
                </a:xfrm>
                <a:prstGeom prst="rect">
                  <a:avLst/>
                </a:prstGeom>
                <a:blipFill>
                  <a:blip r:embed="rId8"/>
                  <a:stretch>
                    <a:fillRect r="-376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561C98E1-BC9D-3E5B-FCDE-282C930901C2}"/>
                  </a:ext>
                </a:extLst>
              </p14:cNvPr>
              <p14:cNvContentPartPr/>
              <p14:nvPr/>
            </p14:nvContentPartPr>
            <p14:xfrm>
              <a:off x="1748735" y="286937"/>
              <a:ext cx="1322929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561C98E1-BC9D-3E5B-FCDE-282C930901C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694708" y="-13428763"/>
                <a:ext cx="143062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41156064-B160-E772-29C5-AD9F79229CF1}"/>
                  </a:ext>
                </a:extLst>
              </p14:cNvPr>
              <p14:cNvContentPartPr/>
              <p14:nvPr/>
            </p14:nvContentPartPr>
            <p14:xfrm>
              <a:off x="3647728" y="311973"/>
              <a:ext cx="72008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41156064-B160-E772-29C5-AD9F79229CF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93991" y="-13403727"/>
                <a:ext cx="179124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AF2F8BD-874E-2151-4F51-C0FB9190B4FA}"/>
                  </a:ext>
                </a:extLst>
              </p:cNvPr>
              <p:cNvSpPr txBox="1"/>
              <p:nvPr/>
            </p:nvSpPr>
            <p:spPr>
              <a:xfrm>
                <a:off x="619683" y="1021945"/>
                <a:ext cx="29568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</m:oMath>
                  </m:oMathPara>
                </a14:m>
                <a:endParaRPr lang="en-HK" sz="24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AAF2F8BD-874E-2151-4F51-C0FB9190B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683" y="1021945"/>
                <a:ext cx="295688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38DB871-F531-44B3-7717-E57B533DB56B}"/>
                  </a:ext>
                </a:extLst>
              </p:cNvPr>
              <p:cNvSpPr txBox="1"/>
              <p:nvPr/>
            </p:nvSpPr>
            <p:spPr>
              <a:xfrm>
                <a:off x="915371" y="1042283"/>
                <a:ext cx="987771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𝑨𝑫𝑩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038DB871-F531-44B3-7717-E57B533DB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371" y="1042283"/>
                <a:ext cx="987771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2F82E10-594C-138A-8F7C-B99923BF00BA}"/>
                  </a:ext>
                </a:extLst>
              </p:cNvPr>
              <p:cNvSpPr txBox="1"/>
              <p:nvPr/>
            </p:nvSpPr>
            <p:spPr>
              <a:xfrm>
                <a:off x="1775520" y="104023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72F82E10-594C-138A-8F7C-B99923BF0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04023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495EDC8-6ABE-04ED-37A9-C39818139679}"/>
                  </a:ext>
                </a:extLst>
              </p:cNvPr>
              <p:cNvSpPr txBox="1"/>
              <p:nvPr/>
            </p:nvSpPr>
            <p:spPr>
              <a:xfrm>
                <a:off x="2017027" y="1021945"/>
                <a:ext cx="93807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en-US" altLang="zh-HK" sz="2000" b="1" i="1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𝑨𝑬𝑪</m:t>
                      </m:r>
                    </m:oMath>
                  </m:oMathPara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F495EDC8-6ABE-04ED-37A9-C39818139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027" y="1021945"/>
                <a:ext cx="938077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CCF2D51-B428-B7BD-5ADA-A465E08F0C29}"/>
                  </a:ext>
                </a:extLst>
              </p:cNvPr>
              <p:cNvSpPr txBox="1"/>
              <p:nvPr/>
            </p:nvSpPr>
            <p:spPr>
              <a:xfrm>
                <a:off x="3040279" y="1057051"/>
                <a:ext cx="200572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𝒄𝒐𝒓𝒓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.∠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~∆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2CCF2D51-B428-B7BD-5ADA-A465E08F0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0279" y="1057051"/>
                <a:ext cx="2005722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4CAC7845-5FFE-1B9A-7CE7-0051A17B481B}"/>
              </a:ext>
            </a:extLst>
          </p:cNvPr>
          <p:cNvSpPr txBox="1"/>
          <p:nvPr/>
        </p:nvSpPr>
        <p:spPr>
          <a:xfrm>
            <a:off x="1293587" y="1512493"/>
            <a:ext cx="608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1398B7C-53B4-8436-2280-942382019DC0}"/>
                  </a:ext>
                </a:extLst>
              </p:cNvPr>
              <p:cNvSpPr txBox="1"/>
              <p:nvPr/>
            </p:nvSpPr>
            <p:spPr>
              <a:xfrm>
                <a:off x="1775520" y="150190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91398B7C-53B4-8436-2280-942382019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20" y="1501902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>
            <a:extLst>
              <a:ext uri="{FF2B5EF4-FFF2-40B4-BE49-F238E27FC236}">
                <a16:creationId xmlns:a16="http://schemas.microsoft.com/office/drawing/2014/main" id="{DED60E02-6AF4-1A38-0724-DA2FEE910929}"/>
              </a:ext>
            </a:extLst>
          </p:cNvPr>
          <p:cNvGrpSpPr/>
          <p:nvPr/>
        </p:nvGrpSpPr>
        <p:grpSpPr>
          <a:xfrm>
            <a:off x="2047650" y="1392124"/>
            <a:ext cx="697371" cy="525658"/>
            <a:chOff x="2653442" y="8049197"/>
            <a:chExt cx="697371" cy="525658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7E0731AE-0408-943A-A302-1DA5769047C2}"/>
                </a:ext>
              </a:extLst>
            </p:cNvPr>
            <p:cNvSpPr txBox="1"/>
            <p:nvPr/>
          </p:nvSpPr>
          <p:spPr>
            <a:xfrm>
              <a:off x="2653442" y="8174745"/>
              <a:ext cx="6973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80</a:t>
              </a: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2DD520ED-DF10-FFE1-5CB1-D203ACEE7106}"/>
                </a:ext>
              </a:extLst>
            </p:cNvPr>
            <p:cNvSpPr txBox="1"/>
            <p:nvPr/>
          </p:nvSpPr>
          <p:spPr>
            <a:xfrm>
              <a:off x="3017572" y="8049197"/>
              <a:ext cx="303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o</a:t>
              </a:r>
            </a:p>
          </p:txBody>
        </p: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176256F8-2003-C52F-B47D-F6722F737B31}"/>
              </a:ext>
            </a:extLst>
          </p:cNvPr>
          <p:cNvSpPr txBox="1"/>
          <p:nvPr/>
        </p:nvSpPr>
        <p:spPr>
          <a:xfrm>
            <a:off x="1481692" y="1965468"/>
            <a:ext cx="304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AC15D61-BADF-69C0-4EAB-B6DA12DE2E06}"/>
                  </a:ext>
                </a:extLst>
              </p:cNvPr>
              <p:cNvSpPr txBox="1"/>
              <p:nvPr/>
            </p:nvSpPr>
            <p:spPr>
              <a:xfrm>
                <a:off x="1786116" y="196546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1AC15D61-BADF-69C0-4EAB-B6DA12DE2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6116" y="1965468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6E2128F1-FBA2-7158-C7E2-387EED0F6ED8}"/>
              </a:ext>
            </a:extLst>
          </p:cNvPr>
          <p:cNvGrpSpPr/>
          <p:nvPr/>
        </p:nvGrpSpPr>
        <p:grpSpPr>
          <a:xfrm>
            <a:off x="2059429" y="1840106"/>
            <a:ext cx="697371" cy="525658"/>
            <a:chOff x="2653442" y="8049197"/>
            <a:chExt cx="697371" cy="525658"/>
          </a:xfrm>
        </p:grpSpPr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39DA3190-7B08-F9F5-522F-62633D06E310}"/>
                </a:ext>
              </a:extLst>
            </p:cNvPr>
            <p:cNvSpPr txBox="1"/>
            <p:nvPr/>
          </p:nvSpPr>
          <p:spPr>
            <a:xfrm>
              <a:off x="2653442" y="8174745"/>
              <a:ext cx="6973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Handwriting" panose="03010101010101010101" pitchFamily="66" charset="0"/>
                </a:rPr>
                <a:t>40</a:t>
              </a: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542EBDC-5749-B7A5-D793-097A9B46394E}"/>
                </a:ext>
              </a:extLst>
            </p:cNvPr>
            <p:cNvSpPr txBox="1"/>
            <p:nvPr/>
          </p:nvSpPr>
          <p:spPr>
            <a:xfrm>
              <a:off x="3017572" y="8049197"/>
              <a:ext cx="3034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sz="1400" b="1" dirty="0">
                  <a:ln>
                    <a:solidFill>
                      <a:schemeClr val="tx1"/>
                    </a:solidFill>
                  </a:ln>
                  <a:solidFill>
                    <a:srgbClr val="00FF00"/>
                  </a:solidFill>
                  <a:latin typeface="Lucida Calligraphy" panose="03010101010101010101" pitchFamily="66" charset="0"/>
                </a:rPr>
                <a:t>o</a:t>
              </a: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D31507E6-8853-6C79-0CFA-501B8C826735}"/>
              </a:ext>
            </a:extLst>
          </p:cNvPr>
          <p:cNvGrpSpPr/>
          <p:nvPr/>
        </p:nvGrpSpPr>
        <p:grpSpPr>
          <a:xfrm>
            <a:off x="1211281" y="2527918"/>
            <a:ext cx="636713" cy="762518"/>
            <a:chOff x="2764515" y="4471475"/>
            <a:chExt cx="636713" cy="762518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CEAD629E-0663-F458-7156-4E0713662A4A}"/>
                </a:ext>
              </a:extLst>
            </p:cNvPr>
            <p:cNvSpPr txBox="1"/>
            <p:nvPr/>
          </p:nvSpPr>
          <p:spPr>
            <a:xfrm>
              <a:off x="2764515" y="4471475"/>
              <a:ext cx="63671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BD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881146CF-C7B7-4BE8-B50A-792BEA53889F}"/>
                </a:ext>
              </a:extLst>
            </p:cNvPr>
            <p:cNvGrpSpPr/>
            <p:nvPr/>
          </p:nvGrpSpPr>
          <p:grpSpPr>
            <a:xfrm>
              <a:off x="2771728" y="4813478"/>
              <a:ext cx="591829" cy="420515"/>
              <a:chOff x="2771728" y="4813478"/>
              <a:chExt cx="591829" cy="420515"/>
            </a:xfrm>
          </p:grpSpPr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378DCC07-D064-6D00-B544-28386E42AF5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A019253-B794-C254-ACEB-798CCFF4EFC9}"/>
                  </a:ext>
                </a:extLst>
              </p:cNvPr>
              <p:cNvSpPr txBox="1"/>
              <p:nvPr/>
            </p:nvSpPr>
            <p:spPr>
              <a:xfrm>
                <a:off x="2771728" y="4833883"/>
                <a:ext cx="54854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CE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2208BAC-3025-2874-FDAE-297F352ACE9A}"/>
                  </a:ext>
                </a:extLst>
              </p:cNvPr>
              <p:cNvSpPr txBox="1"/>
              <p:nvPr/>
            </p:nvSpPr>
            <p:spPr>
              <a:xfrm>
                <a:off x="1792007" y="26698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D2208BAC-3025-2874-FDAE-297F352ACE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2007" y="2669866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群組 33">
            <a:extLst>
              <a:ext uri="{FF2B5EF4-FFF2-40B4-BE49-F238E27FC236}">
                <a16:creationId xmlns:a16="http://schemas.microsoft.com/office/drawing/2014/main" id="{57241FCA-0D35-7F09-E38D-96E5F7B1FA44}"/>
              </a:ext>
            </a:extLst>
          </p:cNvPr>
          <p:cNvGrpSpPr/>
          <p:nvPr/>
        </p:nvGrpSpPr>
        <p:grpSpPr>
          <a:xfrm>
            <a:off x="2107049" y="2527918"/>
            <a:ext cx="684803" cy="762518"/>
            <a:chOff x="2764515" y="4471475"/>
            <a:chExt cx="684803" cy="762518"/>
          </a:xfrm>
        </p:grpSpPr>
        <p:sp>
          <p:nvSpPr>
            <p:cNvPr id="35" name="文字方塊 34">
              <a:extLst>
                <a:ext uri="{FF2B5EF4-FFF2-40B4-BE49-F238E27FC236}">
                  <a16:creationId xmlns:a16="http://schemas.microsoft.com/office/drawing/2014/main" id="{3DB3796B-F902-ED3A-6C58-EA2DD6F03993}"/>
                </a:ext>
              </a:extLst>
            </p:cNvPr>
            <p:cNvSpPr txBox="1"/>
            <p:nvPr/>
          </p:nvSpPr>
          <p:spPr>
            <a:xfrm>
              <a:off x="2764515" y="4471475"/>
              <a:ext cx="68480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AD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96321816-2C44-D743-8847-2D26403890CD}"/>
                </a:ext>
              </a:extLst>
            </p:cNvPr>
            <p:cNvGrpSpPr/>
            <p:nvPr/>
          </p:nvGrpSpPr>
          <p:grpSpPr>
            <a:xfrm>
              <a:off x="2764515" y="4813478"/>
              <a:ext cx="623889" cy="420515"/>
              <a:chOff x="2764515" y="4813478"/>
              <a:chExt cx="623889" cy="420515"/>
            </a:xfrm>
          </p:grpSpPr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CC7FC321-0B0E-BA6F-D96B-56EE978380F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802925" y="4813478"/>
                <a:ext cx="560632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DFA1CD32-7B59-B442-8602-A0F2B5D6A3CA}"/>
                  </a:ext>
                </a:extLst>
              </p:cNvPr>
              <p:cNvSpPr txBox="1"/>
              <p:nvPr/>
            </p:nvSpPr>
            <p:spPr>
              <a:xfrm>
                <a:off x="2764515" y="4833883"/>
                <a:ext cx="6238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AE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981457A0-21C2-CAC3-A4A9-1C3BA48C1C76}"/>
                  </a:ext>
                </a:extLst>
              </p:cNvPr>
              <p:cNvSpPr txBox="1"/>
              <p:nvPr/>
            </p:nvSpPr>
            <p:spPr>
              <a:xfrm>
                <a:off x="2955104" y="2669866"/>
                <a:ext cx="227680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𝒄𝒐𝒓𝒓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𝒔𝒊𝒅𝒆𝒔</m:t>
                    </m:r>
                    <m:r>
                      <a:rPr lang="en-US" altLang="zh-HK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~∆</m:t>
                    </m:r>
                    <m:r>
                      <a:rPr lang="en-US" sz="2000" b="1" i="1" smtClean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𝒔</m:t>
                    </m:r>
                  </m:oMath>
                </a14:m>
                <a:r>
                  <a:rPr lang="en-US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Calligraphy" panose="03010101010101010101" pitchFamily="66" charset="0"/>
                  </a:rPr>
                  <a:t>)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Calligraphy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981457A0-21C2-CAC3-A4A9-1C3BA48C1C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104" y="2669866"/>
                <a:ext cx="2276800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7E2CEA41-FB3C-A0CF-BA90-8C9D90527104}"/>
              </a:ext>
            </a:extLst>
          </p:cNvPr>
          <p:cNvGrpSpPr/>
          <p:nvPr/>
        </p:nvGrpSpPr>
        <p:grpSpPr>
          <a:xfrm>
            <a:off x="1137840" y="3212976"/>
            <a:ext cx="367408" cy="834792"/>
            <a:chOff x="2896107" y="4614345"/>
            <a:chExt cx="367408" cy="834792"/>
          </a:xfrm>
        </p:grpSpPr>
        <p:sp>
          <p:nvSpPr>
            <p:cNvPr id="41" name="文字方塊 40">
              <a:extLst>
                <a:ext uri="{FF2B5EF4-FFF2-40B4-BE49-F238E27FC236}">
                  <a16:creationId xmlns:a16="http://schemas.microsoft.com/office/drawing/2014/main" id="{401542A9-AC04-6C64-D6BD-FF6B2ACF88BA}"/>
                </a:ext>
              </a:extLst>
            </p:cNvPr>
            <p:cNvSpPr txBox="1"/>
            <p:nvPr/>
          </p:nvSpPr>
          <p:spPr>
            <a:xfrm>
              <a:off x="2896107" y="4614345"/>
              <a:ext cx="3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rPr>
                <a:t>y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42" name="群組 41">
              <a:extLst>
                <a:ext uri="{FF2B5EF4-FFF2-40B4-BE49-F238E27FC236}">
                  <a16:creationId xmlns:a16="http://schemas.microsoft.com/office/drawing/2014/main" id="{E6B2565E-12BA-AE19-7FE5-4AFC2AB54F56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43" name="直線接點 42">
                <a:extLst>
                  <a:ext uri="{FF2B5EF4-FFF2-40B4-BE49-F238E27FC236}">
                    <a16:creationId xmlns:a16="http://schemas.microsoft.com/office/drawing/2014/main" id="{DE53AC71-689F-24C6-2FAB-C507A2B28AC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38EEC05D-81A1-AFC8-A747-A7B41726F69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E0D51DD9-FA6A-7F43-3D50-5D0960DD054C}"/>
              </a:ext>
            </a:extLst>
          </p:cNvPr>
          <p:cNvCxnSpPr>
            <a:cxnSpLocks/>
          </p:cNvCxnSpPr>
          <p:nvPr/>
        </p:nvCxnSpPr>
        <p:spPr bwMode="auto">
          <a:xfrm>
            <a:off x="911424" y="3975760"/>
            <a:ext cx="846995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248F637E-C2F2-1240-5824-407265E96D72}"/>
              </a:ext>
            </a:extLst>
          </p:cNvPr>
          <p:cNvSpPr txBox="1"/>
          <p:nvPr/>
        </p:nvSpPr>
        <p:spPr>
          <a:xfrm>
            <a:off x="1041598" y="4010332"/>
            <a:ext cx="5472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18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874DF7DC-A407-328F-062A-F74E73AD3800}"/>
                  </a:ext>
                </a:extLst>
              </p:cNvPr>
              <p:cNvSpPr txBox="1"/>
              <p:nvPr/>
            </p:nvSpPr>
            <p:spPr>
              <a:xfrm>
                <a:off x="1795481" y="377570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874DF7DC-A407-328F-062A-F74E73AD38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481" y="3775705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0" name="群組 49">
            <a:extLst>
              <a:ext uri="{FF2B5EF4-FFF2-40B4-BE49-F238E27FC236}">
                <a16:creationId xmlns:a16="http://schemas.microsoft.com/office/drawing/2014/main" id="{E1D4B9E4-E236-0F13-B22E-B3609FDAA998}"/>
              </a:ext>
            </a:extLst>
          </p:cNvPr>
          <p:cNvGrpSpPr/>
          <p:nvPr/>
        </p:nvGrpSpPr>
        <p:grpSpPr>
          <a:xfrm>
            <a:off x="2128231" y="3597156"/>
            <a:ext cx="530915" cy="777549"/>
            <a:chOff x="2824099" y="4671588"/>
            <a:chExt cx="530915" cy="777549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0E49B8E4-8F57-4EE2-CB0C-B345547CCF9A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5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D7241918-8F53-4DC2-EDBB-1179D53CCFED}"/>
                </a:ext>
              </a:extLst>
            </p:cNvPr>
            <p:cNvGrpSpPr/>
            <p:nvPr/>
          </p:nvGrpSpPr>
          <p:grpSpPr>
            <a:xfrm>
              <a:off x="2824099" y="5034454"/>
              <a:ext cx="530915" cy="414683"/>
              <a:chOff x="2824099" y="5034454"/>
              <a:chExt cx="530915" cy="414683"/>
            </a:xfrm>
          </p:grpSpPr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435138F2-17C1-5F4D-4485-D5AE5AB1B02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7E5A83F3-C13B-6957-D4B9-21C623D9E852}"/>
                  </a:ext>
                </a:extLst>
              </p:cNvPr>
              <p:cNvSpPr txBox="1"/>
              <p:nvPr/>
            </p:nvSpPr>
            <p:spPr>
              <a:xfrm>
                <a:off x="2824099" y="5049027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15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9D47D7C5-91A9-3F69-B3F3-0E2E35808E63}"/>
              </a:ext>
            </a:extLst>
          </p:cNvPr>
          <p:cNvGrpSpPr/>
          <p:nvPr/>
        </p:nvGrpSpPr>
        <p:grpSpPr>
          <a:xfrm>
            <a:off x="1428073" y="4423163"/>
            <a:ext cx="367408" cy="834792"/>
            <a:chOff x="2896107" y="4614345"/>
            <a:chExt cx="367408" cy="834792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F69FD834-EA43-081C-C3BA-2C7631EE3699}"/>
                </a:ext>
              </a:extLst>
            </p:cNvPr>
            <p:cNvSpPr txBox="1"/>
            <p:nvPr/>
          </p:nvSpPr>
          <p:spPr>
            <a:xfrm>
              <a:off x="2896107" y="4614345"/>
              <a:ext cx="36740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Calligraphy" panose="03010101010101010101" pitchFamily="66" charset="0"/>
                </a:rPr>
                <a:t>y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endParaRPr>
            </a:p>
          </p:txBody>
        </p: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B32FA460-FABC-9BAF-E09C-9C3CCCFC20C7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5D308A5F-7707-E742-E589-B6D582B08C4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1C8E2CB2-DE45-FEA2-D194-FD51E60F7C1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2470176B-D4D1-9402-527A-A9AC17ABA060}"/>
                  </a:ext>
                </a:extLst>
              </p:cNvPr>
              <p:cNvSpPr txBox="1"/>
              <p:nvPr/>
            </p:nvSpPr>
            <p:spPr>
              <a:xfrm>
                <a:off x="1811361" y="463134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2470176B-D4D1-9402-527A-A9AC17ABA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361" y="4631348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群組 60">
            <a:extLst>
              <a:ext uri="{FF2B5EF4-FFF2-40B4-BE49-F238E27FC236}">
                <a16:creationId xmlns:a16="http://schemas.microsoft.com/office/drawing/2014/main" id="{820A1555-2DE4-325C-DD16-B4B3AB889A25}"/>
              </a:ext>
            </a:extLst>
          </p:cNvPr>
          <p:cNvGrpSpPr/>
          <p:nvPr/>
        </p:nvGrpSpPr>
        <p:grpSpPr>
          <a:xfrm>
            <a:off x="2196942" y="4469070"/>
            <a:ext cx="364383" cy="777549"/>
            <a:chOff x="2896107" y="4671588"/>
            <a:chExt cx="364383" cy="777549"/>
          </a:xfrm>
        </p:grpSpPr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6E70B502-8D9A-F60F-CCAF-FE3C27457BE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9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63" name="群組 62">
              <a:extLst>
                <a:ext uri="{FF2B5EF4-FFF2-40B4-BE49-F238E27FC236}">
                  <a16:creationId xmlns:a16="http://schemas.microsoft.com/office/drawing/2014/main" id="{65EB3C54-EC16-3311-A772-FAB980EDD5AC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C78E8F3C-104B-7A79-E1E1-2BB98BC581F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9A99294-0114-1198-2012-6A4E62B637D6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5E75AF7C-8FDE-2DCC-BE1E-00581D7D57C6}"/>
              </a:ext>
            </a:extLst>
          </p:cNvPr>
          <p:cNvSpPr txBox="1"/>
          <p:nvPr/>
        </p:nvSpPr>
        <p:spPr>
          <a:xfrm>
            <a:off x="1502223" y="5394857"/>
            <a:ext cx="3044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y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86DDF3B4-E3D1-645C-AA91-6539AE9D313E}"/>
                  </a:ext>
                </a:extLst>
              </p:cNvPr>
              <p:cNvSpPr txBox="1"/>
              <p:nvPr/>
            </p:nvSpPr>
            <p:spPr>
              <a:xfrm>
                <a:off x="1806647" y="539485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7" name="文字方塊 66">
                <a:extLst>
                  <a:ext uri="{FF2B5EF4-FFF2-40B4-BE49-F238E27FC236}">
                    <a16:creationId xmlns:a16="http://schemas.microsoft.com/office/drawing/2014/main" id="{86DDF3B4-E3D1-645C-AA91-6539AE9D3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647" y="5394857"/>
                <a:ext cx="295688" cy="400110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群組 67">
            <a:extLst>
              <a:ext uri="{FF2B5EF4-FFF2-40B4-BE49-F238E27FC236}">
                <a16:creationId xmlns:a16="http://schemas.microsoft.com/office/drawing/2014/main" id="{9E92A8C8-4130-B921-BE28-64EBB29E68D8}"/>
              </a:ext>
            </a:extLst>
          </p:cNvPr>
          <p:cNvGrpSpPr/>
          <p:nvPr/>
        </p:nvGrpSpPr>
        <p:grpSpPr>
          <a:xfrm>
            <a:off x="2128230" y="5232046"/>
            <a:ext cx="530915" cy="777549"/>
            <a:chOff x="2827395" y="4671588"/>
            <a:chExt cx="530915" cy="777549"/>
          </a:xfrm>
        </p:grpSpPr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935F7DC6-085F-A0F6-8A8C-B54B3731EC32}"/>
                </a:ext>
              </a:extLst>
            </p:cNvPr>
            <p:cNvSpPr txBox="1"/>
            <p:nvPr/>
          </p:nvSpPr>
          <p:spPr>
            <a:xfrm>
              <a:off x="2827395" y="4671588"/>
              <a:ext cx="5309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27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70" name="群組 69">
              <a:extLst>
                <a:ext uri="{FF2B5EF4-FFF2-40B4-BE49-F238E27FC236}">
                  <a16:creationId xmlns:a16="http://schemas.microsoft.com/office/drawing/2014/main" id="{05C34FF5-FFA0-B212-AB1E-20F4DEF31B10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71" name="直線接點 70">
                <a:extLst>
                  <a:ext uri="{FF2B5EF4-FFF2-40B4-BE49-F238E27FC236}">
                    <a16:creationId xmlns:a16="http://schemas.microsoft.com/office/drawing/2014/main" id="{6803EB37-4DA0-5BD3-B852-9F28CFB477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20CB2F7D-184C-9886-C5CD-A97E63EFBEDB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62591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3" grpId="0"/>
      <p:bldP spid="24" grpId="0"/>
      <p:bldP spid="33" grpId="0"/>
      <p:bldP spid="39" grpId="0"/>
      <p:bldP spid="47" grpId="0"/>
      <p:bldP spid="48" grpId="0"/>
      <p:bldP spid="60" grpId="0"/>
      <p:bldP spid="66" grpId="0"/>
      <p:bldP spid="6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5">
            <a:extLst>
              <a:ext uri="{FF2B5EF4-FFF2-40B4-BE49-F238E27FC236}">
                <a16:creationId xmlns:a16="http://schemas.microsoft.com/office/drawing/2014/main" id="{3EAC00AF-1051-9A03-AAF2-4168A137F7B1}"/>
              </a:ext>
            </a:extLst>
          </p:cNvPr>
          <p:cNvSpPr txBox="1"/>
          <p:nvPr/>
        </p:nvSpPr>
        <p:spPr>
          <a:xfrm>
            <a:off x="4511824" y="332656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400" b="1" dirty="0">
                <a:ln>
                  <a:solidFill>
                    <a:schemeClr val="tx1"/>
                  </a:solidFill>
                </a:ln>
                <a:solidFill>
                  <a:srgbClr val="66FFFF"/>
                </a:solidFill>
                <a:latin typeface="Lucida Calligraphy" panose="03010101010101010101" pitchFamily="66" charset="0"/>
              </a:rPr>
              <a:t>Similar Solid</a:t>
            </a:r>
            <a:endParaRPr lang="zh-TW" altLang="en-US" sz="2400" b="1" dirty="0">
              <a:solidFill>
                <a:srgbClr val="66FFFF"/>
              </a:solidFill>
              <a:latin typeface="Lucida Handwriting" panose="03010101010101010101" pitchFamily="66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D5F9EBC-1734-411A-8AD9-060BBBB4C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268760"/>
            <a:ext cx="2885714" cy="184761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CE6448F-6019-C2B4-D668-B010B7DC3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867" y="3573016"/>
            <a:ext cx="3400000" cy="22476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95B8074B-BC64-B092-A887-BFA3728C1BF6}"/>
                  </a:ext>
                </a:extLst>
              </p:cNvPr>
              <p:cNvSpPr txBox="1"/>
              <p:nvPr/>
            </p:nvSpPr>
            <p:spPr>
              <a:xfrm>
                <a:off x="3863752" y="1992514"/>
                <a:ext cx="18722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Area ratio 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" name="TextBox 15">
                <a:extLst>
                  <a:ext uri="{FF2B5EF4-FFF2-40B4-BE49-F238E27FC236}">
                    <a16:creationId xmlns:a16="http://schemas.microsoft.com/office/drawing/2014/main" id="{95B8074B-BC64-B092-A887-BFA3728C1B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752" y="1992514"/>
                <a:ext cx="187220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F0A0DC3F-78B7-32D2-16DD-EA0DBED03522}"/>
              </a:ext>
            </a:extLst>
          </p:cNvPr>
          <p:cNvGrpSpPr/>
          <p:nvPr/>
        </p:nvGrpSpPr>
        <p:grpSpPr>
          <a:xfrm>
            <a:off x="5618022" y="1773501"/>
            <a:ext cx="1001698" cy="819178"/>
            <a:chOff x="5618022" y="1773501"/>
            <a:chExt cx="1001698" cy="819178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3F4E506A-1DF9-EE18-E7E5-8D0A3B803BB0}"/>
                </a:ext>
              </a:extLst>
            </p:cNvPr>
            <p:cNvGrpSpPr/>
            <p:nvPr/>
          </p:nvGrpSpPr>
          <p:grpSpPr>
            <a:xfrm>
              <a:off x="5871227" y="1792459"/>
              <a:ext cx="440797" cy="800220"/>
              <a:chOff x="5732419" y="1792459"/>
              <a:chExt cx="440797" cy="800220"/>
            </a:xfrm>
          </p:grpSpPr>
          <p:grpSp>
            <p:nvGrpSpPr>
              <p:cNvPr id="9" name="群組 8">
                <a:extLst>
                  <a:ext uri="{FF2B5EF4-FFF2-40B4-BE49-F238E27FC236}">
                    <a16:creationId xmlns:a16="http://schemas.microsoft.com/office/drawing/2014/main" id="{3A7AC637-8613-0A90-BD1E-C6CE9078E81F}"/>
                  </a:ext>
                </a:extLst>
              </p:cNvPr>
              <p:cNvGrpSpPr/>
              <p:nvPr/>
            </p:nvGrpSpPr>
            <p:grpSpPr>
              <a:xfrm>
                <a:off x="5735960" y="1792459"/>
                <a:ext cx="419957" cy="400110"/>
                <a:chOff x="3533569" y="4005064"/>
                <a:chExt cx="419957" cy="400110"/>
              </a:xfrm>
            </p:grpSpPr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F21822EE-0FBF-C7FC-65C3-BC33FA4AFE9E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1" name="文字方塊 10">
                  <a:extLst>
                    <a:ext uri="{FF2B5EF4-FFF2-40B4-BE49-F238E27FC236}">
                      <a16:creationId xmlns:a16="http://schemas.microsoft.com/office/drawing/2014/main" id="{01C8C112-7270-180D-4C54-D9649B212E59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519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12" name="直線接點 11">
                <a:extLst>
                  <a:ext uri="{FF2B5EF4-FFF2-40B4-BE49-F238E27FC236}">
                    <a16:creationId xmlns:a16="http://schemas.microsoft.com/office/drawing/2014/main" id="{E14F0561-CF0A-7DF5-B2A6-C29672114E3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32419" y="2192569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14" name="群組 13">
                <a:extLst>
                  <a:ext uri="{FF2B5EF4-FFF2-40B4-BE49-F238E27FC236}">
                    <a16:creationId xmlns:a16="http://schemas.microsoft.com/office/drawing/2014/main" id="{499C5EE3-645B-FA4C-945E-32853419E218}"/>
                  </a:ext>
                </a:extLst>
              </p:cNvPr>
              <p:cNvGrpSpPr/>
              <p:nvPr/>
            </p:nvGrpSpPr>
            <p:grpSpPr>
              <a:xfrm>
                <a:off x="5732419" y="2192569"/>
                <a:ext cx="440797" cy="400110"/>
                <a:chOff x="3533569" y="4005064"/>
                <a:chExt cx="440797" cy="400110"/>
              </a:xfrm>
            </p:grpSpPr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8ED4E755-5711-E065-A6E9-1752782F8EAC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9A76A8C0-68FB-D2F9-02FD-F259E5C1C724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72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2</a:t>
                  </a:r>
                </a:p>
              </p:txBody>
            </p:sp>
          </p:grp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95341F9C-3EE9-E488-5357-D50D676468B8}"/>
                </a:ext>
              </a:extLst>
            </p:cNvPr>
            <p:cNvGrpSpPr/>
            <p:nvPr/>
          </p:nvGrpSpPr>
          <p:grpSpPr>
            <a:xfrm>
              <a:off x="5618022" y="1773501"/>
              <a:ext cx="1001698" cy="738664"/>
              <a:chOff x="5618022" y="1773501"/>
              <a:chExt cx="1001698" cy="738664"/>
            </a:xfrm>
          </p:grpSpPr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6374384C-A4CE-E283-D720-53FF862B92EA}"/>
                  </a:ext>
                </a:extLst>
              </p:cNvPr>
              <p:cNvSpPr txBox="1"/>
              <p:nvPr/>
            </p:nvSpPr>
            <p:spPr>
              <a:xfrm>
                <a:off x="5618022" y="1927390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 )</a:t>
                </a:r>
              </a:p>
            </p:txBody>
          </p:sp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8605A037-2C9B-4C91-8E86-2DAFA809907F}"/>
                  </a:ext>
                </a:extLst>
              </p:cNvPr>
              <p:cNvSpPr txBox="1"/>
              <p:nvPr/>
            </p:nvSpPr>
            <p:spPr>
              <a:xfrm>
                <a:off x="6294725" y="1773501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3736865-EC50-504E-B10A-B8A66A511A11}"/>
                  </a:ext>
                </a:extLst>
              </p:cNvPr>
              <p:cNvSpPr txBox="1"/>
              <p:nvPr/>
            </p:nvSpPr>
            <p:spPr>
              <a:xfrm>
                <a:off x="6471452" y="199251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23736865-EC50-504E-B10A-B8A66A511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1452" y="1992514"/>
                <a:ext cx="2956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群組 25">
            <a:extLst>
              <a:ext uri="{FF2B5EF4-FFF2-40B4-BE49-F238E27FC236}">
                <a16:creationId xmlns:a16="http://schemas.microsoft.com/office/drawing/2014/main" id="{86E2F074-4CC3-DF9C-D7C2-90F6320550D3}"/>
              </a:ext>
            </a:extLst>
          </p:cNvPr>
          <p:cNvGrpSpPr/>
          <p:nvPr/>
        </p:nvGrpSpPr>
        <p:grpSpPr>
          <a:xfrm>
            <a:off x="6840552" y="1832529"/>
            <a:ext cx="512805" cy="760150"/>
            <a:chOff x="5660411" y="1770310"/>
            <a:chExt cx="512805" cy="760150"/>
          </a:xfrm>
        </p:grpSpPr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FEE3C398-D7BD-C87A-BCFF-A50B12FC1294}"/>
                </a:ext>
              </a:extLst>
            </p:cNvPr>
            <p:cNvGrpSpPr/>
            <p:nvPr/>
          </p:nvGrpSpPr>
          <p:grpSpPr>
            <a:xfrm>
              <a:off x="5660411" y="1770310"/>
              <a:ext cx="495506" cy="400110"/>
              <a:chOff x="3458020" y="3982915"/>
              <a:chExt cx="495506" cy="400110"/>
            </a:xfrm>
          </p:grpSpPr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C8E8C6AD-1F98-2CFA-5C05-28106FBF055E}"/>
                  </a:ext>
                </a:extLst>
              </p:cNvPr>
              <p:cNvSpPr txBox="1"/>
              <p:nvPr/>
            </p:nvSpPr>
            <p:spPr>
              <a:xfrm>
                <a:off x="3458020" y="398291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54EC12C1-010B-3EB6-8EBC-97F29B5C5570}"/>
                  </a:ext>
                </a:extLst>
              </p:cNvPr>
              <p:cNvSpPr txBox="1"/>
              <p:nvPr/>
            </p:nvSpPr>
            <p:spPr>
              <a:xfrm>
                <a:off x="3701534" y="4106026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D6183460-DA0D-B837-9756-CBE091DC4AB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635" y="2130350"/>
              <a:ext cx="42349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2" name="群組 31">
              <a:extLst>
                <a:ext uri="{FF2B5EF4-FFF2-40B4-BE49-F238E27FC236}">
                  <a16:creationId xmlns:a16="http://schemas.microsoft.com/office/drawing/2014/main" id="{B1A5FE93-E426-743C-9AE4-306DFA5D33B0}"/>
                </a:ext>
              </a:extLst>
            </p:cNvPr>
            <p:cNvGrpSpPr/>
            <p:nvPr/>
          </p:nvGrpSpPr>
          <p:grpSpPr>
            <a:xfrm>
              <a:off x="5660411" y="2130350"/>
              <a:ext cx="512805" cy="400110"/>
              <a:chOff x="3461561" y="3942845"/>
              <a:chExt cx="512805" cy="400110"/>
            </a:xfrm>
          </p:grpSpPr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A4DE84AB-7438-C9DF-4B6F-BA118A1AB195}"/>
                  </a:ext>
                </a:extLst>
              </p:cNvPr>
              <p:cNvSpPr txBox="1"/>
              <p:nvPr/>
            </p:nvSpPr>
            <p:spPr>
              <a:xfrm>
                <a:off x="3461561" y="3942845"/>
                <a:ext cx="43473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A</a:t>
                </a:r>
              </a:p>
            </p:txBody>
          </p:sp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F1393A2-BE08-948F-B019-84F69732FA0A}"/>
                  </a:ext>
                </a:extLst>
              </p:cNvPr>
              <p:cNvSpPr txBox="1"/>
              <p:nvPr/>
            </p:nvSpPr>
            <p:spPr>
              <a:xfrm>
                <a:off x="3701534" y="4065956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FFFF0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A1977B86-CC2A-BAA2-7F6B-E193D5971A98}"/>
                  </a:ext>
                </a:extLst>
              </p:cNvPr>
              <p:cNvSpPr txBox="1"/>
              <p:nvPr/>
            </p:nvSpPr>
            <p:spPr>
              <a:xfrm>
                <a:off x="3503712" y="4599084"/>
                <a:ext cx="2229677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Volume ratio </a:t>
                </a:r>
                <a14:m>
                  <m:oMath xmlns:m="http://schemas.openxmlformats.org/officeDocument/2006/math">
                    <m:r>
                      <a:rPr lang="en-US" altLang="zh-HK" sz="2000" b="1" i="1" dirty="0" smtClean="0">
                        <a:ln>
                          <a:solidFill>
                            <a:schemeClr val="tx1"/>
                          </a:solidFill>
                        </a:ln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7" name="TextBox 15">
                <a:extLst>
                  <a:ext uri="{FF2B5EF4-FFF2-40B4-BE49-F238E27FC236}">
                    <a16:creationId xmlns:a16="http://schemas.microsoft.com/office/drawing/2014/main" id="{A1977B86-CC2A-BAA2-7F6B-E193D5971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3712" y="4599084"/>
                <a:ext cx="2229677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群組 37">
            <a:extLst>
              <a:ext uri="{FF2B5EF4-FFF2-40B4-BE49-F238E27FC236}">
                <a16:creationId xmlns:a16="http://schemas.microsoft.com/office/drawing/2014/main" id="{E065B6E3-6A37-8BDA-3EBC-34876F55830F}"/>
              </a:ext>
            </a:extLst>
          </p:cNvPr>
          <p:cNvGrpSpPr/>
          <p:nvPr/>
        </p:nvGrpSpPr>
        <p:grpSpPr>
          <a:xfrm>
            <a:off x="5615451" y="4380071"/>
            <a:ext cx="1001698" cy="819178"/>
            <a:chOff x="5618022" y="1773501"/>
            <a:chExt cx="1001698" cy="819178"/>
          </a:xfrm>
        </p:grpSpPr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87302708-1F2A-3819-2E61-72CBF6EFBE0C}"/>
                </a:ext>
              </a:extLst>
            </p:cNvPr>
            <p:cNvGrpSpPr/>
            <p:nvPr/>
          </p:nvGrpSpPr>
          <p:grpSpPr>
            <a:xfrm>
              <a:off x="5871227" y="1792459"/>
              <a:ext cx="440797" cy="800220"/>
              <a:chOff x="5732419" y="1792459"/>
              <a:chExt cx="440797" cy="800220"/>
            </a:xfrm>
          </p:grpSpPr>
          <p:grpSp>
            <p:nvGrpSpPr>
              <p:cNvPr id="43" name="群組 42">
                <a:extLst>
                  <a:ext uri="{FF2B5EF4-FFF2-40B4-BE49-F238E27FC236}">
                    <a16:creationId xmlns:a16="http://schemas.microsoft.com/office/drawing/2014/main" id="{0E0ECC32-3EDA-845B-37AF-98DE2AC66410}"/>
                  </a:ext>
                </a:extLst>
              </p:cNvPr>
              <p:cNvGrpSpPr/>
              <p:nvPr/>
            </p:nvGrpSpPr>
            <p:grpSpPr>
              <a:xfrm>
                <a:off x="5735960" y="1792459"/>
                <a:ext cx="419957" cy="400110"/>
                <a:chOff x="3533569" y="4005064"/>
                <a:chExt cx="419957" cy="400110"/>
              </a:xfrm>
            </p:grpSpPr>
            <p:sp>
              <p:nvSpPr>
                <p:cNvPr id="48" name="文字方塊 47">
                  <a:extLst>
                    <a:ext uri="{FF2B5EF4-FFF2-40B4-BE49-F238E27FC236}">
                      <a16:creationId xmlns:a16="http://schemas.microsoft.com/office/drawing/2014/main" id="{2D66EA30-0236-D4C6-0A53-40BFDE452F53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49" name="文字方塊 48">
                  <a:extLst>
                    <a:ext uri="{FF2B5EF4-FFF2-40B4-BE49-F238E27FC236}">
                      <a16:creationId xmlns:a16="http://schemas.microsoft.com/office/drawing/2014/main" id="{CA88AD30-0865-8F86-EB2A-8040D9C8045C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5199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1</a:t>
                  </a:r>
                </a:p>
              </p:txBody>
            </p:sp>
          </p:grp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11BC69F-2C4E-9937-0ACD-1ECCD9B9302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5732419" y="2192569"/>
                <a:ext cx="423498" cy="0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5C08FA10-DF9D-0899-14EB-4C9FE3875A8A}"/>
                  </a:ext>
                </a:extLst>
              </p:cNvPr>
              <p:cNvGrpSpPr/>
              <p:nvPr/>
            </p:nvGrpSpPr>
            <p:grpSpPr>
              <a:xfrm>
                <a:off x="5732419" y="2192569"/>
                <a:ext cx="440797" cy="400110"/>
                <a:chOff x="3533569" y="4005064"/>
                <a:chExt cx="440797" cy="400110"/>
              </a:xfrm>
            </p:grpSpPr>
            <p:sp>
              <p:nvSpPr>
                <p:cNvPr id="46" name="文字方塊 45">
                  <a:extLst>
                    <a:ext uri="{FF2B5EF4-FFF2-40B4-BE49-F238E27FC236}">
                      <a16:creationId xmlns:a16="http://schemas.microsoft.com/office/drawing/2014/main" id="{2C8EC683-52CD-0E0F-DD36-88DF2697A43B}"/>
                    </a:ext>
                  </a:extLst>
                </p:cNvPr>
                <p:cNvSpPr txBox="1"/>
                <p:nvPr/>
              </p:nvSpPr>
              <p:spPr>
                <a:xfrm>
                  <a:off x="3533569" y="4005064"/>
                  <a:ext cx="35618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L</a:t>
                  </a:r>
                </a:p>
              </p:txBody>
            </p:sp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F9B1BAEC-BA4B-75DB-6A7B-5393456CDADD}"/>
                    </a:ext>
                  </a:extLst>
                </p:cNvPr>
                <p:cNvSpPr txBox="1"/>
                <p:nvPr/>
              </p:nvSpPr>
              <p:spPr>
                <a:xfrm>
                  <a:off x="3701534" y="4128175"/>
                  <a:ext cx="272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altLang="zh-HK" sz="12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  <a:latin typeface="Lucida Calligraphy" panose="03010101010101010101" pitchFamily="66" charset="0"/>
                    </a:rPr>
                    <a:t>2</a:t>
                  </a:r>
                </a:p>
              </p:txBody>
            </p:sp>
          </p:grp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8D9E40DA-430B-A777-6406-40AADF3B04B3}"/>
                </a:ext>
              </a:extLst>
            </p:cNvPr>
            <p:cNvGrpSpPr/>
            <p:nvPr/>
          </p:nvGrpSpPr>
          <p:grpSpPr>
            <a:xfrm>
              <a:off x="5618022" y="1773501"/>
              <a:ext cx="1001698" cy="738664"/>
              <a:chOff x="5618022" y="1773501"/>
              <a:chExt cx="1001698" cy="738664"/>
            </a:xfrm>
          </p:grpSpPr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E027D509-D3E7-E30F-E2B7-BEAA71D73F80}"/>
                  </a:ext>
                </a:extLst>
              </p:cNvPr>
              <p:cNvSpPr txBox="1"/>
              <p:nvPr/>
            </p:nvSpPr>
            <p:spPr>
              <a:xfrm>
                <a:off x="5618022" y="1927390"/>
                <a:ext cx="98203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HK" altLang="zh-HK" sz="32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rPr>
                  <a:t>(   )</a:t>
                </a:r>
              </a:p>
            </p:txBody>
          </p:sp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2CAC70CD-2609-085D-ED5F-3F4DFABCB0D8}"/>
                  </a:ext>
                </a:extLst>
              </p:cNvPr>
              <p:cNvSpPr txBox="1"/>
              <p:nvPr/>
            </p:nvSpPr>
            <p:spPr>
              <a:xfrm>
                <a:off x="6294725" y="1773501"/>
                <a:ext cx="3249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C2BFBBB-E2DB-6EE5-CCDF-656E74C0C32F}"/>
                  </a:ext>
                </a:extLst>
              </p:cNvPr>
              <p:cNvSpPr txBox="1"/>
              <p:nvPr/>
            </p:nvSpPr>
            <p:spPr>
              <a:xfrm>
                <a:off x="6468881" y="459908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0C2BFBBB-E2DB-6EE5-CCDF-656E74C0C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881" y="4599084"/>
                <a:ext cx="29568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群組 50">
            <a:extLst>
              <a:ext uri="{FF2B5EF4-FFF2-40B4-BE49-F238E27FC236}">
                <a16:creationId xmlns:a16="http://schemas.microsoft.com/office/drawing/2014/main" id="{338121CF-EAB6-45F0-4AC0-944179604C7B}"/>
              </a:ext>
            </a:extLst>
          </p:cNvPr>
          <p:cNvGrpSpPr/>
          <p:nvPr/>
        </p:nvGrpSpPr>
        <p:grpSpPr>
          <a:xfrm>
            <a:off x="6837981" y="4439099"/>
            <a:ext cx="512805" cy="760150"/>
            <a:chOff x="5660411" y="1770310"/>
            <a:chExt cx="512805" cy="760150"/>
          </a:xfrm>
        </p:grpSpPr>
        <p:grpSp>
          <p:nvGrpSpPr>
            <p:cNvPr id="52" name="群組 51">
              <a:extLst>
                <a:ext uri="{FF2B5EF4-FFF2-40B4-BE49-F238E27FC236}">
                  <a16:creationId xmlns:a16="http://schemas.microsoft.com/office/drawing/2014/main" id="{41CD901B-2522-3929-5298-E2EA6E94693C}"/>
                </a:ext>
              </a:extLst>
            </p:cNvPr>
            <p:cNvGrpSpPr/>
            <p:nvPr/>
          </p:nvGrpSpPr>
          <p:grpSpPr>
            <a:xfrm>
              <a:off x="5660411" y="1770310"/>
              <a:ext cx="495506" cy="400110"/>
              <a:chOff x="3458020" y="3982915"/>
              <a:chExt cx="495506" cy="400110"/>
            </a:xfrm>
          </p:grpSpPr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9B35D8A9-1DB2-20B9-E979-199C7D9645FC}"/>
                  </a:ext>
                </a:extLst>
              </p:cNvPr>
              <p:cNvSpPr txBox="1"/>
              <p:nvPr/>
            </p:nvSpPr>
            <p:spPr>
              <a:xfrm>
                <a:off x="3458020" y="398291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2FFB1E72-839E-4120-F7D3-89C7AF2FE456}"/>
                  </a:ext>
                </a:extLst>
              </p:cNvPr>
              <p:cNvSpPr txBox="1"/>
              <p:nvPr/>
            </p:nvSpPr>
            <p:spPr>
              <a:xfrm>
                <a:off x="3701534" y="4106026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p:cxnSp>
          <p:nvCxnSpPr>
            <p:cNvPr id="53" name="直線接點 52">
              <a:extLst>
                <a:ext uri="{FF2B5EF4-FFF2-40B4-BE49-F238E27FC236}">
                  <a16:creationId xmlns:a16="http://schemas.microsoft.com/office/drawing/2014/main" id="{52226B0D-BA55-1516-A549-516A5409D59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88635" y="2130350"/>
              <a:ext cx="423498" cy="0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4" name="群組 53">
              <a:extLst>
                <a:ext uri="{FF2B5EF4-FFF2-40B4-BE49-F238E27FC236}">
                  <a16:creationId xmlns:a16="http://schemas.microsoft.com/office/drawing/2014/main" id="{C4AEEA52-668C-4A8D-6E09-74FC150E26C9}"/>
                </a:ext>
              </a:extLst>
            </p:cNvPr>
            <p:cNvGrpSpPr/>
            <p:nvPr/>
          </p:nvGrpSpPr>
          <p:grpSpPr>
            <a:xfrm>
              <a:off x="5660411" y="2130350"/>
              <a:ext cx="512805" cy="400110"/>
              <a:chOff x="3461561" y="3942845"/>
              <a:chExt cx="512805" cy="400110"/>
            </a:xfrm>
          </p:grpSpPr>
          <p:sp>
            <p:nvSpPr>
              <p:cNvPr id="55" name="文字方塊 54">
                <a:extLst>
                  <a:ext uri="{FF2B5EF4-FFF2-40B4-BE49-F238E27FC236}">
                    <a16:creationId xmlns:a16="http://schemas.microsoft.com/office/drawing/2014/main" id="{2B2E3E71-2C22-E022-4858-DF8D97BE2A47}"/>
                  </a:ext>
                </a:extLst>
              </p:cNvPr>
              <p:cNvSpPr txBox="1"/>
              <p:nvPr/>
            </p:nvSpPr>
            <p:spPr>
              <a:xfrm>
                <a:off x="3461561" y="3942845"/>
                <a:ext cx="41389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V</a:t>
                </a:r>
              </a:p>
            </p:txBody>
          </p:sp>
          <p:sp>
            <p:nvSpPr>
              <p:cNvPr id="56" name="文字方塊 55">
                <a:extLst>
                  <a:ext uri="{FF2B5EF4-FFF2-40B4-BE49-F238E27FC236}">
                    <a16:creationId xmlns:a16="http://schemas.microsoft.com/office/drawing/2014/main" id="{E473CE85-363C-0569-8B95-CFE95550D397}"/>
                  </a:ext>
                </a:extLst>
              </p:cNvPr>
              <p:cNvSpPr txBox="1"/>
              <p:nvPr/>
            </p:nvSpPr>
            <p:spPr>
              <a:xfrm>
                <a:off x="3701534" y="4065956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0375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23" grpId="0"/>
      <p:bldP spid="37" grpId="0"/>
      <p:bldP spid="5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DDA36742-6F8D-FF08-3FC1-C25DC83E4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44" y="116632"/>
            <a:ext cx="3561905" cy="101904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78F64F6A-C709-0A2D-1C36-C04EC086E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56" y="332656"/>
            <a:ext cx="4190476" cy="196190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941298CA-FFEB-5484-4E5E-DE06BB481C77}"/>
              </a:ext>
            </a:extLst>
          </p:cNvPr>
          <p:cNvSpPr txBox="1"/>
          <p:nvPr/>
        </p:nvSpPr>
        <p:spPr>
          <a:xfrm>
            <a:off x="0" y="1412776"/>
            <a:ext cx="6928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(a)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59DF8B8F-DBA3-7435-8FFA-7AB5FFB98767}"/>
                  </a:ext>
                </a:extLst>
              </p14:cNvPr>
              <p14:cNvContentPartPr/>
              <p14:nvPr/>
            </p14:nvContentPartPr>
            <p14:xfrm>
              <a:off x="1137738" y="636256"/>
              <a:ext cx="1861918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59DF8B8F-DBA3-7435-8FFA-7AB5FFB9876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3707" y="-13079444"/>
                <a:ext cx="196962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F93EB8A3-EBF7-DA9B-89B2-F4B75D3B991A}"/>
                  </a:ext>
                </a:extLst>
              </p14:cNvPr>
              <p14:cNvContentPartPr/>
              <p14:nvPr/>
            </p14:nvContentPartPr>
            <p14:xfrm>
              <a:off x="1147360" y="980728"/>
              <a:ext cx="2500368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F93EB8A3-EBF7-DA9B-89B2-F4B75D3B991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3333" y="-12734972"/>
                <a:ext cx="260806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AA5F6579-083B-E3E4-10AC-84C1BF7F8AA4}"/>
                  </a:ext>
                </a:extLst>
              </p14:cNvPr>
              <p14:cNvContentPartPr/>
              <p14:nvPr/>
            </p14:nvContentPartPr>
            <p14:xfrm>
              <a:off x="1559496" y="286937"/>
              <a:ext cx="295984" cy="45719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AA5F6579-083B-E3E4-10AC-84C1BF7F8A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505550" y="-13428763"/>
                <a:ext cx="403516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群組 16">
            <a:extLst>
              <a:ext uri="{FF2B5EF4-FFF2-40B4-BE49-F238E27FC236}">
                <a16:creationId xmlns:a16="http://schemas.microsoft.com/office/drawing/2014/main" id="{92B1C037-8B4C-3F87-8828-5D405FA2BDE2}"/>
              </a:ext>
            </a:extLst>
          </p:cNvPr>
          <p:cNvGrpSpPr/>
          <p:nvPr/>
        </p:nvGrpSpPr>
        <p:grpSpPr>
          <a:xfrm>
            <a:off x="762018" y="1389692"/>
            <a:ext cx="912421" cy="400110"/>
            <a:chOff x="767408" y="1890543"/>
            <a:chExt cx="912421" cy="400110"/>
          </a:xfrm>
        </p:grpSpPr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DF3781A1-B5C4-9076-08B7-DB7CD5C107A9}"/>
                </a:ext>
              </a:extLst>
            </p:cNvPr>
            <p:cNvGrpSpPr/>
            <p:nvPr/>
          </p:nvGrpSpPr>
          <p:grpSpPr>
            <a:xfrm>
              <a:off x="767408" y="1890543"/>
              <a:ext cx="396008" cy="400110"/>
              <a:chOff x="3533569" y="4005064"/>
              <a:chExt cx="396008" cy="400110"/>
            </a:xfrm>
          </p:grpSpPr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55DAF077-4AA7-103D-283C-F9888AB4240D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289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EB9A98E4-8954-5F64-32F1-39CA2745B330}"/>
                  </a:ext>
                </a:extLst>
              </p:cNvPr>
              <p:cNvSpPr txBox="1"/>
              <p:nvPr/>
            </p:nvSpPr>
            <p:spPr>
              <a:xfrm>
                <a:off x="3677585" y="4128175"/>
                <a:ext cx="251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1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E8C589A5-3AF8-8518-F081-0F6E5D21C938}"/>
                    </a:ext>
                  </a:extLst>
                </p:cNvPr>
                <p:cNvSpPr txBox="1"/>
                <p:nvPr/>
              </p:nvSpPr>
              <p:spPr>
                <a:xfrm>
                  <a:off x="1065604" y="1890543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E8C589A5-3AF8-8518-F081-0F6E5D21C9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5604" y="1890543"/>
                  <a:ext cx="295688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4" name="群組 13">
              <a:extLst>
                <a:ext uri="{FF2B5EF4-FFF2-40B4-BE49-F238E27FC236}">
                  <a16:creationId xmlns:a16="http://schemas.microsoft.com/office/drawing/2014/main" id="{42261B67-2548-8F38-F0E0-2A28FF52606A}"/>
                </a:ext>
              </a:extLst>
            </p:cNvPr>
            <p:cNvGrpSpPr/>
            <p:nvPr/>
          </p:nvGrpSpPr>
          <p:grpSpPr>
            <a:xfrm>
              <a:off x="1262981" y="1890543"/>
              <a:ext cx="416848" cy="400110"/>
              <a:chOff x="3533569" y="4005064"/>
              <a:chExt cx="416848" cy="400110"/>
            </a:xfrm>
          </p:grpSpPr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457055FB-9F1A-328C-631D-727460BBAECF}"/>
                  </a:ext>
                </a:extLst>
              </p:cNvPr>
              <p:cNvSpPr txBox="1"/>
              <p:nvPr/>
            </p:nvSpPr>
            <p:spPr>
              <a:xfrm>
                <a:off x="3533569" y="4005064"/>
                <a:ext cx="3289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r</a:t>
                </a:r>
              </a:p>
            </p:txBody>
          </p:sp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6E966864-8855-4A01-36E9-2C0B86222CF4}"/>
                  </a:ext>
                </a:extLst>
              </p:cNvPr>
              <p:cNvSpPr txBox="1"/>
              <p:nvPr/>
            </p:nvSpPr>
            <p:spPr>
              <a:xfrm>
                <a:off x="3677585" y="4128175"/>
                <a:ext cx="272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altLang="zh-HK" sz="1200" b="1" dirty="0">
                    <a:ln>
                      <a:solidFill>
                        <a:schemeClr val="tx1"/>
                      </a:solidFill>
                    </a:ln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rPr>
                  <a:t>2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AF954E0-A676-C38A-CB92-344DA1B16F39}"/>
                  </a:ext>
                </a:extLst>
              </p:cNvPr>
              <p:cNvSpPr txBox="1"/>
              <p:nvPr/>
            </p:nvSpPr>
            <p:spPr>
              <a:xfrm>
                <a:off x="1632232" y="13896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7AF954E0-A676-C38A-CB92-344DA1B16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232" y="1389692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字方塊 18">
            <a:extLst>
              <a:ext uri="{FF2B5EF4-FFF2-40B4-BE49-F238E27FC236}">
                <a16:creationId xmlns:a16="http://schemas.microsoft.com/office/drawing/2014/main" id="{00AD0108-C03B-3EEA-CBC4-7B0661E49DB5}"/>
              </a:ext>
            </a:extLst>
          </p:cNvPr>
          <p:cNvSpPr txBox="1"/>
          <p:nvPr/>
        </p:nvSpPr>
        <p:spPr>
          <a:xfrm>
            <a:off x="1923663" y="1420690"/>
            <a:ext cx="608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5C698A5-0743-BABD-067B-1FDD99B17EBA}"/>
                  </a:ext>
                </a:extLst>
              </p:cNvPr>
              <p:cNvSpPr txBox="1"/>
              <p:nvPr/>
            </p:nvSpPr>
            <p:spPr>
              <a:xfrm>
                <a:off x="2340391" y="138969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45C698A5-0743-BABD-067B-1FDD99B17E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391" y="1389692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文字方塊 20">
            <a:extLst>
              <a:ext uri="{FF2B5EF4-FFF2-40B4-BE49-F238E27FC236}">
                <a16:creationId xmlns:a16="http://schemas.microsoft.com/office/drawing/2014/main" id="{3C412078-441D-D72C-ECFE-E2043C76BAB6}"/>
              </a:ext>
            </a:extLst>
          </p:cNvPr>
          <p:cNvSpPr txBox="1"/>
          <p:nvPr/>
        </p:nvSpPr>
        <p:spPr>
          <a:xfrm>
            <a:off x="2487271" y="1420690"/>
            <a:ext cx="6088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a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3A3FA68-CDA8-7529-BFC7-D0195C0BFC41}"/>
                  </a:ext>
                </a:extLst>
              </p:cNvPr>
              <p:cNvSpPr txBox="1"/>
              <p:nvPr/>
            </p:nvSpPr>
            <p:spPr>
              <a:xfrm>
                <a:off x="1634464" y="186839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43A3FA68-CDA8-7529-BFC7-D0195C0BF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464" y="1868396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>
            <a:extLst>
              <a:ext uri="{FF2B5EF4-FFF2-40B4-BE49-F238E27FC236}">
                <a16:creationId xmlns:a16="http://schemas.microsoft.com/office/drawing/2014/main" id="{26B8E255-111A-B2BE-324D-6CFB488FD62B}"/>
              </a:ext>
            </a:extLst>
          </p:cNvPr>
          <p:cNvSpPr txBox="1"/>
          <p:nvPr/>
        </p:nvSpPr>
        <p:spPr>
          <a:xfrm>
            <a:off x="1923663" y="1878987"/>
            <a:ext cx="35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2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39CFA59-EC37-C78A-06D0-534370822DAC}"/>
                  </a:ext>
                </a:extLst>
              </p:cNvPr>
              <p:cNvSpPr txBox="1"/>
              <p:nvPr/>
            </p:nvSpPr>
            <p:spPr>
              <a:xfrm>
                <a:off x="2171081" y="182947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739CFA59-EC37-C78A-06D0-534370822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1081" y="1829471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>
            <a:extLst>
              <a:ext uri="{FF2B5EF4-FFF2-40B4-BE49-F238E27FC236}">
                <a16:creationId xmlns:a16="http://schemas.microsoft.com/office/drawing/2014/main" id="{DD25BF13-D77A-E09A-0BAB-BA9168816CCC}"/>
              </a:ext>
            </a:extLst>
          </p:cNvPr>
          <p:cNvSpPr txBox="1"/>
          <p:nvPr/>
        </p:nvSpPr>
        <p:spPr>
          <a:xfrm>
            <a:off x="2318925" y="1878987"/>
            <a:ext cx="35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Lucida Handwriting" panose="03010101010101010101" pitchFamily="66" charset="0"/>
              </a:rPr>
              <a:t>3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Lucida Calligraphy" panose="03010101010101010101" pitchFamily="66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4631373E-13BC-385B-62E3-5E2387C0FEAE}"/>
              </a:ext>
            </a:extLst>
          </p:cNvPr>
          <p:cNvSpPr txBox="1"/>
          <p:nvPr/>
        </p:nvSpPr>
        <p:spPr>
          <a:xfrm>
            <a:off x="17633" y="3415478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atin typeface="Lucida Handwriting" panose="03010101010101010101" pitchFamily="66" charset="0"/>
              </a:rPr>
              <a:t>(</a:t>
            </a:r>
            <a:r>
              <a:rPr lang="en-HK" sz="2000" b="1" dirty="0">
                <a:latin typeface="Lucida Calligraphy" panose="03010101010101010101" pitchFamily="66" charset="0"/>
              </a:rPr>
              <a:t>b</a:t>
            </a:r>
            <a:r>
              <a:rPr lang="en-HK" sz="2000" b="1" dirty="0">
                <a:latin typeface="Lucida Handwriting" panose="03010101010101010101" pitchFamily="66" charset="0"/>
              </a:rPr>
              <a:t>)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8CF6B878-C7B4-2A58-54E2-DEAD4D525D72}"/>
              </a:ext>
            </a:extLst>
          </p:cNvPr>
          <p:cNvSpPr txBox="1"/>
          <p:nvPr/>
        </p:nvSpPr>
        <p:spPr>
          <a:xfrm>
            <a:off x="842020" y="2355969"/>
            <a:ext cx="22795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Ratio of areas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52BF61D-5A6B-FF17-1804-9C9B40D35413}"/>
                  </a:ext>
                </a:extLst>
              </p:cNvPr>
              <p:cNvSpPr txBox="1"/>
              <p:nvPr/>
            </p:nvSpPr>
            <p:spPr>
              <a:xfrm>
                <a:off x="2973715" y="235596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452BF61D-5A6B-FF17-1804-9C9B40D35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715" y="2355969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群組 31">
            <a:extLst>
              <a:ext uri="{FF2B5EF4-FFF2-40B4-BE49-F238E27FC236}">
                <a16:creationId xmlns:a16="http://schemas.microsoft.com/office/drawing/2014/main" id="{79F2A3F0-05A6-4C68-8B86-3CB3636B8263}"/>
              </a:ext>
            </a:extLst>
          </p:cNvPr>
          <p:cNvGrpSpPr/>
          <p:nvPr/>
        </p:nvGrpSpPr>
        <p:grpSpPr>
          <a:xfrm>
            <a:off x="3269403" y="2268506"/>
            <a:ext cx="491321" cy="507832"/>
            <a:chOff x="5065578" y="3222636"/>
            <a:chExt cx="491321" cy="507832"/>
          </a:xfrm>
        </p:grpSpPr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A8C8F0BD-7406-7A9F-8CC3-A9B95B498A2A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D59FECF4-860B-EE06-72A8-FB1051B2393A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66C454F-6AF3-77E4-DD52-963E10B7FFC9}"/>
                  </a:ext>
                </a:extLst>
              </p:cNvPr>
              <p:cNvSpPr txBox="1"/>
              <p:nvPr/>
            </p:nvSpPr>
            <p:spPr>
              <a:xfrm>
                <a:off x="3638154" y="235105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E66C454F-6AF3-77E4-DD52-963E10B7F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154" y="2351058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>
            <a:extLst>
              <a:ext uri="{FF2B5EF4-FFF2-40B4-BE49-F238E27FC236}">
                <a16:creationId xmlns:a16="http://schemas.microsoft.com/office/drawing/2014/main" id="{BF3C87CE-9C68-0BE7-9413-EFE0C8FAB6F9}"/>
              </a:ext>
            </a:extLst>
          </p:cNvPr>
          <p:cNvGrpSpPr/>
          <p:nvPr/>
        </p:nvGrpSpPr>
        <p:grpSpPr>
          <a:xfrm>
            <a:off x="3804479" y="2268506"/>
            <a:ext cx="491321" cy="507832"/>
            <a:chOff x="5065578" y="3222636"/>
            <a:chExt cx="491321" cy="507832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1545314E-AF41-8DF0-2339-AE1C0C08737C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F1AA64FA-B65E-1924-BC19-B6E9E0C8E2E3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3EC8B63-0223-BF5E-1215-2CFB7A453E08}"/>
                  </a:ext>
                </a:extLst>
              </p:cNvPr>
              <p:cNvSpPr txBox="1"/>
              <p:nvPr/>
            </p:nvSpPr>
            <p:spPr>
              <a:xfrm>
                <a:off x="2977810" y="282689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43EC8B63-0223-BF5E-1215-2CFB7A453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810" y="2826899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文字方塊 39">
            <a:extLst>
              <a:ext uri="{FF2B5EF4-FFF2-40B4-BE49-F238E27FC236}">
                <a16:creationId xmlns:a16="http://schemas.microsoft.com/office/drawing/2014/main" id="{23A09BD9-AF00-A1E6-9F1B-9A6CB8D5B104}"/>
              </a:ext>
            </a:extLst>
          </p:cNvPr>
          <p:cNvSpPr txBox="1"/>
          <p:nvPr/>
        </p:nvSpPr>
        <p:spPr>
          <a:xfrm>
            <a:off x="3275207" y="2836123"/>
            <a:ext cx="35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4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D197F072-DA60-282D-65D7-67B2BF3731E2}"/>
                  </a:ext>
                </a:extLst>
              </p:cNvPr>
              <p:cNvSpPr txBox="1"/>
              <p:nvPr/>
            </p:nvSpPr>
            <p:spPr>
              <a:xfrm>
                <a:off x="3522625" y="278660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D197F072-DA60-282D-65D7-67B2BF373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2625" y="2786607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文字方塊 41">
            <a:extLst>
              <a:ext uri="{FF2B5EF4-FFF2-40B4-BE49-F238E27FC236}">
                <a16:creationId xmlns:a16="http://schemas.microsoft.com/office/drawing/2014/main" id="{FDF3E69E-486E-8C65-5182-ECDEE7BE415D}"/>
              </a:ext>
            </a:extLst>
          </p:cNvPr>
          <p:cNvSpPr txBox="1"/>
          <p:nvPr/>
        </p:nvSpPr>
        <p:spPr>
          <a:xfrm>
            <a:off x="3670469" y="2826899"/>
            <a:ext cx="35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9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F78F8B3D-99E4-0273-A0C6-C11B60488D99}"/>
              </a:ext>
            </a:extLst>
          </p:cNvPr>
          <p:cNvSpPr txBox="1"/>
          <p:nvPr/>
        </p:nvSpPr>
        <p:spPr>
          <a:xfrm>
            <a:off x="537074" y="3411985"/>
            <a:ext cx="2584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Ratio of volumes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459169E3-8050-9793-40D6-F138DF8289A8}"/>
                  </a:ext>
                </a:extLst>
              </p:cNvPr>
              <p:cNvSpPr txBox="1"/>
              <p:nvPr/>
            </p:nvSpPr>
            <p:spPr>
              <a:xfrm>
                <a:off x="2973715" y="3411985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459169E3-8050-9793-40D6-F138DF828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3715" y="3411985"/>
                <a:ext cx="295688" cy="40011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5" name="群組 44">
            <a:extLst>
              <a:ext uri="{FF2B5EF4-FFF2-40B4-BE49-F238E27FC236}">
                <a16:creationId xmlns:a16="http://schemas.microsoft.com/office/drawing/2014/main" id="{19A0C5D8-CF1C-28D2-4E74-95BDB205ACAC}"/>
              </a:ext>
            </a:extLst>
          </p:cNvPr>
          <p:cNvGrpSpPr/>
          <p:nvPr/>
        </p:nvGrpSpPr>
        <p:grpSpPr>
          <a:xfrm>
            <a:off x="3246662" y="3323387"/>
            <a:ext cx="491321" cy="507832"/>
            <a:chOff x="5065578" y="3222636"/>
            <a:chExt cx="491321" cy="507832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86F0C40F-08D1-0FC8-6562-D1B52CDA7275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2</a:t>
              </a:r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2DA65F07-BB30-C737-1228-766F743A20E1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31DF76F7-FA64-6E44-BB07-AD9FBF5C209C}"/>
                  </a:ext>
                </a:extLst>
              </p:cNvPr>
              <p:cNvSpPr txBox="1"/>
              <p:nvPr/>
            </p:nvSpPr>
            <p:spPr>
              <a:xfrm>
                <a:off x="3615413" y="3405939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31DF76F7-FA64-6E44-BB07-AD9FBF5C2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5413" y="3405939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群組 48">
            <a:extLst>
              <a:ext uri="{FF2B5EF4-FFF2-40B4-BE49-F238E27FC236}">
                <a16:creationId xmlns:a16="http://schemas.microsoft.com/office/drawing/2014/main" id="{6A3A1E58-6104-D54E-797F-52881290DC1C}"/>
              </a:ext>
            </a:extLst>
          </p:cNvPr>
          <p:cNvGrpSpPr/>
          <p:nvPr/>
        </p:nvGrpSpPr>
        <p:grpSpPr>
          <a:xfrm>
            <a:off x="3781738" y="3323387"/>
            <a:ext cx="491321" cy="507832"/>
            <a:chOff x="5065578" y="3222636"/>
            <a:chExt cx="491321" cy="507832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70E0C470-6902-719E-87E5-1E4B9D8A1C57}"/>
                </a:ext>
              </a:extLst>
            </p:cNvPr>
            <p:cNvSpPr txBox="1"/>
            <p:nvPr/>
          </p:nvSpPr>
          <p:spPr>
            <a:xfrm>
              <a:off x="5065578" y="3330358"/>
              <a:ext cx="3326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ucida Handwriting" panose="03010101010101010101" pitchFamily="66" charset="0"/>
                </a:rPr>
                <a:t>3</a:t>
              </a:r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D646B3F7-89B6-162B-F4DB-7A2AA666EB65}"/>
                </a:ext>
              </a:extLst>
            </p:cNvPr>
            <p:cNvSpPr txBox="1"/>
            <p:nvPr/>
          </p:nvSpPr>
          <p:spPr>
            <a:xfrm>
              <a:off x="5231904" y="3222636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0BA65A47-081B-3723-1B07-BC25157A0E8B}"/>
                  </a:ext>
                </a:extLst>
              </p:cNvPr>
              <p:cNvSpPr txBox="1"/>
              <p:nvPr/>
            </p:nvSpPr>
            <p:spPr>
              <a:xfrm>
                <a:off x="2955069" y="388178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0BA65A47-081B-3723-1B07-BC25157A0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5069" y="3881780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文字方塊 52">
            <a:extLst>
              <a:ext uri="{FF2B5EF4-FFF2-40B4-BE49-F238E27FC236}">
                <a16:creationId xmlns:a16="http://schemas.microsoft.com/office/drawing/2014/main" id="{6FC551C0-A8CA-EF2C-6E30-EF3BF29F54E8}"/>
              </a:ext>
            </a:extLst>
          </p:cNvPr>
          <p:cNvSpPr txBox="1"/>
          <p:nvPr/>
        </p:nvSpPr>
        <p:spPr>
          <a:xfrm>
            <a:off x="3252466" y="3891004"/>
            <a:ext cx="357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8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FF247F7-D35F-923F-A6BF-8C57EAB57BE8}"/>
                  </a:ext>
                </a:extLst>
              </p:cNvPr>
              <p:cNvSpPr txBox="1"/>
              <p:nvPr/>
            </p:nvSpPr>
            <p:spPr>
              <a:xfrm>
                <a:off x="3499884" y="384148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8FF247F7-D35F-923F-A6BF-8C57EAB57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9884" y="3841488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字方塊 54">
            <a:extLst>
              <a:ext uri="{FF2B5EF4-FFF2-40B4-BE49-F238E27FC236}">
                <a16:creationId xmlns:a16="http://schemas.microsoft.com/office/drawing/2014/main" id="{A3BAA251-3E61-D3F1-519D-AC082F5BB979}"/>
              </a:ext>
            </a:extLst>
          </p:cNvPr>
          <p:cNvSpPr txBox="1"/>
          <p:nvPr/>
        </p:nvSpPr>
        <p:spPr>
          <a:xfrm>
            <a:off x="3647727" y="3881780"/>
            <a:ext cx="6253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rPr>
              <a:t>27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98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35" grpId="0"/>
      <p:bldP spid="39" grpId="0"/>
      <p:bldP spid="40" grpId="0"/>
      <p:bldP spid="41" grpId="0"/>
      <p:bldP spid="42" grpId="0"/>
      <p:bldP spid="43" grpId="0"/>
      <p:bldP spid="44" grpId="0"/>
      <p:bldP spid="48" grpId="0"/>
      <p:bldP spid="52" grpId="0"/>
      <p:bldP spid="53" grpId="0"/>
      <p:bldP spid="54" grpId="0"/>
      <p:bldP spid="5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0935D4C4-B1B6-4369-F60C-6BF37A02EFBD}"/>
              </a:ext>
            </a:extLst>
          </p:cNvPr>
          <p:cNvGrpSpPr/>
          <p:nvPr/>
        </p:nvGrpSpPr>
        <p:grpSpPr>
          <a:xfrm>
            <a:off x="191344" y="116632"/>
            <a:ext cx="9961905" cy="3028571"/>
            <a:chOff x="191344" y="116632"/>
            <a:chExt cx="9961905" cy="3028571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F2811A6F-292F-974A-771C-F9CE05F4A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344" y="116632"/>
              <a:ext cx="9961905" cy="3028571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B185C010-A80A-966C-78B6-ADF2AC7CE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384" y="908721"/>
              <a:ext cx="6752381" cy="2088232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FFD798C9-B9F5-5539-8366-64751F1B2D8D}"/>
                  </a:ext>
                </a:extLst>
              </p14:cNvPr>
              <p14:cNvContentPartPr/>
              <p14:nvPr/>
            </p14:nvContentPartPr>
            <p14:xfrm>
              <a:off x="3287688" y="646977"/>
              <a:ext cx="1512168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FFD798C9-B9F5-5539-8366-64751F1B2D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33669" y="-13068723"/>
                <a:ext cx="161984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E1C372A5-B77A-7628-B05B-1736E4CDEA10}"/>
                  </a:ext>
                </a:extLst>
              </p14:cNvPr>
              <p14:cNvContentPartPr/>
              <p14:nvPr/>
            </p14:nvContentPartPr>
            <p14:xfrm>
              <a:off x="983432" y="646977"/>
              <a:ext cx="1368152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E1C372A5-B77A-7628-B05B-1736E4CDEA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9412" y="-13068723"/>
                <a:ext cx="147583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711EDB28-2AF6-D3D9-8F0E-6F3932446B39}"/>
                  </a:ext>
                </a:extLst>
              </p14:cNvPr>
              <p14:cNvContentPartPr/>
              <p14:nvPr/>
            </p14:nvContentPartPr>
            <p14:xfrm>
              <a:off x="6204304" y="286937"/>
              <a:ext cx="683784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711EDB28-2AF6-D3D9-8F0E-6F3932446B3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50293" y="-13428763"/>
                <a:ext cx="791447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5">
            <a:extLst>
              <a:ext uri="{FF2B5EF4-FFF2-40B4-BE49-F238E27FC236}">
                <a16:creationId xmlns:a16="http://schemas.microsoft.com/office/drawing/2014/main" id="{C00D0191-F406-2B28-31C2-DB6A59075730}"/>
              </a:ext>
            </a:extLst>
          </p:cNvPr>
          <p:cNvSpPr txBox="1"/>
          <p:nvPr/>
        </p:nvSpPr>
        <p:spPr>
          <a:xfrm>
            <a:off x="623392" y="1554389"/>
            <a:ext cx="426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water in the vessel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D209C564-CDC2-5137-26C1-E294A58EA1E5}"/>
              </a:ext>
            </a:extLst>
          </p:cNvPr>
          <p:cNvCxnSpPr>
            <a:cxnSpLocks/>
          </p:cNvCxnSpPr>
          <p:nvPr/>
        </p:nvCxnSpPr>
        <p:spPr bwMode="auto">
          <a:xfrm>
            <a:off x="767408" y="1987433"/>
            <a:ext cx="4118766" cy="0"/>
          </a:xfrm>
          <a:prstGeom prst="line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688CFD3B-4D84-2D89-031E-C3C25F2AF6C6}"/>
              </a:ext>
            </a:extLst>
          </p:cNvPr>
          <p:cNvSpPr txBox="1"/>
          <p:nvPr/>
        </p:nvSpPr>
        <p:spPr>
          <a:xfrm>
            <a:off x="2486425" y="2008447"/>
            <a:ext cx="536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64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6D17927-E20F-5EC8-8058-5BD1FFD9E0F9}"/>
                  </a:ext>
                </a:extLst>
              </p:cNvPr>
              <p:cNvSpPr txBox="1"/>
              <p:nvPr/>
            </p:nvSpPr>
            <p:spPr>
              <a:xfrm>
                <a:off x="4876608" y="177754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E6D17927-E20F-5EC8-8058-5BD1FFD9E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608" y="1777544"/>
                <a:ext cx="295688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群組 15">
            <a:extLst>
              <a:ext uri="{FF2B5EF4-FFF2-40B4-BE49-F238E27FC236}">
                <a16:creationId xmlns:a16="http://schemas.microsoft.com/office/drawing/2014/main" id="{23CF2050-74FF-EE05-29AC-F3682FDCAFCF}"/>
              </a:ext>
            </a:extLst>
          </p:cNvPr>
          <p:cNvGrpSpPr/>
          <p:nvPr/>
        </p:nvGrpSpPr>
        <p:grpSpPr>
          <a:xfrm>
            <a:off x="5133819" y="1619672"/>
            <a:ext cx="797034" cy="777549"/>
            <a:chOff x="1653804" y="4595880"/>
            <a:chExt cx="797034" cy="777549"/>
          </a:xfrm>
        </p:grpSpPr>
        <p:grpSp>
          <p:nvGrpSpPr>
            <p:cNvPr id="17" name="群組 16">
              <a:extLst>
                <a:ext uri="{FF2B5EF4-FFF2-40B4-BE49-F238E27FC236}">
                  <a16:creationId xmlns:a16="http://schemas.microsoft.com/office/drawing/2014/main" id="{B4182281-DD26-11BA-B5B6-A73D43B8A611}"/>
                </a:ext>
              </a:extLst>
            </p:cNvPr>
            <p:cNvGrpSpPr/>
            <p:nvPr/>
          </p:nvGrpSpPr>
          <p:grpSpPr>
            <a:xfrm>
              <a:off x="1880797" y="4595880"/>
              <a:ext cx="364383" cy="777549"/>
              <a:chOff x="2896107" y="4671588"/>
              <a:chExt cx="364383" cy="777549"/>
            </a:xfrm>
          </p:grpSpPr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FCEEEF68-1202-9CF1-381D-E9B74525E706}"/>
                  </a:ext>
                </a:extLst>
              </p:cNvPr>
              <p:cNvSpPr txBox="1"/>
              <p:nvPr/>
            </p:nvSpPr>
            <p:spPr>
              <a:xfrm>
                <a:off x="2896107" y="4671588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1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22" name="群組 21">
                <a:extLst>
                  <a:ext uri="{FF2B5EF4-FFF2-40B4-BE49-F238E27FC236}">
                    <a16:creationId xmlns:a16="http://schemas.microsoft.com/office/drawing/2014/main" id="{82C4AA92-1F72-66DD-1C21-8829F2C89FFB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81E424D9-8AEC-4260-4D54-568A49D35613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57376EB7-BDF7-E323-06BF-4058653FF999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5D566B6A-4C97-2296-22BC-6469A37E5BF3}"/>
                </a:ext>
              </a:extLst>
            </p:cNvPr>
            <p:cNvSpPr txBox="1"/>
            <p:nvPr/>
          </p:nvSpPr>
          <p:spPr>
            <a:xfrm>
              <a:off x="1653804" y="4750837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endParaRPr lang="zh-HK" altLang="en-US" sz="2400" dirty="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212E517-C783-CB2D-125A-B8CEFAEB0A0B}"/>
                </a:ext>
              </a:extLst>
            </p:cNvPr>
            <p:cNvSpPr txBox="1"/>
            <p:nvPr/>
          </p:nvSpPr>
          <p:spPr>
            <a:xfrm>
              <a:off x="2155150" y="4750837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sz="2400" dirty="0"/>
            </a:p>
          </p:txBody>
        </p:sp>
      </p:grp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BE03D058-A56A-1990-6965-B2E493A49E8D}"/>
              </a:ext>
            </a:extLst>
          </p:cNvPr>
          <p:cNvSpPr txBox="1"/>
          <p:nvPr/>
        </p:nvSpPr>
        <p:spPr>
          <a:xfrm>
            <a:off x="5734596" y="1613702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09CB0786-7BEC-306F-2E7C-61971A1C028D}"/>
              </a:ext>
            </a:extLst>
          </p:cNvPr>
          <p:cNvSpPr txBox="1"/>
          <p:nvPr/>
        </p:nvSpPr>
        <p:spPr>
          <a:xfrm>
            <a:off x="695400" y="2717607"/>
            <a:ext cx="4262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water in the vessel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BA833BB-3AD5-0744-B90A-DC382E01E099}"/>
                  </a:ext>
                </a:extLst>
              </p:cNvPr>
              <p:cNvSpPr txBox="1"/>
              <p:nvPr/>
            </p:nvSpPr>
            <p:spPr>
              <a:xfrm>
                <a:off x="4876608" y="2700281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6BA833BB-3AD5-0744-B90A-DC382E01E0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608" y="2700281"/>
                <a:ext cx="29568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0F70A9C7-64C5-0094-6F40-EE3EBE2F75AA}"/>
              </a:ext>
            </a:extLst>
          </p:cNvPr>
          <p:cNvGrpSpPr/>
          <p:nvPr/>
        </p:nvGrpSpPr>
        <p:grpSpPr>
          <a:xfrm>
            <a:off x="5235414" y="2526476"/>
            <a:ext cx="364383" cy="777549"/>
            <a:chOff x="2896107" y="4671588"/>
            <a:chExt cx="364383" cy="777549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4958F64A-559A-6094-69C1-A84D1D111DBF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30" name="群組 29">
              <a:extLst>
                <a:ext uri="{FF2B5EF4-FFF2-40B4-BE49-F238E27FC236}">
                  <a16:creationId xmlns:a16="http://schemas.microsoft.com/office/drawing/2014/main" id="{13D3F97F-4881-4AF2-3B89-1F1E29729669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31" name="直線接點 30">
                <a:extLst>
                  <a:ext uri="{FF2B5EF4-FFF2-40B4-BE49-F238E27FC236}">
                    <a16:creationId xmlns:a16="http://schemas.microsoft.com/office/drawing/2014/main" id="{9B9E88E4-0115-2F8A-7C71-AD7414EA4BA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0B078410-87B6-E864-8C02-8A2AE764C42A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8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DB084E1-904F-98EA-6ACE-12245FEE51BC}"/>
                  </a:ext>
                </a:extLst>
              </p:cNvPr>
              <p:cNvSpPr txBox="1"/>
              <p:nvPr/>
            </p:nvSpPr>
            <p:spPr>
              <a:xfrm>
                <a:off x="5586752" y="268382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CDB084E1-904F-98EA-6ACE-12245FEE5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6752" y="2683824"/>
                <a:ext cx="295688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文字方塊 33">
            <a:extLst>
              <a:ext uri="{FF2B5EF4-FFF2-40B4-BE49-F238E27FC236}">
                <a16:creationId xmlns:a16="http://schemas.microsoft.com/office/drawing/2014/main" id="{F858F7F9-8488-1A21-CCFB-0D779C1E9F05}"/>
              </a:ext>
            </a:extLst>
          </p:cNvPr>
          <p:cNvSpPr txBox="1"/>
          <p:nvPr/>
        </p:nvSpPr>
        <p:spPr>
          <a:xfrm>
            <a:off x="5827642" y="2712167"/>
            <a:ext cx="536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Handwriting" panose="03010101010101010101" pitchFamily="66" charset="0"/>
              </a:rPr>
              <a:t>64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7D0CF52-922A-0CB7-33C8-8367BA430A49}"/>
                  </a:ext>
                </a:extLst>
              </p:cNvPr>
              <p:cNvSpPr txBox="1"/>
              <p:nvPr/>
            </p:nvSpPr>
            <p:spPr>
              <a:xfrm>
                <a:off x="4886174" y="3372532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7D0CF52-922A-0CB7-33C8-8367BA430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6174" y="3372532"/>
                <a:ext cx="29568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群組 35">
            <a:extLst>
              <a:ext uri="{FF2B5EF4-FFF2-40B4-BE49-F238E27FC236}">
                <a16:creationId xmlns:a16="http://schemas.microsoft.com/office/drawing/2014/main" id="{5694AEE3-1E19-47DF-E8EA-E4B87AD947DC}"/>
              </a:ext>
            </a:extLst>
          </p:cNvPr>
          <p:cNvGrpSpPr/>
          <p:nvPr/>
        </p:nvGrpSpPr>
        <p:grpSpPr>
          <a:xfrm>
            <a:off x="5184974" y="3337642"/>
            <a:ext cx="990708" cy="451398"/>
            <a:chOff x="5983177" y="2110895"/>
            <a:chExt cx="990708" cy="451398"/>
          </a:xfrm>
        </p:grpSpPr>
        <p:sp>
          <p:nvSpPr>
            <p:cNvPr id="37" name="文字方塊 36">
              <a:extLst>
                <a:ext uri="{FF2B5EF4-FFF2-40B4-BE49-F238E27FC236}">
                  <a16:creationId xmlns:a16="http://schemas.microsoft.com/office/drawing/2014/main" id="{40F35FE3-BADD-15ED-F6C4-893273279AF2}"/>
                </a:ext>
              </a:extLst>
            </p:cNvPr>
            <p:cNvSpPr txBox="1"/>
            <p:nvPr/>
          </p:nvSpPr>
          <p:spPr>
            <a:xfrm>
              <a:off x="5983177" y="2162183"/>
              <a:ext cx="48665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8</a:t>
              </a:r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593EE738-91AE-855D-2762-5BF3BE515950}"/>
                </a:ext>
              </a:extLst>
            </p:cNvPr>
            <p:cNvSpPr txBox="1"/>
            <p:nvPr/>
          </p:nvSpPr>
          <p:spPr>
            <a:xfrm>
              <a:off x="6301450" y="2183821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5F8EF3CC-F7B0-0E01-4365-D2B50F2B91A5}"/>
                </a:ext>
              </a:extLst>
            </p:cNvPr>
            <p:cNvSpPr txBox="1"/>
            <p:nvPr/>
          </p:nvSpPr>
          <p:spPr>
            <a:xfrm>
              <a:off x="6648890" y="2110895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5607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15" grpId="0"/>
      <p:bldP spid="25" grpId="0"/>
      <p:bldP spid="26" grpId="0"/>
      <p:bldP spid="27" grpId="0"/>
      <p:bldP spid="33" grpId="0"/>
      <p:bldP spid="34" grpId="0"/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41508A11-73E0-7239-530B-0C0D3902E3CF}"/>
              </a:ext>
            </a:extLst>
          </p:cNvPr>
          <p:cNvGrpSpPr/>
          <p:nvPr/>
        </p:nvGrpSpPr>
        <p:grpSpPr>
          <a:xfrm>
            <a:off x="173830" y="116632"/>
            <a:ext cx="10436562" cy="2736305"/>
            <a:chOff x="173830" y="116632"/>
            <a:chExt cx="10436562" cy="2736305"/>
          </a:xfrm>
        </p:grpSpPr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17DF1AD3-F485-ED70-547F-99A0889E8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1344" y="116632"/>
              <a:ext cx="10419048" cy="2590476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ECD1831D-BB16-C9BA-E484-BC18F023E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3830" y="1268761"/>
              <a:ext cx="5346106" cy="1584176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DBBE7C1F-5EBB-9FB2-7703-742300E6BF8B}"/>
                  </a:ext>
                </a:extLst>
              </p14:cNvPr>
              <p14:cNvContentPartPr/>
              <p14:nvPr/>
            </p14:nvContentPartPr>
            <p14:xfrm>
              <a:off x="5807968" y="260648"/>
              <a:ext cx="1368152" cy="45719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DBBE7C1F-5EBB-9FB2-7703-742300E6BF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53948" y="-13455052"/>
                <a:ext cx="1475832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筆跡 7">
                <a:extLst>
                  <a:ext uri="{FF2B5EF4-FFF2-40B4-BE49-F238E27FC236}">
                    <a16:creationId xmlns:a16="http://schemas.microsoft.com/office/drawing/2014/main" id="{420DD6AB-B32E-A56C-437F-655AB36BF496}"/>
                  </a:ext>
                </a:extLst>
              </p14:cNvPr>
              <p14:cNvContentPartPr/>
              <p14:nvPr/>
            </p14:nvContentPartPr>
            <p14:xfrm>
              <a:off x="5206884" y="620688"/>
              <a:ext cx="387968" cy="45719"/>
            </p14:xfrm>
          </p:contentPart>
        </mc:Choice>
        <mc:Fallback xmlns="">
          <p:pic>
            <p:nvPicPr>
              <p:cNvPr id="8" name="筆跡 7">
                <a:extLst>
                  <a:ext uri="{FF2B5EF4-FFF2-40B4-BE49-F238E27FC236}">
                    <a16:creationId xmlns:a16="http://schemas.microsoft.com/office/drawing/2014/main" id="{420DD6AB-B32E-A56C-437F-655AB36BF4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52900" y="-13095012"/>
                <a:ext cx="495577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筆跡 9">
                <a:extLst>
                  <a:ext uri="{FF2B5EF4-FFF2-40B4-BE49-F238E27FC236}">
                    <a16:creationId xmlns:a16="http://schemas.microsoft.com/office/drawing/2014/main" id="{89A7CB24-5C2A-DC74-0159-5B6C28CE2B16}"/>
                  </a:ext>
                </a:extLst>
              </p14:cNvPr>
              <p14:cNvContentPartPr/>
              <p14:nvPr/>
            </p14:nvContentPartPr>
            <p14:xfrm>
              <a:off x="7248128" y="597828"/>
              <a:ext cx="1944216" cy="45719"/>
            </p14:xfrm>
          </p:contentPart>
        </mc:Choice>
        <mc:Fallback xmlns="">
          <p:pic>
            <p:nvPicPr>
              <p:cNvPr id="10" name="筆跡 9">
                <a:extLst>
                  <a:ext uri="{FF2B5EF4-FFF2-40B4-BE49-F238E27FC236}">
                    <a16:creationId xmlns:a16="http://schemas.microsoft.com/office/drawing/2014/main" id="{89A7CB24-5C2A-DC74-0159-5B6C28CE2B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194102" y="-13117872"/>
                <a:ext cx="2051908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筆跡 10">
                <a:extLst>
                  <a:ext uri="{FF2B5EF4-FFF2-40B4-BE49-F238E27FC236}">
                    <a16:creationId xmlns:a16="http://schemas.microsoft.com/office/drawing/2014/main" id="{99526014-EEEB-BD83-7853-CC098A90A858}"/>
                  </a:ext>
                </a:extLst>
              </p14:cNvPr>
              <p14:cNvContentPartPr/>
              <p14:nvPr/>
            </p14:nvContentPartPr>
            <p14:xfrm>
              <a:off x="1603576" y="944725"/>
              <a:ext cx="171944" cy="45719"/>
            </p14:xfrm>
          </p:contentPart>
        </mc:Choice>
        <mc:Fallback xmlns="">
          <p:pic>
            <p:nvPicPr>
              <p:cNvPr id="11" name="筆跡 10">
                <a:extLst>
                  <a:ext uri="{FF2B5EF4-FFF2-40B4-BE49-F238E27FC236}">
                    <a16:creationId xmlns:a16="http://schemas.microsoft.com/office/drawing/2014/main" id="{99526014-EEEB-BD83-7853-CC098A90A85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49619" y="-12770975"/>
                <a:ext cx="279499" cy="27431400"/>
              </a:xfrm>
              <a:prstGeom prst="rect">
                <a:avLst/>
              </a:prstGeom>
            </p:spPr>
          </p:pic>
        </mc:Fallback>
      </mc:AlternateContent>
      <p:pic>
        <p:nvPicPr>
          <p:cNvPr id="14" name="圖片 13">
            <a:extLst>
              <a:ext uri="{FF2B5EF4-FFF2-40B4-BE49-F238E27FC236}">
                <a16:creationId xmlns:a16="http://schemas.microsoft.com/office/drawing/2014/main" id="{105BEECE-18E6-5AF4-29A6-F52DE2E8B6B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19936" y="872360"/>
            <a:ext cx="5805492" cy="1866667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59A846A-FBEF-6824-8EF0-78DD02DC16F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16080" y="1062096"/>
            <a:ext cx="5142857" cy="1866667"/>
          </a:xfrm>
          <a:prstGeom prst="rect">
            <a:avLst/>
          </a:prstGeom>
        </p:spPr>
      </p:pic>
      <p:sp>
        <p:nvSpPr>
          <p:cNvPr id="12" name="TextBox 15">
            <a:extLst>
              <a:ext uri="{FF2B5EF4-FFF2-40B4-BE49-F238E27FC236}">
                <a16:creationId xmlns:a16="http://schemas.microsoft.com/office/drawing/2014/main" id="{BF474E9D-51F8-A164-59D1-630F962B0C4B}"/>
              </a:ext>
            </a:extLst>
          </p:cNvPr>
          <p:cNvSpPr txBox="1"/>
          <p:nvPr/>
        </p:nvSpPr>
        <p:spPr>
          <a:xfrm>
            <a:off x="515378" y="1258441"/>
            <a:ext cx="597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water in the cylindrical vessel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A2FF72D-7ED5-A0F2-B792-7C50F6A16292}"/>
                  </a:ext>
                </a:extLst>
              </p:cNvPr>
              <p:cNvSpPr txBox="1"/>
              <p:nvPr/>
            </p:nvSpPr>
            <p:spPr>
              <a:xfrm>
                <a:off x="367534" y="174320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7A2FF72D-7ED5-A0F2-B792-7C50F6A162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34" y="1743206"/>
                <a:ext cx="295688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DFF39AF-5033-7DD0-FBF5-B30B59AA8490}"/>
                  </a:ext>
                </a:extLst>
              </p:cNvPr>
              <p:cNvSpPr txBox="1"/>
              <p:nvPr/>
            </p:nvSpPr>
            <p:spPr>
              <a:xfrm>
                <a:off x="689145" y="1737767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DFF39AF-5033-7DD0-FBF5-B30B59AA8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145" y="1737767"/>
                <a:ext cx="295688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群組 24">
            <a:extLst>
              <a:ext uri="{FF2B5EF4-FFF2-40B4-BE49-F238E27FC236}">
                <a16:creationId xmlns:a16="http://schemas.microsoft.com/office/drawing/2014/main" id="{CFCBF3C6-2424-7825-D07A-B3E502BD533A}"/>
              </a:ext>
            </a:extLst>
          </p:cNvPr>
          <p:cNvGrpSpPr/>
          <p:nvPr/>
        </p:nvGrpSpPr>
        <p:grpSpPr>
          <a:xfrm>
            <a:off x="884166" y="1589106"/>
            <a:ext cx="797034" cy="768421"/>
            <a:chOff x="1653804" y="4605008"/>
            <a:chExt cx="797034" cy="768421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17005BAA-2FDF-BFF5-7188-6FDEA93ACA51}"/>
                </a:ext>
              </a:extLst>
            </p:cNvPr>
            <p:cNvGrpSpPr/>
            <p:nvPr/>
          </p:nvGrpSpPr>
          <p:grpSpPr>
            <a:xfrm>
              <a:off x="1797530" y="4605008"/>
              <a:ext cx="530915" cy="768421"/>
              <a:chOff x="2812840" y="4680716"/>
              <a:chExt cx="530915" cy="768421"/>
            </a:xfrm>
          </p:grpSpPr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3ACA883-5E07-60F8-DD8F-837C92A336CF}"/>
                  </a:ext>
                </a:extLst>
              </p:cNvPr>
              <p:cNvSpPr txBox="1"/>
              <p:nvPr/>
            </p:nvSpPr>
            <p:spPr>
              <a:xfrm>
                <a:off x="2812840" y="4680716"/>
                <a:ext cx="53091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Lucida Handwriting" panose="03010101010101010101" pitchFamily="66" charset="0"/>
                  </a:rPr>
                  <a:t>30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accent2">
                      <a:lumMod val="60000"/>
                      <a:lumOff val="40000"/>
                    </a:schemeClr>
                  </a:solidFill>
                  <a:latin typeface="Lucida Calligraphy" panose="03010101010101010101" pitchFamily="66" charset="0"/>
                </a:endParaRPr>
              </a:p>
            </p:txBody>
          </p:sp>
          <p:grpSp>
            <p:nvGrpSpPr>
              <p:cNvPr id="30" name="群組 29">
                <a:extLst>
                  <a:ext uri="{FF2B5EF4-FFF2-40B4-BE49-F238E27FC236}">
                    <a16:creationId xmlns:a16="http://schemas.microsoft.com/office/drawing/2014/main" id="{F3F8166D-8498-7539-B09D-8DCC03C1C157}"/>
                  </a:ext>
                </a:extLst>
              </p:cNvPr>
              <p:cNvGrpSpPr/>
              <p:nvPr/>
            </p:nvGrpSpPr>
            <p:grpSpPr>
              <a:xfrm>
                <a:off x="2896107" y="5034454"/>
                <a:ext cx="364383" cy="414683"/>
                <a:chOff x="2896107" y="5034454"/>
                <a:chExt cx="364383" cy="414683"/>
              </a:xfrm>
            </p:grpSpPr>
            <p:cxnSp>
              <p:nvCxnSpPr>
                <p:cNvPr id="31" name="直線接點 30">
                  <a:extLst>
                    <a:ext uri="{FF2B5EF4-FFF2-40B4-BE49-F238E27FC236}">
                      <a16:creationId xmlns:a16="http://schemas.microsoft.com/office/drawing/2014/main" id="{4EF7B3FF-3E9C-0FF1-8A4F-5E18418CF38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896107" y="5034454"/>
                  <a:ext cx="364383" cy="1591"/>
                </a:xfrm>
                <a:prstGeom prst="line">
                  <a:avLst/>
                </a:prstGeom>
                <a:solidFill>
                  <a:srgbClr val="C0C0C0"/>
                </a:solidFill>
                <a:ln w="285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2" name="文字方塊 31">
                  <a:extLst>
                    <a:ext uri="{FF2B5EF4-FFF2-40B4-BE49-F238E27FC236}">
                      <a16:creationId xmlns:a16="http://schemas.microsoft.com/office/drawing/2014/main" id="{79B8F354-6D82-D24D-DC8B-BB746CB2AD33}"/>
                    </a:ext>
                  </a:extLst>
                </p:cNvPr>
                <p:cNvSpPr txBox="1"/>
                <p:nvPr/>
              </p:nvSpPr>
              <p:spPr>
                <a:xfrm>
                  <a:off x="2902700" y="5049027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latin typeface="Lucida Handwriting" panose="03010101010101010101" pitchFamily="66" charset="0"/>
                    </a:rPr>
                    <a:t>2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Lucida Calligraphy" panose="03010101010101010101" pitchFamily="66" charset="0"/>
                  </a:endParaRPr>
                </a:p>
              </p:txBody>
            </p:sp>
          </p:grpSp>
        </p:grp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578AE65E-4FA4-273A-9675-6DC30400FAA5}"/>
                </a:ext>
              </a:extLst>
            </p:cNvPr>
            <p:cNvSpPr txBox="1"/>
            <p:nvPr/>
          </p:nvSpPr>
          <p:spPr>
            <a:xfrm>
              <a:off x="1653804" y="4750837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endParaRPr lang="zh-HK" altLang="en-US" sz="2400" dirty="0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ADF5465D-F009-7AD3-9FD8-4982D7D93BEF}"/>
                </a:ext>
              </a:extLst>
            </p:cNvPr>
            <p:cNvSpPr txBox="1"/>
            <p:nvPr/>
          </p:nvSpPr>
          <p:spPr>
            <a:xfrm>
              <a:off x="2155150" y="4750837"/>
              <a:ext cx="29568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4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sz="2400" dirty="0"/>
            </a:p>
          </p:txBody>
        </p:sp>
      </p:grp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59705411-0E4A-6914-79BD-D0FA0C731D5A}"/>
              </a:ext>
            </a:extLst>
          </p:cNvPr>
          <p:cNvSpPr txBox="1"/>
          <p:nvPr/>
        </p:nvSpPr>
        <p:spPr>
          <a:xfrm>
            <a:off x="1475542" y="1570393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EB32379-FFC1-C585-A3C9-F8EF4A507D86}"/>
                  </a:ext>
                </a:extLst>
              </p:cNvPr>
              <p:cNvSpPr txBox="1"/>
              <p:nvPr/>
            </p:nvSpPr>
            <p:spPr>
              <a:xfrm>
                <a:off x="1633135" y="172615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5EB32379-FFC1-C585-A3C9-F8EF4A507D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3135" y="1726156"/>
                <a:ext cx="295688" cy="4001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文字方塊 34">
            <a:extLst>
              <a:ext uri="{FF2B5EF4-FFF2-40B4-BE49-F238E27FC236}">
                <a16:creationId xmlns:a16="http://schemas.microsoft.com/office/drawing/2014/main" id="{F7B7FED4-E06F-15B8-8EC1-16C3FA877044}"/>
              </a:ext>
            </a:extLst>
          </p:cNvPr>
          <p:cNvSpPr txBox="1"/>
          <p:nvPr/>
        </p:nvSpPr>
        <p:spPr>
          <a:xfrm>
            <a:off x="1865235" y="1747278"/>
            <a:ext cx="5367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FF00"/>
                </a:solidFill>
                <a:latin typeface="Lucida Handwriting" panose="03010101010101010101" pitchFamily="66" charset="0"/>
              </a:rPr>
              <a:t>10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00FF00"/>
              </a:solidFill>
              <a:latin typeface="Lucida Calligraphy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F19EF14D-7B42-E94E-7E4E-E3330A22E0FF}"/>
                  </a:ext>
                </a:extLst>
              </p:cNvPr>
              <p:cNvSpPr txBox="1"/>
              <p:nvPr/>
            </p:nvSpPr>
            <p:spPr>
              <a:xfrm>
                <a:off x="367534" y="2306998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F19EF14D-7B42-E94E-7E4E-E3330A22E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34" y="2306998"/>
                <a:ext cx="29568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群組 39">
            <a:extLst>
              <a:ext uri="{FF2B5EF4-FFF2-40B4-BE49-F238E27FC236}">
                <a16:creationId xmlns:a16="http://schemas.microsoft.com/office/drawing/2014/main" id="{36E1CDDE-7DC3-F4BC-226F-9795574D1069}"/>
              </a:ext>
            </a:extLst>
          </p:cNvPr>
          <p:cNvGrpSpPr/>
          <p:nvPr/>
        </p:nvGrpSpPr>
        <p:grpSpPr>
          <a:xfrm>
            <a:off x="663222" y="2254358"/>
            <a:ext cx="1668345" cy="462519"/>
            <a:chOff x="5867815" y="5060350"/>
            <a:chExt cx="1668345" cy="462519"/>
          </a:xfrm>
        </p:grpSpPr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33BEEC74-EB50-5549-CB43-059C006573C8}"/>
                </a:ext>
              </a:extLst>
            </p:cNvPr>
            <p:cNvGrpSpPr/>
            <p:nvPr/>
          </p:nvGrpSpPr>
          <p:grpSpPr>
            <a:xfrm>
              <a:off x="5867815" y="5116220"/>
              <a:ext cx="1034750" cy="406649"/>
              <a:chOff x="5988577" y="4831900"/>
              <a:chExt cx="1034750" cy="406649"/>
            </a:xfrm>
          </p:grpSpPr>
          <p:sp>
            <p:nvSpPr>
              <p:cNvPr id="44" name="文字方塊 43">
                <a:extLst>
                  <a:ext uri="{FF2B5EF4-FFF2-40B4-BE49-F238E27FC236}">
                    <a16:creationId xmlns:a16="http://schemas.microsoft.com/office/drawing/2014/main" id="{70888A2C-E29F-C027-5F91-ADCED3712750}"/>
                  </a:ext>
                </a:extLst>
              </p:cNvPr>
              <p:cNvSpPr txBox="1"/>
              <p:nvPr/>
            </p:nvSpPr>
            <p:spPr>
              <a:xfrm>
                <a:off x="5988577" y="4838439"/>
                <a:ext cx="9654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rPr>
                  <a:t>2250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字方塊 44">
                    <a:extLst>
                      <a:ext uri="{FF2B5EF4-FFF2-40B4-BE49-F238E27FC236}">
                        <a16:creationId xmlns:a16="http://schemas.microsoft.com/office/drawing/2014/main" id="{5ECA5AA8-E610-A24F-EF73-9363236AFF08}"/>
                      </a:ext>
                    </a:extLst>
                  </p:cNvPr>
                  <p:cNvSpPr txBox="1"/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7C80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FF7C80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45" name="文字方塊 44">
                    <a:extLst>
                      <a:ext uri="{FF2B5EF4-FFF2-40B4-BE49-F238E27FC236}">
                        <a16:creationId xmlns:a16="http://schemas.microsoft.com/office/drawing/2014/main" id="{5ECA5AA8-E610-A24F-EF73-9363236AFF0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7639" y="4831900"/>
                    <a:ext cx="295688" cy="40011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DA8B57AA-B911-FFE6-A6F4-83996F4853A2}"/>
                </a:ext>
              </a:extLst>
            </p:cNvPr>
            <p:cNvSpPr txBox="1"/>
            <p:nvPr/>
          </p:nvSpPr>
          <p:spPr>
            <a:xfrm>
              <a:off x="6888088" y="5146998"/>
              <a:ext cx="6004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1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cm</a:t>
              </a: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DE229D76-1080-4723-060D-E56F4AECCD99}"/>
                </a:ext>
              </a:extLst>
            </p:cNvPr>
            <p:cNvSpPr txBox="1"/>
            <p:nvPr/>
          </p:nvSpPr>
          <p:spPr>
            <a:xfrm>
              <a:off x="7211165" y="5060350"/>
              <a:ext cx="32499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14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3</a:t>
              </a:r>
            </a:p>
          </p:txBody>
        </p:sp>
      </p:grpSp>
      <p:sp>
        <p:nvSpPr>
          <p:cNvPr id="46" name="TextBox 15">
            <a:extLst>
              <a:ext uri="{FF2B5EF4-FFF2-40B4-BE49-F238E27FC236}">
                <a16:creationId xmlns:a16="http://schemas.microsoft.com/office/drawing/2014/main" id="{B2D53F25-A657-7E60-9E4A-BD8218348793}"/>
              </a:ext>
            </a:extLst>
          </p:cNvPr>
          <p:cNvSpPr txBox="1"/>
          <p:nvPr/>
        </p:nvSpPr>
        <p:spPr>
          <a:xfrm>
            <a:off x="515378" y="3073046"/>
            <a:ext cx="42844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FF00"/>
                </a:solidFill>
                <a:latin typeface="Lucida Calligraphy" panose="03010101010101010101" pitchFamily="66" charset="0"/>
              </a:rPr>
              <a:t>Volume of water in the bowl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FF00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00E398FF-8340-0D69-0998-9B6BA00701CB}"/>
                  </a:ext>
                </a:extLst>
              </p:cNvPr>
              <p:cNvSpPr txBox="1"/>
              <p:nvPr/>
            </p:nvSpPr>
            <p:spPr>
              <a:xfrm>
                <a:off x="4652012" y="307304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00E398FF-8340-0D69-0998-9B6BA0070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012" y="3073046"/>
                <a:ext cx="295688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15">
            <a:extLst>
              <a:ext uri="{FF2B5EF4-FFF2-40B4-BE49-F238E27FC236}">
                <a16:creationId xmlns:a16="http://schemas.microsoft.com/office/drawing/2014/main" id="{9A99702A-797C-D279-93C8-79F134C7D172}"/>
              </a:ext>
            </a:extLst>
          </p:cNvPr>
          <p:cNvSpPr txBox="1"/>
          <p:nvPr/>
        </p:nvSpPr>
        <p:spPr>
          <a:xfrm>
            <a:off x="4783834" y="3069298"/>
            <a:ext cx="59766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Calligraphy" panose="03010101010101010101" pitchFamily="66" charset="0"/>
              </a:rPr>
              <a:t>Volume of water in the cylindrical vessel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6CB45553-B0C9-2A28-0364-E15227442208}"/>
              </a:ext>
            </a:extLst>
          </p:cNvPr>
          <p:cNvGrpSpPr/>
          <p:nvPr/>
        </p:nvGrpSpPr>
        <p:grpSpPr>
          <a:xfrm>
            <a:off x="732418" y="3511153"/>
            <a:ext cx="364383" cy="777549"/>
            <a:chOff x="2896107" y="4671588"/>
            <a:chExt cx="364383" cy="777549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CF8E1853-07BA-9371-FCA6-841E6DFE6713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650DF855-F3F9-39B9-5521-72CA63961684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2" name="直線接點 51">
                <a:extLst>
                  <a:ext uri="{FF2B5EF4-FFF2-40B4-BE49-F238E27FC236}">
                    <a16:creationId xmlns:a16="http://schemas.microsoft.com/office/drawing/2014/main" id="{01C00901-43C9-DE82-100E-4C6C8197B655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D2C5B8D6-FA38-F03E-F207-B9AC79A9E7FC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5855F49-A0DC-306A-5F5F-1E76113E38C7}"/>
                  </a:ext>
                </a:extLst>
              </p:cNvPr>
              <p:cNvSpPr txBox="1"/>
              <p:nvPr/>
            </p:nvSpPr>
            <p:spPr>
              <a:xfrm>
                <a:off x="1096801" y="36739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54" name="文字方塊 53">
                <a:extLst>
                  <a:ext uri="{FF2B5EF4-FFF2-40B4-BE49-F238E27FC236}">
                    <a16:creationId xmlns:a16="http://schemas.microsoft.com/office/drawing/2014/main" id="{B5855F49-A0DC-306A-5F5F-1E76113E38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801" y="3673964"/>
                <a:ext cx="295688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群組 54">
            <a:extLst>
              <a:ext uri="{FF2B5EF4-FFF2-40B4-BE49-F238E27FC236}">
                <a16:creationId xmlns:a16="http://schemas.microsoft.com/office/drawing/2014/main" id="{A87ACEB3-0D79-F884-110E-437941226815}"/>
              </a:ext>
            </a:extLst>
          </p:cNvPr>
          <p:cNvGrpSpPr/>
          <p:nvPr/>
        </p:nvGrpSpPr>
        <p:grpSpPr>
          <a:xfrm>
            <a:off x="1455847" y="3511153"/>
            <a:ext cx="364383" cy="777549"/>
            <a:chOff x="2896107" y="4671588"/>
            <a:chExt cx="364383" cy="777549"/>
          </a:xfrm>
        </p:grpSpPr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9C24139E-6759-795A-B8C7-9F2B95A71BA4}"/>
                </a:ext>
              </a:extLst>
            </p:cNvPr>
            <p:cNvSpPr txBox="1"/>
            <p:nvPr/>
          </p:nvSpPr>
          <p:spPr>
            <a:xfrm>
              <a:off x="2896107" y="4671588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1</a:t>
              </a:r>
              <a:endParaRPr lang="en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grpSp>
          <p:nvGrpSpPr>
            <p:cNvPr id="57" name="群組 56">
              <a:extLst>
                <a:ext uri="{FF2B5EF4-FFF2-40B4-BE49-F238E27FC236}">
                  <a16:creationId xmlns:a16="http://schemas.microsoft.com/office/drawing/2014/main" id="{5277D0CF-4297-15EF-6AB4-F84AF9421FC3}"/>
                </a:ext>
              </a:extLst>
            </p:cNvPr>
            <p:cNvGrpSpPr/>
            <p:nvPr/>
          </p:nvGrpSpPr>
          <p:grpSpPr>
            <a:xfrm>
              <a:off x="2896107" y="5034454"/>
              <a:ext cx="364383" cy="414683"/>
              <a:chOff x="2896107" y="5034454"/>
              <a:chExt cx="364383" cy="414683"/>
            </a:xfrm>
          </p:grpSpPr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B43DA5C7-EB94-206F-474A-3B48D181853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2896107" y="5034454"/>
                <a:ext cx="364383" cy="1591"/>
              </a:xfrm>
              <a:prstGeom prst="line">
                <a:avLst/>
              </a:prstGeom>
              <a:solidFill>
                <a:srgbClr val="C0C0C0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9" name="文字方塊 58">
                <a:extLst>
                  <a:ext uri="{FF2B5EF4-FFF2-40B4-BE49-F238E27FC236}">
                    <a16:creationId xmlns:a16="http://schemas.microsoft.com/office/drawing/2014/main" id="{E9ACD84E-59FE-99FB-BF85-E3E58548F75D}"/>
                  </a:ext>
                </a:extLst>
              </p:cNvPr>
              <p:cNvSpPr txBox="1"/>
              <p:nvPr/>
            </p:nvSpPr>
            <p:spPr>
              <a:xfrm>
                <a:off x="2902700" y="5049027"/>
                <a:ext cx="35779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  <a:endParaRPr lang="en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ADB3E6D3-1909-13EF-DD44-B162CFDF693B}"/>
                  </a:ext>
                </a:extLst>
              </p:cNvPr>
              <p:cNvSpPr txBox="1"/>
              <p:nvPr/>
            </p:nvSpPr>
            <p:spPr>
              <a:xfrm>
                <a:off x="1819310" y="36739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ADB3E6D3-1909-13EF-DD44-B162CFDF6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9310" y="3673964"/>
                <a:ext cx="295688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6E01D40D-B634-C0DB-1F1E-1EBB33008E7B}"/>
                  </a:ext>
                </a:extLst>
              </p:cNvPr>
              <p:cNvSpPr txBox="1"/>
              <p:nvPr/>
            </p:nvSpPr>
            <p:spPr>
              <a:xfrm>
                <a:off x="2106262" y="36739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1" name="文字方塊 60">
                <a:extLst>
                  <a:ext uri="{FF2B5EF4-FFF2-40B4-BE49-F238E27FC236}">
                    <a16:creationId xmlns:a16="http://schemas.microsoft.com/office/drawing/2014/main" id="{6E01D40D-B634-C0DB-1F1E-1EBB33008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262" y="3673964"/>
                <a:ext cx="295688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63DD3E09-D46D-86C4-526F-9249D6D6431F}"/>
                  </a:ext>
                </a:extLst>
              </p:cNvPr>
              <p:cNvSpPr txBox="1"/>
              <p:nvPr/>
            </p:nvSpPr>
            <p:spPr>
              <a:xfrm>
                <a:off x="2371819" y="36739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63DD3E09-D46D-86C4-526F-9249D6D64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819" y="3673964"/>
                <a:ext cx="295688" cy="40011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4" name="群組 73">
            <a:extLst>
              <a:ext uri="{FF2B5EF4-FFF2-40B4-BE49-F238E27FC236}">
                <a16:creationId xmlns:a16="http://schemas.microsoft.com/office/drawing/2014/main" id="{821464D6-AE11-D69A-5E62-A649121586C9}"/>
              </a:ext>
            </a:extLst>
          </p:cNvPr>
          <p:cNvGrpSpPr/>
          <p:nvPr/>
        </p:nvGrpSpPr>
        <p:grpSpPr>
          <a:xfrm>
            <a:off x="2587223" y="3479869"/>
            <a:ext cx="1573280" cy="788299"/>
            <a:chOff x="3503711" y="4067613"/>
            <a:chExt cx="1573280" cy="788299"/>
          </a:xfrm>
        </p:grpSpPr>
        <p:grpSp>
          <p:nvGrpSpPr>
            <p:cNvPr id="66" name="群組 65">
              <a:extLst>
                <a:ext uri="{FF2B5EF4-FFF2-40B4-BE49-F238E27FC236}">
                  <a16:creationId xmlns:a16="http://schemas.microsoft.com/office/drawing/2014/main" id="{BCDD18FA-2712-E0EC-3AF3-29343ABB93CD}"/>
                </a:ext>
              </a:extLst>
            </p:cNvPr>
            <p:cNvGrpSpPr/>
            <p:nvPr/>
          </p:nvGrpSpPr>
          <p:grpSpPr>
            <a:xfrm>
              <a:off x="3702503" y="4067613"/>
              <a:ext cx="1245804" cy="429290"/>
              <a:chOff x="3235353" y="3683065"/>
              <a:chExt cx="1245804" cy="429290"/>
            </a:xfrm>
          </p:grpSpPr>
          <p:sp>
            <p:nvSpPr>
              <p:cNvPr id="63" name="文字方塊 62">
                <a:extLst>
                  <a:ext uri="{FF2B5EF4-FFF2-40B4-BE49-F238E27FC236}">
                    <a16:creationId xmlns:a16="http://schemas.microsoft.com/office/drawing/2014/main" id="{4051D34E-B28F-344A-13A9-8FFCE34866E9}"/>
                  </a:ext>
                </a:extLst>
              </p:cNvPr>
              <p:cNvSpPr txBox="1"/>
              <p:nvPr/>
            </p:nvSpPr>
            <p:spPr>
              <a:xfrm>
                <a:off x="3235353" y="3711208"/>
                <a:ext cx="5367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2FE235AB-D931-B359-A6E4-8F343F454B9E}"/>
                      </a:ext>
                    </a:extLst>
                  </p:cNvPr>
                  <p:cNvSpPr txBox="1"/>
                  <p:nvPr/>
                </p:nvSpPr>
                <p:spPr>
                  <a:xfrm>
                    <a:off x="3640018" y="368306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64" name="文字方塊 63">
                    <a:extLst>
                      <a:ext uri="{FF2B5EF4-FFF2-40B4-BE49-F238E27FC236}">
                        <a16:creationId xmlns:a16="http://schemas.microsoft.com/office/drawing/2014/main" id="{2FE235AB-D931-B359-A6E4-8F343F454B9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40018" y="3683065"/>
                    <a:ext cx="295688" cy="40011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5" name="文字方塊 64">
                <a:extLst>
                  <a:ext uri="{FF2B5EF4-FFF2-40B4-BE49-F238E27FC236}">
                    <a16:creationId xmlns:a16="http://schemas.microsoft.com/office/drawing/2014/main" id="{6D115C83-CAB4-9718-0210-6DD5153FD067}"/>
                  </a:ext>
                </a:extLst>
              </p:cNvPr>
              <p:cNvSpPr txBox="1"/>
              <p:nvPr/>
            </p:nvSpPr>
            <p:spPr>
              <a:xfrm>
                <a:off x="3872309" y="3712245"/>
                <a:ext cx="608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endParaRPr>
              </a:p>
            </p:txBody>
          </p:sp>
        </p:grpSp>
        <p:cxnSp>
          <p:nvCxnSpPr>
            <p:cNvPr id="67" name="直線接點 66">
              <a:extLst>
                <a:ext uri="{FF2B5EF4-FFF2-40B4-BE49-F238E27FC236}">
                  <a16:creationId xmlns:a16="http://schemas.microsoft.com/office/drawing/2014/main" id="{A1E5F706-8629-ED2A-8E2A-18D51610716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54838" y="4456839"/>
              <a:ext cx="1132455" cy="10884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BD18E911-B5BC-6C0A-4958-C8A1BEFCE643}"/>
                </a:ext>
              </a:extLst>
            </p:cNvPr>
            <p:cNvSpPr txBox="1"/>
            <p:nvPr/>
          </p:nvSpPr>
          <p:spPr>
            <a:xfrm>
              <a:off x="4165007" y="4455802"/>
              <a:ext cx="384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75B0746F-625D-422D-EC59-ED8B4A696D5E}"/>
                </a:ext>
              </a:extLst>
            </p:cNvPr>
            <p:cNvSpPr txBox="1"/>
            <p:nvPr/>
          </p:nvSpPr>
          <p:spPr>
            <a:xfrm>
              <a:off x="3503711" y="4231448"/>
              <a:ext cx="295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endParaRPr lang="zh-HK" altLang="en-US" sz="2800" dirty="0"/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C5FF4687-AE76-51A0-6C17-8955D9EE9464}"/>
                </a:ext>
              </a:extLst>
            </p:cNvPr>
            <p:cNvSpPr txBox="1"/>
            <p:nvPr/>
          </p:nvSpPr>
          <p:spPr>
            <a:xfrm>
              <a:off x="4781303" y="4232222"/>
              <a:ext cx="295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sz="2800" dirty="0"/>
            </a:p>
          </p:txBody>
        </p:sp>
      </p:grp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BC99B31D-1D66-F244-64F5-BC8AF1FD8A5F}"/>
              </a:ext>
            </a:extLst>
          </p:cNvPr>
          <p:cNvSpPr txBox="1"/>
          <p:nvPr/>
        </p:nvSpPr>
        <p:spPr>
          <a:xfrm>
            <a:off x="3970805" y="3494337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917CEE2-621E-1D68-0472-9EAC986CB720}"/>
                  </a:ext>
                </a:extLst>
              </p:cNvPr>
              <p:cNvSpPr txBox="1"/>
              <p:nvPr/>
            </p:nvSpPr>
            <p:spPr>
              <a:xfrm>
                <a:off x="4108109" y="3679164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D917CEE2-621E-1D68-0472-9EAC986CB7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09" y="3679164"/>
                <a:ext cx="295688" cy="4001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群組 77">
            <a:extLst>
              <a:ext uri="{FF2B5EF4-FFF2-40B4-BE49-F238E27FC236}">
                <a16:creationId xmlns:a16="http://schemas.microsoft.com/office/drawing/2014/main" id="{4D8CCD6D-4729-CEE3-FF0E-91F60404D0E9}"/>
              </a:ext>
            </a:extLst>
          </p:cNvPr>
          <p:cNvGrpSpPr/>
          <p:nvPr/>
        </p:nvGrpSpPr>
        <p:grpSpPr>
          <a:xfrm>
            <a:off x="4388452" y="3685267"/>
            <a:ext cx="1034750" cy="406649"/>
            <a:chOff x="5988577" y="4831900"/>
            <a:chExt cx="1034750" cy="406649"/>
          </a:xfrm>
        </p:grpSpPr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D8F8A2E3-CF23-F55B-E634-4FF137B0EB42}"/>
                </a:ext>
              </a:extLst>
            </p:cNvPr>
            <p:cNvSpPr txBox="1"/>
            <p:nvPr/>
          </p:nvSpPr>
          <p:spPr>
            <a:xfrm>
              <a:off x="5988577" y="4838439"/>
              <a:ext cx="96549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7C80"/>
                  </a:solidFill>
                  <a:latin typeface="Lucida Handwriting" panose="03010101010101010101" pitchFamily="66" charset="0"/>
                </a:rPr>
                <a:t>2250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B7CFC0F-7791-3CE4-63E3-22E3B3AF460D}"/>
                    </a:ext>
                  </a:extLst>
                </p:cNvPr>
                <p:cNvSpPr txBox="1"/>
                <p:nvPr/>
              </p:nvSpPr>
              <p:spPr>
                <a:xfrm>
                  <a:off x="6727639" y="483190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7C80"/>
                            </a:solidFill>
                            <a:latin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7C80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82" name="文字方塊 81">
                  <a:extLst>
                    <a:ext uri="{FF2B5EF4-FFF2-40B4-BE49-F238E27FC236}">
                      <a16:creationId xmlns:a16="http://schemas.microsoft.com/office/drawing/2014/main" id="{0B7CFC0F-7791-3CE4-63E3-22E3B3AF46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7639" y="4831900"/>
                  <a:ext cx="295688" cy="400110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群組 91">
            <a:extLst>
              <a:ext uri="{FF2B5EF4-FFF2-40B4-BE49-F238E27FC236}">
                <a16:creationId xmlns:a16="http://schemas.microsoft.com/office/drawing/2014/main" id="{6A11B5F1-8948-D92C-0C21-5BD709CAC71E}"/>
              </a:ext>
            </a:extLst>
          </p:cNvPr>
          <p:cNvGrpSpPr/>
          <p:nvPr/>
        </p:nvGrpSpPr>
        <p:grpSpPr>
          <a:xfrm>
            <a:off x="2562916" y="4290420"/>
            <a:ext cx="1573280" cy="788299"/>
            <a:chOff x="3503711" y="4067613"/>
            <a:chExt cx="1573280" cy="788299"/>
          </a:xfrm>
        </p:grpSpPr>
        <p:grpSp>
          <p:nvGrpSpPr>
            <p:cNvPr id="93" name="群組 92">
              <a:extLst>
                <a:ext uri="{FF2B5EF4-FFF2-40B4-BE49-F238E27FC236}">
                  <a16:creationId xmlns:a16="http://schemas.microsoft.com/office/drawing/2014/main" id="{2DF3D89A-8EC2-550B-B344-21B07971F9E6}"/>
                </a:ext>
              </a:extLst>
            </p:cNvPr>
            <p:cNvGrpSpPr/>
            <p:nvPr/>
          </p:nvGrpSpPr>
          <p:grpSpPr>
            <a:xfrm>
              <a:off x="3702503" y="4067613"/>
              <a:ext cx="1245804" cy="429290"/>
              <a:chOff x="3235353" y="3683065"/>
              <a:chExt cx="1245804" cy="429290"/>
            </a:xfrm>
          </p:grpSpPr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F3F8E0A-DB40-E896-B2EC-6990576AA414}"/>
                  </a:ext>
                </a:extLst>
              </p:cNvPr>
              <p:cNvSpPr txBox="1"/>
              <p:nvPr/>
            </p:nvSpPr>
            <p:spPr>
              <a:xfrm>
                <a:off x="3235353" y="3711208"/>
                <a:ext cx="5367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36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文字方塊 98">
                    <a:extLst>
                      <a:ext uri="{FF2B5EF4-FFF2-40B4-BE49-F238E27FC236}">
                        <a16:creationId xmlns:a16="http://schemas.microsoft.com/office/drawing/2014/main" id="{DFB59E41-7F26-3636-B15D-39BB5CC9B9E6}"/>
                      </a:ext>
                    </a:extLst>
                  </p:cNvPr>
                  <p:cNvSpPr txBox="1"/>
                  <p:nvPr/>
                </p:nvSpPr>
                <p:spPr>
                  <a:xfrm>
                    <a:off x="3640018" y="3683065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99" name="文字方塊 98">
                    <a:extLst>
                      <a:ext uri="{FF2B5EF4-FFF2-40B4-BE49-F238E27FC236}">
                        <a16:creationId xmlns:a16="http://schemas.microsoft.com/office/drawing/2014/main" id="{DFB59E41-7F26-3636-B15D-39BB5CC9B9E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40018" y="3683065"/>
                    <a:ext cx="295688" cy="400110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4AFA5FF0-3CBA-D274-7354-EEF72CEC45D4}"/>
                  </a:ext>
                </a:extLst>
              </p:cNvPr>
              <p:cNvSpPr txBox="1"/>
              <p:nvPr/>
            </p:nvSpPr>
            <p:spPr>
              <a:xfrm>
                <a:off x="3872309" y="3712245"/>
                <a:ext cx="60884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r>
                  <a: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99FF"/>
                    </a:solidFill>
                    <a:latin typeface="Lucida Calligraphy" panose="03010101010101010101" pitchFamily="66" charset="0"/>
                  </a:rPr>
                  <a:t>x</a:t>
                </a:r>
                <a:endPara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FF99FF"/>
                  </a:solidFill>
                  <a:latin typeface="Lucida Handwriting" panose="03010101010101010101" pitchFamily="66" charset="0"/>
                </a:endParaRPr>
              </a:p>
            </p:txBody>
          </p:sp>
        </p:grpSp>
        <p:cxnSp>
          <p:nvCxnSpPr>
            <p:cNvPr id="94" name="直線接點 93">
              <a:extLst>
                <a:ext uri="{FF2B5EF4-FFF2-40B4-BE49-F238E27FC236}">
                  <a16:creationId xmlns:a16="http://schemas.microsoft.com/office/drawing/2014/main" id="{20A7AC98-9492-2271-0BE7-337096FCB1D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54838" y="4456839"/>
              <a:ext cx="1132455" cy="10884"/>
            </a:xfrm>
            <a:prstGeom prst="line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CB582F3E-87C6-A325-65ED-54B259CE398B}"/>
                </a:ext>
              </a:extLst>
            </p:cNvPr>
            <p:cNvSpPr txBox="1"/>
            <p:nvPr/>
          </p:nvSpPr>
          <p:spPr>
            <a:xfrm>
              <a:off x="4165007" y="4455802"/>
              <a:ext cx="38477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latin typeface="Lucida Handwriting" panose="03010101010101010101" pitchFamily="66" charset="0"/>
                </a:rPr>
                <a:t>2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endParaRPr>
            </a:p>
          </p:txBody>
        </p:sp>
        <p:sp>
          <p:nvSpPr>
            <p:cNvPr id="96" name="文字方塊 95">
              <a:extLst>
                <a:ext uri="{FF2B5EF4-FFF2-40B4-BE49-F238E27FC236}">
                  <a16:creationId xmlns:a16="http://schemas.microsoft.com/office/drawing/2014/main" id="{FA137ECB-BB76-7E51-BC99-2A7D110122B5}"/>
                </a:ext>
              </a:extLst>
            </p:cNvPr>
            <p:cNvSpPr txBox="1"/>
            <p:nvPr/>
          </p:nvSpPr>
          <p:spPr>
            <a:xfrm>
              <a:off x="3503711" y="4231448"/>
              <a:ext cx="295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(</a:t>
              </a:r>
              <a:endParaRPr lang="zh-HK" altLang="en-US" sz="2800" dirty="0"/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179EC949-28D2-10B6-B0CC-E7FF8BDCD323}"/>
                </a:ext>
              </a:extLst>
            </p:cNvPr>
            <p:cNvSpPr txBox="1"/>
            <p:nvPr/>
          </p:nvSpPr>
          <p:spPr>
            <a:xfrm>
              <a:off x="4781303" y="4232222"/>
              <a:ext cx="29568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HK" altLang="zh-HK" sz="28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)</a:t>
              </a:r>
              <a:endParaRPr lang="zh-HK" altLang="en-US" sz="2800" dirty="0"/>
            </a:p>
          </p:txBody>
        </p:sp>
      </p:grp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A9FD2FB0-85B1-62A5-E320-0248640410A6}"/>
              </a:ext>
            </a:extLst>
          </p:cNvPr>
          <p:cNvSpPr txBox="1"/>
          <p:nvPr/>
        </p:nvSpPr>
        <p:spPr>
          <a:xfrm>
            <a:off x="3946498" y="4304888"/>
            <a:ext cx="324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14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9056FEB2-ECAA-D395-EE5D-7CA992116BB6}"/>
                  </a:ext>
                </a:extLst>
              </p:cNvPr>
              <p:cNvSpPr txBox="1"/>
              <p:nvPr/>
            </p:nvSpPr>
            <p:spPr>
              <a:xfrm>
                <a:off x="4108109" y="4491530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2" name="文字方塊 101">
                <a:extLst>
                  <a:ext uri="{FF2B5EF4-FFF2-40B4-BE49-F238E27FC236}">
                    <a16:creationId xmlns:a16="http://schemas.microsoft.com/office/drawing/2014/main" id="{9056FEB2-ECAA-D395-EE5D-7CA992116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09" y="4491530"/>
                <a:ext cx="295688" cy="400110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4BB150C2-AC95-E80E-D625-C5F0F06552F8}"/>
              </a:ext>
            </a:extLst>
          </p:cNvPr>
          <p:cNvSpPr txBox="1"/>
          <p:nvPr/>
        </p:nvSpPr>
        <p:spPr>
          <a:xfrm>
            <a:off x="4360013" y="4507227"/>
            <a:ext cx="9153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latin typeface="Lucida Handwriting" panose="03010101010101010101" pitchFamily="66" charset="0"/>
              </a:rPr>
              <a:t>3375</a:t>
            </a:r>
            <a:endParaRPr lang="en-HK" altLang="zh-HK" sz="2000" b="1" dirty="0">
              <a:ln>
                <a:solidFill>
                  <a:schemeClr val="tx1"/>
                </a:solidFill>
              </a:ln>
              <a:latin typeface="Lucida Calligraphy" panose="03010101010101010101" pitchFamily="66" charset="0"/>
            </a:endParaRP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D5807E4E-F493-C188-2C9F-815FB6A787B7}"/>
              </a:ext>
            </a:extLst>
          </p:cNvPr>
          <p:cNvSpPr txBox="1"/>
          <p:nvPr/>
        </p:nvSpPr>
        <p:spPr>
          <a:xfrm>
            <a:off x="3833764" y="5202866"/>
            <a:ext cx="347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Calligraphy" panose="03010101010101010101" pitchFamily="66" charset="0"/>
              </a:rPr>
              <a:t>x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99FF"/>
              </a:solidFill>
              <a:latin typeface="Lucida Handwriting" panose="03010101010101010101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8335CE22-85AA-09E0-E281-44D660D0C2D9}"/>
                  </a:ext>
                </a:extLst>
              </p:cNvPr>
              <p:cNvSpPr txBox="1"/>
              <p:nvPr/>
            </p:nvSpPr>
            <p:spPr>
              <a:xfrm>
                <a:off x="4108109" y="5202866"/>
                <a:ext cx="29568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dirty="0" smtClean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HK" sz="2000" b="1" dirty="0">
                  <a:ln>
                    <a:solidFill>
                      <a:schemeClr val="tx1"/>
                    </a:solidFill>
                  </a:ln>
                  <a:solidFill>
                    <a:schemeClr val="tx1"/>
                  </a:solidFill>
                  <a:latin typeface="Lucida Handwriting" panose="03010101010101010101" pitchFamily="66" charset="0"/>
                </a:endParaRPr>
              </a:p>
            </p:txBody>
          </p:sp>
        </mc:Choice>
        <mc:Fallback xmlns="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8335CE22-85AA-09E0-E281-44D660D0C2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8109" y="5202866"/>
                <a:ext cx="295688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HK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BAA4FA29-184F-EB4D-670E-4DF2B13E73E7}"/>
              </a:ext>
            </a:extLst>
          </p:cNvPr>
          <p:cNvSpPr txBox="1"/>
          <p:nvPr/>
        </p:nvSpPr>
        <p:spPr>
          <a:xfrm>
            <a:off x="4367800" y="5213426"/>
            <a:ext cx="620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99FF"/>
                </a:solidFill>
                <a:latin typeface="Lucida Handwriting" panose="03010101010101010101" pitchFamily="66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29180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18" grpId="0"/>
      <p:bldP spid="33" grpId="0"/>
      <p:bldP spid="34" grpId="0"/>
      <p:bldP spid="35" grpId="0"/>
      <p:bldP spid="39" grpId="0"/>
      <p:bldP spid="46" grpId="0"/>
      <p:bldP spid="47" grpId="0"/>
      <p:bldP spid="48" grpId="0"/>
      <p:bldP spid="54" grpId="0"/>
      <p:bldP spid="60" grpId="0"/>
      <p:bldP spid="61" grpId="0"/>
      <p:bldP spid="62" grpId="0"/>
      <p:bldP spid="75" grpId="0"/>
      <p:bldP spid="76" grpId="0"/>
      <p:bldP spid="101" grpId="0"/>
      <p:bldP spid="102" grpId="0"/>
      <p:bldP spid="103" grpId="0"/>
      <p:bldP spid="104" grpId="0"/>
      <p:bldP spid="105" grpId="0"/>
      <p:bldP spid="10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9ABE2-EF8C-9F0F-341B-8A8EBD841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C0DE2F5-1598-A818-205B-CA19C86882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7" y="94825"/>
            <a:ext cx="11786658" cy="383066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筆跡 1">
                <a:extLst>
                  <a:ext uri="{FF2B5EF4-FFF2-40B4-BE49-F238E27FC236}">
                    <a16:creationId xmlns:a16="http://schemas.microsoft.com/office/drawing/2014/main" id="{C972EFC4-4FCF-A675-0FFD-9DD053FFAFB9}"/>
                  </a:ext>
                </a:extLst>
              </p14:cNvPr>
              <p14:cNvContentPartPr/>
              <p14:nvPr/>
            </p14:nvContentPartPr>
            <p14:xfrm>
              <a:off x="10740528" y="266922"/>
              <a:ext cx="1080000" cy="45719"/>
            </p14:xfrm>
          </p:contentPart>
        </mc:Choice>
        <mc:Fallback xmlns="">
          <p:pic>
            <p:nvPicPr>
              <p:cNvPr id="2" name="筆跡 1">
                <a:extLst>
                  <a:ext uri="{FF2B5EF4-FFF2-40B4-BE49-F238E27FC236}">
                    <a16:creationId xmlns:a16="http://schemas.microsoft.com/office/drawing/2014/main" id="{C972EFC4-4FCF-A675-0FFD-9DD053FFAF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86510" y="-13448778"/>
                <a:ext cx="1187676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筆跡 3">
                <a:extLst>
                  <a:ext uri="{FF2B5EF4-FFF2-40B4-BE49-F238E27FC236}">
                    <a16:creationId xmlns:a16="http://schemas.microsoft.com/office/drawing/2014/main" id="{677648CC-AB70-E99B-E98A-B9A0825E26A0}"/>
                  </a:ext>
                </a:extLst>
              </p14:cNvPr>
              <p14:cNvContentPartPr/>
              <p14:nvPr/>
            </p14:nvContentPartPr>
            <p14:xfrm>
              <a:off x="720228" y="736822"/>
              <a:ext cx="3132000" cy="45719"/>
            </p14:xfrm>
          </p:contentPart>
        </mc:Choice>
        <mc:Fallback xmlns="">
          <p:pic>
            <p:nvPicPr>
              <p:cNvPr id="4" name="筆跡 3">
                <a:extLst>
                  <a:ext uri="{FF2B5EF4-FFF2-40B4-BE49-F238E27FC236}">
                    <a16:creationId xmlns:a16="http://schemas.microsoft.com/office/drawing/2014/main" id="{677648CC-AB70-E99B-E98A-B9A0825E26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6203" y="-12978878"/>
                <a:ext cx="3239690" cy="274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筆跡 5">
                <a:extLst>
                  <a:ext uri="{FF2B5EF4-FFF2-40B4-BE49-F238E27FC236}">
                    <a16:creationId xmlns:a16="http://schemas.microsoft.com/office/drawing/2014/main" id="{BCCF2ABE-D6CD-A104-2B7A-BB6369311049}"/>
                  </a:ext>
                </a:extLst>
              </p14:cNvPr>
              <p14:cNvContentPartPr/>
              <p14:nvPr/>
            </p14:nvContentPartPr>
            <p14:xfrm>
              <a:off x="4123828" y="759681"/>
              <a:ext cx="3276000" cy="45719"/>
            </p14:xfrm>
          </p:contentPart>
        </mc:Choice>
        <mc:Fallback xmlns="">
          <p:pic>
            <p:nvPicPr>
              <p:cNvPr id="6" name="筆跡 5">
                <a:extLst>
                  <a:ext uri="{FF2B5EF4-FFF2-40B4-BE49-F238E27FC236}">
                    <a16:creationId xmlns:a16="http://schemas.microsoft.com/office/drawing/2014/main" id="{BCCF2ABE-D6CD-A104-2B7A-BB636931104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69804" y="-12956019"/>
                <a:ext cx="3383687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群組 4">
            <a:extLst>
              <a:ext uri="{FF2B5EF4-FFF2-40B4-BE49-F238E27FC236}">
                <a16:creationId xmlns:a16="http://schemas.microsoft.com/office/drawing/2014/main" id="{7C77CB27-EA07-D6A3-208C-1C78F3E009F8}"/>
              </a:ext>
            </a:extLst>
          </p:cNvPr>
          <p:cNvGrpSpPr/>
          <p:nvPr/>
        </p:nvGrpSpPr>
        <p:grpSpPr>
          <a:xfrm>
            <a:off x="6493600" y="838419"/>
            <a:ext cx="858505" cy="412810"/>
            <a:chOff x="6493600" y="838419"/>
            <a:chExt cx="858505" cy="4128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8F5B81C-9808-1E0C-3629-17B6B839111B}"/>
                    </a:ext>
                  </a:extLst>
                </p:cNvPr>
                <p:cNvSpPr txBox="1"/>
                <p:nvPr/>
              </p:nvSpPr>
              <p:spPr>
                <a:xfrm>
                  <a:off x="6753699" y="851119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E8F5B81C-9808-1E0C-3629-17B6B83911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3699" y="851119"/>
                  <a:ext cx="295688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B7DF3408-684D-60FB-167C-82F54EAB9AFA}"/>
                </a:ext>
              </a:extLst>
            </p:cNvPr>
            <p:cNvSpPr txBox="1"/>
            <p:nvPr/>
          </p:nvSpPr>
          <p:spPr>
            <a:xfrm>
              <a:off x="6493600" y="838419"/>
              <a:ext cx="4005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HK" altLang="zh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Calligraphy" panose="03010101010101010101" pitchFamily="66" charset="0"/>
                </a:rPr>
                <a:t>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77DC22A2-6E86-F3F2-86B6-A087749F7045}"/>
                </a:ext>
              </a:extLst>
            </p:cNvPr>
            <p:cNvSpPr txBox="1"/>
            <p:nvPr/>
          </p:nvSpPr>
          <p:spPr>
            <a:xfrm>
              <a:off x="6994315" y="851119"/>
              <a:ext cx="3577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HK" sz="20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Lucida Handwriting" panose="03010101010101010101" pitchFamily="66" charset="0"/>
                </a:rPr>
                <a:t>3</a:t>
              </a:r>
              <a:endParaRPr lang="en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endParaRPr>
            </a:p>
          </p:txBody>
        </p:sp>
      </p:grpSp>
      <p:sp>
        <p:nvSpPr>
          <p:cNvPr id="19" name="流程圖: 磁碟 18">
            <a:extLst>
              <a:ext uri="{FF2B5EF4-FFF2-40B4-BE49-F238E27FC236}">
                <a16:creationId xmlns:a16="http://schemas.microsoft.com/office/drawing/2014/main" id="{7CA2D051-E5DD-C409-E1A6-006285D89796}"/>
              </a:ext>
            </a:extLst>
          </p:cNvPr>
          <p:cNvSpPr/>
          <p:nvPr/>
        </p:nvSpPr>
        <p:spPr>
          <a:xfrm>
            <a:off x="8690614" y="5017539"/>
            <a:ext cx="2270091" cy="806023"/>
          </a:xfrm>
          <a:custGeom>
            <a:avLst/>
            <a:gdLst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10000 w 10000"/>
              <a:gd name="connsiteY0" fmla="*/ 1667 h 10000"/>
              <a:gd name="connsiteX1" fmla="*/ 5000 w 10000"/>
              <a:gd name="connsiteY1" fmla="*/ 3334 h 10000"/>
              <a:gd name="connsiteX2" fmla="*/ 0 w 10000"/>
              <a:gd name="connsiteY2" fmla="*/ 1667 h 10000"/>
              <a:gd name="connsiteX0" fmla="*/ 0 w 10000"/>
              <a:gd name="connsiteY0" fmla="*/ 1667 h 10000"/>
              <a:gd name="connsiteX1" fmla="*/ 5000 w 10000"/>
              <a:gd name="connsiteY1" fmla="*/ 0 h 10000"/>
              <a:gd name="connsiteX2" fmla="*/ 10000 w 10000"/>
              <a:gd name="connsiteY2" fmla="*/ 1667 h 10000"/>
              <a:gd name="connsiteX3" fmla="*/ 10000 w 10000"/>
              <a:gd name="connsiteY3" fmla="*/ 8333 h 10000"/>
              <a:gd name="connsiteX4" fmla="*/ 5000 w 10000"/>
              <a:gd name="connsiteY4" fmla="*/ 10000 h 10000"/>
              <a:gd name="connsiteX5" fmla="*/ 0 w 10000"/>
              <a:gd name="connsiteY5" fmla="*/ 8333 h 10000"/>
              <a:gd name="connsiteX6" fmla="*/ 0 w 10000"/>
              <a:gd name="connsiteY6" fmla="*/ 1667 h 10000"/>
              <a:gd name="connsiteX0" fmla="*/ 0 w 10000"/>
              <a:gd name="connsiteY0" fmla="*/ 1667 h 14583"/>
              <a:gd name="connsiteX1" fmla="*/ 5000 w 10000"/>
              <a:gd name="connsiteY1" fmla="*/ 0 h 14583"/>
              <a:gd name="connsiteX2" fmla="*/ 10000 w 10000"/>
              <a:gd name="connsiteY2" fmla="*/ 1667 h 14583"/>
              <a:gd name="connsiteX3" fmla="*/ 10000 w 10000"/>
              <a:gd name="connsiteY3" fmla="*/ 8333 h 14583"/>
              <a:gd name="connsiteX4" fmla="*/ 5000 w 10000"/>
              <a:gd name="connsiteY4" fmla="*/ 10000 h 14583"/>
              <a:gd name="connsiteX5" fmla="*/ 0 w 10000"/>
              <a:gd name="connsiteY5" fmla="*/ 8333 h 14583"/>
              <a:gd name="connsiteX6" fmla="*/ 0 w 10000"/>
              <a:gd name="connsiteY6" fmla="*/ 1667 h 14583"/>
              <a:gd name="connsiteX0" fmla="*/ 10000 w 10000"/>
              <a:gd name="connsiteY0" fmla="*/ 1667 h 14583"/>
              <a:gd name="connsiteX1" fmla="*/ 5000 w 10000"/>
              <a:gd name="connsiteY1" fmla="*/ 3334 h 14583"/>
              <a:gd name="connsiteX2" fmla="*/ 0 w 10000"/>
              <a:gd name="connsiteY2" fmla="*/ 1667 h 14583"/>
              <a:gd name="connsiteX0" fmla="*/ 0 w 10000"/>
              <a:gd name="connsiteY0" fmla="*/ 1667 h 14583"/>
              <a:gd name="connsiteX1" fmla="*/ 5000 w 10000"/>
              <a:gd name="connsiteY1" fmla="*/ 0 h 14583"/>
              <a:gd name="connsiteX2" fmla="*/ 10000 w 10000"/>
              <a:gd name="connsiteY2" fmla="*/ 1667 h 14583"/>
              <a:gd name="connsiteX3" fmla="*/ 10000 w 10000"/>
              <a:gd name="connsiteY3" fmla="*/ 8333 h 14583"/>
              <a:gd name="connsiteX4" fmla="*/ 4943 w 10000"/>
              <a:gd name="connsiteY4" fmla="*/ 14583 h 14583"/>
              <a:gd name="connsiteX5" fmla="*/ 0 w 10000"/>
              <a:gd name="connsiteY5" fmla="*/ 8333 h 14583"/>
              <a:gd name="connsiteX6" fmla="*/ 0 w 10000"/>
              <a:gd name="connsiteY6" fmla="*/ 1667 h 14583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5057 w 10000"/>
              <a:gd name="connsiteY4" fmla="*/ 14824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10000 w 10000"/>
              <a:gd name="connsiteY0" fmla="*/ 1667 h 14824"/>
              <a:gd name="connsiteX1" fmla="*/ 5000 w 10000"/>
              <a:gd name="connsiteY1" fmla="*/ 3334 h 14824"/>
              <a:gd name="connsiteX2" fmla="*/ 0 w 10000"/>
              <a:gd name="connsiteY2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4943 w 10000"/>
              <a:gd name="connsiteY4" fmla="*/ 14583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5057 w 10000"/>
              <a:gd name="connsiteY4" fmla="*/ 14824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10000 w 10000"/>
              <a:gd name="connsiteY0" fmla="*/ 1667 h 14824"/>
              <a:gd name="connsiteX1" fmla="*/ 5000 w 10000"/>
              <a:gd name="connsiteY1" fmla="*/ 3334 h 14824"/>
              <a:gd name="connsiteX2" fmla="*/ 0 w 10000"/>
              <a:gd name="connsiteY2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4943 w 10000"/>
              <a:gd name="connsiteY4" fmla="*/ 14583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5057 w 10000"/>
              <a:gd name="connsiteY4" fmla="*/ 14824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10000 w 10000"/>
              <a:gd name="connsiteY0" fmla="*/ 1667 h 14824"/>
              <a:gd name="connsiteX1" fmla="*/ 5000 w 10000"/>
              <a:gd name="connsiteY1" fmla="*/ 3334 h 14824"/>
              <a:gd name="connsiteX2" fmla="*/ 0 w 10000"/>
              <a:gd name="connsiteY2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4943 w 10000"/>
              <a:gd name="connsiteY4" fmla="*/ 14583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5057 w 10000"/>
              <a:gd name="connsiteY4" fmla="*/ 14824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10000 w 10000"/>
              <a:gd name="connsiteY0" fmla="*/ 1667 h 14824"/>
              <a:gd name="connsiteX1" fmla="*/ 5000 w 10000"/>
              <a:gd name="connsiteY1" fmla="*/ 3334 h 14824"/>
              <a:gd name="connsiteX2" fmla="*/ 0 w 10000"/>
              <a:gd name="connsiteY2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4943 w 10000"/>
              <a:gd name="connsiteY4" fmla="*/ 14583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5057 w 10000"/>
              <a:gd name="connsiteY4" fmla="*/ 14824 h 14824"/>
              <a:gd name="connsiteX5" fmla="*/ 0 w 10000"/>
              <a:gd name="connsiteY5" fmla="*/ 8333 h 14824"/>
              <a:gd name="connsiteX6" fmla="*/ 0 w 10000"/>
              <a:gd name="connsiteY6" fmla="*/ 1667 h 14824"/>
              <a:gd name="connsiteX0" fmla="*/ 10000 w 10000"/>
              <a:gd name="connsiteY0" fmla="*/ 1667 h 14824"/>
              <a:gd name="connsiteX1" fmla="*/ 5000 w 10000"/>
              <a:gd name="connsiteY1" fmla="*/ 3334 h 14824"/>
              <a:gd name="connsiteX2" fmla="*/ 0 w 10000"/>
              <a:gd name="connsiteY2" fmla="*/ 1667 h 14824"/>
              <a:gd name="connsiteX0" fmla="*/ 0 w 10000"/>
              <a:gd name="connsiteY0" fmla="*/ 1667 h 14824"/>
              <a:gd name="connsiteX1" fmla="*/ 5000 w 10000"/>
              <a:gd name="connsiteY1" fmla="*/ 0 h 14824"/>
              <a:gd name="connsiteX2" fmla="*/ 10000 w 10000"/>
              <a:gd name="connsiteY2" fmla="*/ 1667 h 14824"/>
              <a:gd name="connsiteX3" fmla="*/ 10000 w 10000"/>
              <a:gd name="connsiteY3" fmla="*/ 8333 h 14824"/>
              <a:gd name="connsiteX4" fmla="*/ 4943 w 10000"/>
              <a:gd name="connsiteY4" fmla="*/ 14583 h 14824"/>
              <a:gd name="connsiteX5" fmla="*/ 0 w 10000"/>
              <a:gd name="connsiteY5" fmla="*/ 8333 h 14824"/>
              <a:gd name="connsiteX6" fmla="*/ 0 w 10000"/>
              <a:gd name="connsiteY6" fmla="*/ 1667 h 14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00" h="14824" stroke="0" extrusionOk="0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9860" y="13136"/>
                  <a:pt x="5057" y="14824"/>
                </a:cubicBezTo>
                <a:cubicBezTo>
                  <a:pt x="991" y="14824"/>
                  <a:pt x="0" y="9254"/>
                  <a:pt x="0" y="8333"/>
                </a:cubicBezTo>
                <a:lnTo>
                  <a:pt x="0" y="1667"/>
                </a:lnTo>
                <a:close/>
              </a:path>
              <a:path w="10000" h="14824" fill="none" extrusionOk="0">
                <a:moveTo>
                  <a:pt x="10000" y="1667"/>
                </a:moveTo>
                <a:cubicBezTo>
                  <a:pt x="10000" y="2588"/>
                  <a:pt x="7761" y="3334"/>
                  <a:pt x="5000" y="3334"/>
                </a:cubicBezTo>
                <a:cubicBezTo>
                  <a:pt x="2239" y="3334"/>
                  <a:pt x="0" y="2588"/>
                  <a:pt x="0" y="1667"/>
                </a:cubicBezTo>
              </a:path>
              <a:path w="10000" h="14824" fill="none">
                <a:moveTo>
                  <a:pt x="0" y="1667"/>
                </a:moveTo>
                <a:cubicBezTo>
                  <a:pt x="0" y="746"/>
                  <a:pt x="2239" y="0"/>
                  <a:pt x="5000" y="0"/>
                </a:cubicBezTo>
                <a:cubicBezTo>
                  <a:pt x="7761" y="0"/>
                  <a:pt x="10000" y="746"/>
                  <a:pt x="10000" y="1667"/>
                </a:cubicBezTo>
                <a:lnTo>
                  <a:pt x="10000" y="8333"/>
                </a:lnTo>
                <a:cubicBezTo>
                  <a:pt x="10000" y="9254"/>
                  <a:pt x="9179" y="14342"/>
                  <a:pt x="4943" y="14583"/>
                </a:cubicBezTo>
                <a:cubicBezTo>
                  <a:pt x="877" y="14342"/>
                  <a:pt x="0" y="9254"/>
                  <a:pt x="0" y="8333"/>
                </a:cubicBezTo>
                <a:lnTo>
                  <a:pt x="0" y="1667"/>
                </a:lnTo>
                <a:close/>
              </a:path>
            </a:pathLst>
          </a:custGeom>
          <a:solidFill>
            <a:srgbClr val="00B0F0">
              <a:alpha val="30000"/>
            </a:srgbClr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DF8A23B7-6946-C9D8-B103-36AAFEAD633B}"/>
              </a:ext>
            </a:extLst>
          </p:cNvPr>
          <p:cNvGrpSpPr/>
          <p:nvPr/>
        </p:nvGrpSpPr>
        <p:grpSpPr>
          <a:xfrm>
            <a:off x="8693478" y="3706739"/>
            <a:ext cx="2275915" cy="2167039"/>
            <a:chOff x="9116873" y="3786731"/>
            <a:chExt cx="2275915" cy="2167039"/>
          </a:xfrm>
        </p:grpSpPr>
        <p:sp>
          <p:nvSpPr>
            <p:cNvPr id="23" name="流程圖: 磁碟 22">
              <a:extLst>
                <a:ext uri="{FF2B5EF4-FFF2-40B4-BE49-F238E27FC236}">
                  <a16:creationId xmlns:a16="http://schemas.microsoft.com/office/drawing/2014/main" id="{F0E5DDD7-8FA2-719D-A714-6E9F458286CD}"/>
                </a:ext>
              </a:extLst>
            </p:cNvPr>
            <p:cNvSpPr/>
            <p:nvPr/>
          </p:nvSpPr>
          <p:spPr>
            <a:xfrm>
              <a:off x="9116873" y="3786731"/>
              <a:ext cx="2275869" cy="2102516"/>
            </a:xfrm>
            <a:custGeom>
              <a:avLst/>
              <a:gdLst>
                <a:gd name="connsiteX0" fmla="*/ 0 w 10000"/>
                <a:gd name="connsiteY0" fmla="*/ 1667 h 10000"/>
                <a:gd name="connsiteX1" fmla="*/ 5000 w 10000"/>
                <a:gd name="connsiteY1" fmla="*/ 0 h 10000"/>
                <a:gd name="connsiteX2" fmla="*/ 10000 w 10000"/>
                <a:gd name="connsiteY2" fmla="*/ 1667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667 h 10000"/>
                <a:gd name="connsiteX0" fmla="*/ 10000 w 10000"/>
                <a:gd name="connsiteY0" fmla="*/ 1667 h 10000"/>
                <a:gd name="connsiteX1" fmla="*/ 5000 w 10000"/>
                <a:gd name="connsiteY1" fmla="*/ 3334 h 10000"/>
                <a:gd name="connsiteX2" fmla="*/ 0 w 10000"/>
                <a:gd name="connsiteY2" fmla="*/ 1667 h 10000"/>
                <a:gd name="connsiteX0" fmla="*/ 0 w 10000"/>
                <a:gd name="connsiteY0" fmla="*/ 1667 h 10000"/>
                <a:gd name="connsiteX1" fmla="*/ 5000 w 10000"/>
                <a:gd name="connsiteY1" fmla="*/ 0 h 10000"/>
                <a:gd name="connsiteX2" fmla="*/ 10000 w 10000"/>
                <a:gd name="connsiteY2" fmla="*/ 1667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667 h 10000"/>
                <a:gd name="connsiteX0" fmla="*/ 0 w 10000"/>
                <a:gd name="connsiteY0" fmla="*/ 1667 h 10000"/>
                <a:gd name="connsiteX1" fmla="*/ 5000 w 10000"/>
                <a:gd name="connsiteY1" fmla="*/ 0 h 10000"/>
                <a:gd name="connsiteX2" fmla="*/ 10000 w 10000"/>
                <a:gd name="connsiteY2" fmla="*/ 1667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667 h 10000"/>
                <a:gd name="connsiteX0" fmla="*/ 10000 w 10000"/>
                <a:gd name="connsiteY0" fmla="*/ 1667 h 10000"/>
                <a:gd name="connsiteX1" fmla="*/ 4944 w 10000"/>
                <a:gd name="connsiteY1" fmla="*/ 2851 h 10000"/>
                <a:gd name="connsiteX2" fmla="*/ 0 w 10000"/>
                <a:gd name="connsiteY2" fmla="*/ 1667 h 10000"/>
                <a:gd name="connsiteX0" fmla="*/ 0 w 10000"/>
                <a:gd name="connsiteY0" fmla="*/ 1667 h 10000"/>
                <a:gd name="connsiteX1" fmla="*/ 5000 w 10000"/>
                <a:gd name="connsiteY1" fmla="*/ 0 h 10000"/>
                <a:gd name="connsiteX2" fmla="*/ 10000 w 10000"/>
                <a:gd name="connsiteY2" fmla="*/ 1667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667 h 10000"/>
                <a:gd name="connsiteX0" fmla="*/ 0 w 10000"/>
                <a:gd name="connsiteY0" fmla="*/ 1669 h 10002"/>
                <a:gd name="connsiteX1" fmla="*/ 5000 w 10000"/>
                <a:gd name="connsiteY1" fmla="*/ 2 h 10002"/>
                <a:gd name="connsiteX2" fmla="*/ 10000 w 10000"/>
                <a:gd name="connsiteY2" fmla="*/ 1669 h 10002"/>
                <a:gd name="connsiteX3" fmla="*/ 10000 w 10000"/>
                <a:gd name="connsiteY3" fmla="*/ 8335 h 10002"/>
                <a:gd name="connsiteX4" fmla="*/ 5000 w 10000"/>
                <a:gd name="connsiteY4" fmla="*/ 10002 h 10002"/>
                <a:gd name="connsiteX5" fmla="*/ 0 w 10000"/>
                <a:gd name="connsiteY5" fmla="*/ 8335 h 10002"/>
                <a:gd name="connsiteX6" fmla="*/ 0 w 10000"/>
                <a:gd name="connsiteY6" fmla="*/ 1669 h 10002"/>
                <a:gd name="connsiteX0" fmla="*/ 10000 w 10000"/>
                <a:gd name="connsiteY0" fmla="*/ 1669 h 10002"/>
                <a:gd name="connsiteX1" fmla="*/ 4944 w 10000"/>
                <a:gd name="connsiteY1" fmla="*/ 2853 h 10002"/>
                <a:gd name="connsiteX2" fmla="*/ 0 w 10000"/>
                <a:gd name="connsiteY2" fmla="*/ 1669 h 10002"/>
                <a:gd name="connsiteX0" fmla="*/ 0 w 10000"/>
                <a:gd name="connsiteY0" fmla="*/ 1669 h 10002"/>
                <a:gd name="connsiteX1" fmla="*/ 5000 w 10000"/>
                <a:gd name="connsiteY1" fmla="*/ 2 h 10002"/>
                <a:gd name="connsiteX2" fmla="*/ 10000 w 10000"/>
                <a:gd name="connsiteY2" fmla="*/ 1427 h 10002"/>
                <a:gd name="connsiteX3" fmla="*/ 10000 w 10000"/>
                <a:gd name="connsiteY3" fmla="*/ 8335 h 10002"/>
                <a:gd name="connsiteX4" fmla="*/ 5000 w 10000"/>
                <a:gd name="connsiteY4" fmla="*/ 10002 h 10002"/>
                <a:gd name="connsiteX5" fmla="*/ 0 w 10000"/>
                <a:gd name="connsiteY5" fmla="*/ 8335 h 10002"/>
                <a:gd name="connsiteX6" fmla="*/ 0 w 10000"/>
                <a:gd name="connsiteY6" fmla="*/ 1669 h 10002"/>
                <a:gd name="connsiteX0" fmla="*/ 0 w 10000"/>
                <a:gd name="connsiteY0" fmla="*/ 1667 h 10000"/>
                <a:gd name="connsiteX1" fmla="*/ 5000 w 10000"/>
                <a:gd name="connsiteY1" fmla="*/ 0 h 10000"/>
                <a:gd name="connsiteX2" fmla="*/ 10000 w 10000"/>
                <a:gd name="connsiteY2" fmla="*/ 1667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667 h 10000"/>
                <a:gd name="connsiteX0" fmla="*/ 10000 w 10000"/>
                <a:gd name="connsiteY0" fmla="*/ 1667 h 10000"/>
                <a:gd name="connsiteX1" fmla="*/ 4944 w 10000"/>
                <a:gd name="connsiteY1" fmla="*/ 2851 h 10000"/>
                <a:gd name="connsiteX2" fmla="*/ 0 w 10000"/>
                <a:gd name="connsiteY2" fmla="*/ 1667 h 10000"/>
                <a:gd name="connsiteX0" fmla="*/ 0 w 10000"/>
                <a:gd name="connsiteY0" fmla="*/ 1425 h 10000"/>
                <a:gd name="connsiteX1" fmla="*/ 5000 w 10000"/>
                <a:gd name="connsiteY1" fmla="*/ 0 h 10000"/>
                <a:gd name="connsiteX2" fmla="*/ 10000 w 10000"/>
                <a:gd name="connsiteY2" fmla="*/ 1425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425 h 10000"/>
                <a:gd name="connsiteX0" fmla="*/ 0 w 10000"/>
                <a:gd name="connsiteY0" fmla="*/ 1667 h 10000"/>
                <a:gd name="connsiteX1" fmla="*/ 5000 w 10000"/>
                <a:gd name="connsiteY1" fmla="*/ 0 h 10000"/>
                <a:gd name="connsiteX2" fmla="*/ 10000 w 10000"/>
                <a:gd name="connsiteY2" fmla="*/ 1667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667 h 10000"/>
                <a:gd name="connsiteX0" fmla="*/ 10000 w 10000"/>
                <a:gd name="connsiteY0" fmla="*/ 1667 h 10000"/>
                <a:gd name="connsiteX1" fmla="*/ 4944 w 10000"/>
                <a:gd name="connsiteY1" fmla="*/ 2851 h 10000"/>
                <a:gd name="connsiteX2" fmla="*/ 0 w 10000"/>
                <a:gd name="connsiteY2" fmla="*/ 1667 h 10000"/>
                <a:gd name="connsiteX0" fmla="*/ 0 w 10000"/>
                <a:gd name="connsiteY0" fmla="*/ 1425 h 10000"/>
                <a:gd name="connsiteX1" fmla="*/ 5000 w 10000"/>
                <a:gd name="connsiteY1" fmla="*/ 181 h 10000"/>
                <a:gd name="connsiteX2" fmla="*/ 10000 w 10000"/>
                <a:gd name="connsiteY2" fmla="*/ 1425 h 10000"/>
                <a:gd name="connsiteX3" fmla="*/ 10000 w 10000"/>
                <a:gd name="connsiteY3" fmla="*/ 8333 h 10000"/>
                <a:gd name="connsiteX4" fmla="*/ 5000 w 10000"/>
                <a:gd name="connsiteY4" fmla="*/ 10000 h 10000"/>
                <a:gd name="connsiteX5" fmla="*/ 0 w 10000"/>
                <a:gd name="connsiteY5" fmla="*/ 8333 h 10000"/>
                <a:gd name="connsiteX6" fmla="*/ 0 w 10000"/>
                <a:gd name="connsiteY6" fmla="*/ 1425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00" h="10000" stroke="0" extrusionOk="0">
                  <a:moveTo>
                    <a:pt x="0" y="1667"/>
                  </a:moveTo>
                  <a:cubicBezTo>
                    <a:pt x="0" y="746"/>
                    <a:pt x="2239" y="0"/>
                    <a:pt x="5000" y="0"/>
                  </a:cubicBezTo>
                  <a:cubicBezTo>
                    <a:pt x="7761" y="0"/>
                    <a:pt x="10000" y="746"/>
                    <a:pt x="10000" y="1667"/>
                  </a:cubicBezTo>
                  <a:lnTo>
                    <a:pt x="10000" y="8333"/>
                  </a:lnTo>
                  <a:cubicBezTo>
                    <a:pt x="10000" y="9254"/>
                    <a:pt x="7761" y="10000"/>
                    <a:pt x="5000" y="10000"/>
                  </a:cubicBezTo>
                  <a:cubicBezTo>
                    <a:pt x="2239" y="10000"/>
                    <a:pt x="0" y="9254"/>
                    <a:pt x="0" y="8333"/>
                  </a:cubicBezTo>
                  <a:lnTo>
                    <a:pt x="0" y="1667"/>
                  </a:lnTo>
                  <a:close/>
                </a:path>
                <a:path w="10000" h="10000" fill="none" extrusionOk="0">
                  <a:moveTo>
                    <a:pt x="10000" y="1667"/>
                  </a:moveTo>
                  <a:cubicBezTo>
                    <a:pt x="10000" y="2588"/>
                    <a:pt x="7705" y="2851"/>
                    <a:pt x="4944" y="2851"/>
                  </a:cubicBezTo>
                  <a:cubicBezTo>
                    <a:pt x="2183" y="2851"/>
                    <a:pt x="0" y="2588"/>
                    <a:pt x="0" y="1667"/>
                  </a:cubicBezTo>
                </a:path>
                <a:path w="10000" h="10000" fill="none">
                  <a:moveTo>
                    <a:pt x="0" y="1425"/>
                  </a:moveTo>
                  <a:cubicBezTo>
                    <a:pt x="0" y="504"/>
                    <a:pt x="3333" y="181"/>
                    <a:pt x="5000" y="181"/>
                  </a:cubicBezTo>
                  <a:cubicBezTo>
                    <a:pt x="6667" y="181"/>
                    <a:pt x="10000" y="504"/>
                    <a:pt x="10000" y="1425"/>
                  </a:cubicBezTo>
                  <a:lnTo>
                    <a:pt x="10000" y="8333"/>
                  </a:lnTo>
                  <a:cubicBezTo>
                    <a:pt x="10000" y="9254"/>
                    <a:pt x="7761" y="10000"/>
                    <a:pt x="5000" y="10000"/>
                  </a:cubicBezTo>
                  <a:cubicBezTo>
                    <a:pt x="2239" y="10000"/>
                    <a:pt x="0" y="9254"/>
                    <a:pt x="0" y="8333"/>
                  </a:cubicBezTo>
                  <a:lnTo>
                    <a:pt x="0" y="1425"/>
                  </a:lnTo>
                  <a:close/>
                </a:path>
              </a:pathLst>
            </a:cu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dirty="0"/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4CDA4CDC-48EF-E11A-1471-FAA9979CBF6B}"/>
                </a:ext>
              </a:extLst>
            </p:cNvPr>
            <p:cNvSpPr/>
            <p:nvPr/>
          </p:nvSpPr>
          <p:spPr>
            <a:xfrm>
              <a:off x="9116918" y="5270499"/>
              <a:ext cx="2275870" cy="618748"/>
            </a:xfrm>
            <a:prstGeom prst="ellipse">
              <a:avLst/>
            </a:prstGeom>
            <a:solidFill>
              <a:srgbClr val="00B0F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B47A8B16-C2E0-459E-63C8-595CB09DBB8E}"/>
                </a:ext>
              </a:extLst>
            </p:cNvPr>
            <p:cNvSpPr/>
            <p:nvPr/>
          </p:nvSpPr>
          <p:spPr>
            <a:xfrm>
              <a:off x="10181110" y="5540060"/>
              <a:ext cx="103093" cy="69750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1769CC05-DDA7-3C3B-0D38-F9AC96658FF0}"/>
                </a:ext>
              </a:extLst>
            </p:cNvPr>
            <p:cNvCxnSpPr>
              <a:cxnSpLocks/>
              <a:stCxn id="12" idx="6"/>
              <a:endCxn id="13" idx="6"/>
            </p:cNvCxnSpPr>
            <p:nvPr/>
          </p:nvCxnSpPr>
          <p:spPr>
            <a:xfrm flipH="1" flipV="1">
              <a:off x="10284203" y="5574935"/>
              <a:ext cx="1108585" cy="4939"/>
            </a:xfrm>
            <a:prstGeom prst="line">
              <a:avLst/>
            </a:prstGeom>
            <a:ln w="38100">
              <a:solidFill>
                <a:srgbClr val="FF505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09903A8B-4EBA-14C4-2581-5DCA540365B4}"/>
                    </a:ext>
                  </a:extLst>
                </p:cNvPr>
                <p:cNvSpPr txBox="1"/>
                <p:nvPr/>
              </p:nvSpPr>
              <p:spPr>
                <a:xfrm>
                  <a:off x="10335749" y="5553660"/>
                  <a:ext cx="78401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FF5050"/>
                            </a:solidFill>
                            <a:latin typeface="Lucida Handwriting" panose="03010101010101010101" pitchFamily="66" charset="0"/>
                          </a:rPr>
                          <m:t>7.5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FF5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09903A8B-4EBA-14C4-2581-5DCA540365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35749" y="5553660"/>
                  <a:ext cx="784014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8645C129-59FC-B0AF-66B1-3B088ED61487}"/>
              </a:ext>
            </a:extLst>
          </p:cNvPr>
          <p:cNvGrpSpPr/>
          <p:nvPr/>
        </p:nvGrpSpPr>
        <p:grpSpPr>
          <a:xfrm>
            <a:off x="9368991" y="5077668"/>
            <a:ext cx="440270" cy="417275"/>
            <a:chOff x="8681514" y="5791200"/>
            <a:chExt cx="440270" cy="417275"/>
          </a:xfrm>
        </p:grpSpPr>
        <p:cxnSp>
          <p:nvCxnSpPr>
            <p:cNvPr id="26" name="直線接點 25">
              <a:extLst>
                <a:ext uri="{FF2B5EF4-FFF2-40B4-BE49-F238E27FC236}">
                  <a16:creationId xmlns:a16="http://schemas.microsoft.com/office/drawing/2014/main" id="{A2D339E3-53CE-9CD6-51C5-64AB0DF0E830}"/>
                </a:ext>
              </a:extLst>
            </p:cNvPr>
            <p:cNvCxnSpPr>
              <a:cxnSpLocks/>
            </p:cNvCxnSpPr>
            <p:nvPr/>
          </p:nvCxnSpPr>
          <p:spPr>
            <a:xfrm>
              <a:off x="9121784" y="5791200"/>
              <a:ext cx="0" cy="396000"/>
            </a:xfrm>
            <a:prstGeom prst="line">
              <a:avLst/>
            </a:prstGeom>
            <a:ln w="38100">
              <a:solidFill>
                <a:srgbClr val="00B0F0"/>
              </a:solidFill>
              <a:prstDash val="solid"/>
              <a:headEnd type="stealth"/>
              <a:tailEnd type="stealth"/>
            </a:ln>
            <a:effectLst>
              <a:glow rad="101600">
                <a:schemeClr val="tx1">
                  <a:alpha val="6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1DC0697E-6AC4-5205-48BE-88EA855F60E6}"/>
                    </a:ext>
                  </a:extLst>
                </p:cNvPr>
                <p:cNvSpPr/>
                <p:nvPr/>
              </p:nvSpPr>
              <p:spPr>
                <a:xfrm>
                  <a:off x="8681514" y="5801376"/>
                  <a:ext cx="318860" cy="4070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Lucida Handwriting" panose="03010101010101010101" pitchFamily="66" charset="0"/>
                          </a:rPr>
                          <m:t>h</m:t>
                        </m:r>
                      </m:oMath>
                    </m:oMathPara>
                  </a14:m>
                  <a:endParaRPr lang="zh-HK" alt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1DC0697E-6AC4-5205-48BE-88EA855F60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1514" y="5801376"/>
                  <a:ext cx="318860" cy="407099"/>
                </a:xfrm>
                <a:prstGeom prst="rect">
                  <a:avLst/>
                </a:prstGeom>
                <a:blipFill>
                  <a:blip r:embed="rId11"/>
                  <a:stretch>
                    <a:fillRect r="-13462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099482D2-A6DD-3A6A-5A38-139D92F29D7A}"/>
              </a:ext>
            </a:extLst>
          </p:cNvPr>
          <p:cNvGrpSpPr/>
          <p:nvPr/>
        </p:nvGrpSpPr>
        <p:grpSpPr>
          <a:xfrm>
            <a:off x="8690080" y="4382953"/>
            <a:ext cx="2279267" cy="830526"/>
            <a:chOff x="6225540" y="1899503"/>
            <a:chExt cx="2279267" cy="830526"/>
          </a:xfrm>
        </p:grpSpPr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0675C5A9-1E4C-8D43-4E65-7826C9A42DCF}"/>
                </a:ext>
              </a:extLst>
            </p:cNvPr>
            <p:cNvSpPr/>
            <p:nvPr/>
          </p:nvSpPr>
          <p:spPr>
            <a:xfrm>
              <a:off x="6228938" y="1899503"/>
              <a:ext cx="2275869" cy="644329"/>
            </a:xfrm>
            <a:prstGeom prst="ellipse">
              <a:avLst/>
            </a:prstGeom>
            <a:solidFill>
              <a:srgbClr val="FFC000">
                <a:alpha val="30000"/>
              </a:srgbClr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2" name="手繪多邊形: 圖案 31">
              <a:extLst>
                <a:ext uri="{FF2B5EF4-FFF2-40B4-BE49-F238E27FC236}">
                  <a16:creationId xmlns:a16="http://schemas.microsoft.com/office/drawing/2014/main" id="{49CF4D0A-874B-BC1F-18BE-1F14987C28C4}"/>
                </a:ext>
              </a:extLst>
            </p:cNvPr>
            <p:cNvSpPr/>
            <p:nvPr/>
          </p:nvSpPr>
          <p:spPr>
            <a:xfrm>
              <a:off x="6225540" y="2194560"/>
              <a:ext cx="2278380" cy="535469"/>
            </a:xfrm>
            <a:custGeom>
              <a:avLst/>
              <a:gdLst>
                <a:gd name="connsiteX0" fmla="*/ 0 w 2278380"/>
                <a:gd name="connsiteY0" fmla="*/ 7620 h 533400"/>
                <a:gd name="connsiteX1" fmla="*/ 0 w 2278380"/>
                <a:gd name="connsiteY1" fmla="*/ 457200 h 533400"/>
                <a:gd name="connsiteX2" fmla="*/ 1120140 w 2278380"/>
                <a:gd name="connsiteY2" fmla="*/ 533400 h 533400"/>
                <a:gd name="connsiteX3" fmla="*/ 2270760 w 2278380"/>
                <a:gd name="connsiteY3" fmla="*/ 449580 h 533400"/>
                <a:gd name="connsiteX4" fmla="*/ 2278380 w 2278380"/>
                <a:gd name="connsiteY4" fmla="*/ 0 h 533400"/>
                <a:gd name="connsiteX5" fmla="*/ 1927860 w 2278380"/>
                <a:gd name="connsiteY5" fmla="*/ 251460 h 533400"/>
                <a:gd name="connsiteX6" fmla="*/ 1127760 w 2278380"/>
                <a:gd name="connsiteY6" fmla="*/ 342900 h 533400"/>
                <a:gd name="connsiteX7" fmla="*/ 358140 w 2278380"/>
                <a:gd name="connsiteY7" fmla="*/ 251460 h 533400"/>
                <a:gd name="connsiteX8" fmla="*/ 0 w 2278380"/>
                <a:gd name="connsiteY8" fmla="*/ 7620 h 533400"/>
                <a:gd name="connsiteX0" fmla="*/ 0 w 2278380"/>
                <a:gd name="connsiteY0" fmla="*/ 7620 h 533400"/>
                <a:gd name="connsiteX1" fmla="*/ 0 w 2278380"/>
                <a:gd name="connsiteY1" fmla="*/ 457200 h 533400"/>
                <a:gd name="connsiteX2" fmla="*/ 1120140 w 2278380"/>
                <a:gd name="connsiteY2" fmla="*/ 533400 h 533400"/>
                <a:gd name="connsiteX3" fmla="*/ 2270760 w 2278380"/>
                <a:gd name="connsiteY3" fmla="*/ 449580 h 533400"/>
                <a:gd name="connsiteX4" fmla="*/ 2278380 w 2278380"/>
                <a:gd name="connsiteY4" fmla="*/ 0 h 533400"/>
                <a:gd name="connsiteX5" fmla="*/ 1927860 w 2278380"/>
                <a:gd name="connsiteY5" fmla="*/ 251460 h 533400"/>
                <a:gd name="connsiteX6" fmla="*/ 1127760 w 2278380"/>
                <a:gd name="connsiteY6" fmla="*/ 342900 h 533400"/>
                <a:gd name="connsiteX7" fmla="*/ 358140 w 2278380"/>
                <a:gd name="connsiteY7" fmla="*/ 251460 h 533400"/>
                <a:gd name="connsiteX8" fmla="*/ 0 w 2278380"/>
                <a:gd name="connsiteY8" fmla="*/ 7620 h 533400"/>
                <a:gd name="connsiteX0" fmla="*/ 0 w 2278380"/>
                <a:gd name="connsiteY0" fmla="*/ 7620 h 533400"/>
                <a:gd name="connsiteX1" fmla="*/ 0 w 2278380"/>
                <a:gd name="connsiteY1" fmla="*/ 457200 h 533400"/>
                <a:gd name="connsiteX2" fmla="*/ 1120140 w 2278380"/>
                <a:gd name="connsiteY2" fmla="*/ 533400 h 533400"/>
                <a:gd name="connsiteX3" fmla="*/ 2270760 w 2278380"/>
                <a:gd name="connsiteY3" fmla="*/ 449580 h 533400"/>
                <a:gd name="connsiteX4" fmla="*/ 2278380 w 2278380"/>
                <a:gd name="connsiteY4" fmla="*/ 0 h 533400"/>
                <a:gd name="connsiteX5" fmla="*/ 1927860 w 2278380"/>
                <a:gd name="connsiteY5" fmla="*/ 251460 h 533400"/>
                <a:gd name="connsiteX6" fmla="*/ 1127760 w 2278380"/>
                <a:gd name="connsiteY6" fmla="*/ 342900 h 533400"/>
                <a:gd name="connsiteX7" fmla="*/ 358140 w 2278380"/>
                <a:gd name="connsiteY7" fmla="*/ 251460 h 533400"/>
                <a:gd name="connsiteX8" fmla="*/ 0 w 2278380"/>
                <a:gd name="connsiteY8" fmla="*/ 7620 h 533400"/>
                <a:gd name="connsiteX0" fmla="*/ 0 w 2278380"/>
                <a:gd name="connsiteY0" fmla="*/ 7620 h 533400"/>
                <a:gd name="connsiteX1" fmla="*/ 0 w 2278380"/>
                <a:gd name="connsiteY1" fmla="*/ 457200 h 533400"/>
                <a:gd name="connsiteX2" fmla="*/ 1120140 w 2278380"/>
                <a:gd name="connsiteY2" fmla="*/ 533400 h 533400"/>
                <a:gd name="connsiteX3" fmla="*/ 2270760 w 2278380"/>
                <a:gd name="connsiteY3" fmla="*/ 449580 h 533400"/>
                <a:gd name="connsiteX4" fmla="*/ 2278380 w 2278380"/>
                <a:gd name="connsiteY4" fmla="*/ 0 h 533400"/>
                <a:gd name="connsiteX5" fmla="*/ 1927860 w 2278380"/>
                <a:gd name="connsiteY5" fmla="*/ 251460 h 533400"/>
                <a:gd name="connsiteX6" fmla="*/ 1127760 w 2278380"/>
                <a:gd name="connsiteY6" fmla="*/ 342900 h 533400"/>
                <a:gd name="connsiteX7" fmla="*/ 358140 w 2278380"/>
                <a:gd name="connsiteY7" fmla="*/ 251460 h 533400"/>
                <a:gd name="connsiteX8" fmla="*/ 0 w 2278380"/>
                <a:gd name="connsiteY8" fmla="*/ 7620 h 533400"/>
                <a:gd name="connsiteX0" fmla="*/ 0 w 2278380"/>
                <a:gd name="connsiteY0" fmla="*/ 7620 h 533400"/>
                <a:gd name="connsiteX1" fmla="*/ 0 w 2278380"/>
                <a:gd name="connsiteY1" fmla="*/ 457200 h 533400"/>
                <a:gd name="connsiteX2" fmla="*/ 1120140 w 2278380"/>
                <a:gd name="connsiteY2" fmla="*/ 533400 h 533400"/>
                <a:gd name="connsiteX3" fmla="*/ 2270760 w 2278380"/>
                <a:gd name="connsiteY3" fmla="*/ 449580 h 533400"/>
                <a:gd name="connsiteX4" fmla="*/ 2278380 w 2278380"/>
                <a:gd name="connsiteY4" fmla="*/ 0 h 533400"/>
                <a:gd name="connsiteX5" fmla="*/ 1927860 w 2278380"/>
                <a:gd name="connsiteY5" fmla="*/ 251460 h 533400"/>
                <a:gd name="connsiteX6" fmla="*/ 1127760 w 2278380"/>
                <a:gd name="connsiteY6" fmla="*/ 342900 h 533400"/>
                <a:gd name="connsiteX7" fmla="*/ 358140 w 2278380"/>
                <a:gd name="connsiteY7" fmla="*/ 251460 h 533400"/>
                <a:gd name="connsiteX8" fmla="*/ 0 w 2278380"/>
                <a:gd name="connsiteY8" fmla="*/ 7620 h 533400"/>
                <a:gd name="connsiteX0" fmla="*/ 0 w 2278380"/>
                <a:gd name="connsiteY0" fmla="*/ 7620 h 533400"/>
                <a:gd name="connsiteX1" fmla="*/ 0 w 2278380"/>
                <a:gd name="connsiteY1" fmla="*/ 457200 h 533400"/>
                <a:gd name="connsiteX2" fmla="*/ 1120140 w 2278380"/>
                <a:gd name="connsiteY2" fmla="*/ 533400 h 533400"/>
                <a:gd name="connsiteX3" fmla="*/ 2270760 w 2278380"/>
                <a:gd name="connsiteY3" fmla="*/ 449580 h 533400"/>
                <a:gd name="connsiteX4" fmla="*/ 2278380 w 2278380"/>
                <a:gd name="connsiteY4" fmla="*/ 0 h 533400"/>
                <a:gd name="connsiteX5" fmla="*/ 1927860 w 2278380"/>
                <a:gd name="connsiteY5" fmla="*/ 251460 h 533400"/>
                <a:gd name="connsiteX6" fmla="*/ 1127760 w 2278380"/>
                <a:gd name="connsiteY6" fmla="*/ 342900 h 533400"/>
                <a:gd name="connsiteX7" fmla="*/ 358140 w 2278380"/>
                <a:gd name="connsiteY7" fmla="*/ 251460 h 533400"/>
                <a:gd name="connsiteX8" fmla="*/ 0 w 2278380"/>
                <a:gd name="connsiteY8" fmla="*/ 7620 h 533400"/>
                <a:gd name="connsiteX0" fmla="*/ 0 w 2278380"/>
                <a:gd name="connsiteY0" fmla="*/ 7620 h 535060"/>
                <a:gd name="connsiteX1" fmla="*/ 0 w 2278380"/>
                <a:gd name="connsiteY1" fmla="*/ 457200 h 535060"/>
                <a:gd name="connsiteX2" fmla="*/ 1120140 w 2278380"/>
                <a:gd name="connsiteY2" fmla="*/ 533400 h 535060"/>
                <a:gd name="connsiteX3" fmla="*/ 2270760 w 2278380"/>
                <a:gd name="connsiteY3" fmla="*/ 449580 h 535060"/>
                <a:gd name="connsiteX4" fmla="*/ 2278380 w 2278380"/>
                <a:gd name="connsiteY4" fmla="*/ 0 h 535060"/>
                <a:gd name="connsiteX5" fmla="*/ 1927860 w 2278380"/>
                <a:gd name="connsiteY5" fmla="*/ 251460 h 535060"/>
                <a:gd name="connsiteX6" fmla="*/ 1127760 w 2278380"/>
                <a:gd name="connsiteY6" fmla="*/ 342900 h 535060"/>
                <a:gd name="connsiteX7" fmla="*/ 358140 w 2278380"/>
                <a:gd name="connsiteY7" fmla="*/ 251460 h 535060"/>
                <a:gd name="connsiteX8" fmla="*/ 0 w 2278380"/>
                <a:gd name="connsiteY8" fmla="*/ 7620 h 535060"/>
                <a:gd name="connsiteX0" fmla="*/ 0 w 2278380"/>
                <a:gd name="connsiteY0" fmla="*/ 7620 h 535060"/>
                <a:gd name="connsiteX1" fmla="*/ 0 w 2278380"/>
                <a:gd name="connsiteY1" fmla="*/ 457200 h 535060"/>
                <a:gd name="connsiteX2" fmla="*/ 1120140 w 2278380"/>
                <a:gd name="connsiteY2" fmla="*/ 533400 h 535060"/>
                <a:gd name="connsiteX3" fmla="*/ 2270760 w 2278380"/>
                <a:gd name="connsiteY3" fmla="*/ 449580 h 535060"/>
                <a:gd name="connsiteX4" fmla="*/ 2278380 w 2278380"/>
                <a:gd name="connsiteY4" fmla="*/ 0 h 535060"/>
                <a:gd name="connsiteX5" fmla="*/ 1927860 w 2278380"/>
                <a:gd name="connsiteY5" fmla="*/ 251460 h 535060"/>
                <a:gd name="connsiteX6" fmla="*/ 1127760 w 2278380"/>
                <a:gd name="connsiteY6" fmla="*/ 342900 h 535060"/>
                <a:gd name="connsiteX7" fmla="*/ 358140 w 2278380"/>
                <a:gd name="connsiteY7" fmla="*/ 251460 h 535060"/>
                <a:gd name="connsiteX8" fmla="*/ 0 w 2278380"/>
                <a:gd name="connsiteY8" fmla="*/ 7620 h 535060"/>
                <a:gd name="connsiteX0" fmla="*/ 0 w 2278380"/>
                <a:gd name="connsiteY0" fmla="*/ 7620 h 535060"/>
                <a:gd name="connsiteX1" fmla="*/ 0 w 2278380"/>
                <a:gd name="connsiteY1" fmla="*/ 457200 h 535060"/>
                <a:gd name="connsiteX2" fmla="*/ 1120140 w 2278380"/>
                <a:gd name="connsiteY2" fmla="*/ 533400 h 535060"/>
                <a:gd name="connsiteX3" fmla="*/ 2270760 w 2278380"/>
                <a:gd name="connsiteY3" fmla="*/ 449580 h 535060"/>
                <a:gd name="connsiteX4" fmla="*/ 2278380 w 2278380"/>
                <a:gd name="connsiteY4" fmla="*/ 0 h 535060"/>
                <a:gd name="connsiteX5" fmla="*/ 1927860 w 2278380"/>
                <a:gd name="connsiteY5" fmla="*/ 251460 h 535060"/>
                <a:gd name="connsiteX6" fmla="*/ 1127760 w 2278380"/>
                <a:gd name="connsiteY6" fmla="*/ 342900 h 535060"/>
                <a:gd name="connsiteX7" fmla="*/ 358140 w 2278380"/>
                <a:gd name="connsiteY7" fmla="*/ 251460 h 535060"/>
                <a:gd name="connsiteX8" fmla="*/ 0 w 2278380"/>
                <a:gd name="connsiteY8" fmla="*/ 7620 h 535060"/>
                <a:gd name="connsiteX0" fmla="*/ 0 w 2278380"/>
                <a:gd name="connsiteY0" fmla="*/ 7620 h 535469"/>
                <a:gd name="connsiteX1" fmla="*/ 0 w 2278380"/>
                <a:gd name="connsiteY1" fmla="*/ 457200 h 535469"/>
                <a:gd name="connsiteX2" fmla="*/ 1120140 w 2278380"/>
                <a:gd name="connsiteY2" fmla="*/ 533400 h 535469"/>
                <a:gd name="connsiteX3" fmla="*/ 2270760 w 2278380"/>
                <a:gd name="connsiteY3" fmla="*/ 449580 h 535469"/>
                <a:gd name="connsiteX4" fmla="*/ 2278380 w 2278380"/>
                <a:gd name="connsiteY4" fmla="*/ 0 h 535469"/>
                <a:gd name="connsiteX5" fmla="*/ 1927860 w 2278380"/>
                <a:gd name="connsiteY5" fmla="*/ 251460 h 535469"/>
                <a:gd name="connsiteX6" fmla="*/ 1127760 w 2278380"/>
                <a:gd name="connsiteY6" fmla="*/ 342900 h 535469"/>
                <a:gd name="connsiteX7" fmla="*/ 358140 w 2278380"/>
                <a:gd name="connsiteY7" fmla="*/ 251460 h 535469"/>
                <a:gd name="connsiteX8" fmla="*/ 0 w 2278380"/>
                <a:gd name="connsiteY8" fmla="*/ 7620 h 535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8380" h="535469">
                  <a:moveTo>
                    <a:pt x="0" y="7620"/>
                  </a:moveTo>
                  <a:lnTo>
                    <a:pt x="0" y="457200"/>
                  </a:lnTo>
                  <a:cubicBezTo>
                    <a:pt x="213360" y="497840"/>
                    <a:pt x="220980" y="546100"/>
                    <a:pt x="1120140" y="533400"/>
                  </a:cubicBezTo>
                  <a:cubicBezTo>
                    <a:pt x="1960880" y="528320"/>
                    <a:pt x="2100580" y="508000"/>
                    <a:pt x="2270760" y="449580"/>
                  </a:cubicBezTo>
                  <a:lnTo>
                    <a:pt x="2278380" y="0"/>
                  </a:lnTo>
                  <a:cubicBezTo>
                    <a:pt x="2192020" y="144780"/>
                    <a:pt x="2326640" y="91440"/>
                    <a:pt x="1927860" y="251460"/>
                  </a:cubicBezTo>
                  <a:lnTo>
                    <a:pt x="1127760" y="342900"/>
                  </a:lnTo>
                  <a:lnTo>
                    <a:pt x="358140" y="251460"/>
                  </a:lnTo>
                  <a:cubicBezTo>
                    <a:pt x="-58420" y="124460"/>
                    <a:pt x="88900" y="142240"/>
                    <a:pt x="0" y="7620"/>
                  </a:cubicBezTo>
                  <a:close/>
                </a:path>
              </a:pathLst>
            </a:custGeom>
            <a:solidFill>
              <a:srgbClr val="FFC000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275499B-7836-F76B-F346-22C0E87B20A4}"/>
              </a:ext>
            </a:extLst>
          </p:cNvPr>
          <p:cNvSpPr txBox="1"/>
          <p:nvPr/>
        </p:nvSpPr>
        <p:spPr>
          <a:xfrm>
            <a:off x="2231480" y="1505379"/>
            <a:ext cx="55333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Let </a:t>
            </a:r>
            <a:r>
              <a:rPr lang="en-US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Calligraphy" panose="03010101010101010101" pitchFamily="66" charset="0"/>
              </a:rPr>
              <a:t>h</a:t>
            </a:r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 cm be the original depth of water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69A10F69-D948-F25D-2F0D-FED273FEE5F3}"/>
              </a:ext>
            </a:extLst>
          </p:cNvPr>
          <p:cNvGrpSpPr/>
          <p:nvPr/>
        </p:nvGrpSpPr>
        <p:grpSpPr>
          <a:xfrm>
            <a:off x="10998984" y="4724636"/>
            <a:ext cx="318860" cy="756000"/>
            <a:chOff x="9086620" y="5791200"/>
            <a:chExt cx="318860" cy="756000"/>
          </a:xfrm>
        </p:grpSpPr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56156A57-1CC2-F56A-5CA2-25C51E172DEE}"/>
                </a:ext>
              </a:extLst>
            </p:cNvPr>
            <p:cNvCxnSpPr>
              <a:cxnSpLocks/>
            </p:cNvCxnSpPr>
            <p:nvPr/>
          </p:nvCxnSpPr>
          <p:spPr>
            <a:xfrm>
              <a:off x="9121784" y="5791200"/>
              <a:ext cx="0" cy="756000"/>
            </a:xfrm>
            <a:prstGeom prst="line">
              <a:avLst/>
            </a:prstGeom>
            <a:ln w="38100">
              <a:solidFill>
                <a:srgbClr val="92D050"/>
              </a:solidFill>
              <a:prstDash val="solid"/>
              <a:headEnd type="stealth"/>
              <a:tailEnd type="stealth"/>
            </a:ln>
            <a:effectLst>
              <a:glow rad="101600">
                <a:schemeClr val="tx1">
                  <a:alpha val="6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BCFF12E1-D8B8-2AEE-0908-1C8EFBEC2AAE}"/>
                    </a:ext>
                  </a:extLst>
                </p:cNvPr>
                <p:cNvSpPr/>
                <p:nvPr/>
              </p:nvSpPr>
              <p:spPr>
                <a:xfrm>
                  <a:off x="9086620" y="5880553"/>
                  <a:ext cx="318860" cy="4070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6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BCFF12E1-D8B8-2AEE-0908-1C8EFBEC2A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86620" y="5880553"/>
                  <a:ext cx="318860" cy="4070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9" name="筆跡 48">
                <a:extLst>
                  <a:ext uri="{FF2B5EF4-FFF2-40B4-BE49-F238E27FC236}">
                    <a16:creationId xmlns:a16="http://schemas.microsoft.com/office/drawing/2014/main" id="{8C1E271C-B4F3-DC19-100C-4AD6AD81F7E8}"/>
                  </a:ext>
                </a:extLst>
              </p14:cNvPr>
              <p14:cNvContentPartPr/>
              <p14:nvPr/>
            </p14:nvContentPartPr>
            <p14:xfrm>
              <a:off x="5301753" y="285076"/>
              <a:ext cx="5220000" cy="45719"/>
            </p14:xfrm>
          </p:contentPart>
        </mc:Choice>
        <mc:Fallback xmlns="">
          <p:pic>
            <p:nvPicPr>
              <p:cNvPr id="49" name="筆跡 48">
                <a:extLst>
                  <a:ext uri="{FF2B5EF4-FFF2-40B4-BE49-F238E27FC236}">
                    <a16:creationId xmlns:a16="http://schemas.microsoft.com/office/drawing/2014/main" id="{8C1E271C-B4F3-DC19-100C-4AD6AD81F7E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247723" y="-13430624"/>
                <a:ext cx="5327699" cy="27431400"/>
              </a:xfrm>
              <a:prstGeom prst="rect">
                <a:avLst/>
              </a:prstGeom>
            </p:spPr>
          </p:pic>
        </mc:Fallback>
      </mc:AlternateContent>
      <p:sp>
        <p:nvSpPr>
          <p:cNvPr id="56" name="左大括弧 55">
            <a:extLst>
              <a:ext uri="{FF2B5EF4-FFF2-40B4-BE49-F238E27FC236}">
                <a16:creationId xmlns:a16="http://schemas.microsoft.com/office/drawing/2014/main" id="{9FD999E4-1E57-308B-0DF8-1D1969D87B88}"/>
              </a:ext>
            </a:extLst>
          </p:cNvPr>
          <p:cNvSpPr/>
          <p:nvPr/>
        </p:nvSpPr>
        <p:spPr>
          <a:xfrm>
            <a:off x="8474322" y="4740468"/>
            <a:ext cx="214059" cy="387581"/>
          </a:xfrm>
          <a:prstGeom prst="leftBrace">
            <a:avLst>
              <a:gd name="adj1" fmla="val 120144"/>
              <a:gd name="adj2" fmla="val 51216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84" name="筆跡 83">
                <a:extLst>
                  <a:ext uri="{FF2B5EF4-FFF2-40B4-BE49-F238E27FC236}">
                    <a16:creationId xmlns:a16="http://schemas.microsoft.com/office/drawing/2014/main" id="{4BA9B8F9-ECAD-4551-901F-5B3439E911FB}"/>
                  </a:ext>
                </a:extLst>
              </p14:cNvPr>
              <p14:cNvContentPartPr/>
              <p14:nvPr/>
            </p14:nvContentPartPr>
            <p14:xfrm>
              <a:off x="8609957" y="733713"/>
              <a:ext cx="2412000" cy="45719"/>
            </p14:xfrm>
          </p:contentPart>
        </mc:Choice>
        <mc:Fallback xmlns="">
          <p:pic>
            <p:nvPicPr>
              <p:cNvPr id="84" name="筆跡 83">
                <a:extLst>
                  <a:ext uri="{FF2B5EF4-FFF2-40B4-BE49-F238E27FC236}">
                    <a16:creationId xmlns:a16="http://schemas.microsoft.com/office/drawing/2014/main" id="{4BA9B8F9-ECAD-4551-901F-5B3439E911F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555933" y="-12981987"/>
                <a:ext cx="2519688" cy="274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群組 14">
            <a:extLst>
              <a:ext uri="{FF2B5EF4-FFF2-40B4-BE49-F238E27FC236}">
                <a16:creationId xmlns:a16="http://schemas.microsoft.com/office/drawing/2014/main" id="{5907C76D-846B-AD93-38B1-F97713356FF4}"/>
              </a:ext>
            </a:extLst>
          </p:cNvPr>
          <p:cNvGrpSpPr/>
          <p:nvPr/>
        </p:nvGrpSpPr>
        <p:grpSpPr>
          <a:xfrm>
            <a:off x="3534030" y="4626541"/>
            <a:ext cx="632632" cy="408930"/>
            <a:chOff x="3534030" y="4626541"/>
            <a:chExt cx="632632" cy="40893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BE64D442-7D66-988C-1BA7-07CBFF69F31C}"/>
                    </a:ext>
                  </a:extLst>
                </p:cNvPr>
                <p:cNvSpPr/>
                <p:nvPr/>
              </p:nvSpPr>
              <p:spPr>
                <a:xfrm>
                  <a:off x="3534030" y="4626541"/>
                  <a:ext cx="318860" cy="4070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00B0F0"/>
                            </a:solidFill>
                            <a:latin typeface="Lucida Handwriting" panose="03010101010101010101" pitchFamily="66" charset="0"/>
                          </a:rPr>
                          <m:t>h</m:t>
                        </m:r>
                      </m:oMath>
                    </m:oMathPara>
                  </a14:m>
                  <a:endParaRPr lang="zh-HK" altLang="en-US" sz="2000" dirty="0">
                    <a:ln>
                      <a:solidFill>
                        <a:sysClr val="windowText" lastClr="000000"/>
                      </a:solidFill>
                    </a:ln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92" name="矩形 91">
                  <a:extLst>
                    <a:ext uri="{FF2B5EF4-FFF2-40B4-BE49-F238E27FC236}">
                      <a16:creationId xmlns:a16="http://schemas.microsoft.com/office/drawing/2014/main" id="{BE64D442-7D66-988C-1BA7-07CBFF69F31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34030" y="4626541"/>
                  <a:ext cx="318860" cy="407099"/>
                </a:xfrm>
                <a:prstGeom prst="rect">
                  <a:avLst/>
                </a:prstGeom>
                <a:blipFill>
                  <a:blip r:embed="rId17"/>
                  <a:stretch>
                    <a:fillRect r="-13462"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74367910-89CE-2634-9EC5-A266DC007933}"/>
                    </a:ext>
                  </a:extLst>
                </p:cNvPr>
                <p:cNvSpPr txBox="1"/>
                <p:nvPr/>
              </p:nvSpPr>
              <p:spPr>
                <a:xfrm>
                  <a:off x="3870974" y="463536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3" name="文字方塊 92">
                  <a:extLst>
                    <a:ext uri="{FF2B5EF4-FFF2-40B4-BE49-F238E27FC236}">
                      <a16:creationId xmlns:a16="http://schemas.microsoft.com/office/drawing/2014/main" id="{74367910-89CE-2634-9EC5-A266DC0079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70974" y="4635361"/>
                  <a:ext cx="295688" cy="400110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B07BF90F-95A5-B13A-5752-A95FA5FD07A7}"/>
              </a:ext>
            </a:extLst>
          </p:cNvPr>
          <p:cNvSpPr txBox="1"/>
          <p:nvPr/>
        </p:nvSpPr>
        <p:spPr>
          <a:xfrm>
            <a:off x="4156345" y="4624149"/>
            <a:ext cx="7889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HK" sz="20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Lucida Handwriting" panose="03010101010101010101" pitchFamily="66" charset="0"/>
              </a:rPr>
              <a:t>5.36</a:t>
            </a:r>
            <a:endParaRPr lang="en-HK" sz="20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Lucida Calligraphy" panose="03010101010101010101" pitchFamily="66" charset="0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F8785819-D50F-9E9B-4479-BE4CD837C30C}"/>
              </a:ext>
            </a:extLst>
          </p:cNvPr>
          <p:cNvGrpSpPr/>
          <p:nvPr/>
        </p:nvGrpSpPr>
        <p:grpSpPr>
          <a:xfrm>
            <a:off x="720228" y="4006503"/>
            <a:ext cx="1306654" cy="520105"/>
            <a:chOff x="5482741" y="2834077"/>
            <a:chExt cx="1306654" cy="520105"/>
          </a:xfrm>
        </p:grpSpPr>
        <p:grpSp>
          <p:nvGrpSpPr>
            <p:cNvPr id="60" name="群組 59">
              <a:extLst>
                <a:ext uri="{FF2B5EF4-FFF2-40B4-BE49-F238E27FC236}">
                  <a16:creationId xmlns:a16="http://schemas.microsoft.com/office/drawing/2014/main" id="{79A21203-649E-2D21-EE74-F19A927E7D3D}"/>
                </a:ext>
              </a:extLst>
            </p:cNvPr>
            <p:cNvGrpSpPr/>
            <p:nvPr/>
          </p:nvGrpSpPr>
          <p:grpSpPr>
            <a:xfrm>
              <a:off x="5681726" y="2834077"/>
              <a:ext cx="946853" cy="514006"/>
              <a:chOff x="5280541" y="5144495"/>
              <a:chExt cx="946853" cy="514006"/>
            </a:xfrm>
          </p:grpSpPr>
          <p:grpSp>
            <p:nvGrpSpPr>
              <p:cNvPr id="61" name="群組 60">
                <a:extLst>
                  <a:ext uri="{FF2B5EF4-FFF2-40B4-BE49-F238E27FC236}">
                    <a16:creationId xmlns:a16="http://schemas.microsoft.com/office/drawing/2014/main" id="{9AEA765B-FFEA-4787-1E39-CCB760B37CAC}"/>
                  </a:ext>
                </a:extLst>
              </p:cNvPr>
              <p:cNvGrpSpPr/>
              <p:nvPr/>
            </p:nvGrpSpPr>
            <p:grpSpPr>
              <a:xfrm>
                <a:off x="5280541" y="5258391"/>
                <a:ext cx="822373" cy="400110"/>
                <a:chOff x="1377671" y="1369717"/>
                <a:chExt cx="822373" cy="400110"/>
              </a:xfrm>
            </p:grpSpPr>
            <p:sp>
              <p:nvSpPr>
                <p:cNvPr id="63" name="文字方塊 62">
                  <a:extLst>
                    <a:ext uri="{FF2B5EF4-FFF2-40B4-BE49-F238E27FC236}">
                      <a16:creationId xmlns:a16="http://schemas.microsoft.com/office/drawing/2014/main" id="{6648D651-3D56-A06D-10E0-1EC2431463E9}"/>
                    </a:ext>
                  </a:extLst>
                </p:cNvPr>
                <p:cNvSpPr txBox="1"/>
                <p:nvPr/>
              </p:nvSpPr>
              <p:spPr>
                <a:xfrm>
                  <a:off x="1377671" y="1369717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4" name="文字方塊 63">
                      <a:extLst>
                        <a:ext uri="{FF2B5EF4-FFF2-40B4-BE49-F238E27FC236}">
                          <a16:creationId xmlns:a16="http://schemas.microsoft.com/office/drawing/2014/main" id="{5A845223-81E3-AEF5-AD07-29BB9A6B17C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87488" y="1369717"/>
                      <a:ext cx="712556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lang="en-US" altLang="zh-HK" sz="2000" b="1" i="0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rgbClr val="FF5050"/>
                              </a:solidFill>
                              <a:latin typeface="Lucida Handwriting" panose="03010101010101010101" pitchFamily="66" charset="0"/>
                            </a:rPr>
                            <m:t>7.5</m:t>
                          </m:r>
                        </m:oMath>
                      </a14:m>
                      <a:r>
                        <a:rPr lang="en-HK" sz="2000" b="1" dirty="0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)</a:t>
                      </a:r>
                    </a:p>
                  </p:txBody>
                </p:sp>
              </mc:Choice>
              <mc:Fallback xmlns="">
                <p:sp>
                  <p:nvSpPr>
                    <p:cNvPr id="64" name="文字方塊 63">
                      <a:extLst>
                        <a:ext uri="{FF2B5EF4-FFF2-40B4-BE49-F238E27FC236}">
                          <a16:creationId xmlns:a16="http://schemas.microsoft.com/office/drawing/2014/main" id="{5A845223-81E3-AEF5-AD07-29BB9A6B17C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87488" y="1369717"/>
                      <a:ext cx="712556" cy="400110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BC531DD6-D1CF-9A37-DF53-BEC83A8A7749}"/>
                  </a:ext>
                </a:extLst>
              </p:cNvPr>
              <p:cNvSpPr txBox="1"/>
              <p:nvPr/>
            </p:nvSpPr>
            <p:spPr>
              <a:xfrm>
                <a:off x="5937776" y="5144495"/>
                <a:ext cx="28961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sz="12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2</a:t>
                </a:r>
                <a:endParaRPr lang="en-HK" sz="12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151EB5F8-F0B7-E5D0-AE39-672C072B2CA1}"/>
                    </a:ext>
                  </a:extLst>
                </p:cNvPr>
                <p:cNvSpPr txBox="1"/>
                <p:nvPr/>
              </p:nvSpPr>
              <p:spPr>
                <a:xfrm>
                  <a:off x="5482741" y="294120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𝝅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71" name="文字方塊 70">
                  <a:extLst>
                    <a:ext uri="{FF2B5EF4-FFF2-40B4-BE49-F238E27FC236}">
                      <a16:creationId xmlns:a16="http://schemas.microsoft.com/office/drawing/2014/main" id="{151EB5F8-F0B7-E5D0-AE39-672C072B2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2741" y="2941205"/>
                  <a:ext cx="295688" cy="400110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67AD4ACB-DCF9-7389-6348-BBFE1F868EDF}"/>
                    </a:ext>
                  </a:extLst>
                </p:cNvPr>
                <p:cNvSpPr/>
                <p:nvPr/>
              </p:nvSpPr>
              <p:spPr>
                <a:xfrm>
                  <a:off x="6470535" y="2947083"/>
                  <a:ext cx="318860" cy="4070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HK" sz="2000" b="1" i="0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rgbClr val="92D050"/>
                            </a:solidFill>
                            <a:latin typeface="Lucida Handwriting" panose="03010101010101010101" pitchFamily="66" charset="0"/>
                          </a:rPr>
                          <m:t>6</m:t>
                        </m:r>
                      </m:oMath>
                    </m:oMathPara>
                  </a14:m>
                  <a:endParaRPr lang="en-HK" altLang="zh-HK" sz="2000" b="1" dirty="0">
                    <a:ln>
                      <a:solidFill>
                        <a:schemeClr val="tx1"/>
                      </a:solidFill>
                    </a:ln>
                    <a:solidFill>
                      <a:srgbClr val="92D050"/>
                    </a:solidFill>
                    <a:latin typeface="Lucida Calligraphy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6" name="矩形 95">
                  <a:extLst>
                    <a:ext uri="{FF2B5EF4-FFF2-40B4-BE49-F238E27FC236}">
                      <a16:creationId xmlns:a16="http://schemas.microsoft.com/office/drawing/2014/main" id="{67AD4ACB-DCF9-7389-6348-BBFE1F868E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0535" y="2947083"/>
                  <a:ext cx="318860" cy="40709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3DD195D-8A10-C9A1-4B47-B2B2C3631769}"/>
              </a:ext>
            </a:extLst>
          </p:cNvPr>
          <p:cNvGrpSpPr/>
          <p:nvPr/>
        </p:nvGrpSpPr>
        <p:grpSpPr>
          <a:xfrm>
            <a:off x="2050702" y="3944205"/>
            <a:ext cx="1957971" cy="777549"/>
            <a:chOff x="2050702" y="3944205"/>
            <a:chExt cx="1957971" cy="7775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BDF60072-4B1E-EF57-2BAF-B10248958990}"/>
                    </a:ext>
                  </a:extLst>
                </p:cNvPr>
                <p:cNvSpPr txBox="1"/>
                <p:nvPr/>
              </p:nvSpPr>
              <p:spPr>
                <a:xfrm>
                  <a:off x="2050702" y="411363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98" name="文字方塊 97">
                  <a:extLst>
                    <a:ext uri="{FF2B5EF4-FFF2-40B4-BE49-F238E27FC236}">
                      <a16:creationId xmlns:a16="http://schemas.microsoft.com/office/drawing/2014/main" id="{BDF60072-4B1E-EF57-2BAF-B102489589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0702" y="4113631"/>
                  <a:ext cx="295688" cy="400110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9" name="群組 98">
              <a:extLst>
                <a:ext uri="{FF2B5EF4-FFF2-40B4-BE49-F238E27FC236}">
                  <a16:creationId xmlns:a16="http://schemas.microsoft.com/office/drawing/2014/main" id="{B12827C3-F193-7532-52D2-AFEDC417C9DC}"/>
                </a:ext>
              </a:extLst>
            </p:cNvPr>
            <p:cNvGrpSpPr/>
            <p:nvPr/>
          </p:nvGrpSpPr>
          <p:grpSpPr>
            <a:xfrm>
              <a:off x="2453635" y="3944205"/>
              <a:ext cx="1555038" cy="777549"/>
              <a:chOff x="1597543" y="4714681"/>
              <a:chExt cx="1555038" cy="777549"/>
            </a:xfrm>
          </p:grpSpPr>
          <p:grpSp>
            <p:nvGrpSpPr>
              <p:cNvPr id="100" name="群組 99">
                <a:extLst>
                  <a:ext uri="{FF2B5EF4-FFF2-40B4-BE49-F238E27FC236}">
                    <a16:creationId xmlns:a16="http://schemas.microsoft.com/office/drawing/2014/main" id="{ACCC62D4-59DC-1AB6-A6DC-5A576B7F1A77}"/>
                  </a:ext>
                </a:extLst>
              </p:cNvPr>
              <p:cNvGrpSpPr/>
              <p:nvPr/>
            </p:nvGrpSpPr>
            <p:grpSpPr>
              <a:xfrm>
                <a:off x="1597543" y="4714681"/>
                <a:ext cx="364383" cy="777549"/>
                <a:chOff x="2896107" y="4671588"/>
                <a:chExt cx="364383" cy="777549"/>
              </a:xfrm>
            </p:grpSpPr>
            <p:sp>
              <p:nvSpPr>
                <p:cNvPr id="107" name="文字方塊 106">
                  <a:extLst>
                    <a:ext uri="{FF2B5EF4-FFF2-40B4-BE49-F238E27FC236}">
                      <a16:creationId xmlns:a16="http://schemas.microsoft.com/office/drawing/2014/main" id="{C726663C-B73B-DF68-9FA4-D51212981D76}"/>
                    </a:ext>
                  </a:extLst>
                </p:cNvPr>
                <p:cNvSpPr txBox="1"/>
                <p:nvPr/>
              </p:nvSpPr>
              <p:spPr>
                <a:xfrm>
                  <a:off x="2896107" y="4671588"/>
                  <a:ext cx="357790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Handwriting" panose="03010101010101010101" pitchFamily="66" charset="0"/>
                    </a:rPr>
                    <a:t>4</a:t>
                  </a:r>
                  <a:endParaRPr lang="en-HK" sz="2000" b="1" dirty="0">
                    <a:ln>
                      <a:solidFill>
                        <a:schemeClr val="tx1"/>
                      </a:solidFill>
                    </a:ln>
                    <a:latin typeface="Lucida Calligraphy" panose="03010101010101010101" pitchFamily="66" charset="0"/>
                  </a:endParaRPr>
                </a:p>
              </p:txBody>
            </p:sp>
            <p:grpSp>
              <p:nvGrpSpPr>
                <p:cNvPr id="108" name="群組 107">
                  <a:extLst>
                    <a:ext uri="{FF2B5EF4-FFF2-40B4-BE49-F238E27FC236}">
                      <a16:creationId xmlns:a16="http://schemas.microsoft.com/office/drawing/2014/main" id="{03D976C9-4546-1987-4A31-C2339E91BAE0}"/>
                    </a:ext>
                  </a:extLst>
                </p:cNvPr>
                <p:cNvGrpSpPr/>
                <p:nvPr/>
              </p:nvGrpSpPr>
              <p:grpSpPr>
                <a:xfrm>
                  <a:off x="2896107" y="5034454"/>
                  <a:ext cx="364383" cy="414683"/>
                  <a:chOff x="2896107" y="5034454"/>
                  <a:chExt cx="364383" cy="414683"/>
                </a:xfrm>
              </p:grpSpPr>
              <p:cxnSp>
                <p:nvCxnSpPr>
                  <p:cNvPr id="109" name="直線接點 108">
                    <a:extLst>
                      <a:ext uri="{FF2B5EF4-FFF2-40B4-BE49-F238E27FC236}">
                        <a16:creationId xmlns:a16="http://schemas.microsoft.com/office/drawing/2014/main" id="{7DA6A726-A47E-3C3D-E083-63118CC6021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V="1">
                    <a:off x="2896107" y="5034454"/>
                    <a:ext cx="364383" cy="1591"/>
                  </a:xfrm>
                  <a:prstGeom prst="line">
                    <a:avLst/>
                  </a:prstGeom>
                  <a:solidFill>
                    <a:srgbClr val="C0C0C0"/>
                  </a:solidFill>
                  <a:ln w="2857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10" name="文字方塊 109">
                    <a:extLst>
                      <a:ext uri="{FF2B5EF4-FFF2-40B4-BE49-F238E27FC236}">
                        <a16:creationId xmlns:a16="http://schemas.microsoft.com/office/drawing/2014/main" id="{87AB0710-3F5F-DED1-44AE-D982891D13D6}"/>
                      </a:ext>
                    </a:extLst>
                  </p:cNvPr>
                  <p:cNvSpPr txBox="1"/>
                  <p:nvPr/>
                </p:nvSpPr>
                <p:spPr>
                  <a:xfrm>
                    <a:off x="2902700" y="5049027"/>
                    <a:ext cx="357790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3</a:t>
                    </a:r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文字方塊 100">
                    <a:extLst>
                      <a:ext uri="{FF2B5EF4-FFF2-40B4-BE49-F238E27FC236}">
                        <a16:creationId xmlns:a16="http://schemas.microsoft.com/office/drawing/2014/main" id="{BF886EEA-7D4D-1E2E-F503-6ABDB6BA211D}"/>
                      </a:ext>
                    </a:extLst>
                  </p:cNvPr>
                  <p:cNvSpPr txBox="1"/>
                  <p:nvPr/>
                </p:nvSpPr>
                <p:spPr>
                  <a:xfrm>
                    <a:off x="1955333" y="4865643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01" name="文字方塊 100">
                    <a:extLst>
                      <a:ext uri="{FF2B5EF4-FFF2-40B4-BE49-F238E27FC236}">
                        <a16:creationId xmlns:a16="http://schemas.microsoft.com/office/drawing/2014/main" id="{BF886EEA-7D4D-1E2E-F503-6ABDB6BA211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55333" y="4865643"/>
                    <a:ext cx="295688" cy="400110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字方塊 101">
                    <a:extLst>
                      <a:ext uri="{FF2B5EF4-FFF2-40B4-BE49-F238E27FC236}">
                        <a16:creationId xmlns:a16="http://schemas.microsoft.com/office/drawing/2014/main" id="{E24B3E67-27CC-3A84-CB81-EE60D1C47F9D}"/>
                      </a:ext>
                    </a:extLst>
                  </p:cNvPr>
                  <p:cNvSpPr txBox="1"/>
                  <p:nvPr/>
                </p:nvSpPr>
                <p:spPr>
                  <a:xfrm>
                    <a:off x="2231480" y="4859302"/>
                    <a:ext cx="295688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dirty="0" smtClean="0">
                              <a:ln>
                                <a:solidFill>
                                  <a:schemeClr val="tx1"/>
                                </a:solidFill>
                              </a:ln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oMath>
                      </m:oMathPara>
                    </a14:m>
                    <a:endPara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chemeClr val="tx1"/>
                      </a:solidFill>
                      <a:latin typeface="Lucida Handwriting" panose="03010101010101010101" pitchFamily="66" charset="0"/>
                    </a:endParaRPr>
                  </a:p>
                </p:txBody>
              </p:sp>
            </mc:Choice>
            <mc:Fallback xmlns="">
              <p:sp>
                <p:nvSpPr>
                  <p:cNvPr id="102" name="文字方塊 101">
                    <a:extLst>
                      <a:ext uri="{FF2B5EF4-FFF2-40B4-BE49-F238E27FC236}">
                        <a16:creationId xmlns:a16="http://schemas.microsoft.com/office/drawing/2014/main" id="{E24B3E67-27CC-3A84-CB81-EE60D1C47F9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31480" y="4859302"/>
                    <a:ext cx="295688" cy="400110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HK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03" name="群組 102">
                <a:extLst>
                  <a:ext uri="{FF2B5EF4-FFF2-40B4-BE49-F238E27FC236}">
                    <a16:creationId xmlns:a16="http://schemas.microsoft.com/office/drawing/2014/main" id="{B694581F-43B8-F888-2F6C-CFB711F80A07}"/>
                  </a:ext>
                </a:extLst>
              </p:cNvPr>
              <p:cNvGrpSpPr/>
              <p:nvPr/>
            </p:nvGrpSpPr>
            <p:grpSpPr>
              <a:xfrm>
                <a:off x="2433811" y="4877643"/>
                <a:ext cx="557375" cy="400110"/>
                <a:chOff x="1377671" y="1369717"/>
                <a:chExt cx="557375" cy="400110"/>
              </a:xfrm>
            </p:grpSpPr>
            <p:sp>
              <p:nvSpPr>
                <p:cNvPr id="105" name="文字方塊 104">
                  <a:extLst>
                    <a:ext uri="{FF2B5EF4-FFF2-40B4-BE49-F238E27FC236}">
                      <a16:creationId xmlns:a16="http://schemas.microsoft.com/office/drawing/2014/main" id="{D8FA87DC-A289-F587-275F-2B80E4097AFA}"/>
                    </a:ext>
                  </a:extLst>
                </p:cNvPr>
                <p:cNvSpPr txBox="1"/>
                <p:nvPr/>
              </p:nvSpPr>
              <p:spPr>
                <a:xfrm>
                  <a:off x="1377671" y="1369717"/>
                  <a:ext cx="274434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(</a:t>
                  </a:r>
                </a:p>
              </p:txBody>
            </p:sp>
            <p:sp>
              <p:nvSpPr>
                <p:cNvPr id="106" name="文字方塊 105">
                  <a:extLst>
                    <a:ext uri="{FF2B5EF4-FFF2-40B4-BE49-F238E27FC236}">
                      <a16:creationId xmlns:a16="http://schemas.microsoft.com/office/drawing/2014/main" id="{2E5D3D32-2E93-DB02-EF4D-E9F7A6BBB5A8}"/>
                    </a:ext>
                  </a:extLst>
                </p:cNvPr>
                <p:cNvSpPr txBox="1"/>
                <p:nvPr/>
              </p:nvSpPr>
              <p:spPr>
                <a:xfrm>
                  <a:off x="1487488" y="1369717"/>
                  <a:ext cx="447558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solidFill>
                        <a:srgbClr val="00B0F0"/>
                      </a:solidFill>
                      <a:latin typeface="Lucida Handwriting" panose="03010101010101010101" pitchFamily="66" charset="0"/>
                    </a:rPr>
                    <a:t>3</a:t>
                  </a:r>
                  <a:r>
                    <a:rPr lang="en-HK" sz="20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rPr>
                    <a:t>)</a:t>
                  </a:r>
                </a:p>
              </p:txBody>
            </p:sp>
          </p:grpSp>
          <p:sp>
            <p:nvSpPr>
              <p:cNvPr id="104" name="文字方塊 103">
                <a:extLst>
                  <a:ext uri="{FF2B5EF4-FFF2-40B4-BE49-F238E27FC236}">
                    <a16:creationId xmlns:a16="http://schemas.microsoft.com/office/drawing/2014/main" id="{6A2B42A9-D8D5-0445-F8CA-91F43D7ADCDF}"/>
                  </a:ext>
                </a:extLst>
              </p:cNvPr>
              <p:cNvSpPr txBox="1"/>
              <p:nvPr/>
            </p:nvSpPr>
            <p:spPr>
              <a:xfrm>
                <a:off x="2819930" y="4769770"/>
                <a:ext cx="33265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HK" altLang="zh-HK" sz="1400" b="1" dirty="0">
                    <a:ln>
                      <a:solidFill>
                        <a:schemeClr val="tx1"/>
                      </a:solidFill>
                    </a:ln>
                    <a:latin typeface="Lucida Handwriting" panose="03010101010101010101" pitchFamily="66" charset="0"/>
                  </a:rPr>
                  <a:t>3</a:t>
                </a:r>
              </a:p>
            </p:txBody>
          </p:sp>
        </p:grp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6A38780B-EA93-3947-A53D-433444735A86}"/>
              </a:ext>
            </a:extLst>
          </p:cNvPr>
          <p:cNvGrpSpPr/>
          <p:nvPr/>
        </p:nvGrpSpPr>
        <p:grpSpPr>
          <a:xfrm>
            <a:off x="3844352" y="3991712"/>
            <a:ext cx="1971141" cy="528797"/>
            <a:chOff x="3844352" y="3991712"/>
            <a:chExt cx="1971141" cy="528797"/>
          </a:xfrm>
        </p:grpSpPr>
        <p:grpSp>
          <p:nvGrpSpPr>
            <p:cNvPr id="120" name="群組 119">
              <a:extLst>
                <a:ext uri="{FF2B5EF4-FFF2-40B4-BE49-F238E27FC236}">
                  <a16:creationId xmlns:a16="http://schemas.microsoft.com/office/drawing/2014/main" id="{CB3B5C13-53B0-B012-2ADC-D61495F827B1}"/>
                </a:ext>
              </a:extLst>
            </p:cNvPr>
            <p:cNvGrpSpPr/>
            <p:nvPr/>
          </p:nvGrpSpPr>
          <p:grpSpPr>
            <a:xfrm>
              <a:off x="4185216" y="3991712"/>
              <a:ext cx="1630277" cy="528797"/>
              <a:chOff x="5972733" y="4614289"/>
              <a:chExt cx="1630277" cy="528797"/>
            </a:xfrm>
          </p:grpSpPr>
          <p:grpSp>
            <p:nvGrpSpPr>
              <p:cNvPr id="83" name="群組 82">
                <a:extLst>
                  <a:ext uri="{FF2B5EF4-FFF2-40B4-BE49-F238E27FC236}">
                    <a16:creationId xmlns:a16="http://schemas.microsoft.com/office/drawing/2014/main" id="{AA522383-8FBD-9997-18FC-FE65F3B9002B}"/>
                  </a:ext>
                </a:extLst>
              </p:cNvPr>
              <p:cNvGrpSpPr/>
              <p:nvPr/>
            </p:nvGrpSpPr>
            <p:grpSpPr>
              <a:xfrm>
                <a:off x="6914882" y="4724635"/>
                <a:ext cx="688128" cy="418451"/>
                <a:chOff x="4586148" y="3858655"/>
                <a:chExt cx="688128" cy="418451"/>
              </a:xfrm>
            </p:grpSpPr>
            <p:grpSp>
              <p:nvGrpSpPr>
                <p:cNvPr id="72" name="群組 71">
                  <a:extLst>
                    <a:ext uri="{FF2B5EF4-FFF2-40B4-BE49-F238E27FC236}">
                      <a16:creationId xmlns:a16="http://schemas.microsoft.com/office/drawing/2014/main" id="{32056B7C-6283-759E-EC6C-635C9EB2FA3E}"/>
                    </a:ext>
                  </a:extLst>
                </p:cNvPr>
                <p:cNvGrpSpPr/>
                <p:nvPr/>
              </p:nvGrpSpPr>
              <p:grpSpPr>
                <a:xfrm>
                  <a:off x="4586148" y="3876996"/>
                  <a:ext cx="688128" cy="400110"/>
                  <a:chOff x="2577645" y="1473333"/>
                  <a:chExt cx="688128" cy="400110"/>
                </a:xfrm>
              </p:grpSpPr>
              <p:sp>
                <p:nvSpPr>
                  <p:cNvPr id="77" name="文字方塊 76">
                    <a:extLst>
                      <a:ext uri="{FF2B5EF4-FFF2-40B4-BE49-F238E27FC236}">
                        <a16:creationId xmlns:a16="http://schemas.microsoft.com/office/drawing/2014/main" id="{463B45B2-7061-7FAD-B7C1-3F09E062DBF8}"/>
                      </a:ext>
                    </a:extLst>
                  </p:cNvPr>
                  <p:cNvSpPr txBox="1"/>
                  <p:nvPr/>
                </p:nvSpPr>
                <p:spPr>
                  <a:xfrm>
                    <a:off x="2577645" y="1473333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(</a:t>
                    </a:r>
                  </a:p>
                </p:txBody>
              </p:sp>
              <p:sp>
                <p:nvSpPr>
                  <p:cNvPr id="76" name="文字方塊 75">
                    <a:extLst>
                      <a:ext uri="{FF2B5EF4-FFF2-40B4-BE49-F238E27FC236}">
                        <a16:creationId xmlns:a16="http://schemas.microsoft.com/office/drawing/2014/main" id="{10F54982-4C1C-0F90-C520-25A28C750BC3}"/>
                      </a:ext>
                    </a:extLst>
                  </p:cNvPr>
                  <p:cNvSpPr txBox="1"/>
                  <p:nvPr/>
                </p:nvSpPr>
                <p:spPr>
                  <a:xfrm>
                    <a:off x="2991339" y="1473333"/>
                    <a:ext cx="274434" cy="4001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HK" sz="2000" b="1" dirty="0">
                        <a:ln>
                          <a:solidFill>
                            <a:schemeClr val="tx1"/>
                          </a:solidFill>
                        </a:ln>
                        <a:latin typeface="Lucida Calligraphy" panose="03010101010101010101" pitchFamily="66" charset="0"/>
                      </a:rPr>
                      <a:t>)</a:t>
                    </a: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9C2AE82A-910B-084C-F23B-C2446F4318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29475" y="3858655"/>
                      <a:ext cx="318860" cy="407099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lang="en-US" altLang="zh-HK" sz="2000" b="1" i="0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rgbClr val="00B0F0"/>
                                </a:solidFill>
                                <a:latin typeface="Lucida Handwriting" panose="03010101010101010101" pitchFamily="66" charset="0"/>
                              </a:rPr>
                              <m:t>h</m:t>
                            </m:r>
                          </m:oMath>
                        </m:oMathPara>
                      </a14:m>
                      <a:endParaRPr lang="zh-HK" altLang="en-US" sz="2000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B0F0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81" name="矩形 80">
                      <a:extLst>
                        <a:ext uri="{FF2B5EF4-FFF2-40B4-BE49-F238E27FC236}">
                          <a16:creationId xmlns:a16="http://schemas.microsoft.com/office/drawing/2014/main" id="{9C2AE82A-910B-084C-F23B-C2446F431869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29475" y="3858655"/>
                      <a:ext cx="318860" cy="407099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 r="-13462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1" name="群組 110">
                <a:extLst>
                  <a:ext uri="{FF2B5EF4-FFF2-40B4-BE49-F238E27FC236}">
                    <a16:creationId xmlns:a16="http://schemas.microsoft.com/office/drawing/2014/main" id="{0C101C35-587D-BDB3-5469-5196DEEE5C29}"/>
                  </a:ext>
                </a:extLst>
              </p:cNvPr>
              <p:cNvGrpSpPr/>
              <p:nvPr/>
            </p:nvGrpSpPr>
            <p:grpSpPr>
              <a:xfrm>
                <a:off x="5972733" y="4614289"/>
                <a:ext cx="1145838" cy="514006"/>
                <a:chOff x="5482741" y="2834077"/>
                <a:chExt cx="1145838" cy="514006"/>
              </a:xfrm>
            </p:grpSpPr>
            <p:grpSp>
              <p:nvGrpSpPr>
                <p:cNvPr id="112" name="群組 111">
                  <a:extLst>
                    <a:ext uri="{FF2B5EF4-FFF2-40B4-BE49-F238E27FC236}">
                      <a16:creationId xmlns:a16="http://schemas.microsoft.com/office/drawing/2014/main" id="{393BA2E9-5EF3-9C7C-A439-885A88FB9406}"/>
                    </a:ext>
                  </a:extLst>
                </p:cNvPr>
                <p:cNvGrpSpPr/>
                <p:nvPr/>
              </p:nvGrpSpPr>
              <p:grpSpPr>
                <a:xfrm>
                  <a:off x="5681726" y="2834077"/>
                  <a:ext cx="946853" cy="514006"/>
                  <a:chOff x="5280541" y="5144495"/>
                  <a:chExt cx="946853" cy="514006"/>
                </a:xfrm>
              </p:grpSpPr>
              <p:grpSp>
                <p:nvGrpSpPr>
                  <p:cNvPr id="115" name="群組 114">
                    <a:extLst>
                      <a:ext uri="{FF2B5EF4-FFF2-40B4-BE49-F238E27FC236}">
                        <a16:creationId xmlns:a16="http://schemas.microsoft.com/office/drawing/2014/main" id="{2104B838-C4A4-E52F-A559-009053D709E4}"/>
                      </a:ext>
                    </a:extLst>
                  </p:cNvPr>
                  <p:cNvGrpSpPr/>
                  <p:nvPr/>
                </p:nvGrpSpPr>
                <p:grpSpPr>
                  <a:xfrm>
                    <a:off x="5280541" y="5258391"/>
                    <a:ext cx="822373" cy="400110"/>
                    <a:chOff x="1377671" y="1369717"/>
                    <a:chExt cx="822373" cy="400110"/>
                  </a:xfrm>
                </p:grpSpPr>
                <p:sp>
                  <p:nvSpPr>
                    <p:cNvPr id="117" name="文字方塊 116">
                      <a:extLst>
                        <a:ext uri="{FF2B5EF4-FFF2-40B4-BE49-F238E27FC236}">
                          <a16:creationId xmlns:a16="http://schemas.microsoft.com/office/drawing/2014/main" id="{E9225CDB-0E90-C62A-7F26-5DFFF93436E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77671" y="1369717"/>
                      <a:ext cx="274434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HK" sz="2000" b="1">
                          <a:ln>
                            <a:solidFill>
                              <a:schemeClr val="tx1"/>
                            </a:solidFill>
                          </a:ln>
                          <a:latin typeface="Lucida Calligraphy" panose="03010101010101010101" pitchFamily="66" charset="0"/>
                        </a:rPr>
                        <a:t>(</a:t>
                      </a:r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118" name="文字方塊 117">
                          <a:extLst>
                            <a:ext uri="{FF2B5EF4-FFF2-40B4-BE49-F238E27FC236}">
                              <a16:creationId xmlns:a16="http://schemas.microsoft.com/office/drawing/2014/main" id="{29E3A8EA-5034-85C0-370F-8E273460F2F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487488" y="1369717"/>
                          <a:ext cx="712556" cy="4001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m:rPr>
                                  <m:nor/>
                                </m:rPr>
                                <a:rPr lang="en-US" altLang="zh-HK" sz="2000" b="1" i="0" dirty="0" smtClean="0"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  <a:solidFill>
                                    <a:srgbClr val="FF5050"/>
                                  </a:solidFill>
                                  <a:latin typeface="Lucida Handwriting" panose="03010101010101010101" pitchFamily="66" charset="0"/>
                                </a:rPr>
                                <m:t>7.5</m:t>
                              </m:r>
                            </m:oMath>
                          </a14:m>
                          <a:r>
                            <a:rPr lang="en-HK" sz="2000" b="1" dirty="0">
                              <a:ln>
                                <a:solidFill>
                                  <a:schemeClr val="tx1"/>
                                </a:solidFill>
                              </a:ln>
                              <a:latin typeface="Lucida Calligraphy" panose="03010101010101010101" pitchFamily="66" charset="0"/>
                            </a:rPr>
                            <a:t>)</a:t>
                          </a:r>
                        </a:p>
                      </p:txBody>
                    </p:sp>
                  </mc:Choice>
                  <mc:Fallback xmlns="">
                    <p:sp>
                      <p:nvSpPr>
                        <p:cNvPr id="118" name="文字方塊 117">
                          <a:extLst>
                            <a:ext uri="{FF2B5EF4-FFF2-40B4-BE49-F238E27FC236}">
                              <a16:creationId xmlns:a16="http://schemas.microsoft.com/office/drawing/2014/main" id="{29E3A8EA-5034-85C0-370F-8E273460F2F3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87488" y="1369717"/>
                          <a:ext cx="712556" cy="400110"/>
                        </a:xfrm>
                        <a:prstGeom prst="rect">
                          <a:avLst/>
                        </a:prstGeom>
                        <a:blipFill>
                          <a:blip r:embed="rId26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zh-HK" alt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116" name="文字方塊 115">
                    <a:extLst>
                      <a:ext uri="{FF2B5EF4-FFF2-40B4-BE49-F238E27FC236}">
                        <a16:creationId xmlns:a16="http://schemas.microsoft.com/office/drawing/2014/main" id="{8B5D9D4C-3AA1-1CE6-92DF-224A4990D0E3}"/>
                      </a:ext>
                    </a:extLst>
                  </p:cNvPr>
                  <p:cNvSpPr txBox="1"/>
                  <p:nvPr/>
                </p:nvSpPr>
                <p:spPr>
                  <a:xfrm>
                    <a:off x="5937776" y="5144495"/>
                    <a:ext cx="28961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HK" sz="1200" b="1" dirty="0">
                        <a:ln>
                          <a:solidFill>
                            <a:schemeClr val="tx1"/>
                          </a:solidFill>
                        </a:ln>
                        <a:latin typeface="Lucida Handwriting" panose="03010101010101010101" pitchFamily="66" charset="0"/>
                      </a:rPr>
                      <a:t>2</a:t>
                    </a:r>
                    <a:endParaRPr lang="en-HK" sz="1200" b="1" dirty="0">
                      <a:ln>
                        <a:solidFill>
                          <a:schemeClr val="tx1"/>
                        </a:solidFill>
                      </a:ln>
                      <a:latin typeface="Lucida Calligraphy" panose="03010101010101010101" pitchFamily="66" charset="0"/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3" name="文字方塊 112">
                      <a:extLst>
                        <a:ext uri="{FF2B5EF4-FFF2-40B4-BE49-F238E27FC236}">
                          <a16:creationId xmlns:a16="http://schemas.microsoft.com/office/drawing/2014/main" id="{1E742760-97B3-DFBF-CD16-B9D30EDAF7D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82741" y="2941205"/>
                      <a:ext cx="295688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2000" b="1" i="1" dirty="0" smtClean="0">
                                <a:ln>
                                  <a:solidFill>
                                    <a:schemeClr val="tx1"/>
                                  </a:solidFill>
                                </a:ln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𝝅</m:t>
                            </m:r>
                          </m:oMath>
                        </m:oMathPara>
                      </a14:m>
                      <a:endParaRPr lang="en-HK" sz="20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  <a:latin typeface="Lucida Handwriting" panose="03010101010101010101" pitchFamily="66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13" name="文字方塊 112">
                      <a:extLst>
                        <a:ext uri="{FF2B5EF4-FFF2-40B4-BE49-F238E27FC236}">
                          <a16:creationId xmlns:a16="http://schemas.microsoft.com/office/drawing/2014/main" id="{1E742760-97B3-DFBF-CD16-B9D30EDAF7D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82741" y="2941205"/>
                      <a:ext cx="295688" cy="400110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HK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字方塊 118">
                  <a:extLst>
                    <a:ext uri="{FF2B5EF4-FFF2-40B4-BE49-F238E27FC236}">
                      <a16:creationId xmlns:a16="http://schemas.microsoft.com/office/drawing/2014/main" id="{71D00914-6950-8438-4448-567A2F916F3F}"/>
                    </a:ext>
                  </a:extLst>
                </p:cNvPr>
                <p:cNvSpPr txBox="1"/>
                <p:nvPr/>
              </p:nvSpPr>
              <p:spPr>
                <a:xfrm>
                  <a:off x="3844352" y="411363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19" name="文字方塊 118">
                  <a:extLst>
                    <a:ext uri="{FF2B5EF4-FFF2-40B4-BE49-F238E27FC236}">
                      <a16:creationId xmlns:a16="http://schemas.microsoft.com/office/drawing/2014/main" id="{71D00914-6950-8438-4448-567A2F916F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4352" y="4113631"/>
                  <a:ext cx="295688" cy="400110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C45B47C7-AED4-9F9C-21EA-6808EDBCFD8D}"/>
              </a:ext>
            </a:extLst>
          </p:cNvPr>
          <p:cNvSpPr txBox="1"/>
          <p:nvPr/>
        </p:nvSpPr>
        <p:spPr>
          <a:xfrm>
            <a:off x="2161042" y="2173857"/>
            <a:ext cx="58813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n>
                  <a:solidFill>
                    <a:schemeClr val="tx1"/>
                  </a:solidFill>
                </a:ln>
                <a:latin typeface="Lucida Calligraphy" panose="03010101010101010101" pitchFamily="66" charset="0"/>
              </a:rPr>
              <a:t>Volume of the water inside the container</a:t>
            </a:r>
            <a:endParaRPr lang="en-HK" altLang="zh-HK" sz="2000" b="1" dirty="0">
              <a:ln>
                <a:solidFill>
                  <a:schemeClr val="tx1"/>
                </a:solidFill>
              </a:ln>
              <a:solidFill>
                <a:srgbClr val="FF7C80"/>
              </a:solidFill>
              <a:latin typeface="Lucida Handwriting" panose="03010101010101010101" pitchFamily="66" charset="0"/>
            </a:endParaRPr>
          </a:p>
        </p:txBody>
      </p:sp>
      <p:grpSp>
        <p:nvGrpSpPr>
          <p:cNvPr id="123" name="群組 122">
            <a:extLst>
              <a:ext uri="{FF2B5EF4-FFF2-40B4-BE49-F238E27FC236}">
                <a16:creationId xmlns:a16="http://schemas.microsoft.com/office/drawing/2014/main" id="{4D1D5B00-56FD-080B-D0EB-5DDF7FC8D790}"/>
              </a:ext>
            </a:extLst>
          </p:cNvPr>
          <p:cNvGrpSpPr/>
          <p:nvPr/>
        </p:nvGrpSpPr>
        <p:grpSpPr>
          <a:xfrm>
            <a:off x="2265998" y="2605226"/>
            <a:ext cx="6566783" cy="1015663"/>
            <a:chOff x="5646918" y="4290385"/>
            <a:chExt cx="6566783" cy="1015663"/>
          </a:xfrm>
        </p:grpSpPr>
        <p:sp>
          <p:nvSpPr>
            <p:cNvPr id="124" name="文字方塊 123">
              <a:extLst>
                <a:ext uri="{FF2B5EF4-FFF2-40B4-BE49-F238E27FC236}">
                  <a16:creationId xmlns:a16="http://schemas.microsoft.com/office/drawing/2014/main" id="{97C79DAA-7007-9C17-CA44-DB66C9881BCB}"/>
                </a:ext>
              </a:extLst>
            </p:cNvPr>
            <p:cNvSpPr txBox="1"/>
            <p:nvPr/>
          </p:nvSpPr>
          <p:spPr>
            <a:xfrm>
              <a:off x="5991905" y="4290385"/>
              <a:ext cx="289085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Volume of the </a:t>
              </a:r>
            </a:p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cylindrical part in </a:t>
              </a:r>
            </a:p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contact with water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  <p:sp>
          <p:nvSpPr>
            <p:cNvPr id="125" name="文字方塊 124">
              <a:extLst>
                <a:ext uri="{FF2B5EF4-FFF2-40B4-BE49-F238E27FC236}">
                  <a16:creationId xmlns:a16="http://schemas.microsoft.com/office/drawing/2014/main" id="{1DEF1F14-DFFE-C344-E575-442CB8A76EFE}"/>
                </a:ext>
              </a:extLst>
            </p:cNvPr>
            <p:cNvSpPr txBox="1"/>
            <p:nvPr/>
          </p:nvSpPr>
          <p:spPr>
            <a:xfrm>
              <a:off x="9015486" y="4581854"/>
              <a:ext cx="319821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Volume of the sphere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DB2D6BF8-E988-108E-F189-A0BE2CA798D4}"/>
                    </a:ext>
                  </a:extLst>
                </p:cNvPr>
                <p:cNvSpPr txBox="1"/>
                <p:nvPr/>
              </p:nvSpPr>
              <p:spPr>
                <a:xfrm>
                  <a:off x="8750379" y="4598161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6" name="文字方塊 125">
                  <a:extLst>
                    <a:ext uri="{FF2B5EF4-FFF2-40B4-BE49-F238E27FC236}">
                      <a16:creationId xmlns:a16="http://schemas.microsoft.com/office/drawing/2014/main" id="{DB2D6BF8-E988-108E-F189-A0BE2CA798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0379" y="4598161"/>
                  <a:ext cx="295688" cy="400110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文字方塊 126">
                  <a:extLst>
                    <a:ext uri="{FF2B5EF4-FFF2-40B4-BE49-F238E27FC236}">
                      <a16:creationId xmlns:a16="http://schemas.microsoft.com/office/drawing/2014/main" id="{570C8829-F8C9-F840-623C-538B7B8FBFF4}"/>
                    </a:ext>
                  </a:extLst>
                </p:cNvPr>
                <p:cNvSpPr txBox="1"/>
                <p:nvPr/>
              </p:nvSpPr>
              <p:spPr>
                <a:xfrm>
                  <a:off x="5646918" y="4590245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27" name="文字方塊 126">
                  <a:extLst>
                    <a:ext uri="{FF2B5EF4-FFF2-40B4-BE49-F238E27FC236}">
                      <a16:creationId xmlns:a16="http://schemas.microsoft.com/office/drawing/2014/main" id="{570C8829-F8C9-F840-623C-538B7B8FB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46918" y="4590245"/>
                  <a:ext cx="295688" cy="4001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C06027F1-B158-FA56-BF0F-429018156D5F}"/>
              </a:ext>
            </a:extLst>
          </p:cNvPr>
          <p:cNvGrpSpPr/>
          <p:nvPr/>
        </p:nvGrpSpPr>
        <p:grpSpPr>
          <a:xfrm>
            <a:off x="6478989" y="4567782"/>
            <a:ext cx="2486937" cy="1672181"/>
            <a:chOff x="6478989" y="4567782"/>
            <a:chExt cx="2486937" cy="1672181"/>
          </a:xfrm>
        </p:grpSpPr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2E8F4DEE-BDE2-CDAA-92F8-B225AE23A9D8}"/>
                </a:ext>
              </a:extLst>
            </p:cNvPr>
            <p:cNvSpPr txBox="1"/>
            <p:nvPr/>
          </p:nvSpPr>
          <p:spPr>
            <a:xfrm>
              <a:off x="6872462" y="4567782"/>
              <a:ext cx="170888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Volume of </a:t>
              </a:r>
            </a:p>
            <a:p>
              <a:r>
                <a:rPr 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the sphere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2734DA93-E380-ED40-4096-9C1AEEFF6F28}"/>
                    </a:ext>
                  </a:extLst>
                </p:cNvPr>
                <p:cNvSpPr txBox="1"/>
                <p:nvPr/>
              </p:nvSpPr>
              <p:spPr>
                <a:xfrm rot="5400000">
                  <a:off x="7508703" y="5188640"/>
                  <a:ext cx="29568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0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34" name="文字方塊 133">
                  <a:extLst>
                    <a:ext uri="{FF2B5EF4-FFF2-40B4-BE49-F238E27FC236}">
                      <a16:creationId xmlns:a16="http://schemas.microsoft.com/office/drawing/2014/main" id="{2734DA93-E380-ED40-4096-9C1AEEFF6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7508703" y="5188640"/>
                  <a:ext cx="295688" cy="400110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5" name="文字方塊 134">
              <a:extLst>
                <a:ext uri="{FF2B5EF4-FFF2-40B4-BE49-F238E27FC236}">
                  <a16:creationId xmlns:a16="http://schemas.microsoft.com/office/drawing/2014/main" id="{2AF22FAD-157B-EAE2-C508-ED271CC2BEA2}"/>
                </a:ext>
              </a:extLst>
            </p:cNvPr>
            <p:cNvSpPr txBox="1"/>
            <p:nvPr/>
          </p:nvSpPr>
          <p:spPr>
            <a:xfrm>
              <a:off x="6478989" y="5532077"/>
              <a:ext cx="248693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Volume of water</a:t>
              </a:r>
              <a:r>
                <a:rPr lang="zh-TW" alt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that</a:t>
              </a:r>
              <a:r>
                <a:rPr lang="zh-TW" alt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has</a:t>
              </a:r>
              <a:r>
                <a:rPr lang="zh-TW" altLang="en-US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 </a:t>
              </a:r>
              <a:r>
                <a:rPr lang="en-US" altLang="zh-TW" sz="2000" b="1" dirty="0">
                  <a:ln>
                    <a:solidFill>
                      <a:schemeClr val="tx1"/>
                    </a:solidFill>
                  </a:ln>
                  <a:latin typeface="Lucida Calligraphy" panose="03010101010101010101" pitchFamily="66" charset="0"/>
                </a:rPr>
                <a:t>risen</a:t>
              </a:r>
              <a:endParaRPr lang="en-HK" altLang="zh-HK" sz="2000" b="1" dirty="0">
                <a:ln>
                  <a:solidFill>
                    <a:schemeClr val="tx1"/>
                  </a:solidFill>
                </a:ln>
                <a:solidFill>
                  <a:srgbClr val="FF7C80"/>
                </a:solidFill>
                <a:latin typeface="Lucida Handwriting" panose="03010101010101010101" pitchFamily="66" charset="0"/>
              </a:endParaRPr>
            </a:p>
          </p:txBody>
        </p:sp>
      </p:grp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B6E166AD-0759-2CAB-BE61-4EABDEE35471}"/>
              </a:ext>
            </a:extLst>
          </p:cNvPr>
          <p:cNvSpPr txBox="1"/>
          <p:nvPr/>
        </p:nvSpPr>
        <p:spPr>
          <a:xfrm>
            <a:off x="7262260" y="6182326"/>
            <a:ext cx="920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增體</a:t>
            </a:r>
            <a:endParaRPr lang="en-HK" altLang="zh-HK" sz="2400" b="1" dirty="0">
              <a:ln>
                <a:solidFill>
                  <a:schemeClr val="tx1"/>
                </a:solidFill>
              </a:ln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38" name="群組 137">
            <a:extLst>
              <a:ext uri="{FF2B5EF4-FFF2-40B4-BE49-F238E27FC236}">
                <a16:creationId xmlns:a16="http://schemas.microsoft.com/office/drawing/2014/main" id="{3C5A3FA6-FD37-DF7E-A4F6-0376076CBA63}"/>
              </a:ext>
            </a:extLst>
          </p:cNvPr>
          <p:cNvGrpSpPr/>
          <p:nvPr/>
        </p:nvGrpSpPr>
        <p:grpSpPr>
          <a:xfrm>
            <a:off x="1990450" y="3598692"/>
            <a:ext cx="3238039" cy="466181"/>
            <a:chOff x="7182342" y="6837337"/>
            <a:chExt cx="2963366" cy="466181"/>
          </a:xfrm>
        </p:grpSpPr>
        <p:sp>
          <p:nvSpPr>
            <p:cNvPr id="139" name="文字方塊 138">
              <a:extLst>
                <a:ext uri="{FF2B5EF4-FFF2-40B4-BE49-F238E27FC236}">
                  <a16:creationId xmlns:a16="http://schemas.microsoft.com/office/drawing/2014/main" id="{B6ECA01C-66F3-CB2C-C724-A95394CAEC7D}"/>
                </a:ext>
              </a:extLst>
            </p:cNvPr>
            <p:cNvSpPr txBox="1"/>
            <p:nvPr/>
          </p:nvSpPr>
          <p:spPr>
            <a:xfrm>
              <a:off x="7182342" y="6841853"/>
              <a:ext cx="10606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全水體</a:t>
              </a:r>
              <a:endParaRPr lang="en-HK" altLang="zh-HK" sz="24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0" name="文字方塊 139">
              <a:extLst>
                <a:ext uri="{FF2B5EF4-FFF2-40B4-BE49-F238E27FC236}">
                  <a16:creationId xmlns:a16="http://schemas.microsoft.com/office/drawing/2014/main" id="{E2ECC782-3953-9103-73E4-10A120AE3297}"/>
                </a:ext>
              </a:extLst>
            </p:cNvPr>
            <p:cNvSpPr txBox="1"/>
            <p:nvPr/>
          </p:nvSpPr>
          <p:spPr>
            <a:xfrm>
              <a:off x="8373636" y="6838492"/>
              <a:ext cx="867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增體</a:t>
              </a:r>
              <a:endParaRPr lang="en-HK" altLang="zh-HK" sz="2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41" name="文字方塊 140">
              <a:extLst>
                <a:ext uri="{FF2B5EF4-FFF2-40B4-BE49-F238E27FC236}">
                  <a16:creationId xmlns:a16="http://schemas.microsoft.com/office/drawing/2014/main" id="{DDDC738F-878E-8D06-447E-63663834B1BD}"/>
                </a:ext>
              </a:extLst>
            </p:cNvPr>
            <p:cNvSpPr txBox="1"/>
            <p:nvPr/>
          </p:nvSpPr>
          <p:spPr>
            <a:xfrm>
              <a:off x="9294735" y="6838492"/>
              <a:ext cx="850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水體</a:t>
              </a:r>
              <a:endParaRPr lang="en-HK" altLang="zh-HK" sz="2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AC7928FA-69A1-6AC1-0748-F13AF6D26A34}"/>
                    </a:ext>
                  </a:extLst>
                </p:cNvPr>
                <p:cNvSpPr txBox="1"/>
                <p:nvPr/>
              </p:nvSpPr>
              <p:spPr>
                <a:xfrm>
                  <a:off x="8085127" y="6837738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2" name="文字方塊 141">
                  <a:extLst>
                    <a:ext uri="{FF2B5EF4-FFF2-40B4-BE49-F238E27FC236}">
                      <a16:creationId xmlns:a16="http://schemas.microsoft.com/office/drawing/2014/main" id="{AC7928FA-69A1-6AC1-0748-F13AF6D26A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5127" y="6837738"/>
                  <a:ext cx="295688" cy="461665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文字方塊 142">
                  <a:extLst>
                    <a:ext uri="{FF2B5EF4-FFF2-40B4-BE49-F238E27FC236}">
                      <a16:creationId xmlns:a16="http://schemas.microsoft.com/office/drawing/2014/main" id="{7A466B7F-BB86-783F-B827-8E72E1493819}"/>
                    </a:ext>
                  </a:extLst>
                </p:cNvPr>
                <p:cNvSpPr txBox="1"/>
                <p:nvPr/>
              </p:nvSpPr>
              <p:spPr>
                <a:xfrm>
                  <a:off x="9042860" y="6837337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43" name="文字方塊 142">
                  <a:extLst>
                    <a:ext uri="{FF2B5EF4-FFF2-40B4-BE49-F238E27FC236}">
                      <a16:creationId xmlns:a16="http://schemas.microsoft.com/office/drawing/2014/main" id="{7A466B7F-BB86-783F-B827-8E72E14938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2860" y="6837337"/>
                  <a:ext cx="295688" cy="461665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6" name="橢圓 145">
            <a:extLst>
              <a:ext uri="{FF2B5EF4-FFF2-40B4-BE49-F238E27FC236}">
                <a16:creationId xmlns:a16="http://schemas.microsoft.com/office/drawing/2014/main" id="{2F8D7212-DC6A-6734-D515-6833617C0691}"/>
              </a:ext>
            </a:extLst>
          </p:cNvPr>
          <p:cNvSpPr/>
          <p:nvPr/>
        </p:nvSpPr>
        <p:spPr>
          <a:xfrm>
            <a:off x="10038826" y="4626541"/>
            <a:ext cx="908270" cy="880802"/>
          </a:xfrm>
          <a:prstGeom prst="ellipse">
            <a:avLst/>
          </a:prstGeom>
          <a:solidFill>
            <a:schemeClr val="bg1">
              <a:lumMod val="50000"/>
              <a:alpha val="3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54" name="文字方塊 153">
            <a:extLst>
              <a:ext uri="{FF2B5EF4-FFF2-40B4-BE49-F238E27FC236}">
                <a16:creationId xmlns:a16="http://schemas.microsoft.com/office/drawing/2014/main" id="{C5432E9F-B7C7-47A9-BC41-776DAA3A3FB2}"/>
              </a:ext>
            </a:extLst>
          </p:cNvPr>
          <p:cNvSpPr txBox="1"/>
          <p:nvPr/>
        </p:nvSpPr>
        <p:spPr>
          <a:xfrm>
            <a:off x="9426959" y="5869800"/>
            <a:ext cx="929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水體</a:t>
            </a:r>
            <a:endParaRPr lang="en-HK" altLang="zh-HK" sz="2400" b="1" dirty="0">
              <a:ln>
                <a:solidFill>
                  <a:schemeClr val="tx1"/>
                </a:solidFill>
              </a:ln>
              <a:solidFill>
                <a:srgbClr val="00B0F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55" name="文字方塊 154">
            <a:extLst>
              <a:ext uri="{FF2B5EF4-FFF2-40B4-BE49-F238E27FC236}">
                <a16:creationId xmlns:a16="http://schemas.microsoft.com/office/drawing/2014/main" id="{C1F692AC-9C1D-A300-8D6D-8D5F9FCAA3E3}"/>
              </a:ext>
            </a:extLst>
          </p:cNvPr>
          <p:cNvSpPr txBox="1"/>
          <p:nvPr/>
        </p:nvSpPr>
        <p:spPr>
          <a:xfrm>
            <a:off x="11077189" y="4460060"/>
            <a:ext cx="1158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全水體</a:t>
            </a:r>
            <a:endParaRPr lang="en-HK" altLang="zh-HK" sz="2400" b="1" dirty="0">
              <a:ln>
                <a:solidFill>
                  <a:schemeClr val="tx1"/>
                </a:solidFill>
              </a:ln>
              <a:solidFill>
                <a:srgbClr val="00B05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pSp>
        <p:nvGrpSpPr>
          <p:cNvPr id="156" name="群組 155">
            <a:extLst>
              <a:ext uri="{FF2B5EF4-FFF2-40B4-BE49-F238E27FC236}">
                <a16:creationId xmlns:a16="http://schemas.microsoft.com/office/drawing/2014/main" id="{F560F6BB-008D-F172-F4DE-C8B7BBD8F269}"/>
              </a:ext>
            </a:extLst>
          </p:cNvPr>
          <p:cNvGrpSpPr/>
          <p:nvPr/>
        </p:nvGrpSpPr>
        <p:grpSpPr>
          <a:xfrm>
            <a:off x="9121508" y="6413158"/>
            <a:ext cx="3238039" cy="466181"/>
            <a:chOff x="7182342" y="6837337"/>
            <a:chExt cx="2963366" cy="466181"/>
          </a:xfrm>
        </p:grpSpPr>
        <p:sp>
          <p:nvSpPr>
            <p:cNvPr id="157" name="文字方塊 156">
              <a:extLst>
                <a:ext uri="{FF2B5EF4-FFF2-40B4-BE49-F238E27FC236}">
                  <a16:creationId xmlns:a16="http://schemas.microsoft.com/office/drawing/2014/main" id="{260B8B20-7DB7-8C92-7334-C3F73C9A4626}"/>
                </a:ext>
              </a:extLst>
            </p:cNvPr>
            <p:cNvSpPr txBox="1"/>
            <p:nvPr/>
          </p:nvSpPr>
          <p:spPr>
            <a:xfrm>
              <a:off x="7182342" y="6841853"/>
              <a:ext cx="10606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solidFill>
                    <a:srgbClr val="00B05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全水體</a:t>
              </a:r>
              <a:endParaRPr lang="en-HK" altLang="zh-HK" sz="24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8" name="文字方塊 157">
              <a:extLst>
                <a:ext uri="{FF2B5EF4-FFF2-40B4-BE49-F238E27FC236}">
                  <a16:creationId xmlns:a16="http://schemas.microsoft.com/office/drawing/2014/main" id="{E9CF15DA-FAC1-CFD9-E824-C5A982020184}"/>
                </a:ext>
              </a:extLst>
            </p:cNvPr>
            <p:cNvSpPr txBox="1"/>
            <p:nvPr/>
          </p:nvSpPr>
          <p:spPr>
            <a:xfrm>
              <a:off x="8373636" y="6838492"/>
              <a:ext cx="867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solidFill>
                    <a:srgbClr val="FFC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增體</a:t>
              </a:r>
              <a:endParaRPr lang="en-HK" altLang="zh-HK" sz="2400" b="1" dirty="0">
                <a:ln>
                  <a:solidFill>
                    <a:schemeClr val="tx1"/>
                  </a:solidFill>
                </a:ln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p:sp>
          <p:nvSpPr>
            <p:cNvPr id="159" name="文字方塊 158">
              <a:extLst>
                <a:ext uri="{FF2B5EF4-FFF2-40B4-BE49-F238E27FC236}">
                  <a16:creationId xmlns:a16="http://schemas.microsoft.com/office/drawing/2014/main" id="{EF121B6D-6011-A5A8-CF20-A905BD241B69}"/>
                </a:ext>
              </a:extLst>
            </p:cNvPr>
            <p:cNvSpPr txBox="1"/>
            <p:nvPr/>
          </p:nvSpPr>
          <p:spPr>
            <a:xfrm>
              <a:off x="9294735" y="6838492"/>
              <a:ext cx="8509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n>
                    <a:solidFill>
                      <a:schemeClr val="tx1"/>
                    </a:solidFill>
                  </a:ln>
                  <a:solidFill>
                    <a:srgbClr val="00B0F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水體</a:t>
              </a:r>
              <a:endParaRPr lang="en-HK" altLang="zh-HK" sz="2400" b="1" dirty="0">
                <a:ln>
                  <a:solidFill>
                    <a:schemeClr val="tx1"/>
                  </a:solidFill>
                </a:ln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F65D21CB-BEA7-E761-F0F2-C648573F38C4}"/>
                    </a:ext>
                  </a:extLst>
                </p:cNvPr>
                <p:cNvSpPr txBox="1"/>
                <p:nvPr/>
              </p:nvSpPr>
              <p:spPr>
                <a:xfrm>
                  <a:off x="8085127" y="6837738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0" name="文字方塊 159">
                  <a:extLst>
                    <a:ext uri="{FF2B5EF4-FFF2-40B4-BE49-F238E27FC236}">
                      <a16:creationId xmlns:a16="http://schemas.microsoft.com/office/drawing/2014/main" id="{F65D21CB-BEA7-E761-F0F2-C648573F3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5127" y="6837738"/>
                  <a:ext cx="295688" cy="461665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383432EB-34A1-5373-B1A5-7AA7E9D1064E}"/>
                    </a:ext>
                  </a:extLst>
                </p:cNvPr>
                <p:cNvSpPr txBox="1"/>
                <p:nvPr/>
              </p:nvSpPr>
              <p:spPr>
                <a:xfrm>
                  <a:off x="9042860" y="6837337"/>
                  <a:ext cx="2956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dirty="0" smtClean="0">
                            <a:ln>
                              <a:solidFill>
                                <a:schemeClr val="tx1"/>
                              </a:solidFill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HK" sz="2400" b="1" dirty="0">
                    <a:ln>
                      <a:solidFill>
                        <a:schemeClr val="tx1"/>
                      </a:solidFill>
                    </a:ln>
                    <a:solidFill>
                      <a:schemeClr val="tx1"/>
                    </a:solidFill>
                    <a:latin typeface="Lucida Handwriting" panose="03010101010101010101" pitchFamily="66" charset="0"/>
                  </a:endParaRPr>
                </a:p>
              </p:txBody>
            </p:sp>
          </mc:Choice>
          <mc:Fallback xmlns="">
            <p:sp>
              <p:nvSpPr>
                <p:cNvPr id="161" name="文字方塊 160">
                  <a:extLst>
                    <a:ext uri="{FF2B5EF4-FFF2-40B4-BE49-F238E27FC236}">
                      <a16:creationId xmlns:a16="http://schemas.microsoft.com/office/drawing/2014/main" id="{383432EB-34A1-5373-B1A5-7AA7E9D106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42860" y="6837337"/>
                  <a:ext cx="295688" cy="461665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HK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43419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6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4" grpId="0"/>
      <p:bldP spid="56" grpId="0" animBg="1"/>
      <p:bldP spid="95" grpId="0"/>
      <p:bldP spid="122" grpId="0"/>
      <p:bldP spid="137" grpId="0"/>
      <p:bldP spid="146" grpId="0" animBg="1"/>
      <p:bldP spid="154" grpId="0"/>
      <p:bldP spid="155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F39B4195558549BAA2D9ED0F600B76" ma:contentTypeVersion="18" ma:contentTypeDescription="Create a new document." ma:contentTypeScope="" ma:versionID="ec6c30f03388732c909f8cb84600a8b2">
  <xsd:schema xmlns:xsd="http://www.w3.org/2001/XMLSchema" xmlns:xs="http://www.w3.org/2001/XMLSchema" xmlns:p="http://schemas.microsoft.com/office/2006/metadata/properties" xmlns:ns2="1d17fa38-d5b6-4a8b-82e7-5ce3b2398ac5" xmlns:ns3="53703969-f457-4a88-8c40-86a712be61e1" targetNamespace="http://schemas.microsoft.com/office/2006/metadata/properties" ma:root="true" ma:fieldsID="2fdee7867666b091263649bbf66f5c57" ns2:_="" ns3:_="">
    <xsd:import namespace="1d17fa38-d5b6-4a8b-82e7-5ce3b2398ac5"/>
    <xsd:import namespace="53703969-f457-4a88-8c40-86a712be61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17fa38-d5b6-4a8b-82e7-5ce3b2398a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703969-f457-4a88-8c40-86a712be61e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fe542f8-823f-433b-b226-4f6bee85bbe1}" ma:internalName="TaxCatchAll" ma:showField="CatchAllData" ma:web="53703969-f457-4a88-8c40-86a712be61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703969-f457-4a88-8c40-86a712be61e1" xsi:nil="true"/>
    <lcf76f155ced4ddcb4097134ff3c332f xmlns="1d17fa38-d5b6-4a8b-82e7-5ce3b2398ac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93DA0A66-61D7-4254-A5F8-B04DC6FA6D1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27135-714A-43F1-8506-876D04141E1C}"/>
</file>

<file path=customXml/itemProps3.xml><?xml version="1.0" encoding="utf-8"?>
<ds:datastoreItem xmlns:ds="http://schemas.openxmlformats.org/officeDocument/2006/customXml" ds:itemID="{D8FE1411-5924-4396-9CFE-6A8D27AC4EA0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purl.org/dc/dcmitype/"/>
    <ds:schemaRef ds:uri="cde69c36-9af5-4dec-841e-32bbbdf28cf7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2061bf2a-2658-4945-88a2-1d11baecd3ce"/>
    <ds:schemaRef ds:uri="http://www.w3.org/XML/1998/namespace"/>
    <ds:schemaRef ds:uri="110a80f9-c02b-45f8-b9e7-3897ca4e1be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1014</Words>
  <Application>Microsoft Office PowerPoint</Application>
  <PresentationFormat>寬螢幕</PresentationFormat>
  <Paragraphs>716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8" baseType="lpstr">
      <vt:lpstr>標楷體</vt:lpstr>
      <vt:lpstr>Arial</vt:lpstr>
      <vt:lpstr>Calibri</vt:lpstr>
      <vt:lpstr>Calibri Light</vt:lpstr>
      <vt:lpstr>Cambria Math</vt:lpstr>
      <vt:lpstr>Lucida Calligraphy</vt:lpstr>
      <vt:lpstr>Lucida Handwriting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Tai Sura</dc:creator>
  <cp:lastModifiedBy>Sura Tai</cp:lastModifiedBy>
  <cp:revision>1</cp:revision>
  <dcterms:created xsi:type="dcterms:W3CDTF">2022-07-28T06:10:20Z</dcterms:created>
  <dcterms:modified xsi:type="dcterms:W3CDTF">2025-07-05T11:59:05Z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0x010100C1F39B4195558549BAA2D9ED0F600B76</vt:lpwstr>
  </property>
  <property fmtid="{D5CDD505-2E9C-101B-9397-08002B2CF9AE}" pid="3" name="MediaServiceImageTags">
    <vt:lpwstr/>
  </property>
</Properties>
</file>