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2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notesSlides/notesSlide3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452" r:id="rId5"/>
    <p:sldId id="453" r:id="rId6"/>
    <p:sldId id="456" r:id="rId7"/>
    <p:sldId id="461" r:id="rId8"/>
    <p:sldId id="464" r:id="rId9"/>
    <p:sldId id="483" r:id="rId10"/>
    <p:sldId id="479" r:id="rId11"/>
    <p:sldId id="455" r:id="rId12"/>
    <p:sldId id="489" r:id="rId13"/>
    <p:sldId id="490" r:id="rId14"/>
    <p:sldId id="491" r:id="rId15"/>
    <p:sldId id="492" r:id="rId16"/>
    <p:sldId id="493" r:id="rId17"/>
    <p:sldId id="494" r:id="rId18"/>
    <p:sldId id="495" r:id="rId19"/>
    <p:sldId id="496" r:id="rId20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E2679-7403-4C15-BB2C-B5EE5E224024}" v="47" dt="2025-08-27T08:33:22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5679" autoAdjust="0"/>
  </p:normalViewPr>
  <p:slideViewPr>
    <p:cSldViewPr snapToGrid="0">
      <p:cViewPr varScale="1">
        <p:scale>
          <a:sx n="105" d="100"/>
          <a:sy n="105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spt" userId="0238e0ea-a655-48f2-bae3-2ff3e0b97742" providerId="ADAL" clId="{AC6E2679-7403-4C15-BB2C-B5EE5E224024}"/>
    <pc:docChg chg="undo custSel modSld">
      <pc:chgData name="mathspt" userId="0238e0ea-a655-48f2-bae3-2ff3e0b97742" providerId="ADAL" clId="{AC6E2679-7403-4C15-BB2C-B5EE5E224024}" dt="2025-08-27T08:54:33.349" v="262" actId="14100"/>
      <pc:docMkLst>
        <pc:docMk/>
      </pc:docMkLst>
      <pc:sldChg chg="modSp mod">
        <pc:chgData name="mathspt" userId="0238e0ea-a655-48f2-bae3-2ff3e0b97742" providerId="ADAL" clId="{AC6E2679-7403-4C15-BB2C-B5EE5E224024}" dt="2025-08-27T07:20:29.005" v="68" actId="1076"/>
        <pc:sldMkLst>
          <pc:docMk/>
          <pc:sldMk cId="2691652425" sldId="455"/>
        </pc:sldMkLst>
        <pc:spChg chg="mod">
          <ac:chgData name="mathspt" userId="0238e0ea-a655-48f2-bae3-2ff3e0b97742" providerId="ADAL" clId="{AC6E2679-7403-4C15-BB2C-B5EE5E224024}" dt="2025-08-27T07:20:29.005" v="68" actId="1076"/>
          <ac:spMkLst>
            <pc:docMk/>
            <pc:sldMk cId="2691652425" sldId="455"/>
            <ac:spMk id="21" creationId="{56F73D5B-D442-53C0-A983-66131187036F}"/>
          </ac:spMkLst>
        </pc:spChg>
      </pc:sldChg>
      <pc:sldChg chg="addSp modSp mod">
        <pc:chgData name="mathspt" userId="0238e0ea-a655-48f2-bae3-2ff3e0b97742" providerId="ADAL" clId="{AC6E2679-7403-4C15-BB2C-B5EE5E224024}" dt="2025-08-27T07:16:31.265" v="66" actId="1035"/>
        <pc:sldMkLst>
          <pc:docMk/>
          <pc:sldMk cId="1789053130" sldId="489"/>
        </pc:sldMkLst>
        <pc:grpChg chg="mod">
          <ac:chgData name="mathspt" userId="0238e0ea-a655-48f2-bae3-2ff3e0b97742" providerId="ADAL" clId="{AC6E2679-7403-4C15-BB2C-B5EE5E224024}" dt="2025-08-27T07:15:59.728" v="0" actId="34135"/>
          <ac:grpSpMkLst>
            <pc:docMk/>
            <pc:sldMk cId="1789053130" sldId="489"/>
            <ac:grpSpMk id="29" creationId="{FC19AC2A-0A33-0092-DB3B-A73D685B7430}"/>
          </ac:grpSpMkLst>
        </pc:grpChg>
        <pc:picChg chg="mod">
          <ac:chgData name="mathspt" userId="0238e0ea-a655-48f2-bae3-2ff3e0b97742" providerId="ADAL" clId="{AC6E2679-7403-4C15-BB2C-B5EE5E224024}" dt="2025-08-27T07:15:59.728" v="0" actId="34135"/>
          <ac:picMkLst>
            <pc:docMk/>
            <pc:sldMk cId="1789053130" sldId="489"/>
            <ac:picMk id="3" creationId="{1CBEDAF3-8A43-0BEA-25FE-B04A0EAA518D}"/>
          </ac:picMkLst>
        </pc:picChg>
        <pc:picChg chg="mod">
          <ac:chgData name="mathspt" userId="0238e0ea-a655-48f2-bae3-2ff3e0b97742" providerId="ADAL" clId="{AC6E2679-7403-4C15-BB2C-B5EE5E224024}" dt="2025-08-27T07:15:59.728" v="0" actId="34135"/>
          <ac:picMkLst>
            <pc:docMk/>
            <pc:sldMk cId="1789053130" sldId="489"/>
            <ac:picMk id="6" creationId="{2105D9BD-9E8B-38BD-8041-3E5A5AE3CD4C}"/>
          </ac:picMkLst>
        </pc:picChg>
        <pc:picChg chg="mod">
          <ac:chgData name="mathspt" userId="0238e0ea-a655-48f2-bae3-2ff3e0b97742" providerId="ADAL" clId="{AC6E2679-7403-4C15-BB2C-B5EE5E224024}" dt="2025-08-27T07:15:59.728" v="0" actId="34135"/>
          <ac:picMkLst>
            <pc:docMk/>
            <pc:sldMk cId="1789053130" sldId="489"/>
            <ac:picMk id="11" creationId="{43C4583E-7476-2925-83D9-AC4CFECE9F03}"/>
          </ac:picMkLst>
        </pc:picChg>
        <pc:inkChg chg="mod">
          <ac:chgData name="mathspt" userId="0238e0ea-a655-48f2-bae3-2ff3e0b97742" providerId="ADAL" clId="{AC6E2679-7403-4C15-BB2C-B5EE5E224024}" dt="2025-08-27T07:16:17.274" v="1" actId="14100"/>
          <ac:inkMkLst>
            <pc:docMk/>
            <pc:sldMk cId="1789053130" sldId="489"/>
            <ac:inkMk id="2" creationId="{9C75531D-A222-D46B-A9B1-02B30C126C2F}"/>
          </ac:inkMkLst>
        </pc:inkChg>
        <pc:inkChg chg="add mod">
          <ac:chgData name="mathspt" userId="0238e0ea-a655-48f2-bae3-2ff3e0b97742" providerId="ADAL" clId="{AC6E2679-7403-4C15-BB2C-B5EE5E224024}" dt="2025-08-27T07:16:31.265" v="66" actId="1035"/>
          <ac:inkMkLst>
            <pc:docMk/>
            <pc:sldMk cId="1789053130" sldId="489"/>
            <ac:inkMk id="17" creationId="{7768D166-8B0B-2E94-CE52-60ADA3476246}"/>
          </ac:inkMkLst>
        </pc:inkChg>
      </pc:sldChg>
      <pc:sldChg chg="modSp mod">
        <pc:chgData name="mathspt" userId="0238e0ea-a655-48f2-bae3-2ff3e0b97742" providerId="ADAL" clId="{AC6E2679-7403-4C15-BB2C-B5EE5E224024}" dt="2025-08-27T08:33:22.227" v="260" actId="2711"/>
        <pc:sldMkLst>
          <pc:docMk/>
          <pc:sldMk cId="1781539296" sldId="490"/>
        </pc:sldMkLst>
        <pc:spChg chg="mod">
          <ac:chgData name="mathspt" userId="0238e0ea-a655-48f2-bae3-2ff3e0b97742" providerId="ADAL" clId="{AC6E2679-7403-4C15-BB2C-B5EE5E224024}" dt="2025-08-27T07:22:39.413" v="69" actId="20577"/>
          <ac:spMkLst>
            <pc:docMk/>
            <pc:sldMk cId="1781539296" sldId="490"/>
            <ac:spMk id="40" creationId="{F1205853-5F1A-C317-65E4-52031AF8E0F7}"/>
          </ac:spMkLst>
        </pc:spChg>
        <pc:spChg chg="mod">
          <ac:chgData name="mathspt" userId="0238e0ea-a655-48f2-bae3-2ff3e0b97742" providerId="ADAL" clId="{AC6E2679-7403-4C15-BB2C-B5EE5E224024}" dt="2025-08-27T08:31:38.989" v="255" actId="2711"/>
          <ac:spMkLst>
            <pc:docMk/>
            <pc:sldMk cId="1781539296" sldId="490"/>
            <ac:spMk id="44" creationId="{1978CC0B-2A72-946F-CE37-04B238239267}"/>
          </ac:spMkLst>
        </pc:spChg>
        <pc:spChg chg="mod">
          <ac:chgData name="mathspt" userId="0238e0ea-a655-48f2-bae3-2ff3e0b97742" providerId="ADAL" clId="{AC6E2679-7403-4C15-BB2C-B5EE5E224024}" dt="2025-08-27T08:31:52.701" v="256" actId="2711"/>
          <ac:spMkLst>
            <pc:docMk/>
            <pc:sldMk cId="1781539296" sldId="490"/>
            <ac:spMk id="54" creationId="{373112FC-BA94-8F79-D89B-C1C37BFE2567}"/>
          </ac:spMkLst>
        </pc:spChg>
        <pc:spChg chg="mod">
          <ac:chgData name="mathspt" userId="0238e0ea-a655-48f2-bae3-2ff3e0b97742" providerId="ADAL" clId="{AC6E2679-7403-4C15-BB2C-B5EE5E224024}" dt="2025-08-27T08:32:05.840" v="257" actId="2711"/>
          <ac:spMkLst>
            <pc:docMk/>
            <pc:sldMk cId="1781539296" sldId="490"/>
            <ac:spMk id="71" creationId="{2A8E716F-539C-E1A7-F951-3A4599C8CDC0}"/>
          </ac:spMkLst>
        </pc:spChg>
        <pc:spChg chg="mod">
          <ac:chgData name="mathspt" userId="0238e0ea-a655-48f2-bae3-2ff3e0b97742" providerId="ADAL" clId="{AC6E2679-7403-4C15-BB2C-B5EE5E224024}" dt="2025-08-27T08:32:12.590" v="258" actId="2711"/>
          <ac:spMkLst>
            <pc:docMk/>
            <pc:sldMk cId="1781539296" sldId="490"/>
            <ac:spMk id="75" creationId="{929AAED3-60C7-EFF3-42BF-6631F8FB0B87}"/>
          </ac:spMkLst>
        </pc:spChg>
        <pc:spChg chg="mod">
          <ac:chgData name="mathspt" userId="0238e0ea-a655-48f2-bae3-2ff3e0b97742" providerId="ADAL" clId="{AC6E2679-7403-4C15-BB2C-B5EE5E224024}" dt="2025-08-27T08:33:22.227" v="260" actId="2711"/>
          <ac:spMkLst>
            <pc:docMk/>
            <pc:sldMk cId="1781539296" sldId="490"/>
            <ac:spMk id="88" creationId="{E1BABEF4-18AA-D7DC-5AE6-2FA929D8F1E9}"/>
          </ac:spMkLst>
        </pc:spChg>
        <pc:spChg chg="mod">
          <ac:chgData name="mathspt" userId="0238e0ea-a655-48f2-bae3-2ff3e0b97742" providerId="ADAL" clId="{AC6E2679-7403-4C15-BB2C-B5EE5E224024}" dt="2025-08-27T08:33:04.787" v="259" actId="20577"/>
          <ac:spMkLst>
            <pc:docMk/>
            <pc:sldMk cId="1781539296" sldId="490"/>
            <ac:spMk id="106" creationId="{ABF81270-2942-7F57-4474-9D36230EE24F}"/>
          </ac:spMkLst>
        </pc:spChg>
      </pc:sldChg>
      <pc:sldChg chg="modSp mod">
        <pc:chgData name="mathspt" userId="0238e0ea-a655-48f2-bae3-2ff3e0b97742" providerId="ADAL" clId="{AC6E2679-7403-4C15-BB2C-B5EE5E224024}" dt="2025-08-27T08:30:47.961" v="253" actId="1037"/>
        <pc:sldMkLst>
          <pc:docMk/>
          <pc:sldMk cId="3166820399" sldId="491"/>
        </pc:sldMkLst>
        <pc:spChg chg="mod">
          <ac:chgData name="mathspt" userId="0238e0ea-a655-48f2-bae3-2ff3e0b97742" providerId="ADAL" clId="{AC6E2679-7403-4C15-BB2C-B5EE5E224024}" dt="2025-08-27T08:30:19.360" v="226" actId="2711"/>
          <ac:spMkLst>
            <pc:docMk/>
            <pc:sldMk cId="3166820399" sldId="491"/>
            <ac:spMk id="8" creationId="{D16A40E9-E992-FF20-7B87-561CA22125F1}"/>
          </ac:spMkLst>
        </pc:spChg>
        <pc:spChg chg="mod">
          <ac:chgData name="mathspt" userId="0238e0ea-a655-48f2-bae3-2ff3e0b97742" providerId="ADAL" clId="{AC6E2679-7403-4C15-BB2C-B5EE5E224024}" dt="2025-08-27T08:30:47.961" v="253" actId="1037"/>
          <ac:spMkLst>
            <pc:docMk/>
            <pc:sldMk cId="3166820399" sldId="491"/>
            <ac:spMk id="55" creationId="{B328B487-0B9F-CB38-94D9-0A6B1701A930}"/>
          </ac:spMkLst>
        </pc:spChg>
        <pc:spChg chg="mod">
          <ac:chgData name="mathspt" userId="0238e0ea-a655-48f2-bae3-2ff3e0b97742" providerId="ADAL" clId="{AC6E2679-7403-4C15-BB2C-B5EE5E224024}" dt="2025-08-27T08:28:22.726" v="224" actId="2711"/>
          <ac:spMkLst>
            <pc:docMk/>
            <pc:sldMk cId="3166820399" sldId="491"/>
            <ac:spMk id="64" creationId="{D9529A23-2B18-94D8-3421-5CBA6756620C}"/>
          </ac:spMkLst>
        </pc:spChg>
      </pc:sldChg>
      <pc:sldChg chg="delSp modSp mod modAnim">
        <pc:chgData name="mathspt" userId="0238e0ea-a655-48f2-bae3-2ff3e0b97742" providerId="ADAL" clId="{AC6E2679-7403-4C15-BB2C-B5EE5E224024}" dt="2025-08-27T08:05:14.806" v="83" actId="2711"/>
        <pc:sldMkLst>
          <pc:docMk/>
          <pc:sldMk cId="4206844060" sldId="492"/>
        </pc:sldMkLst>
        <pc:spChg chg="mod topLvl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2" creationId="{37D14695-6E4A-2FB2-8A8D-87ED34FFE397}"/>
          </ac:spMkLst>
        </pc:spChg>
        <pc:spChg chg="mod">
          <ac:chgData name="mathspt" userId="0238e0ea-a655-48f2-bae3-2ff3e0b97742" providerId="ADAL" clId="{AC6E2679-7403-4C15-BB2C-B5EE5E224024}" dt="2025-08-27T07:24:34.811" v="75" actId="2711"/>
          <ac:spMkLst>
            <pc:docMk/>
            <pc:sldMk cId="4206844060" sldId="492"/>
            <ac:spMk id="8" creationId="{B1429859-B645-F5D2-1F9E-795BDD0320C2}"/>
          </ac:spMkLst>
        </pc:spChg>
        <pc:spChg chg="mod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9" creationId="{6F469F7A-7400-E055-723E-F461E7155D3A}"/>
          </ac:spMkLst>
        </pc:spChg>
        <pc:spChg chg="mod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13" creationId="{45056DC9-C94D-8D7B-F8CB-A2EF998A93F1}"/>
          </ac:spMkLst>
        </pc:spChg>
        <pc:spChg chg="mod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14" creationId="{90917207-AB17-EEF6-92D7-9324F1391874}"/>
          </ac:spMkLst>
        </pc:spChg>
        <pc:spChg chg="mod topLvl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17" creationId="{5AA7678E-6B2A-3E61-61D2-36B571987C56}"/>
          </ac:spMkLst>
        </pc:spChg>
        <pc:spChg chg="mod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22" creationId="{C7A6BFD1-94C6-DF79-64FB-3681F31EED19}"/>
          </ac:spMkLst>
        </pc:spChg>
        <pc:spChg chg="mod">
          <ac:chgData name="mathspt" userId="0238e0ea-a655-48f2-bae3-2ff3e0b97742" providerId="ADAL" clId="{AC6E2679-7403-4C15-BB2C-B5EE5E224024}" dt="2025-08-27T07:24:04.878" v="73" actId="2711"/>
          <ac:spMkLst>
            <pc:docMk/>
            <pc:sldMk cId="4206844060" sldId="492"/>
            <ac:spMk id="23" creationId="{1063E455-3B12-BD9B-796F-3F75F813B3D9}"/>
          </ac:spMkLst>
        </pc:spChg>
        <pc:spChg chg="mod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24" creationId="{E3EC859F-6EA7-B9C5-1776-54C636B36D59}"/>
          </ac:spMkLst>
        </pc:spChg>
        <pc:spChg chg="mod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25" creationId="{61B16070-A366-DC09-9D57-E0CCB354581F}"/>
          </ac:spMkLst>
        </pc:spChg>
        <pc:spChg chg="mod">
          <ac:chgData name="mathspt" userId="0238e0ea-a655-48f2-bae3-2ff3e0b97742" providerId="ADAL" clId="{AC6E2679-7403-4C15-BB2C-B5EE5E224024}" dt="2025-08-27T07:23:10.625" v="71" actId="1076"/>
          <ac:spMkLst>
            <pc:docMk/>
            <pc:sldMk cId="4206844060" sldId="492"/>
            <ac:spMk id="27" creationId="{28CA8A43-0C95-D6D4-0D8B-597A1E4E99D8}"/>
          </ac:spMkLst>
        </pc:spChg>
        <pc:spChg chg="mod topLvl">
          <ac:chgData name="mathspt" userId="0238e0ea-a655-48f2-bae3-2ff3e0b97742" providerId="ADAL" clId="{AC6E2679-7403-4C15-BB2C-B5EE5E224024}" dt="2025-08-27T07:24:22.410" v="74" actId="165"/>
          <ac:spMkLst>
            <pc:docMk/>
            <pc:sldMk cId="4206844060" sldId="492"/>
            <ac:spMk id="36" creationId="{5AB237CC-621E-B290-626E-129B09C78E89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44" creationId="{94EBB820-2DCF-B442-8224-6013C2C197E1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50" creationId="{49A543B7-365E-1B8E-527A-760695621F70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57" creationId="{C307F41D-613E-5FE6-4C6B-CBB92CE8D015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59" creationId="{F4D618E2-3C84-8C2F-2EF7-11F604513396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64" creationId="{E0EC405C-F3DD-A5A9-E7B1-AFC7E044BF1E}"/>
          </ac:spMkLst>
        </pc:spChg>
        <pc:spChg chg="mod">
          <ac:chgData name="mathspt" userId="0238e0ea-a655-48f2-bae3-2ff3e0b97742" providerId="ADAL" clId="{AC6E2679-7403-4C15-BB2C-B5EE5E224024}" dt="2025-08-27T08:05:14.806" v="83" actId="2711"/>
          <ac:spMkLst>
            <pc:docMk/>
            <pc:sldMk cId="4206844060" sldId="492"/>
            <ac:spMk id="65" creationId="{94BA7D2E-1304-F1A3-550C-31CBADAE4AE1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69" creationId="{BF27E3F5-70B0-C02C-EC86-498125C44B6A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77" creationId="{E5213C97-FEAD-4206-2FB8-6D970DD72629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131" creationId="{18E1C171-834F-F633-E907-39635157E9B2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138" creationId="{8DD407C2-C8A8-063C-BA95-31BEAD78F5BF}"/>
          </ac:spMkLst>
        </pc:spChg>
        <pc:spChg chg="mod">
          <ac:chgData name="mathspt" userId="0238e0ea-a655-48f2-bae3-2ff3e0b97742" providerId="ADAL" clId="{AC6E2679-7403-4C15-BB2C-B5EE5E224024}" dt="2025-08-27T08:04:44.075" v="82" actId="34135"/>
          <ac:spMkLst>
            <pc:docMk/>
            <pc:sldMk cId="4206844060" sldId="492"/>
            <ac:spMk id="140" creationId="{0BD92B05-D2CE-D138-C0CD-1D165D5028ED}"/>
          </ac:spMkLst>
        </pc:spChg>
        <pc:grpChg chg="mod">
          <ac:chgData name="mathspt" userId="0238e0ea-a655-48f2-bae3-2ff3e0b97742" providerId="ADAL" clId="{AC6E2679-7403-4C15-BB2C-B5EE5E224024}" dt="2025-08-27T08:04:40.760" v="81" actId="34135"/>
          <ac:grpSpMkLst>
            <pc:docMk/>
            <pc:sldMk cId="4206844060" sldId="492"/>
            <ac:grpSpMk id="144" creationId="{5068908D-DADA-AD1B-604E-66F07F67CD28}"/>
          </ac:grpSpMkLst>
        </pc:grpChg>
        <pc:picChg chg="mod">
          <ac:chgData name="mathspt" userId="0238e0ea-a655-48f2-bae3-2ff3e0b97742" providerId="ADAL" clId="{AC6E2679-7403-4C15-BB2C-B5EE5E224024}" dt="2025-08-27T08:04:40.760" v="81" actId="34135"/>
          <ac:picMkLst>
            <pc:docMk/>
            <pc:sldMk cId="4206844060" sldId="492"/>
            <ac:picMk id="3" creationId="{A05AD8CF-DE7E-6021-BD5D-C2A49D921D3B}"/>
          </ac:picMkLst>
        </pc:picChg>
        <pc:picChg chg="mod">
          <ac:chgData name="mathspt" userId="0238e0ea-a655-48f2-bae3-2ff3e0b97742" providerId="ADAL" clId="{AC6E2679-7403-4C15-BB2C-B5EE5E224024}" dt="2025-08-27T08:04:40.760" v="81" actId="34135"/>
          <ac:picMkLst>
            <pc:docMk/>
            <pc:sldMk cId="4206844060" sldId="492"/>
            <ac:picMk id="5" creationId="{6024178A-A836-5734-2CE4-9167C310FF08}"/>
          </ac:picMkLst>
        </pc:picChg>
        <pc:picChg chg="mod">
          <ac:chgData name="mathspt" userId="0238e0ea-a655-48f2-bae3-2ff3e0b97742" providerId="ADAL" clId="{AC6E2679-7403-4C15-BB2C-B5EE5E224024}" dt="2025-08-27T08:04:40.760" v="81" actId="34135"/>
          <ac:picMkLst>
            <pc:docMk/>
            <pc:sldMk cId="4206844060" sldId="492"/>
            <ac:picMk id="26" creationId="{04169FE8-1DCD-BB4D-A6BB-4F6E8FBFD772}"/>
          </ac:picMkLst>
        </pc:picChg>
        <pc:inkChg chg="mod">
          <ac:chgData name="mathspt" userId="0238e0ea-a655-48f2-bae3-2ff3e0b97742" providerId="ADAL" clId="{AC6E2679-7403-4C15-BB2C-B5EE5E224024}" dt="2025-08-27T08:04:34.208" v="80" actId="1076"/>
          <ac:inkMkLst>
            <pc:docMk/>
            <pc:sldMk cId="4206844060" sldId="492"/>
            <ac:inkMk id="34" creationId="{3A5DD96D-51C0-5E91-4552-0F6D5F201DFC}"/>
          </ac:inkMkLst>
        </pc:inkChg>
      </pc:sldChg>
      <pc:sldChg chg="modSp mod">
        <pc:chgData name="mathspt" userId="0238e0ea-a655-48f2-bae3-2ff3e0b97742" providerId="ADAL" clId="{AC6E2679-7403-4C15-BB2C-B5EE5E224024}" dt="2025-08-27T08:08:34.308" v="93" actId="113"/>
        <pc:sldMkLst>
          <pc:docMk/>
          <pc:sldMk cId="1229277173" sldId="493"/>
        </pc:sldMkLst>
        <pc:spChg chg="mod">
          <ac:chgData name="mathspt" userId="0238e0ea-a655-48f2-bae3-2ff3e0b97742" providerId="ADAL" clId="{AC6E2679-7403-4C15-BB2C-B5EE5E224024}" dt="2025-08-27T07:25:06.434" v="78" actId="1076"/>
          <ac:spMkLst>
            <pc:docMk/>
            <pc:sldMk cId="1229277173" sldId="493"/>
            <ac:spMk id="30" creationId="{7D019FA5-BBB2-3C93-742B-0E96835A0E64}"/>
          </ac:spMkLst>
        </pc:spChg>
        <pc:spChg chg="mod">
          <ac:chgData name="mathspt" userId="0238e0ea-a655-48f2-bae3-2ff3e0b97742" providerId="ADAL" clId="{AC6E2679-7403-4C15-BB2C-B5EE5E224024}" dt="2025-08-27T08:08:17.783" v="91" actId="2711"/>
          <ac:spMkLst>
            <pc:docMk/>
            <pc:sldMk cId="1229277173" sldId="493"/>
            <ac:spMk id="48" creationId="{5772747B-8B3B-8254-92F9-E071E0BC1780}"/>
          </ac:spMkLst>
        </pc:spChg>
        <pc:spChg chg="mod">
          <ac:chgData name="mathspt" userId="0238e0ea-a655-48f2-bae3-2ff3e0b97742" providerId="ADAL" clId="{AC6E2679-7403-4C15-BB2C-B5EE5E224024}" dt="2025-08-27T08:08:34.308" v="93" actId="113"/>
          <ac:spMkLst>
            <pc:docMk/>
            <pc:sldMk cId="1229277173" sldId="493"/>
            <ac:spMk id="90" creationId="{B6225CB8-3003-FB82-BA47-AB53A3E76193}"/>
          </ac:spMkLst>
        </pc:spChg>
        <pc:spChg chg="mod">
          <ac:chgData name="mathspt" userId="0238e0ea-a655-48f2-bae3-2ff3e0b97742" providerId="ADAL" clId="{AC6E2679-7403-4C15-BB2C-B5EE5E224024}" dt="2025-08-27T08:08:00.940" v="90" actId="2711"/>
          <ac:spMkLst>
            <pc:docMk/>
            <pc:sldMk cId="1229277173" sldId="493"/>
            <ac:spMk id="94" creationId="{98D8E1C7-0668-9220-34BC-86F589DCEFE9}"/>
          </ac:spMkLst>
        </pc:spChg>
        <pc:spChg chg="mod">
          <ac:chgData name="mathspt" userId="0238e0ea-a655-48f2-bae3-2ff3e0b97742" providerId="ADAL" clId="{AC6E2679-7403-4C15-BB2C-B5EE5E224024}" dt="2025-08-27T08:06:55.341" v="87" actId="1076"/>
          <ac:spMkLst>
            <pc:docMk/>
            <pc:sldMk cId="1229277173" sldId="493"/>
            <ac:spMk id="124" creationId="{EFB53B75-7E71-97C0-B1DB-FAB9890B63DD}"/>
          </ac:spMkLst>
        </pc:spChg>
        <pc:grpChg chg="mod">
          <ac:chgData name="mathspt" userId="0238e0ea-a655-48f2-bae3-2ff3e0b97742" providerId="ADAL" clId="{AC6E2679-7403-4C15-BB2C-B5EE5E224024}" dt="2025-08-27T08:07:45.799" v="89" actId="34135"/>
          <ac:grpSpMkLst>
            <pc:docMk/>
            <pc:sldMk cId="1229277173" sldId="493"/>
            <ac:grpSpMk id="165" creationId="{1F7AB677-03A2-B45A-9CC7-68B707C4ECA9}"/>
          </ac:grpSpMkLst>
        </pc:grpChg>
        <pc:grpChg chg="mod">
          <ac:chgData name="mathspt" userId="0238e0ea-a655-48f2-bae3-2ff3e0b97742" providerId="ADAL" clId="{AC6E2679-7403-4C15-BB2C-B5EE5E224024}" dt="2025-08-27T07:25:03.239" v="77" actId="1076"/>
          <ac:grpSpMkLst>
            <pc:docMk/>
            <pc:sldMk cId="1229277173" sldId="493"/>
            <ac:grpSpMk id="167" creationId="{49008D5A-72B2-C666-BBAE-5C8972C3940B}"/>
          </ac:grpSpMkLst>
        </pc:grpChg>
        <pc:picChg chg="mod">
          <ac:chgData name="mathspt" userId="0238e0ea-a655-48f2-bae3-2ff3e0b97742" providerId="ADAL" clId="{AC6E2679-7403-4C15-BB2C-B5EE5E224024}" dt="2025-08-27T08:07:45.799" v="89" actId="34135"/>
          <ac:picMkLst>
            <pc:docMk/>
            <pc:sldMk cId="1229277173" sldId="493"/>
            <ac:picMk id="2" creationId="{2979B63B-443C-8E93-BBF4-676C9E359056}"/>
          </ac:picMkLst>
        </pc:picChg>
        <pc:picChg chg="mod">
          <ac:chgData name="mathspt" userId="0238e0ea-a655-48f2-bae3-2ff3e0b97742" providerId="ADAL" clId="{AC6E2679-7403-4C15-BB2C-B5EE5E224024}" dt="2025-08-27T08:07:45.799" v="89" actId="34135"/>
          <ac:picMkLst>
            <pc:docMk/>
            <pc:sldMk cId="1229277173" sldId="493"/>
            <ac:picMk id="9" creationId="{19D19C54-93AB-6B64-BDD3-6AB90E990DDD}"/>
          </ac:picMkLst>
        </pc:picChg>
      </pc:sldChg>
      <pc:sldChg chg="modSp mod">
        <pc:chgData name="mathspt" userId="0238e0ea-a655-48f2-bae3-2ff3e0b97742" providerId="ADAL" clId="{AC6E2679-7403-4C15-BB2C-B5EE5E224024}" dt="2025-08-27T08:54:33.349" v="262" actId="14100"/>
        <pc:sldMkLst>
          <pc:docMk/>
          <pc:sldMk cId="2051282833" sldId="494"/>
        </pc:sldMkLst>
        <pc:spChg chg="mod">
          <ac:chgData name="mathspt" userId="0238e0ea-a655-48f2-bae3-2ff3e0b97742" providerId="ADAL" clId="{AC6E2679-7403-4C15-BB2C-B5EE5E224024}" dt="2025-08-27T08:18:01.761" v="152" actId="20577"/>
          <ac:spMkLst>
            <pc:docMk/>
            <pc:sldMk cId="2051282833" sldId="494"/>
            <ac:spMk id="94" creationId="{81961983-ED77-DD93-4F32-93DDE2065BDE}"/>
          </ac:spMkLst>
        </pc:spChg>
        <pc:spChg chg="mod">
          <ac:chgData name="mathspt" userId="0238e0ea-a655-48f2-bae3-2ff3e0b97742" providerId="ADAL" clId="{AC6E2679-7403-4C15-BB2C-B5EE5E224024}" dt="2025-08-27T08:18:44.269" v="154" actId="2711"/>
          <ac:spMkLst>
            <pc:docMk/>
            <pc:sldMk cId="2051282833" sldId="494"/>
            <ac:spMk id="97" creationId="{97C6358B-3A9D-3A55-FA31-6B1A8BB978A2}"/>
          </ac:spMkLst>
        </pc:spChg>
        <pc:spChg chg="mod">
          <ac:chgData name="mathspt" userId="0238e0ea-a655-48f2-bae3-2ff3e0b97742" providerId="ADAL" clId="{AC6E2679-7403-4C15-BB2C-B5EE5E224024}" dt="2025-08-27T08:12:39.480" v="99" actId="2711"/>
          <ac:spMkLst>
            <pc:docMk/>
            <pc:sldMk cId="2051282833" sldId="494"/>
            <ac:spMk id="98" creationId="{7272344A-2C6A-B155-287B-20354461F501}"/>
          </ac:spMkLst>
        </pc:spChg>
        <pc:spChg chg="mod">
          <ac:chgData name="mathspt" userId="0238e0ea-a655-48f2-bae3-2ff3e0b97742" providerId="ADAL" clId="{AC6E2679-7403-4C15-BB2C-B5EE5E224024}" dt="2025-08-27T08:17:48.869" v="146" actId="2711"/>
          <ac:spMkLst>
            <pc:docMk/>
            <pc:sldMk cId="2051282833" sldId="494"/>
            <ac:spMk id="103" creationId="{EDC15A41-A012-B0EF-F017-C0A0197E5C48}"/>
          </ac:spMkLst>
        </pc:spChg>
        <pc:spChg chg="mod">
          <ac:chgData name="mathspt" userId="0238e0ea-a655-48f2-bae3-2ff3e0b97742" providerId="ADAL" clId="{AC6E2679-7403-4C15-BB2C-B5EE5E224024}" dt="2025-08-27T08:18:57.929" v="156" actId="114"/>
          <ac:spMkLst>
            <pc:docMk/>
            <pc:sldMk cId="2051282833" sldId="494"/>
            <ac:spMk id="104" creationId="{7EAFA356-F89C-8226-DF12-DBA907555C2B}"/>
          </ac:spMkLst>
        </pc:spChg>
        <pc:spChg chg="mod">
          <ac:chgData name="mathspt" userId="0238e0ea-a655-48f2-bae3-2ff3e0b97742" providerId="ADAL" clId="{AC6E2679-7403-4C15-BB2C-B5EE5E224024}" dt="2025-08-27T08:16:56.155" v="136" actId="2711"/>
          <ac:spMkLst>
            <pc:docMk/>
            <pc:sldMk cId="2051282833" sldId="494"/>
            <ac:spMk id="110" creationId="{44445C3A-9DF7-08F5-C297-DAE99F139205}"/>
          </ac:spMkLst>
        </pc:spChg>
        <pc:grpChg chg="mod">
          <ac:chgData name="mathspt" userId="0238e0ea-a655-48f2-bae3-2ff3e0b97742" providerId="ADAL" clId="{AC6E2679-7403-4C15-BB2C-B5EE5E224024}" dt="2025-08-27T08:11:19.799" v="96" actId="34135"/>
          <ac:grpSpMkLst>
            <pc:docMk/>
            <pc:sldMk cId="2051282833" sldId="494"/>
            <ac:grpSpMk id="270" creationId="{DED26DA0-B4B2-F7D1-76FD-664EC48D7E42}"/>
          </ac:grpSpMkLst>
        </pc:grpChg>
        <pc:grpChg chg="mod">
          <ac:chgData name="mathspt" userId="0238e0ea-a655-48f2-bae3-2ff3e0b97742" providerId="ADAL" clId="{AC6E2679-7403-4C15-BB2C-B5EE5E224024}" dt="2025-08-27T08:11:13.735" v="95" actId="1076"/>
          <ac:grpSpMkLst>
            <pc:docMk/>
            <pc:sldMk cId="2051282833" sldId="494"/>
            <ac:grpSpMk id="272" creationId="{8DF827A8-1E78-CE26-0833-1EB80B08F000}"/>
          </ac:grpSpMkLst>
        </pc:grpChg>
        <pc:grpChg chg="mod">
          <ac:chgData name="mathspt" userId="0238e0ea-a655-48f2-bae3-2ff3e0b97742" providerId="ADAL" clId="{AC6E2679-7403-4C15-BB2C-B5EE5E224024}" dt="2025-08-27T08:11:26.801" v="97" actId="1076"/>
          <ac:grpSpMkLst>
            <pc:docMk/>
            <pc:sldMk cId="2051282833" sldId="494"/>
            <ac:grpSpMk id="293" creationId="{9BEFD18D-3310-3B22-85E6-A9A14973C85F}"/>
          </ac:grpSpMkLst>
        </pc:grpChg>
        <pc:picChg chg="mod">
          <ac:chgData name="mathspt" userId="0238e0ea-a655-48f2-bae3-2ff3e0b97742" providerId="ADAL" clId="{AC6E2679-7403-4C15-BB2C-B5EE5E224024}" dt="2025-08-27T08:11:19.799" v="96" actId="34135"/>
          <ac:picMkLst>
            <pc:docMk/>
            <pc:sldMk cId="2051282833" sldId="494"/>
            <ac:picMk id="3" creationId="{F0494FBA-6FE5-262A-928D-F8EB52460166}"/>
          </ac:picMkLst>
        </pc:picChg>
        <pc:picChg chg="mod">
          <ac:chgData name="mathspt" userId="0238e0ea-a655-48f2-bae3-2ff3e0b97742" providerId="ADAL" clId="{AC6E2679-7403-4C15-BB2C-B5EE5E224024}" dt="2025-08-27T08:11:19.799" v="96" actId="34135"/>
          <ac:picMkLst>
            <pc:docMk/>
            <pc:sldMk cId="2051282833" sldId="494"/>
            <ac:picMk id="4" creationId="{F2580C1F-3BEF-CE4F-7E69-A6304BCFB6D0}"/>
          </ac:picMkLst>
        </pc:picChg>
        <pc:cxnChg chg="mod">
          <ac:chgData name="mathspt" userId="0238e0ea-a655-48f2-bae3-2ff3e0b97742" providerId="ADAL" clId="{AC6E2679-7403-4C15-BB2C-B5EE5E224024}" dt="2025-08-27T08:54:33.349" v="262" actId="14100"/>
          <ac:cxnSpMkLst>
            <pc:docMk/>
            <pc:sldMk cId="2051282833" sldId="494"/>
            <ac:cxnSpMk id="47" creationId="{F447E9F3-E27A-3D4F-FA2C-B8B344C036DA}"/>
          </ac:cxnSpMkLst>
        </pc:cxnChg>
        <pc:cxnChg chg="mod">
          <ac:chgData name="mathspt" userId="0238e0ea-a655-48f2-bae3-2ff3e0b97742" providerId="ADAL" clId="{AC6E2679-7403-4C15-BB2C-B5EE5E224024}" dt="2025-08-27T08:54:27.395" v="261" actId="14100"/>
          <ac:cxnSpMkLst>
            <pc:docMk/>
            <pc:sldMk cId="2051282833" sldId="494"/>
            <ac:cxnSpMk id="66" creationId="{502936A5-1CE4-9F97-E024-FEC717F57200}"/>
          </ac:cxnSpMkLst>
        </pc:cxnChg>
        <pc:cxnChg chg="mod">
          <ac:chgData name="mathspt" userId="0238e0ea-a655-48f2-bae3-2ff3e0b97742" providerId="ADAL" clId="{AC6E2679-7403-4C15-BB2C-B5EE5E224024}" dt="2025-08-27T08:15:03.964" v="116" actId="1038"/>
          <ac:cxnSpMkLst>
            <pc:docMk/>
            <pc:sldMk cId="2051282833" sldId="494"/>
            <ac:cxnSpMk id="184" creationId="{14D9586E-D4AA-5EAE-543F-C72C25F3F2C4}"/>
          </ac:cxnSpMkLst>
        </pc:cxnChg>
        <pc:cxnChg chg="mod">
          <ac:chgData name="mathspt" userId="0238e0ea-a655-48f2-bae3-2ff3e0b97742" providerId="ADAL" clId="{AC6E2679-7403-4C15-BB2C-B5EE5E224024}" dt="2025-08-27T08:15:47.191" v="130" actId="1038"/>
          <ac:cxnSpMkLst>
            <pc:docMk/>
            <pc:sldMk cId="2051282833" sldId="494"/>
            <ac:cxnSpMk id="187" creationId="{C9D28481-FF14-E654-BEFF-42ADDC6C2571}"/>
          </ac:cxnSpMkLst>
        </pc:cxnChg>
        <pc:cxnChg chg="mod">
          <ac:chgData name="mathspt" userId="0238e0ea-a655-48f2-bae3-2ff3e0b97742" providerId="ADAL" clId="{AC6E2679-7403-4C15-BB2C-B5EE5E224024}" dt="2025-08-27T08:16:05.438" v="132" actId="1036"/>
          <ac:cxnSpMkLst>
            <pc:docMk/>
            <pc:sldMk cId="2051282833" sldId="494"/>
            <ac:cxnSpMk id="192" creationId="{315A9C50-C3A5-1F5B-4D81-F1AEA19AC033}"/>
          </ac:cxnSpMkLst>
        </pc:cxnChg>
      </pc:sldChg>
      <pc:sldChg chg="modSp mod">
        <pc:chgData name="mathspt" userId="0238e0ea-a655-48f2-bae3-2ff3e0b97742" providerId="ADAL" clId="{AC6E2679-7403-4C15-BB2C-B5EE5E224024}" dt="2025-08-27T08:21:18.949" v="175" actId="34135"/>
        <pc:sldMkLst>
          <pc:docMk/>
          <pc:sldMk cId="2348474421" sldId="495"/>
        </pc:sldMkLst>
        <pc:spChg chg="mod">
          <ac:chgData name="mathspt" userId="0238e0ea-a655-48f2-bae3-2ff3e0b97742" providerId="ADAL" clId="{AC6E2679-7403-4C15-BB2C-B5EE5E224024}" dt="2025-08-27T08:19:16.669" v="157" actId="2711"/>
          <ac:spMkLst>
            <pc:docMk/>
            <pc:sldMk cId="2348474421" sldId="495"/>
            <ac:spMk id="13" creationId="{AA83706C-6007-4438-3A6B-977BA9802D5D}"/>
          </ac:spMkLst>
        </pc:spChg>
        <pc:spChg chg="mod">
          <ac:chgData name="mathspt" userId="0238e0ea-a655-48f2-bae3-2ff3e0b97742" providerId="ADAL" clId="{AC6E2679-7403-4C15-BB2C-B5EE5E224024}" dt="2025-08-27T08:19:26.379" v="158" actId="2711"/>
          <ac:spMkLst>
            <pc:docMk/>
            <pc:sldMk cId="2348474421" sldId="495"/>
            <ac:spMk id="28" creationId="{71BEF710-857A-CF8D-392E-67CDB850866F}"/>
          </ac:spMkLst>
        </pc:spChg>
        <pc:spChg chg="mod">
          <ac:chgData name="mathspt" userId="0238e0ea-a655-48f2-bae3-2ff3e0b97742" providerId="ADAL" clId="{AC6E2679-7403-4C15-BB2C-B5EE5E224024}" dt="2025-08-27T08:19:35.296" v="159" actId="2711"/>
          <ac:spMkLst>
            <pc:docMk/>
            <pc:sldMk cId="2348474421" sldId="495"/>
            <ac:spMk id="30" creationId="{5A9C815D-D9BB-D0C2-E5BF-8B1AE7086855}"/>
          </ac:spMkLst>
        </pc:spChg>
        <pc:spChg chg="mod">
          <ac:chgData name="mathspt" userId="0238e0ea-a655-48f2-bae3-2ff3e0b97742" providerId="ADAL" clId="{AC6E2679-7403-4C15-BB2C-B5EE5E224024}" dt="2025-08-27T08:21:05.288" v="163" actId="2711"/>
          <ac:spMkLst>
            <pc:docMk/>
            <pc:sldMk cId="2348474421" sldId="495"/>
            <ac:spMk id="135" creationId="{B9F4303D-8D68-41B8-151F-9A1CA0D637F1}"/>
          </ac:spMkLst>
        </pc:spChg>
        <pc:picChg chg="mod">
          <ac:chgData name="mathspt" userId="0238e0ea-a655-48f2-bae3-2ff3e0b97742" providerId="ADAL" clId="{AC6E2679-7403-4C15-BB2C-B5EE5E224024}" dt="2025-08-27T08:21:16.549" v="174" actId="34135"/>
          <ac:picMkLst>
            <pc:docMk/>
            <pc:sldMk cId="2348474421" sldId="495"/>
            <ac:picMk id="5" creationId="{D11C6DCD-70BF-9FAE-4352-DF3CC6994472}"/>
          </ac:picMkLst>
        </pc:picChg>
        <pc:picChg chg="mod">
          <ac:chgData name="mathspt" userId="0238e0ea-a655-48f2-bae3-2ff3e0b97742" providerId="ADAL" clId="{AC6E2679-7403-4C15-BB2C-B5EE5E224024}" dt="2025-08-27T08:21:18.949" v="175" actId="34135"/>
          <ac:picMkLst>
            <pc:docMk/>
            <pc:sldMk cId="2348474421" sldId="495"/>
            <ac:picMk id="10" creationId="{F7F99366-CD63-63D2-A6D5-E482C7587982}"/>
          </ac:picMkLst>
        </pc:picChg>
        <pc:cxnChg chg="mod">
          <ac:chgData name="mathspt" userId="0238e0ea-a655-48f2-bae3-2ff3e0b97742" providerId="ADAL" clId="{AC6E2679-7403-4C15-BB2C-B5EE5E224024}" dt="2025-08-27T08:20:04.106" v="161" actId="14100"/>
          <ac:cxnSpMkLst>
            <pc:docMk/>
            <pc:sldMk cId="2348474421" sldId="495"/>
            <ac:cxnSpMk id="116" creationId="{F4845BD1-4D94-5A4F-BFAF-E9C3A56341AD}"/>
          </ac:cxnSpMkLst>
        </pc:cxnChg>
        <pc:cxnChg chg="mod">
          <ac:chgData name="mathspt" userId="0238e0ea-a655-48f2-bae3-2ff3e0b97742" providerId="ADAL" clId="{AC6E2679-7403-4C15-BB2C-B5EE5E224024}" dt="2025-08-27T08:20:14.301" v="162" actId="14100"/>
          <ac:cxnSpMkLst>
            <pc:docMk/>
            <pc:sldMk cId="2348474421" sldId="495"/>
            <ac:cxnSpMk id="118" creationId="{CA22E145-BD36-FB3F-A9E0-243804215747}"/>
          </ac:cxnSpMkLst>
        </pc:cxnChg>
      </pc:sldChg>
      <pc:sldChg chg="modSp mod">
        <pc:chgData name="mathspt" userId="0238e0ea-a655-48f2-bae3-2ff3e0b97742" providerId="ADAL" clId="{AC6E2679-7403-4C15-BB2C-B5EE5E224024}" dt="2025-08-27T08:27:39.564" v="223" actId="2711"/>
        <pc:sldMkLst>
          <pc:docMk/>
          <pc:sldMk cId="2086075110" sldId="496"/>
        </pc:sldMkLst>
        <pc:spChg chg="mod">
          <ac:chgData name="mathspt" userId="0238e0ea-a655-48f2-bae3-2ff3e0b97742" providerId="ADAL" clId="{AC6E2679-7403-4C15-BB2C-B5EE5E224024}" dt="2025-08-27T08:21:28.975" v="176" actId="2711"/>
          <ac:spMkLst>
            <pc:docMk/>
            <pc:sldMk cId="2086075110" sldId="496"/>
            <ac:spMk id="13" creationId="{F9E76D16-5C68-06E9-450C-0B2272B706B3}"/>
          </ac:spMkLst>
        </pc:spChg>
        <pc:spChg chg="mod">
          <ac:chgData name="mathspt" userId="0238e0ea-a655-48f2-bae3-2ff3e0b97742" providerId="ADAL" clId="{AC6E2679-7403-4C15-BB2C-B5EE5E224024}" dt="2025-08-27T08:21:34.942" v="177" actId="2711"/>
          <ac:spMkLst>
            <pc:docMk/>
            <pc:sldMk cId="2086075110" sldId="496"/>
            <ac:spMk id="52" creationId="{C24AA508-36C8-BCC4-08F0-EE89AA9C7A66}"/>
          </ac:spMkLst>
        </pc:spChg>
        <pc:spChg chg="mod">
          <ac:chgData name="mathspt" userId="0238e0ea-a655-48f2-bae3-2ff3e0b97742" providerId="ADAL" clId="{AC6E2679-7403-4C15-BB2C-B5EE5E224024}" dt="2025-08-27T08:21:56.610" v="179" actId="2711"/>
          <ac:spMkLst>
            <pc:docMk/>
            <pc:sldMk cId="2086075110" sldId="496"/>
            <ac:spMk id="58" creationId="{6CBDFC86-5892-8CCE-AA72-5CE1D1446623}"/>
          </ac:spMkLst>
        </pc:spChg>
        <pc:spChg chg="mod">
          <ac:chgData name="mathspt" userId="0238e0ea-a655-48f2-bae3-2ff3e0b97742" providerId="ADAL" clId="{AC6E2679-7403-4C15-BB2C-B5EE5E224024}" dt="2025-08-27T08:21:44.222" v="178" actId="2711"/>
          <ac:spMkLst>
            <pc:docMk/>
            <pc:sldMk cId="2086075110" sldId="496"/>
            <ac:spMk id="59" creationId="{7E94A898-D1FD-C599-0550-E49EE351FF2F}"/>
          </ac:spMkLst>
        </pc:spChg>
        <pc:spChg chg="mod">
          <ac:chgData name="mathspt" userId="0238e0ea-a655-48f2-bae3-2ff3e0b97742" providerId="ADAL" clId="{AC6E2679-7403-4C15-BB2C-B5EE5E224024}" dt="2025-08-27T08:27:39.564" v="223" actId="2711"/>
          <ac:spMkLst>
            <pc:docMk/>
            <pc:sldMk cId="2086075110" sldId="496"/>
            <ac:spMk id="75" creationId="{085FDDF6-A6EC-8178-5F72-97B2A2A7BDBD}"/>
          </ac:spMkLst>
        </pc:spChg>
        <pc:spChg chg="mod">
          <ac:chgData name="mathspt" userId="0238e0ea-a655-48f2-bae3-2ff3e0b97742" providerId="ADAL" clId="{AC6E2679-7403-4C15-BB2C-B5EE5E224024}" dt="2025-08-27T08:26:39.289" v="219" actId="1035"/>
          <ac:spMkLst>
            <pc:docMk/>
            <pc:sldMk cId="2086075110" sldId="496"/>
            <ac:spMk id="140" creationId="{9E4F4842-1CDE-17A8-26BE-31679F23D7B9}"/>
          </ac:spMkLst>
        </pc:spChg>
        <pc:spChg chg="mod">
          <ac:chgData name="mathspt" userId="0238e0ea-a655-48f2-bae3-2ff3e0b97742" providerId="ADAL" clId="{AC6E2679-7403-4C15-BB2C-B5EE5E224024}" dt="2025-08-27T08:26:06.035" v="210" actId="2711"/>
          <ac:spMkLst>
            <pc:docMk/>
            <pc:sldMk cId="2086075110" sldId="496"/>
            <ac:spMk id="142" creationId="{640AABB0-2F69-8641-77A6-51A992435AEF}"/>
          </ac:spMkLst>
        </pc:spChg>
        <pc:spChg chg="mod">
          <ac:chgData name="mathspt" userId="0238e0ea-a655-48f2-bae3-2ff3e0b97742" providerId="ADAL" clId="{AC6E2679-7403-4C15-BB2C-B5EE5E224024}" dt="2025-08-27T08:22:19.210" v="205" actId="1038"/>
          <ac:spMkLst>
            <pc:docMk/>
            <pc:sldMk cId="2086075110" sldId="496"/>
            <ac:spMk id="150" creationId="{BA93D462-B0DC-0BE8-0FC9-0CFC6D8D5681}"/>
          </ac:spMkLst>
        </pc:spChg>
        <pc:spChg chg="mod">
          <ac:chgData name="mathspt" userId="0238e0ea-a655-48f2-bae3-2ff3e0b97742" providerId="ADAL" clId="{AC6E2679-7403-4C15-BB2C-B5EE5E224024}" dt="2025-08-27T08:22:38.201" v="209" actId="1038"/>
          <ac:spMkLst>
            <pc:docMk/>
            <pc:sldMk cId="2086075110" sldId="496"/>
            <ac:spMk id="163" creationId="{ED7765AD-9043-B523-6093-DEF256CF1515}"/>
          </ac:spMkLst>
        </pc:spChg>
        <pc:grpChg chg="mod">
          <ac:chgData name="mathspt" userId="0238e0ea-a655-48f2-bae3-2ff3e0b97742" providerId="ADAL" clId="{AC6E2679-7403-4C15-BB2C-B5EE5E224024}" dt="2025-08-27T08:27:14.235" v="222" actId="34135"/>
          <ac:grpSpMkLst>
            <pc:docMk/>
            <pc:sldMk cId="2086075110" sldId="496"/>
            <ac:grpSpMk id="184" creationId="{DBB2193A-E046-F606-65FD-CCA5A5C6449B}"/>
          </ac:grpSpMkLst>
        </pc:grpChg>
        <pc:picChg chg="mod">
          <ac:chgData name="mathspt" userId="0238e0ea-a655-48f2-bae3-2ff3e0b97742" providerId="ADAL" clId="{AC6E2679-7403-4C15-BB2C-B5EE5E224024}" dt="2025-08-27T08:27:14.235" v="222" actId="34135"/>
          <ac:picMkLst>
            <pc:docMk/>
            <pc:sldMk cId="2086075110" sldId="496"/>
            <ac:picMk id="5" creationId="{0C69ED26-19B0-EA66-284D-D6D11EAA33CD}"/>
          </ac:picMkLst>
        </pc:picChg>
        <pc:picChg chg="mod">
          <ac:chgData name="mathspt" userId="0238e0ea-a655-48f2-bae3-2ff3e0b97742" providerId="ADAL" clId="{AC6E2679-7403-4C15-BB2C-B5EE5E224024}" dt="2025-08-27T08:27:14.235" v="222" actId="34135"/>
          <ac:picMkLst>
            <pc:docMk/>
            <pc:sldMk cId="2086075110" sldId="496"/>
            <ac:picMk id="10" creationId="{B5D9BCB8-C5AD-B648-97E8-73D0A3D5EE68}"/>
          </ac:picMkLst>
        </pc:picChg>
        <pc:inkChg chg="mod">
          <ac:chgData name="mathspt" userId="0238e0ea-a655-48f2-bae3-2ff3e0b97742" providerId="ADAL" clId="{AC6E2679-7403-4C15-BB2C-B5EE5E224024}" dt="2025-08-27T08:27:14.235" v="222" actId="34135"/>
          <ac:inkMkLst>
            <pc:docMk/>
            <pc:sldMk cId="2086075110" sldId="496"/>
            <ac:inkMk id="2" creationId="{C66F1084-C56E-F78C-642D-613D37D2E5C7}"/>
          </ac:inkMkLst>
        </pc:inkChg>
        <pc:inkChg chg="mod">
          <ac:chgData name="mathspt" userId="0238e0ea-a655-48f2-bae3-2ff3e0b97742" providerId="ADAL" clId="{AC6E2679-7403-4C15-BB2C-B5EE5E224024}" dt="2025-08-27T08:27:14.235" v="222" actId="34135"/>
          <ac:inkMkLst>
            <pc:docMk/>
            <pc:sldMk cId="2086075110" sldId="496"/>
            <ac:inkMk id="3" creationId="{52DCB118-9C52-923D-53DA-13F484103FB9}"/>
          </ac:inkMkLst>
        </pc:inkChg>
        <pc:inkChg chg="mod">
          <ac:chgData name="mathspt" userId="0238e0ea-a655-48f2-bae3-2ff3e0b97742" providerId="ADAL" clId="{AC6E2679-7403-4C15-BB2C-B5EE5E224024}" dt="2025-08-27T08:27:14.235" v="222" actId="34135"/>
          <ac:inkMkLst>
            <pc:docMk/>
            <pc:sldMk cId="2086075110" sldId="496"/>
            <ac:inkMk id="4" creationId="{8057D0DC-3FAE-F0F5-F80E-9AD9B2032736}"/>
          </ac:inkMkLst>
        </pc:inkChg>
        <pc:inkChg chg="mod">
          <ac:chgData name="mathspt" userId="0238e0ea-a655-48f2-bae3-2ff3e0b97742" providerId="ADAL" clId="{AC6E2679-7403-4C15-BB2C-B5EE5E224024}" dt="2025-08-27T08:27:14.235" v="222" actId="34135"/>
          <ac:inkMkLst>
            <pc:docMk/>
            <pc:sldMk cId="2086075110" sldId="496"/>
            <ac:inkMk id="6" creationId="{B1C07170-8952-287C-4AEE-BB4C6C5C126A}"/>
          </ac:inkMkLst>
        </pc:inkChg>
        <pc:inkChg chg="mod">
          <ac:chgData name="mathspt" userId="0238e0ea-a655-48f2-bae3-2ff3e0b97742" providerId="ADAL" clId="{AC6E2679-7403-4C15-BB2C-B5EE5E224024}" dt="2025-08-27T08:27:14.235" v="222" actId="34135"/>
          <ac:inkMkLst>
            <pc:docMk/>
            <pc:sldMk cId="2086075110" sldId="496"/>
            <ac:inkMk id="7" creationId="{EEE3372B-9936-9C7E-6388-9A1980CFBB3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22:06.71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0,'1281'0,"-1265"0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22:25.23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0,'1281'0,"-1265"0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22:33.872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0,'1281'0,"-1265"0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20:55.98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0,'1729'0,"-1707"0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1:43.452"/>
    </inkml:context>
    <inkml:brush xml:id="br0">
      <inkml:brushProperty name="width" value="0.3" units="cm"/>
      <inkml:brushProperty name="height" value="0.6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0,'3447'0,"-3404"0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8:24.61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0,'1137'0,"-1122"0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8:24.61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0,'1092'0,"-1078"0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8:24.612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0,'1412'0,"-1395"0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8:24.61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0,'2629'0,"-2596"0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8:37.655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0,'1239'0,"-1223"0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8:55.05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0,'1118'0,"-1104"0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9:09.262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0,'2471'0,"-2440"0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06:50.123"/>
    </inkml:context>
    <inkml:brush xml:id="br0">
      <inkml:brushProperty name="width" value="0.3" units="cm"/>
      <inkml:brushProperty name="height" value="0.6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0,'2689'0,"-2656"0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39:58.18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0,'757'0,"-748"0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40:05.12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0,'866'0,"-855"0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3:40:16.160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0,'1092'0,"-1078"0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7T07:16:19.16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0,'1882'0,"-1858"0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12:35.99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0,'2851'0,"-2815"0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13:04.592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0,'5739'0,"-5667"0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13:30.354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0,'7568'0,"-7473"0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13:30.35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0,'7092'0,"-7003"0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07:00.628"/>
    </inkml:context>
    <inkml:brush xml:id="br0">
      <inkml:brushProperty name="width" value="0.3" units="cm"/>
      <inkml:brushProperty name="height" value="0.6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0,'3788'0,"-3741"0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36:08.685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0,'4868'0,"-4807"0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36:08.68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0,'2811'0,"-2775"0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36:30.17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0,'2001'0,"-1976"0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07:13.440"/>
    </inkml:context>
    <inkml:brush xml:id="br0">
      <inkml:brushProperty name="width" value="0.3" units="cm"/>
      <inkml:brushProperty name="height" value="0.6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0,'3659'0,"-3614"0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07:26.460"/>
    </inkml:context>
    <inkml:brush xml:id="br0">
      <inkml:brushProperty name="width" value="0.3" units="cm"/>
      <inkml:brushProperty name="height" value="0.6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0,'1120'0,"-1106"0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07:34.437"/>
    </inkml:context>
    <inkml:brush xml:id="br0">
      <inkml:brushProperty name="width" value="0.3" units="cm"/>
      <inkml:brushProperty name="height" value="0.6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0,'216'0,"-213"0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07:45.761"/>
    </inkml:context>
    <inkml:brush xml:id="br0">
      <inkml:brushProperty name="width" value="0.3" units="cm"/>
      <inkml:brushProperty name="height" value="0.6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0,'3794'0,"-3747"0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4:59:53.182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0,'5105'0,"-5040"0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5:02:15.31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0,'4364'0,"-4310"0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5:02:15.311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0,'3273'0,"-3232"0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5:02:24.297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0,'1016'0,"-1003"0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5:03:04.628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0,'6481'0,"-6398"0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6:41:15.820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0,'4446'0,"-4390"0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23:50.636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0,'2097'0,"-2071"0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24:04.206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0,'1176'0,"-1162"0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26:43.93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0,'4935'0,"-4871"0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28:07.758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0,'6050'0,"-5974"0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29:28.56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0,'1621'0,"-1600"0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37:21.749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0,'2623'0,"-2590"0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39:53.40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0,'1769'0,"-1747"0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59:16.721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0,'952'0,"-940"0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7:59:26.35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0,'1415'0,"-1396"0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8:27:20.018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0,'2868'0,"-2832"0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8:27:28.793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0,'4523'0,"-4466"0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8:27:39.843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0,'1704'0,"-1682"0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8:27:54.968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0,'1395'0,"-1377"0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8:28:06.197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0,'2629'0,"-2596"0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8:28:12.590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0,'2741'0,"-2706"0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26.84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0,'392'0,"-387"0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26.84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0,'392'0,"-387"0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45.71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0,'3522'0,"-3480"0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53.89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0,'3851'0,"-3804"0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2:05.415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0,'12983'0,"-12817"0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26.84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0,'392'0,"-387"0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26.84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0,'392'0,"-387"0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45.71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0,'3522'0,"-3480"0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1:53.89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0,'3851'0,"-3804"0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2:05.415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0,'12983'0,"-12817"0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10:47:19.385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0,'2097'0,"-2071"0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10:47:25.95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0,'2097'0,"-2071"0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787F8-C741-4AA4-92D8-CE4D91D36408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459D9-32FD-402C-8037-E78953331A5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8168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59D9-32FD-402C-8037-E78953331A5E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97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59D9-32FD-402C-8037-E78953331A5E}" type="slidenum">
              <a:rPr lang="zh-HK" altLang="en-US" smtClean="0"/>
              <a:t>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0880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59D9-32FD-402C-8037-E78953331A5E}" type="slidenum">
              <a:rPr lang="zh-HK" altLang="en-US" smtClean="0"/>
              <a:t>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01064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509B33-B81D-63A1-5A78-B21D4B219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9DF4E4-F682-CD12-6AB6-1D4CAE267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6DDF91-A0D0-6C10-6C8A-EC4BAD74C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326ABA-6A65-5FF2-531A-93C9275A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DA2484-6CF9-B82D-B6B0-1C112E7C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4955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73300B-05C8-939F-ED1D-4DEDFE1B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2FA652-22D7-B72E-9F48-4BA4EEE3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82DD59-551E-6761-7380-055F927A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9BDE1A-9F99-FB51-B7AD-F9CFD88D6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F0B072-609F-9628-E5E4-5715F124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9400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F3D0CD-322B-D561-8E2C-E61DC1D4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518C7A-179C-971C-74E9-75C9E4009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B39AAD-F7C6-F79D-A692-247F4B9D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3F3F22-3EB2-833C-F6DA-DCCC0B51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C1E930-1006-2ADD-2186-B895F900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0915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982812-59F5-A310-9506-CC8A8795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D01D13-2E82-DBFE-E758-B1CD94F41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6453FA6-1871-0C1F-5B81-A3E587C56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886672-9A06-771B-623B-4FE2A8F7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3F1A57-F29D-CEDB-577A-C8879EA7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F6E56-819B-5E24-07AF-350E85C2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5201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78BA3-F513-75BF-3FDD-FC6F9DFF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CA1919-9965-2576-D3EB-A93EF46A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06D863-447A-5AA3-F441-E7C793569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BE2336-A7BD-6D8C-C6C6-3662A0554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F338C5-3F6E-75BA-D247-9D4F1CFA7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F8E0851-5D36-08D3-85C9-B42E748A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90F115A-7F09-0E2E-5F1A-22EAC3DC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D17B923-7000-6EE6-5736-A3A07CEA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9289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443F31-6602-7AC7-7694-FC81D015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CD55C2D-5266-C778-A0D6-B34779EC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BBD186-1177-FAFA-4727-053EE664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44E6700-E209-2B73-7335-FC6C48F2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981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3AFFC4C-32D5-F6FE-D67E-D9FBFC75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DC2EF13-290F-FA77-1216-ECD88A6E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77FD2-58B2-A338-B3BE-E56D1B25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2506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2F6A52-9CE7-7870-1C50-70EF60CD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B8BF3B-4F73-6CEB-6CB0-E2FF1DC54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B46FDC-6B41-3734-FB9C-43C2672A1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5722A5-2A12-5911-1972-D04C02AB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37F2F2-1AFC-08D2-D5C4-6B31DD855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9B80C4-120B-096A-87B4-314FBB9A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1757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FCE699-BDD0-0A5C-3769-CC2059537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2E0B2E-D8F5-A51D-FBF7-51E9B4ED5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6025EB-4C05-30A7-CF2E-38475F225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217B08-0742-87D2-8F1C-4ABBF38E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501F51A-F447-665A-0F20-93DEF23D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3EBD7F-6490-AAB4-CB86-5E85851B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2569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2AFC91-37FC-AC54-B485-EF32EAD5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A97407-93C3-9925-DAAB-9DBF89816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27E372-FC47-D9F3-076D-AEEA69D8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702711-2F72-8C53-387F-D267086E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2293EB-E3B0-D4EA-44D2-E0A61B0B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1530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FB101DF-FAD3-764E-804A-B8C4D5FA2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0DA9AC-71C1-2DB2-B626-DA1293047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F2A923-FB31-07ED-8394-2610EABC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2CDB2F-61D8-2DE8-D871-0EDD0F70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CB4014-DADB-20EE-A5FF-5F339EF12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4967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68EEEAB-AD72-9186-AABB-545C95F7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067494-C807-7317-28BB-611C86B1E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95F5C2-3623-C809-8D21-1E8DDF2AF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5260B-82D5-41D9-9AC6-1C9689F5B4D5}" type="datetimeFigureOut">
              <a:rPr lang="zh-HK" altLang="en-US" smtClean="0"/>
              <a:t>27/8/2025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92934D-0722-EA80-9B5B-E0BD856EC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BD15F9-2037-6DC4-8870-3ADB85F86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E76F-ABAD-4065-80DF-846A5F9BAA2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822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33.png"/><Relationship Id="rId5" Type="http://schemas.openxmlformats.org/officeDocument/2006/relationships/image" Target="../media/image199.png"/><Relationship Id="rId10" Type="http://schemas.openxmlformats.org/officeDocument/2006/relationships/image" Target="../media/image204.png"/><Relationship Id="rId4" Type="http://schemas.openxmlformats.org/officeDocument/2006/relationships/image" Target="../media/image198.png"/><Relationship Id="rId9" Type="http://schemas.openxmlformats.org/officeDocument/2006/relationships/image" Target="../media/image20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3" Type="http://schemas.openxmlformats.org/officeDocument/2006/relationships/image" Target="../media/image35.png"/><Relationship Id="rId7" Type="http://schemas.openxmlformats.org/officeDocument/2006/relationships/image" Target="../media/image32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5" Type="http://schemas.openxmlformats.org/officeDocument/2006/relationships/image" Target="../media/image223.png"/><Relationship Id="rId4" Type="http://schemas.openxmlformats.org/officeDocument/2006/relationships/image" Target="../media/image36.png"/><Relationship Id="rId9" Type="http://schemas.openxmlformats.org/officeDocument/2006/relationships/image" Target="../media/image3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9.png"/><Relationship Id="rId13" Type="http://schemas.openxmlformats.org/officeDocument/2006/relationships/image" Target="../media/image754.png"/><Relationship Id="rId3" Type="http://schemas.microsoft.com/office/2007/relationships/hdphoto" Target="../media/hdphoto1.wdp"/><Relationship Id="rId7" Type="http://schemas.openxmlformats.org/officeDocument/2006/relationships/image" Target="../media/image748.png"/><Relationship Id="rId12" Type="http://schemas.openxmlformats.org/officeDocument/2006/relationships/image" Target="../media/image753.png"/><Relationship Id="rId2" Type="http://schemas.openxmlformats.org/officeDocument/2006/relationships/image" Target="../media/image37.png"/><Relationship Id="rId16" Type="http://schemas.openxmlformats.org/officeDocument/2006/relationships/image" Target="../media/image7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7.png"/><Relationship Id="rId11" Type="http://schemas.openxmlformats.org/officeDocument/2006/relationships/image" Target="../media/image752.png"/><Relationship Id="rId5" Type="http://schemas.microsoft.com/office/2007/relationships/hdphoto" Target="../media/hdphoto2.wdp"/><Relationship Id="rId15" Type="http://schemas.openxmlformats.org/officeDocument/2006/relationships/image" Target="../media/image756.png"/><Relationship Id="rId10" Type="http://schemas.openxmlformats.org/officeDocument/2006/relationships/image" Target="../media/image751.png"/><Relationship Id="rId4" Type="http://schemas.openxmlformats.org/officeDocument/2006/relationships/image" Target="../media/image38.png"/><Relationship Id="rId9" Type="http://schemas.openxmlformats.org/officeDocument/2006/relationships/image" Target="../media/image750.png"/><Relationship Id="rId14" Type="http://schemas.openxmlformats.org/officeDocument/2006/relationships/image" Target="../media/image75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76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2.png"/><Relationship Id="rId5" Type="http://schemas.openxmlformats.org/officeDocument/2006/relationships/image" Target="../media/image761.png"/><Relationship Id="rId4" Type="http://schemas.openxmlformats.org/officeDocument/2006/relationships/image" Target="../media/image7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42.png"/><Relationship Id="rId21" Type="http://schemas.openxmlformats.org/officeDocument/2006/relationships/customXml" Target="../ink/ink5.xml"/><Relationship Id="rId7" Type="http://schemas.openxmlformats.org/officeDocument/2006/relationships/image" Target="../media/image45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59.png"/><Relationship Id="rId2" Type="http://schemas.openxmlformats.org/officeDocument/2006/relationships/image" Target="../media/image41.png"/><Relationship Id="rId16" Type="http://schemas.openxmlformats.org/officeDocument/2006/relationships/image" Target="../media/image52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47.png"/><Relationship Id="rId24" Type="http://schemas.openxmlformats.org/officeDocument/2006/relationships/image" Target="../media/image58.png"/><Relationship Id="rId5" Type="http://schemas.openxmlformats.org/officeDocument/2006/relationships/image" Target="../media/image44.png"/><Relationship Id="rId15" Type="http://schemas.openxmlformats.org/officeDocument/2006/relationships/image" Target="../media/image51.png"/><Relationship Id="rId23" Type="http://schemas.openxmlformats.org/officeDocument/2006/relationships/image" Target="../media/image57.png"/><Relationship Id="rId10" Type="http://schemas.openxmlformats.org/officeDocument/2006/relationships/customXml" Target="../ink/ink3.xml"/><Relationship Id="rId19" Type="http://schemas.openxmlformats.org/officeDocument/2006/relationships/customXml" Target="../ink/ink4.xml"/><Relationship Id="rId4" Type="http://schemas.openxmlformats.org/officeDocument/2006/relationships/image" Target="../media/image43.png"/><Relationship Id="rId9" Type="http://schemas.openxmlformats.org/officeDocument/2006/relationships/image" Target="../media/image46.png"/><Relationship Id="rId14" Type="http://schemas.openxmlformats.org/officeDocument/2006/relationships/image" Target="../media/image50.png"/><Relationship Id="rId22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3.png"/><Relationship Id="rId21" Type="http://schemas.openxmlformats.org/officeDocument/2006/relationships/image" Target="../media/image78.png"/><Relationship Id="rId42" Type="http://schemas.openxmlformats.org/officeDocument/2006/relationships/image" Target="../media/image99.png"/><Relationship Id="rId47" Type="http://schemas.openxmlformats.org/officeDocument/2006/relationships/image" Target="../media/image104.png"/><Relationship Id="rId63" Type="http://schemas.openxmlformats.org/officeDocument/2006/relationships/image" Target="../media/image120.png"/><Relationship Id="rId68" Type="http://schemas.openxmlformats.org/officeDocument/2006/relationships/customXml" Target="../ink/ink14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3.png"/><Relationship Id="rId29" Type="http://schemas.openxmlformats.org/officeDocument/2006/relationships/image" Target="../media/image86.png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32" Type="http://schemas.openxmlformats.org/officeDocument/2006/relationships/image" Target="../media/image89.png"/><Relationship Id="rId37" Type="http://schemas.openxmlformats.org/officeDocument/2006/relationships/image" Target="../media/image94.png"/><Relationship Id="rId40" Type="http://schemas.openxmlformats.org/officeDocument/2006/relationships/image" Target="../media/image97.png"/><Relationship Id="rId45" Type="http://schemas.openxmlformats.org/officeDocument/2006/relationships/image" Target="../media/image102.png"/><Relationship Id="rId53" Type="http://schemas.openxmlformats.org/officeDocument/2006/relationships/image" Target="../media/image109.png"/><Relationship Id="rId58" Type="http://schemas.openxmlformats.org/officeDocument/2006/relationships/customXml" Target="../ink/ink9.xml"/><Relationship Id="rId66" Type="http://schemas.openxmlformats.org/officeDocument/2006/relationships/customXml" Target="../ink/ink13.xml"/><Relationship Id="rId74" Type="http://schemas.openxmlformats.org/officeDocument/2006/relationships/image" Target="../media/image125.png"/><Relationship Id="rId5" Type="http://schemas.openxmlformats.org/officeDocument/2006/relationships/image" Target="../media/image62.png"/><Relationship Id="rId61" Type="http://schemas.openxmlformats.org/officeDocument/2006/relationships/image" Target="../media/image119.png"/><Relationship Id="rId19" Type="http://schemas.openxmlformats.org/officeDocument/2006/relationships/image" Target="../media/image7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35" Type="http://schemas.openxmlformats.org/officeDocument/2006/relationships/image" Target="../media/image92.png"/><Relationship Id="rId43" Type="http://schemas.openxmlformats.org/officeDocument/2006/relationships/image" Target="../media/image100.png"/><Relationship Id="rId48" Type="http://schemas.openxmlformats.org/officeDocument/2006/relationships/image" Target="../media/image105.png"/><Relationship Id="rId56" Type="http://schemas.openxmlformats.org/officeDocument/2006/relationships/customXml" Target="../ink/ink8.xml"/><Relationship Id="rId64" Type="http://schemas.openxmlformats.org/officeDocument/2006/relationships/customXml" Target="../ink/ink12.xml"/><Relationship Id="rId69" Type="http://schemas.openxmlformats.org/officeDocument/2006/relationships/image" Target="../media/image123.png"/><Relationship Id="rId8" Type="http://schemas.openxmlformats.org/officeDocument/2006/relationships/image" Target="../media/image65.png"/><Relationship Id="rId51" Type="http://schemas.openxmlformats.org/officeDocument/2006/relationships/image" Target="../media/image108.png"/><Relationship Id="rId72" Type="http://schemas.openxmlformats.org/officeDocument/2006/relationships/customXml" Target="../ink/ink16.xml"/><Relationship Id="rId3" Type="http://schemas.openxmlformats.org/officeDocument/2006/relationships/image" Target="../media/image60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33" Type="http://schemas.openxmlformats.org/officeDocument/2006/relationships/image" Target="../media/image90.png"/><Relationship Id="rId38" Type="http://schemas.openxmlformats.org/officeDocument/2006/relationships/image" Target="../media/image95.png"/><Relationship Id="rId46" Type="http://schemas.openxmlformats.org/officeDocument/2006/relationships/image" Target="../media/image103.png"/><Relationship Id="rId59" Type="http://schemas.openxmlformats.org/officeDocument/2006/relationships/image" Target="../media/image118.png"/><Relationship Id="rId67" Type="http://schemas.openxmlformats.org/officeDocument/2006/relationships/image" Target="../media/image122.png"/><Relationship Id="rId20" Type="http://schemas.openxmlformats.org/officeDocument/2006/relationships/image" Target="../media/image77.png"/><Relationship Id="rId41" Type="http://schemas.openxmlformats.org/officeDocument/2006/relationships/image" Target="../media/image98.png"/><Relationship Id="rId54" Type="http://schemas.openxmlformats.org/officeDocument/2006/relationships/customXml" Target="../ink/ink7.xml"/><Relationship Id="rId62" Type="http://schemas.openxmlformats.org/officeDocument/2006/relationships/customXml" Target="../ink/ink11.xml"/><Relationship Id="rId70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28" Type="http://schemas.openxmlformats.org/officeDocument/2006/relationships/image" Target="../media/image85.png"/><Relationship Id="rId36" Type="http://schemas.openxmlformats.org/officeDocument/2006/relationships/image" Target="../media/image93.png"/><Relationship Id="rId49" Type="http://schemas.openxmlformats.org/officeDocument/2006/relationships/image" Target="../media/image106.png"/><Relationship Id="rId57" Type="http://schemas.openxmlformats.org/officeDocument/2006/relationships/image" Target="../media/image117.png"/><Relationship Id="rId10" Type="http://schemas.openxmlformats.org/officeDocument/2006/relationships/image" Target="../media/image67.png"/><Relationship Id="rId31" Type="http://schemas.openxmlformats.org/officeDocument/2006/relationships/image" Target="../media/image88.png"/><Relationship Id="rId44" Type="http://schemas.openxmlformats.org/officeDocument/2006/relationships/image" Target="../media/image101.png"/><Relationship Id="rId52" Type="http://schemas.openxmlformats.org/officeDocument/2006/relationships/customXml" Target="../ink/ink6.xml"/><Relationship Id="rId60" Type="http://schemas.openxmlformats.org/officeDocument/2006/relationships/customXml" Target="../ink/ink10.xml"/><Relationship Id="rId65" Type="http://schemas.openxmlformats.org/officeDocument/2006/relationships/image" Target="../media/image121.png"/><Relationship Id="rId73" Type="http://schemas.openxmlformats.org/officeDocument/2006/relationships/customXml" Target="../ink/ink17.xml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9" Type="http://schemas.openxmlformats.org/officeDocument/2006/relationships/image" Target="../media/image96.png"/><Relationship Id="rId34" Type="http://schemas.openxmlformats.org/officeDocument/2006/relationships/image" Target="../media/image91.png"/><Relationship Id="rId50" Type="http://schemas.openxmlformats.org/officeDocument/2006/relationships/image" Target="../media/image107.png"/><Relationship Id="rId55" Type="http://schemas.openxmlformats.org/officeDocument/2006/relationships/image" Target="../media/image113.png"/><Relationship Id="rId7" Type="http://schemas.openxmlformats.org/officeDocument/2006/relationships/image" Target="../media/image64.png"/><Relationship Id="rId71" Type="http://schemas.openxmlformats.org/officeDocument/2006/relationships/image" Target="../media/image12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26" Type="http://schemas.openxmlformats.org/officeDocument/2006/relationships/image" Target="../media/image145.png"/><Relationship Id="rId39" Type="http://schemas.openxmlformats.org/officeDocument/2006/relationships/image" Target="../media/image158.png"/><Relationship Id="rId21" Type="http://schemas.openxmlformats.org/officeDocument/2006/relationships/image" Target="../media/image140.png"/><Relationship Id="rId34" Type="http://schemas.openxmlformats.org/officeDocument/2006/relationships/image" Target="../media/image153.png"/><Relationship Id="rId42" Type="http://schemas.openxmlformats.org/officeDocument/2006/relationships/image" Target="../media/image161.png"/><Relationship Id="rId47" Type="http://schemas.openxmlformats.org/officeDocument/2006/relationships/image" Target="../media/image166.png"/><Relationship Id="rId50" Type="http://schemas.openxmlformats.org/officeDocument/2006/relationships/image" Target="../media/image169.png"/><Relationship Id="rId55" Type="http://schemas.openxmlformats.org/officeDocument/2006/relationships/image" Target="../media/image174.png"/><Relationship Id="rId7" Type="http://schemas.openxmlformats.org/officeDocument/2006/relationships/customXml" Target="../ink/ink20.xml"/><Relationship Id="rId2" Type="http://schemas.openxmlformats.org/officeDocument/2006/relationships/image" Target="../media/image126.png"/><Relationship Id="rId16" Type="http://schemas.openxmlformats.org/officeDocument/2006/relationships/image" Target="../media/image135.png"/><Relationship Id="rId29" Type="http://schemas.openxmlformats.org/officeDocument/2006/relationships/image" Target="../media/image148.png"/><Relationship Id="rId11" Type="http://schemas.openxmlformats.org/officeDocument/2006/relationships/image" Target="../media/image130.png"/><Relationship Id="rId24" Type="http://schemas.openxmlformats.org/officeDocument/2006/relationships/image" Target="../media/image143.png"/><Relationship Id="rId32" Type="http://schemas.openxmlformats.org/officeDocument/2006/relationships/image" Target="../media/image151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4.png"/><Relationship Id="rId53" Type="http://schemas.openxmlformats.org/officeDocument/2006/relationships/image" Target="../media/image172.png"/><Relationship Id="rId58" Type="http://schemas.openxmlformats.org/officeDocument/2006/relationships/image" Target="../media/image177.png"/><Relationship Id="rId5" Type="http://schemas.openxmlformats.org/officeDocument/2006/relationships/customXml" Target="../ink/ink19.xml"/><Relationship Id="rId19" Type="http://schemas.openxmlformats.org/officeDocument/2006/relationships/image" Target="../media/image138.png"/><Relationship Id="rId4" Type="http://schemas.openxmlformats.org/officeDocument/2006/relationships/image" Target="../media/image1260.png"/><Relationship Id="rId9" Type="http://schemas.openxmlformats.org/officeDocument/2006/relationships/customXml" Target="../ink/ink21.xml"/><Relationship Id="rId14" Type="http://schemas.openxmlformats.org/officeDocument/2006/relationships/image" Target="../media/image133.png"/><Relationship Id="rId22" Type="http://schemas.openxmlformats.org/officeDocument/2006/relationships/image" Target="../media/image141.png"/><Relationship Id="rId27" Type="http://schemas.openxmlformats.org/officeDocument/2006/relationships/image" Target="../media/image146.png"/><Relationship Id="rId30" Type="http://schemas.openxmlformats.org/officeDocument/2006/relationships/image" Target="../media/image149.png"/><Relationship Id="rId35" Type="http://schemas.openxmlformats.org/officeDocument/2006/relationships/image" Target="../media/image154.png"/><Relationship Id="rId43" Type="http://schemas.openxmlformats.org/officeDocument/2006/relationships/image" Target="../media/image162.png"/><Relationship Id="rId48" Type="http://schemas.openxmlformats.org/officeDocument/2006/relationships/image" Target="../media/image167.png"/><Relationship Id="rId56" Type="http://schemas.openxmlformats.org/officeDocument/2006/relationships/image" Target="../media/image175.png"/><Relationship Id="rId8" Type="http://schemas.openxmlformats.org/officeDocument/2006/relationships/image" Target="../media/image128.png"/><Relationship Id="rId51" Type="http://schemas.openxmlformats.org/officeDocument/2006/relationships/image" Target="../media/image170.png"/><Relationship Id="rId3" Type="http://schemas.openxmlformats.org/officeDocument/2006/relationships/customXml" Target="../ink/ink18.xml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5" Type="http://schemas.openxmlformats.org/officeDocument/2006/relationships/image" Target="../media/image144.png"/><Relationship Id="rId33" Type="http://schemas.openxmlformats.org/officeDocument/2006/relationships/image" Target="../media/image152.png"/><Relationship Id="rId38" Type="http://schemas.openxmlformats.org/officeDocument/2006/relationships/image" Target="../media/image157.png"/><Relationship Id="rId46" Type="http://schemas.openxmlformats.org/officeDocument/2006/relationships/image" Target="../media/image165.png"/><Relationship Id="rId59" Type="http://schemas.openxmlformats.org/officeDocument/2006/relationships/customXml" Target="../ink/ink22.xml"/><Relationship Id="rId20" Type="http://schemas.openxmlformats.org/officeDocument/2006/relationships/image" Target="../media/image139.png"/><Relationship Id="rId41" Type="http://schemas.openxmlformats.org/officeDocument/2006/relationships/image" Target="../media/image160.png"/><Relationship Id="rId54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5" Type="http://schemas.openxmlformats.org/officeDocument/2006/relationships/image" Target="../media/image134.png"/><Relationship Id="rId23" Type="http://schemas.openxmlformats.org/officeDocument/2006/relationships/image" Target="../media/image142.png"/><Relationship Id="rId28" Type="http://schemas.openxmlformats.org/officeDocument/2006/relationships/image" Target="../media/image147.png"/><Relationship Id="rId36" Type="http://schemas.openxmlformats.org/officeDocument/2006/relationships/image" Target="../media/image155.png"/><Relationship Id="rId49" Type="http://schemas.openxmlformats.org/officeDocument/2006/relationships/image" Target="../media/image168.png"/><Relationship Id="rId57" Type="http://schemas.openxmlformats.org/officeDocument/2006/relationships/image" Target="../media/image176.png"/><Relationship Id="rId10" Type="http://schemas.openxmlformats.org/officeDocument/2006/relationships/image" Target="../media/image129.png"/><Relationship Id="rId31" Type="http://schemas.openxmlformats.org/officeDocument/2006/relationships/image" Target="../media/image150.png"/><Relationship Id="rId44" Type="http://schemas.openxmlformats.org/officeDocument/2006/relationships/image" Target="../media/image163.png"/><Relationship Id="rId52" Type="http://schemas.openxmlformats.org/officeDocument/2006/relationships/image" Target="../media/image171.png"/><Relationship Id="rId60" Type="http://schemas.openxmlformats.org/officeDocument/2006/relationships/image" Target="../media/image58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207.png"/><Relationship Id="rId39" Type="http://schemas.openxmlformats.org/officeDocument/2006/relationships/image" Target="../media/image220.png"/><Relationship Id="rId21" Type="http://schemas.openxmlformats.org/officeDocument/2006/relationships/image" Target="../media/image194.png"/><Relationship Id="rId34" Type="http://schemas.openxmlformats.org/officeDocument/2006/relationships/image" Target="../media/image215.png"/><Relationship Id="rId42" Type="http://schemas.openxmlformats.org/officeDocument/2006/relationships/image" Target="../media/image224.png"/><Relationship Id="rId47" Type="http://schemas.openxmlformats.org/officeDocument/2006/relationships/customXml" Target="../ink/ink28.xml"/><Relationship Id="rId7" Type="http://schemas.openxmlformats.org/officeDocument/2006/relationships/customXml" Target="../ink/ink25.xml"/><Relationship Id="rId2" Type="http://schemas.openxmlformats.org/officeDocument/2006/relationships/image" Target="../media/image178.png"/><Relationship Id="rId16" Type="http://schemas.openxmlformats.org/officeDocument/2006/relationships/image" Target="../media/image189.png"/><Relationship Id="rId29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184.png"/><Relationship Id="rId24" Type="http://schemas.openxmlformats.org/officeDocument/2006/relationships/image" Target="../media/image205.png"/><Relationship Id="rId32" Type="http://schemas.openxmlformats.org/officeDocument/2006/relationships/image" Target="../media/image213.png"/><Relationship Id="rId37" Type="http://schemas.openxmlformats.org/officeDocument/2006/relationships/image" Target="../media/image218.png"/><Relationship Id="rId40" Type="http://schemas.openxmlformats.org/officeDocument/2006/relationships/image" Target="../media/image221.png"/><Relationship Id="rId45" Type="http://schemas.openxmlformats.org/officeDocument/2006/relationships/customXml" Target="../ink/ink27.xml"/><Relationship Id="rId5" Type="http://schemas.openxmlformats.org/officeDocument/2006/relationships/customXml" Target="../ink/ink24.xml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9.png"/><Relationship Id="rId36" Type="http://schemas.openxmlformats.org/officeDocument/2006/relationships/image" Target="../media/image217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12.png"/><Relationship Id="rId44" Type="http://schemas.openxmlformats.org/officeDocument/2006/relationships/image" Target="../media/image225.png"/><Relationship Id="rId4" Type="http://schemas.openxmlformats.org/officeDocument/2006/relationships/image" Target="../media/image179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8.png"/><Relationship Id="rId30" Type="http://schemas.openxmlformats.org/officeDocument/2006/relationships/image" Target="../media/image211.png"/><Relationship Id="rId35" Type="http://schemas.openxmlformats.org/officeDocument/2006/relationships/image" Target="../media/image216.png"/><Relationship Id="rId43" Type="http://schemas.openxmlformats.org/officeDocument/2006/relationships/customXml" Target="../ink/ink26.xml"/><Relationship Id="rId48" Type="http://schemas.openxmlformats.org/officeDocument/2006/relationships/image" Target="../media/image227.png"/><Relationship Id="rId8" Type="http://schemas.openxmlformats.org/officeDocument/2006/relationships/image" Target="../media/image181.png"/><Relationship Id="rId3" Type="http://schemas.openxmlformats.org/officeDocument/2006/relationships/customXml" Target="../ink/ink23.xml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206.png"/><Relationship Id="rId33" Type="http://schemas.openxmlformats.org/officeDocument/2006/relationships/image" Target="../media/image214.png"/><Relationship Id="rId38" Type="http://schemas.openxmlformats.org/officeDocument/2006/relationships/image" Target="../media/image219.png"/><Relationship Id="rId46" Type="http://schemas.openxmlformats.org/officeDocument/2006/relationships/image" Target="../media/image226.png"/><Relationship Id="rId20" Type="http://schemas.openxmlformats.org/officeDocument/2006/relationships/image" Target="../media/image193.png"/><Relationship Id="rId41" Type="http://schemas.openxmlformats.org/officeDocument/2006/relationships/image" Target="../media/image2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26" Type="http://schemas.openxmlformats.org/officeDocument/2006/relationships/image" Target="../media/image580.png"/><Relationship Id="rId3" Type="http://schemas.openxmlformats.org/officeDocument/2006/relationships/image" Target="../media/image228.png"/><Relationship Id="rId34" Type="http://schemas.openxmlformats.org/officeDocument/2006/relationships/image" Target="../media/image242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33" Type="http://schemas.openxmlformats.org/officeDocument/2006/relationships/customXml" Target="../ink/ink33.xml"/><Relationship Id="rId38" Type="http://schemas.openxmlformats.org/officeDocument/2006/relationships/image" Target="../media/image244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1.png"/><Relationship Id="rId11" Type="http://schemas.openxmlformats.org/officeDocument/2006/relationships/image" Target="../media/image236.png"/><Relationship Id="rId32" Type="http://schemas.openxmlformats.org/officeDocument/2006/relationships/image" Target="../media/image241.png"/><Relationship Id="rId37" Type="http://schemas.openxmlformats.org/officeDocument/2006/relationships/customXml" Target="../ink/ink35.xml"/><Relationship Id="rId5" Type="http://schemas.openxmlformats.org/officeDocument/2006/relationships/image" Target="../media/image230.png"/><Relationship Id="rId28" Type="http://schemas.openxmlformats.org/officeDocument/2006/relationships/image" Target="../media/image239.png"/><Relationship Id="rId36" Type="http://schemas.openxmlformats.org/officeDocument/2006/relationships/image" Target="../media/image243.png"/><Relationship Id="rId10" Type="http://schemas.openxmlformats.org/officeDocument/2006/relationships/image" Target="../media/image235.png"/><Relationship Id="rId31" Type="http://schemas.openxmlformats.org/officeDocument/2006/relationships/customXml" Target="../ink/ink32.xml"/><Relationship Id="rId4" Type="http://schemas.openxmlformats.org/officeDocument/2006/relationships/image" Target="../media/image229.png"/><Relationship Id="rId9" Type="http://schemas.openxmlformats.org/officeDocument/2006/relationships/image" Target="../media/image234.png"/><Relationship Id="rId14" Type="http://schemas.openxmlformats.org/officeDocument/2006/relationships/customXml" Target="../ink/ink29.xml"/><Relationship Id="rId27" Type="http://schemas.openxmlformats.org/officeDocument/2006/relationships/customXml" Target="../ink/ink30.xml"/><Relationship Id="rId30" Type="http://schemas.openxmlformats.org/officeDocument/2006/relationships/image" Target="../media/image240.png"/><Relationship Id="rId35" Type="http://schemas.openxmlformats.org/officeDocument/2006/relationships/customXml" Target="../ink/ink34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6.png"/><Relationship Id="rId18" Type="http://schemas.openxmlformats.org/officeDocument/2006/relationships/image" Target="../media/image261.png"/><Relationship Id="rId26" Type="http://schemas.openxmlformats.org/officeDocument/2006/relationships/image" Target="../media/image269.png"/><Relationship Id="rId39" Type="http://schemas.openxmlformats.org/officeDocument/2006/relationships/image" Target="../media/image282.png"/><Relationship Id="rId21" Type="http://schemas.openxmlformats.org/officeDocument/2006/relationships/image" Target="../media/image264.png"/><Relationship Id="rId34" Type="http://schemas.openxmlformats.org/officeDocument/2006/relationships/image" Target="../media/image277.png"/><Relationship Id="rId42" Type="http://schemas.openxmlformats.org/officeDocument/2006/relationships/image" Target="../media/image285.png"/><Relationship Id="rId47" Type="http://schemas.openxmlformats.org/officeDocument/2006/relationships/customXml" Target="../ink/ink37.xml"/><Relationship Id="rId50" Type="http://schemas.openxmlformats.org/officeDocument/2006/relationships/image" Target="../media/image290.png"/><Relationship Id="rId55" Type="http://schemas.openxmlformats.org/officeDocument/2006/relationships/customXml" Target="../ink/ink41.xml"/><Relationship Id="rId7" Type="http://schemas.openxmlformats.org/officeDocument/2006/relationships/image" Target="../media/image250.png"/><Relationship Id="rId2" Type="http://schemas.openxmlformats.org/officeDocument/2006/relationships/image" Target="../media/image245.png"/><Relationship Id="rId16" Type="http://schemas.openxmlformats.org/officeDocument/2006/relationships/image" Target="../media/image259.png"/><Relationship Id="rId29" Type="http://schemas.openxmlformats.org/officeDocument/2006/relationships/image" Target="../media/image272.png"/><Relationship Id="rId11" Type="http://schemas.openxmlformats.org/officeDocument/2006/relationships/image" Target="../media/image254.png"/><Relationship Id="rId24" Type="http://schemas.openxmlformats.org/officeDocument/2006/relationships/image" Target="../media/image267.png"/><Relationship Id="rId32" Type="http://schemas.openxmlformats.org/officeDocument/2006/relationships/image" Target="../media/image275.png"/><Relationship Id="rId37" Type="http://schemas.openxmlformats.org/officeDocument/2006/relationships/image" Target="../media/image280.png"/><Relationship Id="rId40" Type="http://schemas.openxmlformats.org/officeDocument/2006/relationships/image" Target="../media/image283.png"/><Relationship Id="rId45" Type="http://schemas.openxmlformats.org/officeDocument/2006/relationships/customXml" Target="../ink/ink36.xml"/><Relationship Id="rId53" Type="http://schemas.openxmlformats.org/officeDocument/2006/relationships/customXml" Target="../ink/ink40.xml"/><Relationship Id="rId58" Type="http://schemas.openxmlformats.org/officeDocument/2006/relationships/image" Target="../media/image294.png"/><Relationship Id="rId5" Type="http://schemas.openxmlformats.org/officeDocument/2006/relationships/image" Target="../media/image248.png"/><Relationship Id="rId19" Type="http://schemas.openxmlformats.org/officeDocument/2006/relationships/image" Target="../media/image262.png"/><Relationship Id="rId4" Type="http://schemas.openxmlformats.org/officeDocument/2006/relationships/image" Target="../media/image247.png"/><Relationship Id="rId9" Type="http://schemas.openxmlformats.org/officeDocument/2006/relationships/image" Target="../media/image252.png"/><Relationship Id="rId14" Type="http://schemas.openxmlformats.org/officeDocument/2006/relationships/image" Target="../media/image257.png"/><Relationship Id="rId22" Type="http://schemas.openxmlformats.org/officeDocument/2006/relationships/image" Target="../media/image265.png"/><Relationship Id="rId27" Type="http://schemas.openxmlformats.org/officeDocument/2006/relationships/image" Target="../media/image270.png"/><Relationship Id="rId30" Type="http://schemas.openxmlformats.org/officeDocument/2006/relationships/image" Target="../media/image273.png"/><Relationship Id="rId35" Type="http://schemas.openxmlformats.org/officeDocument/2006/relationships/image" Target="../media/image278.png"/><Relationship Id="rId43" Type="http://schemas.openxmlformats.org/officeDocument/2006/relationships/image" Target="../media/image286.png"/><Relationship Id="rId48" Type="http://schemas.openxmlformats.org/officeDocument/2006/relationships/image" Target="../media/image289.png"/><Relationship Id="rId56" Type="http://schemas.openxmlformats.org/officeDocument/2006/relationships/image" Target="../media/image293.png"/><Relationship Id="rId8" Type="http://schemas.openxmlformats.org/officeDocument/2006/relationships/image" Target="../media/image251.png"/><Relationship Id="rId51" Type="http://schemas.openxmlformats.org/officeDocument/2006/relationships/customXml" Target="../ink/ink39.xml"/><Relationship Id="rId3" Type="http://schemas.openxmlformats.org/officeDocument/2006/relationships/image" Target="../media/image246.png"/><Relationship Id="rId12" Type="http://schemas.openxmlformats.org/officeDocument/2006/relationships/image" Target="../media/image255.png"/><Relationship Id="rId17" Type="http://schemas.openxmlformats.org/officeDocument/2006/relationships/image" Target="../media/image260.png"/><Relationship Id="rId25" Type="http://schemas.openxmlformats.org/officeDocument/2006/relationships/image" Target="../media/image268.png"/><Relationship Id="rId33" Type="http://schemas.openxmlformats.org/officeDocument/2006/relationships/image" Target="../media/image276.png"/><Relationship Id="rId38" Type="http://schemas.openxmlformats.org/officeDocument/2006/relationships/image" Target="../media/image281.png"/><Relationship Id="rId46" Type="http://schemas.openxmlformats.org/officeDocument/2006/relationships/image" Target="../media/image288.png"/><Relationship Id="rId59" Type="http://schemas.openxmlformats.org/officeDocument/2006/relationships/customXml" Target="../ink/ink43.xml"/><Relationship Id="rId20" Type="http://schemas.openxmlformats.org/officeDocument/2006/relationships/image" Target="../media/image263.png"/><Relationship Id="rId41" Type="http://schemas.openxmlformats.org/officeDocument/2006/relationships/image" Target="../media/image284.png"/><Relationship Id="rId54" Type="http://schemas.openxmlformats.org/officeDocument/2006/relationships/image" Target="../media/image2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9.png"/><Relationship Id="rId15" Type="http://schemas.openxmlformats.org/officeDocument/2006/relationships/image" Target="../media/image258.png"/><Relationship Id="rId23" Type="http://schemas.openxmlformats.org/officeDocument/2006/relationships/image" Target="../media/image266.png"/><Relationship Id="rId28" Type="http://schemas.openxmlformats.org/officeDocument/2006/relationships/image" Target="../media/image271.png"/><Relationship Id="rId36" Type="http://schemas.openxmlformats.org/officeDocument/2006/relationships/image" Target="../media/image279.png"/><Relationship Id="rId49" Type="http://schemas.openxmlformats.org/officeDocument/2006/relationships/customXml" Target="../ink/ink38.xml"/><Relationship Id="rId57" Type="http://schemas.openxmlformats.org/officeDocument/2006/relationships/customXml" Target="../ink/ink42.xml"/><Relationship Id="rId10" Type="http://schemas.openxmlformats.org/officeDocument/2006/relationships/image" Target="../media/image253.png"/><Relationship Id="rId31" Type="http://schemas.openxmlformats.org/officeDocument/2006/relationships/image" Target="../media/image274.png"/><Relationship Id="rId44" Type="http://schemas.openxmlformats.org/officeDocument/2006/relationships/image" Target="../media/image287.png"/><Relationship Id="rId52" Type="http://schemas.openxmlformats.org/officeDocument/2006/relationships/image" Target="../media/image291.png"/><Relationship Id="rId60" Type="http://schemas.openxmlformats.org/officeDocument/2006/relationships/customXml" Target="../ink/ink44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8.png"/><Relationship Id="rId21" Type="http://schemas.openxmlformats.org/officeDocument/2006/relationships/image" Target="../media/image313.png"/><Relationship Id="rId34" Type="http://schemas.openxmlformats.org/officeDocument/2006/relationships/image" Target="../media/image330.png"/><Relationship Id="rId42" Type="http://schemas.openxmlformats.org/officeDocument/2006/relationships/image" Target="../media/image338.png"/><Relationship Id="rId47" Type="http://schemas.openxmlformats.org/officeDocument/2006/relationships/image" Target="../media/image343.png"/><Relationship Id="rId50" Type="http://schemas.openxmlformats.org/officeDocument/2006/relationships/image" Target="../media/image346.png"/><Relationship Id="rId55" Type="http://schemas.openxmlformats.org/officeDocument/2006/relationships/image" Target="../media/image351.png"/><Relationship Id="rId63" Type="http://schemas.openxmlformats.org/officeDocument/2006/relationships/customXml" Target="../ink/ink48.xml"/><Relationship Id="rId7" Type="http://schemas.openxmlformats.org/officeDocument/2006/relationships/image" Target="../media/image29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8.png"/><Relationship Id="rId29" Type="http://schemas.openxmlformats.org/officeDocument/2006/relationships/image" Target="../media/image321.png"/><Relationship Id="rId11" Type="http://schemas.openxmlformats.org/officeDocument/2006/relationships/image" Target="../media/image303.png"/><Relationship Id="rId24" Type="http://schemas.openxmlformats.org/officeDocument/2006/relationships/image" Target="../media/image316.png"/><Relationship Id="rId32" Type="http://schemas.openxmlformats.org/officeDocument/2006/relationships/image" Target="../media/image328.png"/><Relationship Id="rId37" Type="http://schemas.openxmlformats.org/officeDocument/2006/relationships/image" Target="../media/image333.png"/><Relationship Id="rId40" Type="http://schemas.openxmlformats.org/officeDocument/2006/relationships/image" Target="../media/image336.png"/><Relationship Id="rId45" Type="http://schemas.openxmlformats.org/officeDocument/2006/relationships/image" Target="../media/image341.png"/><Relationship Id="rId53" Type="http://schemas.openxmlformats.org/officeDocument/2006/relationships/image" Target="../media/image349.png"/><Relationship Id="rId58" Type="http://schemas.openxmlformats.org/officeDocument/2006/relationships/customXml" Target="../ink/ink45.xml"/><Relationship Id="rId66" Type="http://schemas.openxmlformats.org/officeDocument/2006/relationships/customXml" Target="../ink/ink50.xml"/><Relationship Id="rId5" Type="http://schemas.openxmlformats.org/officeDocument/2006/relationships/image" Target="../media/image297.png"/><Relationship Id="rId61" Type="http://schemas.openxmlformats.org/officeDocument/2006/relationships/customXml" Target="../ink/ink47.xml"/><Relationship Id="rId19" Type="http://schemas.openxmlformats.org/officeDocument/2006/relationships/image" Target="../media/image311.png"/><Relationship Id="rId14" Type="http://schemas.openxmlformats.org/officeDocument/2006/relationships/image" Target="../media/image306.png"/><Relationship Id="rId22" Type="http://schemas.openxmlformats.org/officeDocument/2006/relationships/image" Target="../media/image314.png"/><Relationship Id="rId27" Type="http://schemas.openxmlformats.org/officeDocument/2006/relationships/image" Target="../media/image319.png"/><Relationship Id="rId30" Type="http://schemas.openxmlformats.org/officeDocument/2006/relationships/image" Target="../media/image326.png"/><Relationship Id="rId35" Type="http://schemas.openxmlformats.org/officeDocument/2006/relationships/image" Target="../media/image331.png"/><Relationship Id="rId43" Type="http://schemas.openxmlformats.org/officeDocument/2006/relationships/image" Target="../media/image339.png"/><Relationship Id="rId48" Type="http://schemas.openxmlformats.org/officeDocument/2006/relationships/image" Target="../media/image344.png"/><Relationship Id="rId56" Type="http://schemas.openxmlformats.org/officeDocument/2006/relationships/image" Target="../media/image352.png"/><Relationship Id="rId64" Type="http://schemas.openxmlformats.org/officeDocument/2006/relationships/customXml" Target="../ink/ink49.xml"/><Relationship Id="rId8" Type="http://schemas.openxmlformats.org/officeDocument/2006/relationships/image" Target="../media/image300.png"/><Relationship Id="rId51" Type="http://schemas.openxmlformats.org/officeDocument/2006/relationships/image" Target="../media/image347.png"/><Relationship Id="rId3" Type="http://schemas.openxmlformats.org/officeDocument/2006/relationships/image" Target="../media/image295.png"/><Relationship Id="rId12" Type="http://schemas.openxmlformats.org/officeDocument/2006/relationships/image" Target="../media/image304.png"/><Relationship Id="rId17" Type="http://schemas.openxmlformats.org/officeDocument/2006/relationships/image" Target="../media/image309.png"/><Relationship Id="rId25" Type="http://schemas.openxmlformats.org/officeDocument/2006/relationships/image" Target="../media/image317.png"/><Relationship Id="rId33" Type="http://schemas.openxmlformats.org/officeDocument/2006/relationships/image" Target="../media/image329.png"/><Relationship Id="rId38" Type="http://schemas.openxmlformats.org/officeDocument/2006/relationships/image" Target="../media/image334.png"/><Relationship Id="rId46" Type="http://schemas.openxmlformats.org/officeDocument/2006/relationships/image" Target="../media/image342.png"/><Relationship Id="rId59" Type="http://schemas.openxmlformats.org/officeDocument/2006/relationships/image" Target="../media/image291.png"/><Relationship Id="rId20" Type="http://schemas.openxmlformats.org/officeDocument/2006/relationships/image" Target="../media/image312.png"/><Relationship Id="rId41" Type="http://schemas.openxmlformats.org/officeDocument/2006/relationships/image" Target="../media/image337.png"/><Relationship Id="rId54" Type="http://schemas.openxmlformats.org/officeDocument/2006/relationships/image" Target="../media/image350.png"/><Relationship Id="rId62" Type="http://schemas.openxmlformats.org/officeDocument/2006/relationships/image" Target="../media/image2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.png"/><Relationship Id="rId15" Type="http://schemas.openxmlformats.org/officeDocument/2006/relationships/image" Target="../media/image307.png"/><Relationship Id="rId23" Type="http://schemas.openxmlformats.org/officeDocument/2006/relationships/image" Target="../media/image315.png"/><Relationship Id="rId28" Type="http://schemas.openxmlformats.org/officeDocument/2006/relationships/image" Target="../media/image320.png"/><Relationship Id="rId36" Type="http://schemas.openxmlformats.org/officeDocument/2006/relationships/image" Target="../media/image332.png"/><Relationship Id="rId49" Type="http://schemas.openxmlformats.org/officeDocument/2006/relationships/image" Target="../media/image345.png"/><Relationship Id="rId57" Type="http://schemas.openxmlformats.org/officeDocument/2006/relationships/image" Target="../media/image353.png"/><Relationship Id="rId10" Type="http://schemas.openxmlformats.org/officeDocument/2006/relationships/image" Target="../media/image302.png"/><Relationship Id="rId31" Type="http://schemas.openxmlformats.org/officeDocument/2006/relationships/image" Target="../media/image327.png"/><Relationship Id="rId44" Type="http://schemas.openxmlformats.org/officeDocument/2006/relationships/image" Target="../media/image340.png"/><Relationship Id="rId52" Type="http://schemas.openxmlformats.org/officeDocument/2006/relationships/image" Target="../media/image348.png"/><Relationship Id="rId60" Type="http://schemas.openxmlformats.org/officeDocument/2006/relationships/customXml" Target="../ink/ink46.xml"/><Relationship Id="rId65" Type="http://schemas.openxmlformats.org/officeDocument/2006/relationships/image" Target="../media/image294.png"/><Relationship Id="rId4" Type="http://schemas.openxmlformats.org/officeDocument/2006/relationships/image" Target="../media/image296.png"/><Relationship Id="rId9" Type="http://schemas.openxmlformats.org/officeDocument/2006/relationships/image" Target="../media/image301.png"/><Relationship Id="rId13" Type="http://schemas.openxmlformats.org/officeDocument/2006/relationships/image" Target="../media/image305.png"/><Relationship Id="rId18" Type="http://schemas.openxmlformats.org/officeDocument/2006/relationships/image" Target="../media/image310.png"/><Relationship Id="rId39" Type="http://schemas.openxmlformats.org/officeDocument/2006/relationships/image" Target="../media/image3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364.png"/><Relationship Id="rId18" Type="http://schemas.openxmlformats.org/officeDocument/2006/relationships/customXml" Target="../ink/ink54.xml"/><Relationship Id="rId3" Type="http://schemas.openxmlformats.org/officeDocument/2006/relationships/image" Target="../media/image355.png"/><Relationship Id="rId21" Type="http://schemas.openxmlformats.org/officeDocument/2006/relationships/image" Target="../media/image368.png"/><Relationship Id="rId7" Type="http://schemas.openxmlformats.org/officeDocument/2006/relationships/image" Target="../media/image359.png"/><Relationship Id="rId12" Type="http://schemas.openxmlformats.org/officeDocument/2006/relationships/customXml" Target="../ink/ink51.xml"/><Relationship Id="rId17" Type="http://schemas.openxmlformats.org/officeDocument/2006/relationships/image" Target="../media/image366.png"/><Relationship Id="rId2" Type="http://schemas.openxmlformats.org/officeDocument/2006/relationships/image" Target="../media/image354.png"/><Relationship Id="rId16" Type="http://schemas.openxmlformats.org/officeDocument/2006/relationships/customXml" Target="../ink/ink53.xml"/><Relationship Id="rId20" Type="http://schemas.openxmlformats.org/officeDocument/2006/relationships/customXml" Target="../ink/ink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8.png"/><Relationship Id="rId11" Type="http://schemas.openxmlformats.org/officeDocument/2006/relationships/image" Target="../media/image363.png"/><Relationship Id="rId5" Type="http://schemas.openxmlformats.org/officeDocument/2006/relationships/image" Target="../media/image357.png"/><Relationship Id="rId15" Type="http://schemas.openxmlformats.org/officeDocument/2006/relationships/image" Target="../media/image365.png"/><Relationship Id="rId10" Type="http://schemas.openxmlformats.org/officeDocument/2006/relationships/image" Target="../media/image362.png"/><Relationship Id="rId19" Type="http://schemas.openxmlformats.org/officeDocument/2006/relationships/image" Target="../media/image367.png"/><Relationship Id="rId4" Type="http://schemas.openxmlformats.org/officeDocument/2006/relationships/image" Target="../media/image356.png"/><Relationship Id="rId9" Type="http://schemas.openxmlformats.org/officeDocument/2006/relationships/image" Target="../media/image361.png"/><Relationship Id="rId14" Type="http://schemas.openxmlformats.org/officeDocument/2006/relationships/customXml" Target="../ink/ink5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358.png"/><Relationship Id="rId18" Type="http://schemas.openxmlformats.org/officeDocument/2006/relationships/image" Target="../media/image3710.png"/><Relationship Id="rId26" Type="http://schemas.openxmlformats.org/officeDocument/2006/relationships/image" Target="../media/image288.png"/><Relationship Id="rId3" Type="http://schemas.openxmlformats.org/officeDocument/2006/relationships/customXml" Target="../ink/ink56.xml"/><Relationship Id="rId21" Type="http://schemas.openxmlformats.org/officeDocument/2006/relationships/image" Target="../media/image374.png"/><Relationship Id="rId7" Type="http://schemas.openxmlformats.org/officeDocument/2006/relationships/customXml" Target="../ink/ink58.xml"/><Relationship Id="rId12" Type="http://schemas.openxmlformats.org/officeDocument/2006/relationships/image" Target="../media/image373.png"/><Relationship Id="rId17" Type="http://schemas.openxmlformats.org/officeDocument/2006/relationships/image" Target="../media/image357.png"/><Relationship Id="rId25" Type="http://schemas.openxmlformats.org/officeDocument/2006/relationships/customXml" Target="../ink/ink61.xml"/><Relationship Id="rId2" Type="http://schemas.openxmlformats.org/officeDocument/2006/relationships/image" Target="../media/image354.png"/><Relationship Id="rId16" Type="http://schemas.openxmlformats.org/officeDocument/2006/relationships/image" Target="../media/image356.png"/><Relationship Id="rId20" Type="http://schemas.openxmlformats.org/officeDocument/2006/relationships/image" Target="../media/image37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0.png"/><Relationship Id="rId11" Type="http://schemas.openxmlformats.org/officeDocument/2006/relationships/customXml" Target="../ink/ink60.xml"/><Relationship Id="rId24" Type="http://schemas.openxmlformats.org/officeDocument/2006/relationships/image" Target="../media/image377.png"/><Relationship Id="rId5" Type="http://schemas.openxmlformats.org/officeDocument/2006/relationships/customXml" Target="../ink/ink57.xml"/><Relationship Id="rId15" Type="http://schemas.openxmlformats.org/officeDocument/2006/relationships/image" Target="../media/image3700.png"/><Relationship Id="rId23" Type="http://schemas.openxmlformats.org/officeDocument/2006/relationships/image" Target="../media/image376.png"/><Relationship Id="rId10" Type="http://schemas.openxmlformats.org/officeDocument/2006/relationships/image" Target="../media/image372.png"/><Relationship Id="rId19" Type="http://schemas.openxmlformats.org/officeDocument/2006/relationships/image" Target="../media/image3720.png"/><Relationship Id="rId4" Type="http://schemas.openxmlformats.org/officeDocument/2006/relationships/image" Target="../media/image369.png"/><Relationship Id="rId9" Type="http://schemas.openxmlformats.org/officeDocument/2006/relationships/customXml" Target="../ink/ink59.xml"/><Relationship Id="rId14" Type="http://schemas.openxmlformats.org/officeDocument/2006/relationships/image" Target="../media/image359.png"/><Relationship Id="rId22" Type="http://schemas.openxmlformats.org/officeDocument/2006/relationships/image" Target="../media/image375.png"/><Relationship Id="rId27" Type="http://schemas.openxmlformats.org/officeDocument/2006/relationships/customXml" Target="../ink/ink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629BA01B-F913-10BB-349F-F6B5D2A644F4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1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A8DCC6CA-2F7D-19DE-5D5F-768529D8E63E}"/>
              </a:ext>
            </a:extLst>
          </p:cNvPr>
          <p:cNvSpPr txBox="1"/>
          <p:nvPr/>
        </p:nvSpPr>
        <p:spPr>
          <a:xfrm>
            <a:off x="2783632" y="764704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different shape</a:t>
            </a:r>
            <a:endParaRPr lang="zh-TW" altLang="en-US" sz="24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DC94AD-D560-6CB4-B1CA-A21D2D9C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340768"/>
            <a:ext cx="1228571" cy="1219048"/>
          </a:xfrm>
          <a:prstGeom prst="rect">
            <a:avLst/>
          </a:prstGeom>
        </p:spPr>
      </p:pic>
      <p:sp>
        <p:nvSpPr>
          <p:cNvPr id="6" name="TextBox 15">
            <a:extLst>
              <a:ext uri="{FF2B5EF4-FFF2-40B4-BE49-F238E27FC236}">
                <a16:creationId xmlns:a16="http://schemas.microsoft.com/office/drawing/2014/main" id="{0CE2F9B3-47B6-F3FC-4220-35CDB3C4EE1B}"/>
              </a:ext>
            </a:extLst>
          </p:cNvPr>
          <p:cNvSpPr txBox="1"/>
          <p:nvPr/>
        </p:nvSpPr>
        <p:spPr>
          <a:xfrm>
            <a:off x="1607029" y="1750237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square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B165EE-E851-2041-0C86-D8A2BB8A351C}"/>
              </a:ext>
            </a:extLst>
          </p:cNvPr>
          <p:cNvSpPr txBox="1"/>
          <p:nvPr/>
        </p:nvSpPr>
        <p:spPr>
          <a:xfrm>
            <a:off x="559873" y="255981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F38B6AC-C494-6DAE-AD71-DAB3F38845EF}"/>
              </a:ext>
            </a:extLst>
          </p:cNvPr>
          <p:cNvSpPr txBox="1"/>
          <p:nvPr/>
        </p:nvSpPr>
        <p:spPr>
          <a:xfrm>
            <a:off x="1271464" y="178238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75F5BA-925C-0C6E-7D1C-EAC0925807B5}"/>
                  </a:ext>
                </a:extLst>
              </p:cNvPr>
              <p:cNvSpPr txBox="1"/>
              <p:nvPr/>
            </p:nvSpPr>
            <p:spPr>
              <a:xfrm>
                <a:off x="3719736" y="17502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75F5BA-925C-0C6E-7D1C-EAC092580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750237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890EEEAC-6E72-615E-69F0-DA72F1A98DBA}"/>
              </a:ext>
            </a:extLst>
          </p:cNvPr>
          <p:cNvGrpSpPr/>
          <p:nvPr/>
        </p:nvGrpSpPr>
        <p:grpSpPr>
          <a:xfrm>
            <a:off x="4015424" y="1596348"/>
            <a:ext cx="498743" cy="553999"/>
            <a:chOff x="1607029" y="3347119"/>
            <a:chExt cx="498743" cy="553999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61904D3-BC13-81F1-EC82-73B149451171}"/>
                </a:ext>
              </a:extLst>
            </p:cNvPr>
            <p:cNvSpPr txBox="1"/>
            <p:nvPr/>
          </p:nvSpPr>
          <p:spPr>
            <a:xfrm>
              <a:off x="1607029" y="3501008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6DF4172-79C1-0847-2234-418CB8006C67}"/>
                </a:ext>
              </a:extLst>
            </p:cNvPr>
            <p:cNvSpPr txBox="1"/>
            <p:nvPr/>
          </p:nvSpPr>
          <p:spPr>
            <a:xfrm>
              <a:off x="1780777" y="3347119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F7758895-2DFD-92BF-FD55-B9ABC69BC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3" y="3071518"/>
            <a:ext cx="2352381" cy="120952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0F536C05-02A5-D93C-EF4B-F3847E0A7203}"/>
              </a:ext>
            </a:extLst>
          </p:cNvPr>
          <p:cNvSpPr txBox="1"/>
          <p:nvPr/>
        </p:nvSpPr>
        <p:spPr>
          <a:xfrm>
            <a:off x="1097715" y="424644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F13A99-F602-1F11-420F-E9078B538AFA}"/>
              </a:ext>
            </a:extLst>
          </p:cNvPr>
          <p:cNvSpPr txBox="1"/>
          <p:nvPr/>
        </p:nvSpPr>
        <p:spPr>
          <a:xfrm>
            <a:off x="2360272" y="3476225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w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75A06824-74D3-44AC-0F92-13CAB7146775}"/>
              </a:ext>
            </a:extLst>
          </p:cNvPr>
          <p:cNvSpPr txBox="1"/>
          <p:nvPr/>
        </p:nvSpPr>
        <p:spPr>
          <a:xfrm>
            <a:off x="2783632" y="3473489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rectangle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6E2AC52-8987-930B-7597-0123A9DE8971}"/>
                  </a:ext>
                </a:extLst>
              </p:cNvPr>
              <p:cNvSpPr txBox="1"/>
              <p:nvPr/>
            </p:nvSpPr>
            <p:spPr>
              <a:xfrm>
                <a:off x="5303912" y="34734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6E2AC52-8987-930B-7597-0123A9DE8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2" y="3473489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FCE8EE9D-65B1-E12A-D332-1AAD521F6CDE}"/>
              </a:ext>
            </a:extLst>
          </p:cNvPr>
          <p:cNvSpPr txBox="1"/>
          <p:nvPr/>
        </p:nvSpPr>
        <p:spPr>
          <a:xfrm>
            <a:off x="5599600" y="3473937"/>
            <a:ext cx="669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w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4EBB6373-2901-49DE-96A6-E58666B9C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60" y="4997561"/>
            <a:ext cx="1390476" cy="124761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907B98F4-2501-ADA4-3A2B-9FFCA0980225}"/>
              </a:ext>
            </a:extLst>
          </p:cNvPr>
          <p:cNvSpPr txBox="1"/>
          <p:nvPr/>
        </p:nvSpPr>
        <p:spPr>
          <a:xfrm>
            <a:off x="753185" y="623924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001A0B1-8B7B-BB49-530B-540FBA0ECD91}"/>
              </a:ext>
            </a:extLst>
          </p:cNvPr>
          <p:cNvCxnSpPr>
            <a:cxnSpLocks/>
          </p:cNvCxnSpPr>
          <p:nvPr/>
        </p:nvCxnSpPr>
        <p:spPr>
          <a:xfrm>
            <a:off x="1725836" y="4997561"/>
            <a:ext cx="0" cy="1187252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2F26039-08FB-E59A-374B-A4FAE5F13F6C}"/>
              </a:ext>
            </a:extLst>
          </p:cNvPr>
          <p:cNvSpPr txBox="1"/>
          <p:nvPr/>
        </p:nvSpPr>
        <p:spPr>
          <a:xfrm>
            <a:off x="1725836" y="5421315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B2614598-F858-2132-CE45-1F2F582379EA}"/>
              </a:ext>
            </a:extLst>
          </p:cNvPr>
          <p:cNvSpPr txBox="1"/>
          <p:nvPr/>
        </p:nvSpPr>
        <p:spPr>
          <a:xfrm>
            <a:off x="2073332" y="5402954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triangle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9CBC093-E935-4771-05BE-64DFBD02E07D}"/>
                  </a:ext>
                </a:extLst>
              </p:cNvPr>
              <p:cNvSpPr txBox="1"/>
              <p:nvPr/>
            </p:nvSpPr>
            <p:spPr>
              <a:xfrm>
                <a:off x="4511824" y="54029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9CBC093-E935-4771-05BE-64DFBD02E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540295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3361115D-B30E-8602-943A-DFB126656AC7}"/>
              </a:ext>
            </a:extLst>
          </p:cNvPr>
          <p:cNvGrpSpPr/>
          <p:nvPr/>
        </p:nvGrpSpPr>
        <p:grpSpPr>
          <a:xfrm>
            <a:off x="4807512" y="5221260"/>
            <a:ext cx="511679" cy="788884"/>
            <a:chOff x="2800688" y="4660253"/>
            <a:chExt cx="511679" cy="788884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90E91CA2-75A7-4A87-1CFB-7EF64F40E546}"/>
                </a:ext>
              </a:extLst>
            </p:cNvPr>
            <p:cNvSpPr txBox="1"/>
            <p:nvPr/>
          </p:nvSpPr>
          <p:spPr>
            <a:xfrm>
              <a:off x="2800688" y="4660253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err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altLang="zh-HK" sz="2000" b="1" err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h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24B86CBC-6D10-82A7-5833-D8490C1882A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DCF8346F-6FE7-CBE0-1186-CD52A451BA0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C077FAC-A3F2-22B8-E0AA-26CA670826E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pic>
        <p:nvPicPr>
          <p:cNvPr id="34" name="圖片 33">
            <a:extLst>
              <a:ext uri="{FF2B5EF4-FFF2-40B4-BE49-F238E27FC236}">
                <a16:creationId xmlns:a16="http://schemas.microsoft.com/office/drawing/2014/main" id="{CB1DC907-15E9-4BE3-DE21-BF2B3BAA6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292" y="1285947"/>
            <a:ext cx="1419048" cy="1266667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9C7CA7E4-8040-1DED-0BE4-C75EFB32E74B}"/>
              </a:ext>
            </a:extLst>
          </p:cNvPr>
          <p:cNvSpPr txBox="1"/>
          <p:nvPr/>
        </p:nvSpPr>
        <p:spPr>
          <a:xfrm>
            <a:off x="6744072" y="252483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F82802F8-2C54-544F-E004-772538DDD9FC}"/>
              </a:ext>
            </a:extLst>
          </p:cNvPr>
          <p:cNvCxnSpPr>
            <a:cxnSpLocks/>
          </p:cNvCxnSpPr>
          <p:nvPr/>
        </p:nvCxnSpPr>
        <p:spPr>
          <a:xfrm>
            <a:off x="7691200" y="1386052"/>
            <a:ext cx="0" cy="1127534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8F54E59-A0C6-DBC1-3445-354F2C0BD9E7}"/>
              </a:ext>
            </a:extLst>
          </p:cNvPr>
          <p:cNvSpPr txBox="1"/>
          <p:nvPr/>
        </p:nvSpPr>
        <p:spPr>
          <a:xfrm>
            <a:off x="7695340" y="1791533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8B90DB3D-1B5C-9239-5695-6D337E7144E4}"/>
              </a:ext>
            </a:extLst>
          </p:cNvPr>
          <p:cNvSpPr txBox="1"/>
          <p:nvPr/>
        </p:nvSpPr>
        <p:spPr>
          <a:xfrm>
            <a:off x="8042836" y="1782382"/>
            <a:ext cx="323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parallelogram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3F07A6A-20D7-8959-E65A-466DF4FCDBC5}"/>
                  </a:ext>
                </a:extLst>
              </p:cNvPr>
              <p:cNvSpPr txBox="1"/>
              <p:nvPr/>
            </p:nvSpPr>
            <p:spPr>
              <a:xfrm>
                <a:off x="11200912" y="17700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3F07A6A-20D7-8959-E65A-466DF4FC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912" y="177003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68A77E49-0A2B-362F-E66D-6E840D81F174}"/>
              </a:ext>
            </a:extLst>
          </p:cNvPr>
          <p:cNvSpPr txBox="1"/>
          <p:nvPr/>
        </p:nvSpPr>
        <p:spPr>
          <a:xfrm>
            <a:off x="11470832" y="1791533"/>
            <a:ext cx="586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E6C74FAE-8CE6-D294-646B-F42B71B5A5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5824656" y="5036779"/>
            <a:ext cx="1819048" cy="1257143"/>
          </a:xfrm>
          <a:prstGeom prst="rect">
            <a:avLst/>
          </a:prstGeom>
        </p:spPr>
      </p:pic>
      <p:grpSp>
        <p:nvGrpSpPr>
          <p:cNvPr id="45" name="群組 44">
            <a:extLst>
              <a:ext uri="{FF2B5EF4-FFF2-40B4-BE49-F238E27FC236}">
                <a16:creationId xmlns:a16="http://schemas.microsoft.com/office/drawing/2014/main" id="{5649E594-85FA-A6FB-DD8A-37F52943196E}"/>
              </a:ext>
            </a:extLst>
          </p:cNvPr>
          <p:cNvGrpSpPr/>
          <p:nvPr/>
        </p:nvGrpSpPr>
        <p:grpSpPr>
          <a:xfrm>
            <a:off x="6482457" y="4748406"/>
            <a:ext cx="419957" cy="400110"/>
            <a:chOff x="3533569" y="4005064"/>
            <a:chExt cx="419957" cy="400110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168DFE9C-7DD2-C4CB-F676-8C0E0CD91BDE}"/>
                </a:ext>
              </a:extLst>
            </p:cNvPr>
            <p:cNvSpPr txBox="1"/>
            <p:nvPr/>
          </p:nvSpPr>
          <p:spPr>
            <a:xfrm>
              <a:off x="3533569" y="4005064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871A346-6ED1-FD00-673B-7C9372662865}"/>
                </a:ext>
              </a:extLst>
            </p:cNvPr>
            <p:cNvSpPr txBox="1"/>
            <p:nvPr/>
          </p:nvSpPr>
          <p:spPr>
            <a:xfrm>
              <a:off x="3701534" y="4128175"/>
              <a:ext cx="2519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1</a:t>
              </a: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3D867CDE-F2C5-07F1-BF36-DA69D189616D}"/>
              </a:ext>
            </a:extLst>
          </p:cNvPr>
          <p:cNvGrpSpPr/>
          <p:nvPr/>
        </p:nvGrpSpPr>
        <p:grpSpPr>
          <a:xfrm>
            <a:off x="6529746" y="6187950"/>
            <a:ext cx="440797" cy="400110"/>
            <a:chOff x="3533569" y="4005064"/>
            <a:chExt cx="440797" cy="400110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F6F7DCDD-7E6D-E555-CEDB-42E876D02746}"/>
                </a:ext>
              </a:extLst>
            </p:cNvPr>
            <p:cNvSpPr txBox="1"/>
            <p:nvPr/>
          </p:nvSpPr>
          <p:spPr>
            <a:xfrm>
              <a:off x="3533569" y="4005064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8C926E07-86D9-CC00-F10B-2CC69D7004B1}"/>
                </a:ext>
              </a:extLst>
            </p:cNvPr>
            <p:cNvSpPr txBox="1"/>
            <p:nvPr/>
          </p:nvSpPr>
          <p:spPr>
            <a:xfrm>
              <a:off x="3701534" y="4128175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2</a:t>
              </a:r>
            </a:p>
          </p:txBody>
        </p:sp>
      </p:grp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10F3927D-5985-E4B9-FCDB-7AACD5AC3D62}"/>
              </a:ext>
            </a:extLst>
          </p:cNvPr>
          <p:cNvCxnSpPr>
            <a:cxnSpLocks/>
          </p:cNvCxnSpPr>
          <p:nvPr/>
        </p:nvCxnSpPr>
        <p:spPr>
          <a:xfrm>
            <a:off x="7643704" y="5056291"/>
            <a:ext cx="0" cy="1127534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422C788-1B5F-D34C-FBAF-17EBE31C492D}"/>
              </a:ext>
            </a:extLst>
          </p:cNvPr>
          <p:cNvSpPr txBox="1"/>
          <p:nvPr/>
        </p:nvSpPr>
        <p:spPr>
          <a:xfrm>
            <a:off x="7647844" y="546177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A19056B7-10D1-E8FD-1F36-20ED8CFB3671}"/>
              </a:ext>
            </a:extLst>
          </p:cNvPr>
          <p:cNvSpPr txBox="1"/>
          <p:nvPr/>
        </p:nvSpPr>
        <p:spPr>
          <a:xfrm>
            <a:off x="8027152" y="5449473"/>
            <a:ext cx="2774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trapezium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F7C5716-C826-3A52-A407-823FAF3E597B}"/>
                  </a:ext>
                </a:extLst>
              </p:cNvPr>
              <p:cNvSpPr txBox="1"/>
              <p:nvPr/>
            </p:nvSpPr>
            <p:spPr>
              <a:xfrm>
                <a:off x="10665420" y="54371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F7C5716-C826-3A52-A407-823FAF3E5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420" y="5437129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7DFAAF78-DC42-9998-D856-70BD8B7404A9}"/>
              </a:ext>
            </a:extLst>
          </p:cNvPr>
          <p:cNvGrpSpPr/>
          <p:nvPr/>
        </p:nvGrpSpPr>
        <p:grpSpPr>
          <a:xfrm>
            <a:off x="11017055" y="5227610"/>
            <a:ext cx="986416" cy="819147"/>
            <a:chOff x="7468052" y="4726696"/>
            <a:chExt cx="986416" cy="819147"/>
          </a:xfrm>
        </p:grpSpPr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06FD229F-A3B1-9EAC-DB93-ECA512C7A261}"/>
                </a:ext>
              </a:extLst>
            </p:cNvPr>
            <p:cNvGrpSpPr/>
            <p:nvPr/>
          </p:nvGrpSpPr>
          <p:grpSpPr>
            <a:xfrm>
              <a:off x="7481221" y="4761878"/>
              <a:ext cx="419957" cy="400110"/>
              <a:chOff x="3533569" y="4005064"/>
              <a:chExt cx="419957" cy="400110"/>
            </a:xfrm>
          </p:grpSpPr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3A609B3B-A453-BBA8-CE3C-375DF8E7ECEB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66FF"/>
                    </a:solidFill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71EB095-A663-F597-A356-A4E94218046E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66FF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E9453B5C-202B-5585-401D-A9C46FAD4F7D}"/>
                    </a:ext>
                  </a:extLst>
                </p:cNvPr>
                <p:cNvSpPr txBox="1"/>
                <p:nvPr/>
              </p:nvSpPr>
              <p:spPr>
                <a:xfrm>
                  <a:off x="7773455" y="472669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E9453B5C-202B-5585-401D-A9C46FAD4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3455" y="4726696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6B563E06-8650-9BB7-979B-3B29F52C3D53}"/>
                </a:ext>
              </a:extLst>
            </p:cNvPr>
            <p:cNvGrpSpPr/>
            <p:nvPr/>
          </p:nvGrpSpPr>
          <p:grpSpPr>
            <a:xfrm>
              <a:off x="8013671" y="4762209"/>
              <a:ext cx="440797" cy="400110"/>
              <a:chOff x="3533569" y="4005064"/>
              <a:chExt cx="440797" cy="400110"/>
            </a:xfrm>
          </p:grpSpPr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AEBC8375-729C-81AB-B804-56A72B07DD38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D88A7E84-6E9D-9039-22CE-401C2086F359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A0900605-6FD7-E65A-8AD9-7479D292AA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68052" y="5139494"/>
              <a:ext cx="986416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9FD1475C-C2E5-B89A-87DD-4156A1C3DAAF}"/>
                </a:ext>
              </a:extLst>
            </p:cNvPr>
            <p:cNvSpPr txBox="1"/>
            <p:nvPr/>
          </p:nvSpPr>
          <p:spPr>
            <a:xfrm>
              <a:off x="7794927" y="5145733"/>
              <a:ext cx="324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pic>
        <p:nvPicPr>
          <p:cNvPr id="67" name="圖片 66">
            <a:extLst>
              <a:ext uri="{FF2B5EF4-FFF2-40B4-BE49-F238E27FC236}">
                <a16:creationId xmlns:a16="http://schemas.microsoft.com/office/drawing/2014/main" id="{1D1F36C6-8C1D-BCAD-E5B0-624340FB18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9082" y="3035987"/>
            <a:ext cx="1914286" cy="1390476"/>
          </a:xfrm>
          <a:prstGeom prst="rect">
            <a:avLst/>
          </a:prstGeom>
        </p:spPr>
      </p:pic>
      <p:sp>
        <p:nvSpPr>
          <p:cNvPr id="68" name="TextBox 15">
            <a:extLst>
              <a:ext uri="{FF2B5EF4-FFF2-40B4-BE49-F238E27FC236}">
                <a16:creationId xmlns:a16="http://schemas.microsoft.com/office/drawing/2014/main" id="{3A459161-83D2-53EB-19C1-670EFF50427D}"/>
              </a:ext>
            </a:extLst>
          </p:cNvPr>
          <p:cNvSpPr txBox="1"/>
          <p:nvPr/>
        </p:nvSpPr>
        <p:spPr>
          <a:xfrm>
            <a:off x="7995340" y="3620480"/>
            <a:ext cx="2565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rhombus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A4D3F64-66FC-1AED-DEA9-F7D70EB6D6DF}"/>
                  </a:ext>
                </a:extLst>
              </p:cNvPr>
              <p:cNvSpPr txBox="1"/>
              <p:nvPr/>
            </p:nvSpPr>
            <p:spPr>
              <a:xfrm>
                <a:off x="10416480" y="36081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A4D3F64-66FC-1AED-DEA9-F7D70EB6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480" y="360813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>
            <a:extLst>
              <a:ext uri="{FF2B5EF4-FFF2-40B4-BE49-F238E27FC236}">
                <a16:creationId xmlns:a16="http://schemas.microsoft.com/office/drawing/2014/main" id="{F75CCFF9-9DAB-03F9-E88C-73C7968738C0}"/>
              </a:ext>
            </a:extLst>
          </p:cNvPr>
          <p:cNvGrpSpPr/>
          <p:nvPr/>
        </p:nvGrpSpPr>
        <p:grpSpPr>
          <a:xfrm>
            <a:off x="10794180" y="3415879"/>
            <a:ext cx="690616" cy="784623"/>
            <a:chOff x="8321833" y="4563948"/>
            <a:chExt cx="690616" cy="784623"/>
          </a:xfrm>
        </p:grpSpPr>
        <p:grpSp>
          <p:nvGrpSpPr>
            <p:cNvPr id="70" name="群組 69">
              <a:extLst>
                <a:ext uri="{FF2B5EF4-FFF2-40B4-BE49-F238E27FC236}">
                  <a16:creationId xmlns:a16="http://schemas.microsoft.com/office/drawing/2014/main" id="{41D974CE-0483-09D4-E3E0-EFD87BC23CB8}"/>
                </a:ext>
              </a:extLst>
            </p:cNvPr>
            <p:cNvGrpSpPr/>
            <p:nvPr/>
          </p:nvGrpSpPr>
          <p:grpSpPr>
            <a:xfrm>
              <a:off x="8321833" y="4563948"/>
              <a:ext cx="419957" cy="400110"/>
              <a:chOff x="3533569" y="4005064"/>
              <a:chExt cx="419957" cy="400110"/>
            </a:xfrm>
          </p:grpSpPr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B00CA3F4-C402-7A71-C96C-D17488D571F0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d</a:t>
                </a: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C097ECE-6BBD-1B62-ADF9-5AE7B1022938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1DB2913F-F142-B78A-8901-B7ED5EC0308E}"/>
                </a:ext>
              </a:extLst>
            </p:cNvPr>
            <p:cNvGrpSpPr/>
            <p:nvPr/>
          </p:nvGrpSpPr>
          <p:grpSpPr>
            <a:xfrm>
              <a:off x="8571652" y="4567337"/>
              <a:ext cx="440797" cy="400110"/>
              <a:chOff x="3533569" y="4005064"/>
              <a:chExt cx="440797" cy="400110"/>
            </a:xfrm>
          </p:grpSpPr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CD7AE90C-8C94-030B-E613-A30248CFF3D7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d</a:t>
                </a:r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38BA45DA-E08B-1410-7A2C-25E252932FE4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6A608F09-B255-6742-FD57-CE008044F5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40194" y="4942222"/>
              <a:ext cx="672255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5FE4E492-2EBD-0CC7-7505-320D36325AF0}"/>
                </a:ext>
              </a:extLst>
            </p:cNvPr>
            <p:cNvSpPr txBox="1"/>
            <p:nvPr/>
          </p:nvSpPr>
          <p:spPr>
            <a:xfrm>
              <a:off x="8511832" y="4948461"/>
              <a:ext cx="324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162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5" grpId="0"/>
      <p:bldP spid="16" grpId="0"/>
      <p:bldP spid="17" grpId="0"/>
      <p:bldP spid="18" grpId="0"/>
      <p:bldP spid="19" grpId="0"/>
      <p:bldP spid="22" grpId="0"/>
      <p:bldP spid="25" grpId="0"/>
      <p:bldP spid="26" grpId="0"/>
      <p:bldP spid="27" grpId="0"/>
      <p:bldP spid="35" grpId="0"/>
      <p:bldP spid="37" grpId="0"/>
      <p:bldP spid="40" grpId="0"/>
      <p:bldP spid="41" grpId="0"/>
      <p:bldP spid="42" grpId="0"/>
      <p:bldP spid="52" grpId="0"/>
      <p:bldP spid="53" grpId="0"/>
      <p:bldP spid="54" grpId="0"/>
      <p:bldP spid="68" grpId="0"/>
      <p:bldP spid="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8787679-1878-E5D6-23E2-BB847546E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5" y="116632"/>
            <a:ext cx="1728192" cy="1674187"/>
          </a:xfrm>
          <a:prstGeom prst="rect">
            <a:avLst/>
          </a:prstGeom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F0B8AF23-4671-FFDD-B11D-76B176560B2E}"/>
              </a:ext>
            </a:extLst>
          </p:cNvPr>
          <p:cNvCxnSpPr>
            <a:cxnSpLocks/>
          </p:cNvCxnSpPr>
          <p:nvPr/>
        </p:nvCxnSpPr>
        <p:spPr>
          <a:xfrm flipH="1">
            <a:off x="983432" y="980728"/>
            <a:ext cx="841772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452CA4-9D2D-B3F7-9032-600C9F058281}"/>
              </a:ext>
            </a:extLst>
          </p:cNvPr>
          <p:cNvSpPr txBox="1"/>
          <p:nvPr/>
        </p:nvSpPr>
        <p:spPr>
          <a:xfrm>
            <a:off x="1230570" y="60449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13958421-8863-2BFA-955C-C80F4F640A2D}"/>
              </a:ext>
            </a:extLst>
          </p:cNvPr>
          <p:cNvSpPr txBox="1"/>
          <p:nvPr/>
        </p:nvSpPr>
        <p:spPr>
          <a:xfrm>
            <a:off x="1830400" y="804549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circle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8790DB-8B9A-F87C-1DCE-73ACDEF99C62}"/>
                  </a:ext>
                </a:extLst>
              </p:cNvPr>
              <p:cNvSpPr txBox="1"/>
              <p:nvPr/>
            </p:nvSpPr>
            <p:spPr>
              <a:xfrm>
                <a:off x="3928104" y="7844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8790DB-8B9A-F87C-1DCE-73ACDEF9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04" y="784415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C5FFDE41-DCA3-143C-D9C8-AB369E080D94}"/>
              </a:ext>
            </a:extLst>
          </p:cNvPr>
          <p:cNvGrpSpPr/>
          <p:nvPr/>
        </p:nvGrpSpPr>
        <p:grpSpPr>
          <a:xfrm>
            <a:off x="4240520" y="715241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C4DEDE2-3787-8BD8-888B-E4A210153903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C4DEDE2-3787-8BD8-888B-E4A210153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CB853D2-B857-05EC-47BB-340E4D256819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EF65998-318A-1BC1-3F4C-03C00B28AA9A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6FB523D-151E-A4C2-D2A7-FCF9621155BB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4EFA28C4-8BF2-3CA2-2E32-81470E3C1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998" y="206106"/>
            <a:ext cx="1733333" cy="149523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26ECFD-B055-488F-A316-427A319687DE}"/>
              </a:ext>
            </a:extLst>
          </p:cNvPr>
          <p:cNvSpPr txBox="1"/>
          <p:nvPr/>
        </p:nvSpPr>
        <p:spPr>
          <a:xfrm>
            <a:off x="6587916" y="159076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A940CA6B-98EE-5AD4-C7B0-7DD375CC24AF}"/>
              </a:ext>
            </a:extLst>
          </p:cNvPr>
          <p:cNvSpPr/>
          <p:nvPr/>
        </p:nvSpPr>
        <p:spPr>
          <a:xfrm rot="15391837">
            <a:off x="7279678" y="1462610"/>
            <a:ext cx="648072" cy="576064"/>
          </a:xfrm>
          <a:prstGeom prst="arc">
            <a:avLst>
              <a:gd name="adj1" fmla="val 18638249"/>
              <a:gd name="adj2" fmla="val 0"/>
            </a:avLst>
          </a:prstGeom>
          <a:ln w="44450">
            <a:solidFill>
              <a:srgbClr val="00B050"/>
            </a:solidFill>
          </a:ln>
          <a:effectLst>
            <a:glow>
              <a:schemeClr val="tx1">
                <a:lumMod val="50000"/>
                <a:lumOff val="50000"/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1FAD0-6F5E-09DD-C8C7-DA69D8533CA3}"/>
                  </a:ext>
                </a:extLst>
              </p:cNvPr>
              <p:cNvSpPr txBox="1"/>
              <p:nvPr/>
            </p:nvSpPr>
            <p:spPr>
              <a:xfrm>
                <a:off x="7100284" y="116212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1FAD0-6F5E-09DD-C8C7-DA69D8533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284" y="1162127"/>
                <a:ext cx="29568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15">
            <a:extLst>
              <a:ext uri="{FF2B5EF4-FFF2-40B4-BE49-F238E27FC236}">
                <a16:creationId xmlns:a16="http://schemas.microsoft.com/office/drawing/2014/main" id="{D60A3C4E-4EF5-261C-5456-6EBD09EDAB9B}"/>
              </a:ext>
            </a:extLst>
          </p:cNvPr>
          <p:cNvSpPr txBox="1"/>
          <p:nvPr/>
        </p:nvSpPr>
        <p:spPr>
          <a:xfrm>
            <a:off x="7620588" y="822963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Sector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95DD6E6-CD6D-EA10-8D5E-F3FD1485F8F3}"/>
                  </a:ext>
                </a:extLst>
              </p:cNvPr>
              <p:cNvSpPr txBox="1"/>
              <p:nvPr/>
            </p:nvSpPr>
            <p:spPr>
              <a:xfrm>
                <a:off x="9718292" y="8028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95DD6E6-CD6D-EA10-8D5E-F3FD1485F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292" y="802829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8F431DF0-00F2-7AB2-8E57-F32EA4E9ED2E}"/>
              </a:ext>
            </a:extLst>
          </p:cNvPr>
          <p:cNvGrpSpPr/>
          <p:nvPr/>
        </p:nvGrpSpPr>
        <p:grpSpPr>
          <a:xfrm>
            <a:off x="10013980" y="741202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03DEB80-CFF6-BF87-5463-5573ABB8C4EE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03DEB80-CFF6-BF87-5463-5573ABB8C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695F36EC-7ADE-1184-915B-B24AAC9DC4CC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ACAD2A3-D081-791D-2D64-0492434E9972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4468371-4A4A-4EE7-61AB-9CB24F40AA8C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22CC0AE-0178-540C-C20E-F57D07D898F5}"/>
                  </a:ext>
                </a:extLst>
              </p:cNvPr>
              <p:cNvSpPr txBox="1"/>
              <p:nvPr/>
            </p:nvSpPr>
            <p:spPr>
              <a:xfrm>
                <a:off x="10530036" y="8190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22CC0AE-0178-540C-C20E-F57D07D89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036" y="81900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49746A73-ADBD-756A-02E4-398C45D24C60}"/>
              </a:ext>
            </a:extLst>
          </p:cNvPr>
          <p:cNvGrpSpPr/>
          <p:nvPr/>
        </p:nvGrpSpPr>
        <p:grpSpPr>
          <a:xfrm>
            <a:off x="10837384" y="628329"/>
            <a:ext cx="765517" cy="790838"/>
            <a:chOff x="10837384" y="628329"/>
            <a:chExt cx="765517" cy="790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0D6C5899-0FEB-9261-6BED-DD7F48AFF3D8}"/>
                    </a:ext>
                  </a:extLst>
                </p:cNvPr>
                <p:cNvSpPr txBox="1"/>
                <p:nvPr/>
              </p:nvSpPr>
              <p:spPr>
                <a:xfrm>
                  <a:off x="11015451" y="628329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0D6C5899-0FEB-9261-6BED-DD7F48AFF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5451" y="628329"/>
                  <a:ext cx="295688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F9CDDCE2-94EA-6065-1A2A-FCAE0CC7D15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930936" y="1019057"/>
              <a:ext cx="52718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95D1BAF-CE99-BE2F-F851-A94F3FC53311}"/>
                </a:ext>
              </a:extLst>
            </p:cNvPr>
            <p:cNvSpPr txBox="1"/>
            <p:nvPr/>
          </p:nvSpPr>
          <p:spPr>
            <a:xfrm>
              <a:off x="10837384" y="1019057"/>
              <a:ext cx="765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360</a:t>
              </a:r>
            </a:p>
          </p:txBody>
        </p:sp>
      </p:grpSp>
      <p:sp>
        <p:nvSpPr>
          <p:cNvPr id="35" name="TextBox 15">
            <a:extLst>
              <a:ext uri="{FF2B5EF4-FFF2-40B4-BE49-F238E27FC236}">
                <a16:creationId xmlns:a16="http://schemas.microsoft.com/office/drawing/2014/main" id="{BCF8A600-3EE2-9F27-0D6A-946ABEF09704}"/>
              </a:ext>
            </a:extLst>
          </p:cNvPr>
          <p:cNvSpPr txBox="1"/>
          <p:nvPr/>
        </p:nvSpPr>
        <p:spPr>
          <a:xfrm>
            <a:off x="4087123" y="2060848"/>
            <a:ext cx="333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4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CE32F3E2-2249-2916-4226-469771AA94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345" y="2862129"/>
            <a:ext cx="2980952" cy="1638095"/>
          </a:xfrm>
          <a:prstGeom prst="rect">
            <a:avLst/>
          </a:prstGeom>
        </p:spPr>
      </p:pic>
      <p:sp>
        <p:nvSpPr>
          <p:cNvPr id="38" name="TextBox 15">
            <a:extLst>
              <a:ext uri="{FF2B5EF4-FFF2-40B4-BE49-F238E27FC236}">
                <a16:creationId xmlns:a16="http://schemas.microsoft.com/office/drawing/2014/main" id="{0DB36D6B-21A9-F82F-C80E-9DE121F80252}"/>
              </a:ext>
            </a:extLst>
          </p:cNvPr>
          <p:cNvSpPr txBox="1"/>
          <p:nvPr/>
        </p:nvSpPr>
        <p:spPr>
          <a:xfrm>
            <a:off x="3701852" y="3477620"/>
            <a:ext cx="2486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2526B55-5DA4-CAD4-9459-DDF915656A40}"/>
                  </a:ext>
                </a:extLst>
              </p:cNvPr>
              <p:cNvSpPr txBox="1"/>
              <p:nvPr/>
            </p:nvSpPr>
            <p:spPr>
              <a:xfrm>
                <a:off x="6096000" y="34574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2526B55-5DA4-CAD4-9459-DDF915656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5748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15">
            <a:extLst>
              <a:ext uri="{FF2B5EF4-FFF2-40B4-BE49-F238E27FC236}">
                <a16:creationId xmlns:a16="http://schemas.microsoft.com/office/drawing/2014/main" id="{E3B1F7E2-F5AF-E43F-71CC-86C10F63C765}"/>
              </a:ext>
            </a:extLst>
          </p:cNvPr>
          <p:cNvSpPr txBox="1"/>
          <p:nvPr/>
        </p:nvSpPr>
        <p:spPr>
          <a:xfrm>
            <a:off x="6336913" y="3486246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AE183-2106-7236-82AB-1CCC7D15A367}"/>
                  </a:ext>
                </a:extLst>
              </p:cNvPr>
              <p:cNvSpPr txBox="1"/>
              <p:nvPr/>
            </p:nvSpPr>
            <p:spPr>
              <a:xfrm>
                <a:off x="7811456" y="34776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AE183-2106-7236-82AB-1CCC7D15A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456" y="347762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387F7928-2A4B-AD56-E151-42C25AF91A3F}"/>
              </a:ext>
            </a:extLst>
          </p:cNvPr>
          <p:cNvSpPr txBox="1"/>
          <p:nvPr/>
        </p:nvSpPr>
        <p:spPr>
          <a:xfrm>
            <a:off x="8080125" y="348624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EFFAF4EC-F31A-8B8A-BD75-E062320D1D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964" y="4549740"/>
            <a:ext cx="2685714" cy="2276190"/>
          </a:xfrm>
          <a:prstGeom prst="rect">
            <a:avLst/>
          </a:prstGeom>
        </p:spPr>
      </p:pic>
      <p:sp>
        <p:nvSpPr>
          <p:cNvPr id="45" name="TextBox 15">
            <a:extLst>
              <a:ext uri="{FF2B5EF4-FFF2-40B4-BE49-F238E27FC236}">
                <a16:creationId xmlns:a16="http://schemas.microsoft.com/office/drawing/2014/main" id="{345A7D3E-9D5E-938A-FEC4-1899C8ADCD78}"/>
              </a:ext>
            </a:extLst>
          </p:cNvPr>
          <p:cNvSpPr txBox="1"/>
          <p:nvPr/>
        </p:nvSpPr>
        <p:spPr>
          <a:xfrm>
            <a:off x="3288457" y="5645260"/>
            <a:ext cx="2936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cylinder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CD315A4-39ED-DD0B-FD45-F00B60DF16E3}"/>
                  </a:ext>
                </a:extLst>
              </p:cNvPr>
              <p:cNvSpPr txBox="1"/>
              <p:nvPr/>
            </p:nvSpPr>
            <p:spPr>
              <a:xfrm>
                <a:off x="6096000" y="56332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CD315A4-39ED-DD0B-FD45-F00B60DF1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3320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AEFA8AA7-D30D-6C2D-133F-814F925D04AD}"/>
              </a:ext>
            </a:extLst>
          </p:cNvPr>
          <p:cNvGrpSpPr/>
          <p:nvPr/>
        </p:nvGrpSpPr>
        <p:grpSpPr>
          <a:xfrm>
            <a:off x="6396845" y="556403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1EB77FC-8E1D-F4A7-5F6D-E2AA18F9A21D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1EB77FC-8E1D-F4A7-5F6D-E2AA18F9A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3F461FA-34B2-4DB1-5025-459A524A3583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73236D4-8E30-6EB9-308B-4107261602BA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143311E8-3103-D69C-E0BD-63F7E1159715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B7539D-09CD-1377-824B-16DE49608F17}"/>
              </a:ext>
            </a:extLst>
          </p:cNvPr>
          <p:cNvSpPr txBox="1"/>
          <p:nvPr/>
        </p:nvSpPr>
        <p:spPr>
          <a:xfrm>
            <a:off x="6878693" y="5636959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5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7" grpId="0"/>
      <p:bldP spid="19" grpId="0" animBg="1"/>
      <p:bldP spid="20" grpId="0"/>
      <p:bldP spid="21" grpId="0"/>
      <p:bldP spid="22" grpId="0"/>
      <p:bldP spid="28" grpId="0"/>
      <p:bldP spid="35" grpId="0"/>
      <p:bldP spid="38" grpId="0"/>
      <p:bldP spid="39" grpId="0"/>
      <p:bldP spid="40" grpId="0"/>
      <p:bldP spid="41" grpId="0"/>
      <p:bldP spid="42" grpId="0"/>
      <p:bldP spid="45" grpId="0"/>
      <p:bldP spid="46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77022A72-EA13-60FA-08A6-F3DB1D369A39}"/>
              </a:ext>
            </a:extLst>
          </p:cNvPr>
          <p:cNvSpPr txBox="1"/>
          <p:nvPr/>
        </p:nvSpPr>
        <p:spPr>
          <a:xfrm>
            <a:off x="4007768" y="188640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4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C12DAFD-308E-F2F9-A92D-E7E2C82B894C}"/>
              </a:ext>
            </a:extLst>
          </p:cNvPr>
          <p:cNvGrpSpPr/>
          <p:nvPr/>
        </p:nvGrpSpPr>
        <p:grpSpPr>
          <a:xfrm>
            <a:off x="623392" y="1268760"/>
            <a:ext cx="2223809" cy="1893120"/>
            <a:chOff x="263352" y="980728"/>
            <a:chExt cx="2223809" cy="1893120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E0FA5E0D-D5C3-C0F9-2BD4-163A67E98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52" y="980728"/>
              <a:ext cx="2028571" cy="1771429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F958DB1-ECFF-9E26-F424-E87CED07D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6685" y="2492896"/>
              <a:ext cx="390476" cy="380952"/>
            </a:xfrm>
            <a:prstGeom prst="rect">
              <a:avLst/>
            </a:prstGeom>
          </p:spPr>
        </p:pic>
      </p:grpSp>
      <p:sp>
        <p:nvSpPr>
          <p:cNvPr id="8" name="TextBox 15">
            <a:extLst>
              <a:ext uri="{FF2B5EF4-FFF2-40B4-BE49-F238E27FC236}">
                <a16:creationId xmlns:a16="http://schemas.microsoft.com/office/drawing/2014/main" id="{31259D69-91C7-1355-6400-3790836B9ED5}"/>
              </a:ext>
            </a:extLst>
          </p:cNvPr>
          <p:cNvSpPr txBox="1"/>
          <p:nvPr/>
        </p:nvSpPr>
        <p:spPr>
          <a:xfrm>
            <a:off x="3071664" y="2060848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6EC1CF2-235F-8898-CEA1-B706C07297A5}"/>
                  </a:ext>
                </a:extLst>
              </p:cNvPr>
              <p:cNvSpPr txBox="1"/>
              <p:nvPr/>
            </p:nvSpPr>
            <p:spPr>
              <a:xfrm>
                <a:off x="5948156" y="20448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6EC1CF2-235F-8898-CEA1-B706C0729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6" y="2044879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8D0FCE9B-56FE-589B-8CF5-CDC47A0290DE}"/>
              </a:ext>
            </a:extLst>
          </p:cNvPr>
          <p:cNvGrpSpPr/>
          <p:nvPr/>
        </p:nvGrpSpPr>
        <p:grpSpPr>
          <a:xfrm>
            <a:off x="6333509" y="1872128"/>
            <a:ext cx="364383" cy="777549"/>
            <a:chOff x="2896107" y="4671588"/>
            <a:chExt cx="364383" cy="777549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D41FED3-2532-4C8E-816F-E8F4236A4FC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6227ABC5-D4FC-9B57-6FA9-6E30CE066DC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7F781B21-99A3-1E24-BC61-8709B5F39A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FBF8811-9BDF-B7E5-484D-C58A2D15A0A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02CE238-43FD-90E8-DE26-6DEA226D0C75}"/>
                  </a:ext>
                </a:extLst>
              </p:cNvPr>
              <p:cNvSpPr txBox="1"/>
              <p:nvPr/>
            </p:nvSpPr>
            <p:spPr>
              <a:xfrm>
                <a:off x="6719900" y="20349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02CE238-43FD-90E8-DE26-6DEA226D0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2034939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F425A4D-0784-000F-9CFC-FC4DE79707BA}"/>
              </a:ext>
            </a:extLst>
          </p:cNvPr>
          <p:cNvSpPr txBox="1"/>
          <p:nvPr/>
        </p:nvSpPr>
        <p:spPr>
          <a:xfrm>
            <a:off x="6943437" y="2049512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69017EE-23E6-2484-B331-B2B7604831B1}"/>
                  </a:ext>
                </a:extLst>
              </p:cNvPr>
              <p:cNvSpPr txBox="1"/>
              <p:nvPr/>
            </p:nvSpPr>
            <p:spPr>
              <a:xfrm>
                <a:off x="8417980" y="20408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69017EE-23E6-2484-B331-B2B76048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980" y="204088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F9C38617-C8C5-6442-55ED-A303B7D9AFA4}"/>
              </a:ext>
            </a:extLst>
          </p:cNvPr>
          <p:cNvSpPr txBox="1"/>
          <p:nvPr/>
        </p:nvSpPr>
        <p:spPr>
          <a:xfrm>
            <a:off x="8686649" y="204951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08A35A2-E067-34FD-0C74-60ACC60F9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55" y="3573016"/>
            <a:ext cx="1584176" cy="2620123"/>
          </a:xfrm>
          <a:prstGeom prst="rect">
            <a:avLst/>
          </a:prstGeom>
        </p:spPr>
      </p:pic>
      <p:sp>
        <p:nvSpPr>
          <p:cNvPr id="21" name="TextBox 15">
            <a:extLst>
              <a:ext uri="{FF2B5EF4-FFF2-40B4-BE49-F238E27FC236}">
                <a16:creationId xmlns:a16="http://schemas.microsoft.com/office/drawing/2014/main" id="{391A15B8-A44B-FE23-AE4D-EF48738D44EB}"/>
              </a:ext>
            </a:extLst>
          </p:cNvPr>
          <p:cNvSpPr txBox="1"/>
          <p:nvPr/>
        </p:nvSpPr>
        <p:spPr>
          <a:xfrm>
            <a:off x="3575719" y="4653136"/>
            <a:ext cx="2515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Cone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E9B4D39-2385-CE39-18A3-9FA968AD5103}"/>
                  </a:ext>
                </a:extLst>
              </p:cNvPr>
              <p:cNvSpPr txBox="1"/>
              <p:nvPr/>
            </p:nvSpPr>
            <p:spPr>
              <a:xfrm>
                <a:off x="5943249" y="46371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E9B4D39-2385-CE39-18A3-9FA968AD5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249" y="4637167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76EF7D85-0C42-E4E8-1D76-ED9347295400}"/>
              </a:ext>
            </a:extLst>
          </p:cNvPr>
          <p:cNvGrpSpPr/>
          <p:nvPr/>
        </p:nvGrpSpPr>
        <p:grpSpPr>
          <a:xfrm>
            <a:off x="6340102" y="4464416"/>
            <a:ext cx="364383" cy="777549"/>
            <a:chOff x="2896107" y="4671588"/>
            <a:chExt cx="364383" cy="777549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0D5FE40D-2621-F8FE-B8F9-58818834D97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48BB1950-0292-1C60-7131-9EE955D0229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547FD9B7-6CF4-6D92-7116-6959DFF933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87B63A1-2064-EEAA-1E76-83462C19627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3307418-AE2C-DC7A-3BF9-92BE0E66C858}"/>
                  </a:ext>
                </a:extLst>
              </p:cNvPr>
              <p:cNvSpPr txBox="1"/>
              <p:nvPr/>
            </p:nvSpPr>
            <p:spPr>
              <a:xfrm>
                <a:off x="6719900" y="46272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3307418-AE2C-DC7A-3BF9-92BE0E66C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4627227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F189D7E6-8069-12C3-A445-968D988360E5}"/>
              </a:ext>
            </a:extLst>
          </p:cNvPr>
          <p:cNvGrpSpPr/>
          <p:nvPr/>
        </p:nvGrpSpPr>
        <p:grpSpPr>
          <a:xfrm>
            <a:off x="6983175" y="455805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BD2424FA-30B1-8137-1E10-2B14B4720491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BD2424FA-30B1-8137-1E10-2B14B4720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A701B6D9-9F3E-267E-72E7-3124E7EBD54D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E2A7889-586E-85B3-1275-1AFB0249B290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C3CD38E-B600-3261-0236-915104C8AD1A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D7780BD-6D52-7BB7-25C9-6232B4F9A75F}"/>
              </a:ext>
            </a:extLst>
          </p:cNvPr>
          <p:cNvSpPr txBox="1"/>
          <p:nvPr/>
        </p:nvSpPr>
        <p:spPr>
          <a:xfrm>
            <a:off x="7465023" y="4630979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5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5" grpId="0"/>
      <p:bldP spid="16" grpId="0"/>
      <p:bldP spid="17" grpId="0"/>
      <p:bldP spid="18" grpId="0"/>
      <p:bldP spid="21" grpId="0"/>
      <p:bldP spid="22" grpId="0"/>
      <p:bldP spid="28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83095154-CC5A-0383-3F86-45A96DC950F9}"/>
              </a:ext>
            </a:extLst>
          </p:cNvPr>
          <p:cNvSpPr txBox="1"/>
          <p:nvPr/>
        </p:nvSpPr>
        <p:spPr>
          <a:xfrm>
            <a:off x="3791744" y="188640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cone</a:t>
            </a:r>
            <a:endParaRPr lang="zh-TW" altLang="en-US" sz="24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5088BBE-8E63-DAC6-C0F2-84480DA3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916832"/>
            <a:ext cx="2104762" cy="2761905"/>
          </a:xfrm>
          <a:prstGeom prst="rect">
            <a:avLst/>
          </a:prstGeom>
        </p:spPr>
      </p:pic>
      <p:sp>
        <p:nvSpPr>
          <p:cNvPr id="7" name="TextBox 15">
            <a:extLst>
              <a:ext uri="{FF2B5EF4-FFF2-40B4-BE49-F238E27FC236}">
                <a16:creationId xmlns:a16="http://schemas.microsoft.com/office/drawing/2014/main" id="{0E41D458-959D-77BC-792B-FD6F753D3296}"/>
              </a:ext>
            </a:extLst>
          </p:cNvPr>
          <p:cNvSpPr txBox="1"/>
          <p:nvPr/>
        </p:nvSpPr>
        <p:spPr>
          <a:xfrm>
            <a:off x="2207568" y="1950351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Curved surface area of cone</a:t>
            </a:r>
            <a:endParaRPr lang="zh-TW" altLang="en-US" sz="20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DC27835-AAA2-B9F1-C7B0-7FF89071967F}"/>
                  </a:ext>
                </a:extLst>
              </p:cNvPr>
              <p:cNvSpPr txBox="1"/>
              <p:nvPr/>
            </p:nvSpPr>
            <p:spPr>
              <a:xfrm>
                <a:off x="6143822" y="19503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DC27835-AAA2-B9F1-C7B0-7FF890719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22" y="1950351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5CC2B2C2-5389-231A-6A10-557964003CE8}"/>
              </a:ext>
            </a:extLst>
          </p:cNvPr>
          <p:cNvGrpSpPr/>
          <p:nvPr/>
        </p:nvGrpSpPr>
        <p:grpSpPr>
          <a:xfrm>
            <a:off x="6461911" y="1935095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C0611F6-C1E4-78B4-46FE-778401692D78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C0611F6-C1E4-78B4-46FE-778401692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E22D9CD0-6CE9-0926-FA09-5368308B2BCC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55A44C1-7BF7-D9D6-CF91-73445CDFEC84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D4BE1533-E9C2-32BD-F092-F94BDE18A308}"/>
              </a:ext>
            </a:extLst>
          </p:cNvPr>
          <p:cNvSpPr txBox="1"/>
          <p:nvPr/>
        </p:nvSpPr>
        <p:spPr>
          <a:xfrm>
            <a:off x="2351584" y="3282372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Total surface area of cone</a:t>
            </a:r>
            <a:endParaRPr lang="zh-TW" altLang="en-US" sz="2000" b="1"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818A1E-48FF-46A9-1ECA-FF3EA1236829}"/>
                  </a:ext>
                </a:extLst>
              </p:cNvPr>
              <p:cNvSpPr txBox="1"/>
              <p:nvPr/>
            </p:nvSpPr>
            <p:spPr>
              <a:xfrm>
                <a:off x="6143822" y="32823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818A1E-48FF-46A9-1ECA-FF3EA1236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22" y="328237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5">
            <a:extLst>
              <a:ext uri="{FF2B5EF4-FFF2-40B4-BE49-F238E27FC236}">
                <a16:creationId xmlns:a16="http://schemas.microsoft.com/office/drawing/2014/main" id="{DBA58B8B-5D46-3DDA-2E24-91302BC7A61E}"/>
              </a:ext>
            </a:extLst>
          </p:cNvPr>
          <p:cNvSpPr txBox="1"/>
          <p:nvPr/>
        </p:nvSpPr>
        <p:spPr>
          <a:xfrm>
            <a:off x="6370533" y="3282372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4521316-F9BD-12ED-DAF9-B08C0ED228E7}"/>
                  </a:ext>
                </a:extLst>
              </p:cNvPr>
              <p:cNvSpPr txBox="1"/>
              <p:nvPr/>
            </p:nvSpPr>
            <p:spPr>
              <a:xfrm>
                <a:off x="7845076" y="32737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4521316-F9BD-12ED-DAF9-B08C0ED22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076" y="327374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859146DA-E839-0B17-BC3E-D44E38E9AC7A}"/>
              </a:ext>
            </a:extLst>
          </p:cNvPr>
          <p:cNvSpPr txBox="1"/>
          <p:nvPr/>
        </p:nvSpPr>
        <p:spPr>
          <a:xfrm>
            <a:off x="8112224" y="3273746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Curved surface area of cone</a:t>
            </a:r>
            <a:endParaRPr lang="zh-TW" altLang="en-US" sz="20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4D3F2B-E682-1CBF-AF94-C01B443E2613}"/>
                  </a:ext>
                </a:extLst>
              </p:cNvPr>
              <p:cNvSpPr txBox="1"/>
              <p:nvPr/>
            </p:nvSpPr>
            <p:spPr>
              <a:xfrm>
                <a:off x="6142924" y="39910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4D3F2B-E682-1CBF-AF94-C01B443E2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924" y="399105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DAECF655-BBE3-0D88-6E85-79A09953219A}"/>
              </a:ext>
            </a:extLst>
          </p:cNvPr>
          <p:cNvGrpSpPr/>
          <p:nvPr/>
        </p:nvGrpSpPr>
        <p:grpSpPr>
          <a:xfrm>
            <a:off x="6482542" y="3921881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EFA0AFAE-ED04-2200-659D-E7BDD7E6D717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EFA0AFAE-ED04-2200-659D-E7BDD7E6D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AEEBA52C-B946-327D-D574-B2D6F92032BA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BC144BF-ED90-DE83-824D-A99D74968C72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12D4838-659D-8E13-6E4B-1928815A556E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3B5E74F-AEC1-3123-EF13-181F39745CDD}"/>
                  </a:ext>
                </a:extLst>
              </p:cNvPr>
              <p:cNvSpPr txBox="1"/>
              <p:nvPr/>
            </p:nvSpPr>
            <p:spPr>
              <a:xfrm>
                <a:off x="6971199" y="39824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3B5E74F-AEC1-3123-EF13-181F39745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199" y="3982429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F51C02BB-1227-5307-8BF4-9BE5E30FF484}"/>
              </a:ext>
            </a:extLst>
          </p:cNvPr>
          <p:cNvGrpSpPr/>
          <p:nvPr/>
        </p:nvGrpSpPr>
        <p:grpSpPr>
          <a:xfrm>
            <a:off x="7266887" y="3974983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B255117-A130-D753-864C-7D545107C860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B255117-A130-D753-864C-7D545107C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D755E69-F873-1E52-FFAA-B93590AD495B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6213BB8-535A-610A-739C-D1B44681F220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p:pic>
        <p:nvPicPr>
          <p:cNvPr id="32" name="圖片 31">
            <a:extLst>
              <a:ext uri="{FF2B5EF4-FFF2-40B4-BE49-F238E27FC236}">
                <a16:creationId xmlns:a16="http://schemas.microsoft.com/office/drawing/2014/main" id="{A2A82E4A-4DA5-2A3F-F814-B422701FCE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9876" y="4075769"/>
            <a:ext cx="3857143" cy="2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6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/>
      <p:bldP spid="13" grpId="0"/>
      <p:bldP spid="15" grpId="0"/>
      <p:bldP spid="16" grpId="0"/>
      <p:bldP spid="17" grpId="0"/>
      <p:bldP spid="18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4E229122-2ACC-75A4-B38E-C913CDDFC4E3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2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5CB6D057-03A3-5008-762E-02D57066B88D}"/>
              </a:ext>
            </a:extLst>
          </p:cNvPr>
          <p:cNvSpPr txBox="1"/>
          <p:nvPr/>
        </p:nvSpPr>
        <p:spPr>
          <a:xfrm>
            <a:off x="5015880" y="836712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Sphere</a:t>
            </a:r>
            <a:endParaRPr lang="zh-TW" altLang="en-US" sz="24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18B3775B-F0AD-8CE4-7148-3F8FE09815F5}"/>
              </a:ext>
            </a:extLst>
          </p:cNvPr>
          <p:cNvGrpSpPr/>
          <p:nvPr/>
        </p:nvGrpSpPr>
        <p:grpSpPr>
          <a:xfrm>
            <a:off x="335360" y="1916832"/>
            <a:ext cx="2664296" cy="2664296"/>
            <a:chOff x="479376" y="1628800"/>
            <a:chExt cx="2413200" cy="234552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55C4E8B-C7EA-BD60-674B-9A0780AAD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384" y="1772816"/>
              <a:ext cx="2160240" cy="2125317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2EF5500-0DBF-5589-3A19-34DB20D68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0671" y="1628800"/>
              <a:ext cx="361905" cy="419048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4002AA26-25E3-BBD2-7FC1-2CF7788A7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376" y="3821942"/>
              <a:ext cx="485714" cy="152381"/>
            </a:xfrm>
            <a:prstGeom prst="rect">
              <a:avLst/>
            </a:prstGeom>
          </p:spPr>
        </p:pic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17A5A304-AC82-6C11-9AFC-358519511273}"/>
              </a:ext>
            </a:extLst>
          </p:cNvPr>
          <p:cNvSpPr txBox="1"/>
          <p:nvPr/>
        </p:nvSpPr>
        <p:spPr>
          <a:xfrm>
            <a:off x="3362375" y="2584477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Sphere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AA8726E-64EE-B61C-C327-21A58EC9928E}"/>
                  </a:ext>
                </a:extLst>
              </p:cNvPr>
              <p:cNvSpPr txBox="1"/>
              <p:nvPr/>
            </p:nvSpPr>
            <p:spPr>
              <a:xfrm>
                <a:off x="6065013" y="25844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AA8726E-64EE-B61C-C327-21A58EC9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013" y="2584477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448D87E8-6B2F-F51E-18BE-7B17E51E7CF3}"/>
              </a:ext>
            </a:extLst>
          </p:cNvPr>
          <p:cNvGrpSpPr/>
          <p:nvPr/>
        </p:nvGrpSpPr>
        <p:grpSpPr>
          <a:xfrm>
            <a:off x="6476307" y="2420888"/>
            <a:ext cx="364383" cy="777549"/>
            <a:chOff x="2896107" y="4671588"/>
            <a:chExt cx="364383" cy="777549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C1E878F-CC50-A893-CCC4-81F01970E56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9B0B9FC-35C4-9752-045C-E36510738945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861BF568-A81D-C271-45ED-AEA41D94F3F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8B53AC1-B721-E0FC-B9E8-09D42D3AEBF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439C31-7D15-ACBB-9C3E-79F83D18AFA4}"/>
                  </a:ext>
                </a:extLst>
              </p:cNvPr>
              <p:cNvSpPr txBox="1"/>
              <p:nvPr/>
            </p:nvSpPr>
            <p:spPr>
              <a:xfrm>
                <a:off x="6849950" y="25844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439C31-7D15-ACBB-9C3E-79F83D18A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950" y="2584477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5839DFE5-141C-52AD-70FA-25941F307125}"/>
              </a:ext>
            </a:extLst>
          </p:cNvPr>
          <p:cNvGrpSpPr/>
          <p:nvPr/>
        </p:nvGrpSpPr>
        <p:grpSpPr>
          <a:xfrm>
            <a:off x="7145638" y="251530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089991E7-F65B-F869-4DFE-18A20E2727DA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089991E7-F65B-F869-4DFE-18A20E272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1970CB8B-6449-7C83-4048-B7C1B28D41BD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5E7BFEB-767F-CDDA-C548-F7FC9D9ECDF1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6FB87A6-BAFC-1C18-4E56-CB6F62A7AA86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p:sp>
        <p:nvSpPr>
          <p:cNvPr id="24" name="TextBox 15">
            <a:extLst>
              <a:ext uri="{FF2B5EF4-FFF2-40B4-BE49-F238E27FC236}">
                <a16:creationId xmlns:a16="http://schemas.microsoft.com/office/drawing/2014/main" id="{C8E97D9E-96AF-92E0-5132-B14E3446DFC6}"/>
              </a:ext>
            </a:extLst>
          </p:cNvPr>
          <p:cNvSpPr txBox="1"/>
          <p:nvPr/>
        </p:nvSpPr>
        <p:spPr>
          <a:xfrm>
            <a:off x="2917836" y="3807381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Sphere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B7E2BAF-CB67-E16F-7FE7-2196EFE4DDF3}"/>
                  </a:ext>
                </a:extLst>
              </p:cNvPr>
              <p:cNvSpPr txBox="1"/>
              <p:nvPr/>
            </p:nvSpPr>
            <p:spPr>
              <a:xfrm>
                <a:off x="6091883" y="38021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B7E2BAF-CB67-E16F-7FE7-2196EFE4D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883" y="3802178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4FF80C23-D1DD-C00C-3EAE-53FF4827902C}"/>
              </a:ext>
            </a:extLst>
          </p:cNvPr>
          <p:cNvSpPr txBox="1"/>
          <p:nvPr/>
        </p:nvSpPr>
        <p:spPr>
          <a:xfrm>
            <a:off x="6384032" y="3802178"/>
            <a:ext cx="40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42A902A-B926-8C6F-0F56-2579F0FC8851}"/>
              </a:ext>
            </a:extLst>
          </p:cNvPr>
          <p:cNvGrpSpPr/>
          <p:nvPr/>
        </p:nvGrpSpPr>
        <p:grpSpPr>
          <a:xfrm>
            <a:off x="6588016" y="3733004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827AC8A-4679-B970-AC32-DFD415989C54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827AC8A-4679-B970-AC32-DFD415989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6E45A929-2C19-1678-4544-09D38C6763A2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2816DC0B-B4CF-7AED-A8D5-AEBA5B88EC15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B29D034-2E3F-EF1C-59B1-A6151E196597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023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2" grpId="0"/>
      <p:bldP spid="18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AFACBF4D-C958-9F36-9D8D-74C39318943D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3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4670AE3-4BB8-CD55-38F9-742E18A25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4495" y="1268760"/>
            <a:ext cx="2904762" cy="17142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F3BCE4D-FBB0-C4E7-5564-63323E02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2527" y="4073507"/>
            <a:ext cx="1990476" cy="126666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623741C6-4E7E-1980-4054-07DFFCA67CD4}"/>
              </a:ext>
            </a:extLst>
          </p:cNvPr>
          <p:cNvGrpSpPr/>
          <p:nvPr/>
        </p:nvGrpSpPr>
        <p:grpSpPr>
          <a:xfrm>
            <a:off x="5321808" y="1196752"/>
            <a:ext cx="2088231" cy="420750"/>
            <a:chOff x="4188390" y="1196752"/>
            <a:chExt cx="2088231" cy="420750"/>
          </a:xfrm>
        </p:grpSpPr>
        <p:sp>
          <p:nvSpPr>
            <p:cNvPr id="7" name="TextBox 15">
              <a:extLst>
                <a:ext uri="{FF2B5EF4-FFF2-40B4-BE49-F238E27FC236}">
                  <a16:creationId xmlns:a16="http://schemas.microsoft.com/office/drawing/2014/main" id="{4B289477-AC71-2ED8-0600-92014FED0F64}"/>
                </a:ext>
              </a:extLst>
            </p:cNvPr>
            <p:cNvSpPr txBox="1"/>
            <p:nvPr/>
          </p:nvSpPr>
          <p:spPr>
            <a:xfrm>
              <a:off x="4188390" y="1217392"/>
              <a:ext cx="576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If</a:t>
              </a:r>
              <a:endParaRPr lang="zh-TW" altLang="en-US" sz="2000" b="1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991D37B-6EDD-01AA-E575-EAFC5FDEFF3A}"/>
                    </a:ext>
                  </a:extLst>
                </p:cNvPr>
                <p:cNvSpPr txBox="1"/>
                <p:nvPr/>
              </p:nvSpPr>
              <p:spPr>
                <a:xfrm>
                  <a:off x="4655840" y="1196752"/>
                  <a:ext cx="162078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𝑨𝑩𝑪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HK" sz="2000" b="1" i="1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𝑿𝒀𝒁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991D37B-6EDD-01AA-E575-EAFC5FDEF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840" y="1196752"/>
                  <a:ext cx="162078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6D9F67-9913-F3A6-7E2B-BF8897259DDB}"/>
                  </a:ext>
                </a:extLst>
              </p:cNvPr>
              <p:cNvSpPr txBox="1"/>
              <p:nvPr/>
            </p:nvSpPr>
            <p:spPr>
              <a:xfrm>
                <a:off x="5362380" y="1780371"/>
                <a:ext cx="6094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6D9F67-9913-F3A6-7E2B-BF8897259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1780371"/>
                <a:ext cx="60946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9AD898-2A3C-2BA4-A3D1-FF283A87612C}"/>
                  </a:ext>
                </a:extLst>
              </p:cNvPr>
              <p:cNvSpPr txBox="1"/>
              <p:nvPr/>
            </p:nvSpPr>
            <p:spPr>
              <a:xfrm>
                <a:off x="5823997" y="17799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9AD898-2A3C-2BA4-A3D1-FF283A876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177999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0BA1D5-103F-69A2-0BD1-EFCCE13923D9}"/>
                  </a:ext>
                </a:extLst>
              </p:cNvPr>
              <p:cNvSpPr txBox="1"/>
              <p:nvPr/>
            </p:nvSpPr>
            <p:spPr>
              <a:xfrm>
                <a:off x="6037730" y="1775098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0BA1D5-103F-69A2-0BD1-EFCCE1392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1775098"/>
                <a:ext cx="61747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D1CD108-6DDD-9BF2-9940-A41AC9BA0CFF}"/>
                  </a:ext>
                </a:extLst>
              </p:cNvPr>
              <p:cNvSpPr txBox="1"/>
              <p:nvPr/>
            </p:nvSpPr>
            <p:spPr>
              <a:xfrm>
                <a:off x="5362380" y="2180481"/>
                <a:ext cx="6254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D1CD108-6DDD-9BF2-9940-A41AC9BA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2180481"/>
                <a:ext cx="62549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E0D79F0-45AA-F3B0-ED11-B4201A37AE54}"/>
                  </a:ext>
                </a:extLst>
              </p:cNvPr>
              <p:cNvSpPr txBox="1"/>
              <p:nvPr/>
            </p:nvSpPr>
            <p:spPr>
              <a:xfrm>
                <a:off x="5823997" y="21801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E0D79F0-45AA-F3B0-ED11-B4201A37A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2180104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D2CF5C3-5EFE-C35A-C917-F59FA0E980EB}"/>
                  </a:ext>
                </a:extLst>
              </p:cNvPr>
              <p:cNvSpPr txBox="1"/>
              <p:nvPr/>
            </p:nvSpPr>
            <p:spPr>
              <a:xfrm>
                <a:off x="6037730" y="2175208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D2CF5C3-5EFE-C35A-C917-F59FA0E9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2175208"/>
                <a:ext cx="617477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F56036B-0CCC-8584-AFB4-014E29B2622B}"/>
                  </a:ext>
                </a:extLst>
              </p:cNvPr>
              <p:cNvSpPr txBox="1"/>
              <p:nvPr/>
            </p:nvSpPr>
            <p:spPr>
              <a:xfrm>
                <a:off x="5362380" y="2585110"/>
                <a:ext cx="5998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F56036B-0CCC-8584-AFB4-014E29B2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2585110"/>
                <a:ext cx="59984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DD6EB5-112B-3F80-6267-52B137641FF4}"/>
                  </a:ext>
                </a:extLst>
              </p:cNvPr>
              <p:cNvSpPr txBox="1"/>
              <p:nvPr/>
            </p:nvSpPr>
            <p:spPr>
              <a:xfrm>
                <a:off x="5823997" y="25847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DD6EB5-112B-3F80-6267-52B137641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258473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27EFC19-EA17-DFE8-20B9-45AE1C6C6D61}"/>
                  </a:ext>
                </a:extLst>
              </p:cNvPr>
              <p:cNvSpPr txBox="1"/>
              <p:nvPr/>
            </p:nvSpPr>
            <p:spPr>
              <a:xfrm>
                <a:off x="6037730" y="2579837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27EFC19-EA17-DFE8-20B9-45AE1C6C6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2579837"/>
                <a:ext cx="61747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5">
            <a:extLst>
              <a:ext uri="{FF2B5EF4-FFF2-40B4-BE49-F238E27FC236}">
                <a16:creationId xmlns:a16="http://schemas.microsoft.com/office/drawing/2014/main" id="{BE2C9CA2-ED76-2C19-07EC-29CEA00E85E2}"/>
              </a:ext>
            </a:extLst>
          </p:cNvPr>
          <p:cNvSpPr txBox="1"/>
          <p:nvPr/>
        </p:nvSpPr>
        <p:spPr>
          <a:xfrm>
            <a:off x="5569678" y="322894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148098A4-2AEB-D7A3-AAB4-78CD7AF3809B}"/>
              </a:ext>
            </a:extLst>
          </p:cNvPr>
          <p:cNvGrpSpPr/>
          <p:nvPr/>
        </p:nvGrpSpPr>
        <p:grpSpPr>
          <a:xfrm>
            <a:off x="5384519" y="3890618"/>
            <a:ext cx="636713" cy="762518"/>
            <a:chOff x="2726844" y="4471475"/>
            <a:chExt cx="636713" cy="762518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4829205-98C5-DF0E-F429-6AA007D34DD8}"/>
                </a:ext>
              </a:extLst>
            </p:cNvPr>
            <p:cNvSpPr txBox="1"/>
            <p:nvPr/>
          </p:nvSpPr>
          <p:spPr>
            <a:xfrm>
              <a:off x="2726844" y="4471475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AB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2CEC6120-06E4-D2E9-81BE-0DBBEF74A861}"/>
                </a:ext>
              </a:extLst>
            </p:cNvPr>
            <p:cNvGrpSpPr/>
            <p:nvPr/>
          </p:nvGrpSpPr>
          <p:grpSpPr>
            <a:xfrm>
              <a:off x="2771728" y="4813478"/>
              <a:ext cx="591829" cy="420515"/>
              <a:chOff x="2771728" y="4813478"/>
              <a:chExt cx="591829" cy="420515"/>
            </a:xfrm>
          </p:grpSpPr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8323D38B-8DBA-D13C-0E5A-6FFDDEA0024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30F7F0A-A513-D5D7-8477-59484003ACA8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918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XY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48FB0B-862D-1366-78C5-E667A84876D3}"/>
                  </a:ext>
                </a:extLst>
              </p:cNvPr>
              <p:cNvSpPr txBox="1"/>
              <p:nvPr/>
            </p:nvSpPr>
            <p:spPr>
              <a:xfrm>
                <a:off x="6008045" y="4032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48FB0B-862D-1366-78C5-E667A8487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045" y="403256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DC37990F-2E46-CF08-460B-1C91B4D362C2}"/>
              </a:ext>
            </a:extLst>
          </p:cNvPr>
          <p:cNvGrpSpPr/>
          <p:nvPr/>
        </p:nvGrpSpPr>
        <p:grpSpPr>
          <a:xfrm>
            <a:off x="6318962" y="3890618"/>
            <a:ext cx="599042" cy="762518"/>
            <a:chOff x="2764515" y="4471475"/>
            <a:chExt cx="599042" cy="762518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3D04109-56D7-95CB-8854-17765CFE711E}"/>
                </a:ext>
              </a:extLst>
            </p:cNvPr>
            <p:cNvSpPr txBox="1"/>
            <p:nvPr/>
          </p:nvSpPr>
          <p:spPr>
            <a:xfrm>
              <a:off x="2764515" y="4471475"/>
              <a:ext cx="5613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BC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A6C67D7D-B787-89CB-D20B-E7750830CDA4}"/>
                </a:ext>
              </a:extLst>
            </p:cNvPr>
            <p:cNvGrpSpPr/>
            <p:nvPr/>
          </p:nvGrpSpPr>
          <p:grpSpPr>
            <a:xfrm>
              <a:off x="2771728" y="4813478"/>
              <a:ext cx="591829" cy="420515"/>
              <a:chOff x="2771728" y="4813478"/>
              <a:chExt cx="591829" cy="420515"/>
            </a:xfrm>
          </p:grpSpPr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53C80BF9-50CF-0595-974C-91C015A5941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3F81E2-C26E-F085-F5E2-12AE1A660A3B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661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YZ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107FC60-6D9D-E7A8-1662-11CBBA6D969C}"/>
                  </a:ext>
                </a:extLst>
              </p:cNvPr>
              <p:cNvSpPr txBox="1"/>
              <p:nvPr/>
            </p:nvSpPr>
            <p:spPr>
              <a:xfrm>
                <a:off x="6899688" y="4032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107FC60-6D9D-E7A8-1662-11CBBA6D9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88" y="403256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9B3F3D62-F0AE-89C2-0086-227C69C87D01}"/>
              </a:ext>
            </a:extLst>
          </p:cNvPr>
          <p:cNvGrpSpPr/>
          <p:nvPr/>
        </p:nvGrpSpPr>
        <p:grpSpPr>
          <a:xfrm>
            <a:off x="7214730" y="3890618"/>
            <a:ext cx="609462" cy="762518"/>
            <a:chOff x="2764515" y="4471475"/>
            <a:chExt cx="609462" cy="762518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08E3CEB-B2B1-C83F-5BE4-23D3448AB076}"/>
                </a:ext>
              </a:extLst>
            </p:cNvPr>
            <p:cNvSpPr txBox="1"/>
            <p:nvPr/>
          </p:nvSpPr>
          <p:spPr>
            <a:xfrm>
              <a:off x="2764515" y="4471475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CA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FA6B95CB-A08B-F9F9-FCCD-ACCDC484D4F6}"/>
                </a:ext>
              </a:extLst>
            </p:cNvPr>
            <p:cNvGrpSpPr/>
            <p:nvPr/>
          </p:nvGrpSpPr>
          <p:grpSpPr>
            <a:xfrm>
              <a:off x="2789635" y="4813478"/>
              <a:ext cx="573922" cy="420515"/>
              <a:chOff x="2789635" y="4813478"/>
              <a:chExt cx="573922" cy="420515"/>
            </a:xfrm>
          </p:grpSpPr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AFF8BE98-D27C-EE3F-2990-3C3BB40D6E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3BB0D5E-5577-0379-0E90-355783E7F1AD}"/>
                  </a:ext>
                </a:extLst>
              </p:cNvPr>
              <p:cNvSpPr txBox="1"/>
              <p:nvPr/>
            </p:nvSpPr>
            <p:spPr>
              <a:xfrm>
                <a:off x="2789635" y="4833883"/>
                <a:ext cx="5533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ZX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95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8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3EAC00AF-1051-9A03-AAF2-4168A137F7B1}"/>
              </a:ext>
            </a:extLst>
          </p:cNvPr>
          <p:cNvSpPr txBox="1"/>
          <p:nvPr/>
        </p:nvSpPr>
        <p:spPr>
          <a:xfrm>
            <a:off x="4511824" y="332656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Similar Solid</a:t>
            </a:r>
            <a:endParaRPr lang="zh-TW" altLang="en-US" sz="24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5F9EBC-1734-411A-8AD9-060BBBB4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268760"/>
            <a:ext cx="2885714" cy="184761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CE6448F-6019-C2B4-D668-B010B7DC3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7" y="3573016"/>
            <a:ext cx="3400000" cy="2247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95B8074B-BC64-B092-A887-BFA3728C1BF6}"/>
                  </a:ext>
                </a:extLst>
              </p:cNvPr>
              <p:cNvSpPr txBox="1"/>
              <p:nvPr/>
            </p:nvSpPr>
            <p:spPr>
              <a:xfrm>
                <a:off x="3863752" y="1992514"/>
                <a:ext cx="18722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Area ratio 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95B8074B-BC64-B092-A887-BFA3728C1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1992514"/>
                <a:ext cx="187220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F0A0DC3F-78B7-32D2-16DD-EA0DBED03522}"/>
              </a:ext>
            </a:extLst>
          </p:cNvPr>
          <p:cNvGrpSpPr/>
          <p:nvPr/>
        </p:nvGrpSpPr>
        <p:grpSpPr>
          <a:xfrm>
            <a:off x="5618022" y="1773501"/>
            <a:ext cx="1001698" cy="819178"/>
            <a:chOff x="5618022" y="1773501"/>
            <a:chExt cx="1001698" cy="819178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3F4E506A-1DF9-EE18-E7E5-8D0A3B803BB0}"/>
                </a:ext>
              </a:extLst>
            </p:cNvPr>
            <p:cNvGrpSpPr/>
            <p:nvPr/>
          </p:nvGrpSpPr>
          <p:grpSpPr>
            <a:xfrm>
              <a:off x="5871227" y="1792459"/>
              <a:ext cx="440797" cy="800220"/>
              <a:chOff x="5732419" y="1792459"/>
              <a:chExt cx="440797" cy="800220"/>
            </a:xfrm>
          </p:grpSpPr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3A7AC637-8613-0A90-BD1E-C6CE9078E81F}"/>
                  </a:ext>
                </a:extLst>
              </p:cNvPr>
              <p:cNvGrpSpPr/>
              <p:nvPr/>
            </p:nvGrpSpPr>
            <p:grpSpPr>
              <a:xfrm>
                <a:off x="5735960" y="1792459"/>
                <a:ext cx="419957" cy="400110"/>
                <a:chOff x="3533569" y="4005064"/>
                <a:chExt cx="419957" cy="400110"/>
              </a:xfrm>
            </p:grpSpPr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F21822EE-0FBF-C7FC-65C3-BC33FA4AFE9E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01C8C112-7270-180D-4C54-D9649B212E59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519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E14F0561-CF0A-7DF5-B2A6-C29672114E3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32419" y="2192569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499C5EE3-645B-FA4C-945E-32853419E218}"/>
                  </a:ext>
                </a:extLst>
              </p:cNvPr>
              <p:cNvGrpSpPr/>
              <p:nvPr/>
            </p:nvGrpSpPr>
            <p:grpSpPr>
              <a:xfrm>
                <a:off x="5732419" y="2192569"/>
                <a:ext cx="440797" cy="400110"/>
                <a:chOff x="3533569" y="4005064"/>
                <a:chExt cx="440797" cy="400110"/>
              </a:xfrm>
            </p:grpSpPr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8ED4E755-5711-E065-A6E9-1752782F8EAC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9A76A8C0-68FB-D2F9-02FD-F259E5C1C724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72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2</a:t>
                  </a:r>
                </a:p>
              </p:txBody>
            </p:sp>
          </p:grp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95341F9C-3EE9-E488-5357-D50D676468B8}"/>
                </a:ext>
              </a:extLst>
            </p:cNvPr>
            <p:cNvGrpSpPr/>
            <p:nvPr/>
          </p:nvGrpSpPr>
          <p:grpSpPr>
            <a:xfrm>
              <a:off x="5618022" y="1773501"/>
              <a:ext cx="1001698" cy="738664"/>
              <a:chOff x="5618022" y="1773501"/>
              <a:chExt cx="1001698" cy="738664"/>
            </a:xfrm>
          </p:grpSpPr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6374384C-A4CE-E283-D720-53FF862B92EA}"/>
                  </a:ext>
                </a:extLst>
              </p:cNvPr>
              <p:cNvSpPr txBox="1"/>
              <p:nvPr/>
            </p:nvSpPr>
            <p:spPr>
              <a:xfrm>
                <a:off x="5618022" y="1927390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 )</a:t>
                </a: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605A037-2C9B-4C91-8E86-2DAFA809907F}"/>
                  </a:ext>
                </a:extLst>
              </p:cNvPr>
              <p:cNvSpPr txBox="1"/>
              <p:nvPr/>
            </p:nvSpPr>
            <p:spPr>
              <a:xfrm>
                <a:off x="6294725" y="1773501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3736865-EC50-504E-B10A-B8A66A511A11}"/>
                  </a:ext>
                </a:extLst>
              </p:cNvPr>
              <p:cNvSpPr txBox="1"/>
              <p:nvPr/>
            </p:nvSpPr>
            <p:spPr>
              <a:xfrm>
                <a:off x="6471452" y="19925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3736865-EC50-504E-B10A-B8A66A51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452" y="1992514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86E2F074-4CC3-DF9C-D7C2-90F6320550D3}"/>
              </a:ext>
            </a:extLst>
          </p:cNvPr>
          <p:cNvGrpSpPr/>
          <p:nvPr/>
        </p:nvGrpSpPr>
        <p:grpSpPr>
          <a:xfrm>
            <a:off x="6840552" y="1832529"/>
            <a:ext cx="512805" cy="760150"/>
            <a:chOff x="5660411" y="1770310"/>
            <a:chExt cx="512805" cy="76015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FEE3C398-D7BD-C87A-BCFF-A50B12FC1294}"/>
                </a:ext>
              </a:extLst>
            </p:cNvPr>
            <p:cNvGrpSpPr/>
            <p:nvPr/>
          </p:nvGrpSpPr>
          <p:grpSpPr>
            <a:xfrm>
              <a:off x="5660411" y="1770310"/>
              <a:ext cx="495506" cy="400110"/>
              <a:chOff x="3458020" y="3982915"/>
              <a:chExt cx="495506" cy="400110"/>
            </a:xfrm>
          </p:grpSpPr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8E8C6AD-1F98-2CFA-5C05-28106FBF055E}"/>
                  </a:ext>
                </a:extLst>
              </p:cNvPr>
              <p:cNvSpPr txBox="1"/>
              <p:nvPr/>
            </p:nvSpPr>
            <p:spPr>
              <a:xfrm>
                <a:off x="3458020" y="398291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4EC12C1-010B-3EB6-8EBC-97F29B5C5570}"/>
                  </a:ext>
                </a:extLst>
              </p:cNvPr>
              <p:cNvSpPr txBox="1"/>
              <p:nvPr/>
            </p:nvSpPr>
            <p:spPr>
              <a:xfrm>
                <a:off x="3701534" y="4106026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D6183460-DA0D-B837-9756-CBE091DC4AB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635" y="2130350"/>
              <a:ext cx="42349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B1A5FE93-E426-743C-9AE4-306DFA5D33B0}"/>
                </a:ext>
              </a:extLst>
            </p:cNvPr>
            <p:cNvGrpSpPr/>
            <p:nvPr/>
          </p:nvGrpSpPr>
          <p:grpSpPr>
            <a:xfrm>
              <a:off x="5660411" y="2130350"/>
              <a:ext cx="512805" cy="400110"/>
              <a:chOff x="3461561" y="3942845"/>
              <a:chExt cx="512805" cy="400110"/>
            </a:xfrm>
          </p:grpSpPr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4DE84AB-7438-C9DF-4B6F-BA118A1AB195}"/>
                  </a:ext>
                </a:extLst>
              </p:cNvPr>
              <p:cNvSpPr txBox="1"/>
              <p:nvPr/>
            </p:nvSpPr>
            <p:spPr>
              <a:xfrm>
                <a:off x="3461561" y="394284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F1393A2-BE08-948F-B019-84F69732FA0A}"/>
                  </a:ext>
                </a:extLst>
              </p:cNvPr>
              <p:cNvSpPr txBox="1"/>
              <p:nvPr/>
            </p:nvSpPr>
            <p:spPr>
              <a:xfrm>
                <a:off x="3701534" y="4065956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A1977B86-CC2A-BAA2-7F6B-E193D5971A98}"/>
                  </a:ext>
                </a:extLst>
              </p:cNvPr>
              <p:cNvSpPr txBox="1"/>
              <p:nvPr/>
            </p:nvSpPr>
            <p:spPr>
              <a:xfrm>
                <a:off x="3503712" y="4599084"/>
                <a:ext cx="22296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Volume ratio 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A1977B86-CC2A-BAA2-7F6B-E193D5971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4599084"/>
                <a:ext cx="222967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E065B6E3-6A37-8BDA-3EBC-34876F55830F}"/>
              </a:ext>
            </a:extLst>
          </p:cNvPr>
          <p:cNvGrpSpPr/>
          <p:nvPr/>
        </p:nvGrpSpPr>
        <p:grpSpPr>
          <a:xfrm>
            <a:off x="5615451" y="4380071"/>
            <a:ext cx="1001698" cy="819178"/>
            <a:chOff x="5618022" y="1773501"/>
            <a:chExt cx="1001698" cy="819178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87302708-1F2A-3819-2E61-72CBF6EFBE0C}"/>
                </a:ext>
              </a:extLst>
            </p:cNvPr>
            <p:cNvGrpSpPr/>
            <p:nvPr/>
          </p:nvGrpSpPr>
          <p:grpSpPr>
            <a:xfrm>
              <a:off x="5871227" y="1792459"/>
              <a:ext cx="440797" cy="800220"/>
              <a:chOff x="5732419" y="1792459"/>
              <a:chExt cx="440797" cy="800220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0E0ECC32-3EDA-845B-37AF-98DE2AC66410}"/>
                  </a:ext>
                </a:extLst>
              </p:cNvPr>
              <p:cNvGrpSpPr/>
              <p:nvPr/>
            </p:nvGrpSpPr>
            <p:grpSpPr>
              <a:xfrm>
                <a:off x="5735960" y="1792459"/>
                <a:ext cx="419957" cy="400110"/>
                <a:chOff x="3533569" y="4005064"/>
                <a:chExt cx="419957" cy="400110"/>
              </a:xfrm>
            </p:grpSpPr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D66EA30-0236-D4C6-0A53-40BFDE452F53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CA88AD30-0865-8F86-EB2A-8040D9C8045C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519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11BC69F-2C4E-9937-0ACD-1ECCD9B930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32419" y="2192569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5C08FA10-DF9D-0899-14EB-4C9FE3875A8A}"/>
                  </a:ext>
                </a:extLst>
              </p:cNvPr>
              <p:cNvGrpSpPr/>
              <p:nvPr/>
            </p:nvGrpSpPr>
            <p:grpSpPr>
              <a:xfrm>
                <a:off x="5732419" y="2192569"/>
                <a:ext cx="440797" cy="400110"/>
                <a:chOff x="3533569" y="4005064"/>
                <a:chExt cx="440797" cy="400110"/>
              </a:xfrm>
            </p:grpSpPr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2C8EC683-52CD-0E0F-DD36-88DF2697A43B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F9B1BAEC-BA4B-75DB-6A7B-5393456CDADD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72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2</a:t>
                  </a:r>
                </a:p>
              </p:txBody>
            </p:sp>
          </p:grp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8D9E40DA-430B-A777-6406-40AADF3B04B3}"/>
                </a:ext>
              </a:extLst>
            </p:cNvPr>
            <p:cNvGrpSpPr/>
            <p:nvPr/>
          </p:nvGrpSpPr>
          <p:grpSpPr>
            <a:xfrm>
              <a:off x="5618022" y="1773501"/>
              <a:ext cx="1001698" cy="738664"/>
              <a:chOff x="5618022" y="1773501"/>
              <a:chExt cx="1001698" cy="738664"/>
            </a:xfrm>
          </p:grpSpPr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027D509-D3E7-E30F-E2B7-BEAA71D73F80}"/>
                  </a:ext>
                </a:extLst>
              </p:cNvPr>
              <p:cNvSpPr txBox="1"/>
              <p:nvPr/>
            </p:nvSpPr>
            <p:spPr>
              <a:xfrm>
                <a:off x="5618022" y="1927390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 )</a:t>
                </a:r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AC70CD-2609-085D-ED5F-3F4DFABCB0D8}"/>
                  </a:ext>
                </a:extLst>
              </p:cNvPr>
              <p:cNvSpPr txBox="1"/>
              <p:nvPr/>
            </p:nvSpPr>
            <p:spPr>
              <a:xfrm>
                <a:off x="6294725" y="1773501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C2BFBBB-E2DB-6EE5-CCDF-656E74C0C32F}"/>
                  </a:ext>
                </a:extLst>
              </p:cNvPr>
              <p:cNvSpPr txBox="1"/>
              <p:nvPr/>
            </p:nvSpPr>
            <p:spPr>
              <a:xfrm>
                <a:off x="6468881" y="45990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C2BFBBB-E2DB-6EE5-CCDF-656E74C0C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881" y="459908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338121CF-EAB6-45F0-4AC0-944179604C7B}"/>
              </a:ext>
            </a:extLst>
          </p:cNvPr>
          <p:cNvGrpSpPr/>
          <p:nvPr/>
        </p:nvGrpSpPr>
        <p:grpSpPr>
          <a:xfrm>
            <a:off x="6837981" y="4439099"/>
            <a:ext cx="512805" cy="760150"/>
            <a:chOff x="5660411" y="1770310"/>
            <a:chExt cx="512805" cy="760150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41CD901B-2522-3929-5298-E2EA6E94693C}"/>
                </a:ext>
              </a:extLst>
            </p:cNvPr>
            <p:cNvGrpSpPr/>
            <p:nvPr/>
          </p:nvGrpSpPr>
          <p:grpSpPr>
            <a:xfrm>
              <a:off x="5660411" y="1770310"/>
              <a:ext cx="495506" cy="400110"/>
              <a:chOff x="3458020" y="3982915"/>
              <a:chExt cx="495506" cy="400110"/>
            </a:xfrm>
          </p:grpSpPr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B35D8A9-1DB2-20B9-E979-199C7D9645FC}"/>
                  </a:ext>
                </a:extLst>
              </p:cNvPr>
              <p:cNvSpPr txBox="1"/>
              <p:nvPr/>
            </p:nvSpPr>
            <p:spPr>
              <a:xfrm>
                <a:off x="3458020" y="398291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FFB1E72-839E-4120-F7D3-89C7AF2FE456}"/>
                  </a:ext>
                </a:extLst>
              </p:cNvPr>
              <p:cNvSpPr txBox="1"/>
              <p:nvPr/>
            </p:nvSpPr>
            <p:spPr>
              <a:xfrm>
                <a:off x="3701534" y="4106026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52226B0D-BA55-1516-A549-516A5409D5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635" y="2130350"/>
              <a:ext cx="42349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C4AEEA52-668C-4A8D-6E09-74FC150E26C9}"/>
                </a:ext>
              </a:extLst>
            </p:cNvPr>
            <p:cNvGrpSpPr/>
            <p:nvPr/>
          </p:nvGrpSpPr>
          <p:grpSpPr>
            <a:xfrm>
              <a:off x="5660411" y="2130350"/>
              <a:ext cx="512805" cy="400110"/>
              <a:chOff x="3461561" y="3942845"/>
              <a:chExt cx="512805" cy="400110"/>
            </a:xfrm>
          </p:grpSpPr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2B2E3E71-2C22-E022-4858-DF8D97BE2A47}"/>
                  </a:ext>
                </a:extLst>
              </p:cNvPr>
              <p:cNvSpPr txBox="1"/>
              <p:nvPr/>
            </p:nvSpPr>
            <p:spPr>
              <a:xfrm>
                <a:off x="3461561" y="394284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473CE85-363C-0569-8B95-CFE95550D397}"/>
                  </a:ext>
                </a:extLst>
              </p:cNvPr>
              <p:cNvSpPr txBox="1"/>
              <p:nvPr/>
            </p:nvSpPr>
            <p:spPr>
              <a:xfrm>
                <a:off x="3701534" y="4065956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037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3" grpId="0"/>
      <p:bldP spid="37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5">
            <a:extLst>
              <a:ext uri="{FF2B5EF4-FFF2-40B4-BE49-F238E27FC236}">
                <a16:creationId xmlns:a16="http://schemas.microsoft.com/office/drawing/2014/main" id="{0580D166-6373-D4C9-07F1-E0C5C6FA2FC4}"/>
              </a:ext>
            </a:extLst>
          </p:cNvPr>
          <p:cNvSpPr txBox="1"/>
          <p:nvPr/>
        </p:nvSpPr>
        <p:spPr>
          <a:xfrm>
            <a:off x="5507140" y="601505"/>
            <a:ext cx="3753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 of pyramid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0F93B24-C73E-418C-25FB-A68026358BCC}"/>
              </a:ext>
            </a:extLst>
          </p:cNvPr>
          <p:cNvGrpSpPr/>
          <p:nvPr/>
        </p:nvGrpSpPr>
        <p:grpSpPr>
          <a:xfrm>
            <a:off x="5458125" y="1984055"/>
            <a:ext cx="1557504" cy="461825"/>
            <a:chOff x="5458125" y="1984055"/>
            <a:chExt cx="1557504" cy="4618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7">
                  <a:extLst>
                    <a:ext uri="{FF2B5EF4-FFF2-40B4-BE49-F238E27FC236}">
                      <a16:creationId xmlns:a16="http://schemas.microsoft.com/office/drawing/2014/main" id="{7C9881B8-2F33-8B36-A714-020E99236175}"/>
                    </a:ext>
                  </a:extLst>
                </p:cNvPr>
                <p:cNvSpPr txBox="1"/>
                <p:nvPr/>
              </p:nvSpPr>
              <p:spPr>
                <a:xfrm>
                  <a:off x="5458125" y="199242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7">
                  <a:extLst>
                    <a:ext uri="{FF2B5EF4-FFF2-40B4-BE49-F238E27FC236}">
                      <a16:creationId xmlns:a16="http://schemas.microsoft.com/office/drawing/2014/main" id="{7C9881B8-2F33-8B36-A714-020E99236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125" y="1992422"/>
                  <a:ext cx="295688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群組 245">
              <a:extLst>
                <a:ext uri="{FF2B5EF4-FFF2-40B4-BE49-F238E27FC236}">
                  <a16:creationId xmlns:a16="http://schemas.microsoft.com/office/drawing/2014/main" id="{B6671807-D329-5E04-B536-3E0C16A4F49F}"/>
                </a:ext>
              </a:extLst>
            </p:cNvPr>
            <p:cNvGrpSpPr/>
            <p:nvPr/>
          </p:nvGrpSpPr>
          <p:grpSpPr>
            <a:xfrm>
              <a:off x="5850566" y="1984055"/>
              <a:ext cx="1165063" cy="461825"/>
              <a:chOff x="2003306" y="4523351"/>
              <a:chExt cx="1165063" cy="461825"/>
            </a:xfrm>
          </p:grpSpPr>
          <p:grpSp>
            <p:nvGrpSpPr>
              <p:cNvPr id="33" name="群組 246">
                <a:extLst>
                  <a:ext uri="{FF2B5EF4-FFF2-40B4-BE49-F238E27FC236}">
                    <a16:creationId xmlns:a16="http://schemas.microsoft.com/office/drawing/2014/main" id="{E76B073B-80D7-0765-7AA9-D82A5A522329}"/>
                  </a:ext>
                </a:extLst>
              </p:cNvPr>
              <p:cNvGrpSpPr/>
              <p:nvPr/>
            </p:nvGrpSpPr>
            <p:grpSpPr>
              <a:xfrm>
                <a:off x="2003306" y="4585066"/>
                <a:ext cx="1057943" cy="400110"/>
                <a:chOff x="2210757" y="6314098"/>
                <a:chExt cx="1057943" cy="400110"/>
              </a:xfrm>
            </p:grpSpPr>
            <p:sp>
              <p:nvSpPr>
                <p:cNvPr id="35" name="文字方塊 248">
                  <a:extLst>
                    <a:ext uri="{FF2B5EF4-FFF2-40B4-BE49-F238E27FC236}">
                      <a16:creationId xmlns:a16="http://schemas.microsoft.com/office/drawing/2014/main" id="{C7E72B6E-55BC-3616-2AB8-C0FC2312D343}"/>
                    </a:ext>
                  </a:extLst>
                </p:cNvPr>
                <p:cNvSpPr txBox="1"/>
                <p:nvPr/>
              </p:nvSpPr>
              <p:spPr>
                <a:xfrm>
                  <a:off x="2210757" y="6314098"/>
                  <a:ext cx="5309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30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endParaRPr>
                </a:p>
              </p:txBody>
            </p:sp>
            <p:sp>
              <p:nvSpPr>
                <p:cNvPr id="36" name="文字方塊 249">
                  <a:extLst>
                    <a:ext uri="{FF2B5EF4-FFF2-40B4-BE49-F238E27FC236}">
                      <a16:creationId xmlns:a16="http://schemas.microsoft.com/office/drawing/2014/main" id="{AFECF1E4-0B03-4093-2B4F-FE74FEC56CEF}"/>
                    </a:ext>
                  </a:extLst>
                </p:cNvPr>
                <p:cNvSpPr txBox="1"/>
                <p:nvPr/>
              </p:nvSpPr>
              <p:spPr>
                <a:xfrm>
                  <a:off x="2680077" y="6314098"/>
                  <a:ext cx="58862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cm</a:t>
                  </a:r>
                </a:p>
              </p:txBody>
            </p:sp>
          </p:grpSp>
          <p:sp>
            <p:nvSpPr>
              <p:cNvPr id="34" name="文字方塊 247">
                <a:extLst>
                  <a:ext uri="{FF2B5EF4-FFF2-40B4-BE49-F238E27FC236}">
                    <a16:creationId xmlns:a16="http://schemas.microsoft.com/office/drawing/2014/main" id="{5308E0FC-626F-0C62-B566-C694041FE126}"/>
                  </a:ext>
                </a:extLst>
              </p:cNvPr>
              <p:cNvSpPr txBox="1"/>
              <p:nvPr/>
            </p:nvSpPr>
            <p:spPr>
              <a:xfrm>
                <a:off x="2879507" y="4523351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42" name="TextBox 15">
            <a:extLst>
              <a:ext uri="{FF2B5EF4-FFF2-40B4-BE49-F238E27FC236}">
                <a16:creationId xmlns:a16="http://schemas.microsoft.com/office/drawing/2014/main" id="{A2BA11F4-0A86-9546-504F-B7C7850769E2}"/>
              </a:ext>
            </a:extLst>
          </p:cNvPr>
          <p:cNvSpPr txBox="1"/>
          <p:nvPr/>
        </p:nvSpPr>
        <p:spPr>
          <a:xfrm>
            <a:off x="5743229" y="2927510"/>
            <a:ext cx="2997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0A1D286C-B4CE-C209-73EB-E75EF9066763}"/>
              </a:ext>
            </a:extLst>
          </p:cNvPr>
          <p:cNvGrpSpPr/>
          <p:nvPr/>
        </p:nvGrpSpPr>
        <p:grpSpPr>
          <a:xfrm>
            <a:off x="5458874" y="4992347"/>
            <a:ext cx="1589927" cy="451398"/>
            <a:chOff x="5458874" y="4992347"/>
            <a:chExt cx="1589927" cy="4513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19">
                  <a:extLst>
                    <a:ext uri="{FF2B5EF4-FFF2-40B4-BE49-F238E27FC236}">
                      <a16:creationId xmlns:a16="http://schemas.microsoft.com/office/drawing/2014/main" id="{E08B780F-B6CF-5147-B9FB-B1E9059C45C0}"/>
                    </a:ext>
                  </a:extLst>
                </p:cNvPr>
                <p:cNvSpPr txBox="1"/>
                <p:nvPr/>
              </p:nvSpPr>
              <p:spPr>
                <a:xfrm>
                  <a:off x="5458874" y="501940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5" name="文字方塊 19">
                  <a:extLst>
                    <a:ext uri="{FF2B5EF4-FFF2-40B4-BE49-F238E27FC236}">
                      <a16:creationId xmlns:a16="http://schemas.microsoft.com/office/drawing/2014/main" id="{E08B780F-B6CF-5147-B9FB-B1E9059C45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874" y="5019408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6" name="群組 44">
              <a:extLst>
                <a:ext uri="{FF2B5EF4-FFF2-40B4-BE49-F238E27FC236}">
                  <a16:creationId xmlns:a16="http://schemas.microsoft.com/office/drawing/2014/main" id="{F1800E44-C3BE-0AF6-57A5-7B64397BFEB7}"/>
                </a:ext>
              </a:extLst>
            </p:cNvPr>
            <p:cNvGrpSpPr/>
            <p:nvPr/>
          </p:nvGrpSpPr>
          <p:grpSpPr>
            <a:xfrm>
              <a:off x="5757661" y="4992347"/>
              <a:ext cx="1291140" cy="451398"/>
              <a:chOff x="5983177" y="2110895"/>
              <a:chExt cx="1291140" cy="451398"/>
            </a:xfrm>
          </p:grpSpPr>
          <p:sp>
            <p:nvSpPr>
              <p:cNvPr id="57" name="文字方塊 20">
                <a:extLst>
                  <a:ext uri="{FF2B5EF4-FFF2-40B4-BE49-F238E27FC236}">
                    <a16:creationId xmlns:a16="http://schemas.microsoft.com/office/drawing/2014/main" id="{5C8285CF-A672-F31F-0317-F919F7EACD8C}"/>
                  </a:ext>
                </a:extLst>
              </p:cNvPr>
              <p:cNvSpPr txBox="1"/>
              <p:nvPr/>
            </p:nvSpPr>
            <p:spPr>
              <a:xfrm>
                <a:off x="5983177" y="2162183"/>
                <a:ext cx="7295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rPr>
                  <a:t>160</a:t>
                </a:r>
              </a:p>
            </p:txBody>
          </p:sp>
          <p:sp>
            <p:nvSpPr>
              <p:cNvPr id="58" name="文字方塊 42">
                <a:extLst>
                  <a:ext uri="{FF2B5EF4-FFF2-40B4-BE49-F238E27FC236}">
                    <a16:creationId xmlns:a16="http://schemas.microsoft.com/office/drawing/2014/main" id="{07551C3C-20DC-2D04-823A-6B57444E7174}"/>
                  </a:ext>
                </a:extLst>
              </p:cNvPr>
              <p:cNvSpPr txBox="1"/>
              <p:nvPr/>
            </p:nvSpPr>
            <p:spPr>
              <a:xfrm>
                <a:off x="6611687" y="2183821"/>
                <a:ext cx="6004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18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  <p:sp>
            <p:nvSpPr>
              <p:cNvPr id="59" name="文字方塊 43">
                <a:extLst>
                  <a:ext uri="{FF2B5EF4-FFF2-40B4-BE49-F238E27FC236}">
                    <a16:creationId xmlns:a16="http://schemas.microsoft.com/office/drawing/2014/main" id="{3A494A1E-5C62-B29C-3B11-2EC711C208CC}"/>
                  </a:ext>
                </a:extLst>
              </p:cNvPr>
              <p:cNvSpPr txBox="1"/>
              <p:nvPr/>
            </p:nvSpPr>
            <p:spPr>
              <a:xfrm>
                <a:off x="6949322" y="2110895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1D35D60E-9149-3425-AC51-C6F0613079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295"/>
          <a:stretch>
            <a:fillRect/>
          </a:stretch>
        </p:blipFill>
        <p:spPr>
          <a:xfrm>
            <a:off x="294989" y="398545"/>
            <a:ext cx="4802651" cy="173379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A896A84-CBF6-291F-CA4E-1077DFBF3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26" y="2747499"/>
            <a:ext cx="2403313" cy="3013679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8FBB01F4-37E5-CAAE-F50D-9190D3E96E28}"/>
              </a:ext>
            </a:extLst>
          </p:cNvPr>
          <p:cNvGrpSpPr/>
          <p:nvPr/>
        </p:nvGrpSpPr>
        <p:grpSpPr>
          <a:xfrm>
            <a:off x="1204784" y="4303659"/>
            <a:ext cx="1927799" cy="1348120"/>
            <a:chOff x="1204784" y="4303659"/>
            <a:chExt cx="1927799" cy="1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筆跡 3">
                  <a:extLst>
                    <a:ext uri="{FF2B5EF4-FFF2-40B4-BE49-F238E27FC236}">
                      <a16:creationId xmlns:a16="http://schemas.microsoft.com/office/drawing/2014/main" id="{0B1A71E1-3424-EDB3-4165-6CDDE9A2BFDB}"/>
                    </a:ext>
                  </a:extLst>
                </p14:cNvPr>
                <p14:cNvContentPartPr/>
                <p14:nvPr/>
              </p14:nvContentPartPr>
              <p14:xfrm>
                <a:off x="1322229" y="5504504"/>
                <a:ext cx="467449" cy="58925"/>
              </p14:xfrm>
            </p:contentPart>
          </mc:Choice>
          <mc:Fallback xmlns="">
            <p:pic>
              <p:nvPicPr>
                <p:cNvPr id="23" name="筆跡 3">
                  <a:extLst>
                    <a:ext uri="{FF2B5EF4-FFF2-40B4-BE49-F238E27FC236}">
                      <a16:creationId xmlns:a16="http://schemas.microsoft.com/office/drawing/2014/main" id="{0B1A71E1-3424-EDB3-4165-6CDDE9A2BF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8209" y="-12172996"/>
                  <a:ext cx="575128" cy="353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筆跡 3">
                  <a:extLst>
                    <a:ext uri="{FF2B5EF4-FFF2-40B4-BE49-F238E27FC236}">
                      <a16:creationId xmlns:a16="http://schemas.microsoft.com/office/drawing/2014/main" id="{88EF5E4E-D730-F148-4F9B-EDCD9779F5A1}"/>
                    </a:ext>
                  </a:extLst>
                </p14:cNvPr>
                <p14:cNvContentPartPr/>
                <p14:nvPr/>
              </p14:nvContentPartPr>
              <p14:xfrm>
                <a:off x="2665134" y="5592854"/>
                <a:ext cx="467449" cy="58925"/>
              </p14:xfrm>
            </p:contentPart>
          </mc:Choice>
          <mc:Fallback xmlns="">
            <p:pic>
              <p:nvPicPr>
                <p:cNvPr id="27" name="筆跡 3">
                  <a:extLst>
                    <a:ext uri="{FF2B5EF4-FFF2-40B4-BE49-F238E27FC236}">
                      <a16:creationId xmlns:a16="http://schemas.microsoft.com/office/drawing/2014/main" id="{88EF5E4E-D730-F148-4F9B-EDCD9779F5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11114" y="-12084646"/>
                  <a:ext cx="575128" cy="353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筆跡 3">
                  <a:extLst>
                    <a:ext uri="{FF2B5EF4-FFF2-40B4-BE49-F238E27FC236}">
                      <a16:creationId xmlns:a16="http://schemas.microsoft.com/office/drawing/2014/main" id="{6C628158-A9C6-83F5-7D76-3A52E3A67E3A}"/>
                    </a:ext>
                  </a:extLst>
                </p14:cNvPr>
                <p14:cNvContentPartPr/>
                <p14:nvPr/>
              </p14:nvContentPartPr>
              <p14:xfrm>
                <a:off x="1204784" y="4303659"/>
                <a:ext cx="467449" cy="58925"/>
              </p14:xfrm>
            </p:contentPart>
          </mc:Choice>
          <mc:Fallback xmlns="">
            <p:pic>
              <p:nvPicPr>
                <p:cNvPr id="29" name="筆跡 3">
                  <a:extLst>
                    <a:ext uri="{FF2B5EF4-FFF2-40B4-BE49-F238E27FC236}">
                      <a16:creationId xmlns:a16="http://schemas.microsoft.com/office/drawing/2014/main" id="{6C628158-A9C6-83F5-7D76-3A52E3A67E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0764" y="-13373841"/>
                  <a:ext cx="575128" cy="3535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9C203FF-EDE5-943A-7207-1CA2EC728D44}"/>
              </a:ext>
            </a:extLst>
          </p:cNvPr>
          <p:cNvGrpSpPr/>
          <p:nvPr/>
        </p:nvGrpSpPr>
        <p:grpSpPr>
          <a:xfrm>
            <a:off x="5447541" y="3417782"/>
            <a:ext cx="5901199" cy="777549"/>
            <a:chOff x="5447541" y="3417782"/>
            <a:chExt cx="5901199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132">
                  <a:extLst>
                    <a:ext uri="{FF2B5EF4-FFF2-40B4-BE49-F238E27FC236}">
                      <a16:creationId xmlns:a16="http://schemas.microsoft.com/office/drawing/2014/main" id="{2FD52FAE-18B2-77A2-0C19-D5C145C6A0B0}"/>
                    </a:ext>
                  </a:extLst>
                </p:cNvPr>
                <p:cNvSpPr txBox="1"/>
                <p:nvPr/>
              </p:nvSpPr>
              <p:spPr>
                <a:xfrm>
                  <a:off x="5447541" y="356895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7" name="文字方塊 132">
                  <a:extLst>
                    <a:ext uri="{FF2B5EF4-FFF2-40B4-BE49-F238E27FC236}">
                      <a16:creationId xmlns:a16="http://schemas.microsoft.com/office/drawing/2014/main" id="{2FD52FAE-18B2-77A2-0C19-D5C145C6A0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7541" y="3568955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74">
              <a:extLst>
                <a:ext uri="{FF2B5EF4-FFF2-40B4-BE49-F238E27FC236}">
                  <a16:creationId xmlns:a16="http://schemas.microsoft.com/office/drawing/2014/main" id="{F6EF4DC9-2D59-B5D8-37DA-A8866AD2E030}"/>
                </a:ext>
              </a:extLst>
            </p:cNvPr>
            <p:cNvGrpSpPr/>
            <p:nvPr/>
          </p:nvGrpSpPr>
          <p:grpSpPr>
            <a:xfrm>
              <a:off x="5897858" y="3417782"/>
              <a:ext cx="364383" cy="777549"/>
              <a:chOff x="2896107" y="4671588"/>
              <a:chExt cx="364383" cy="777549"/>
            </a:xfrm>
          </p:grpSpPr>
          <p:sp>
            <p:nvSpPr>
              <p:cNvPr id="49" name="文字方塊 75">
                <a:extLst>
                  <a:ext uri="{FF2B5EF4-FFF2-40B4-BE49-F238E27FC236}">
                    <a16:creationId xmlns:a16="http://schemas.microsoft.com/office/drawing/2014/main" id="{E1F223D0-F575-0A26-E4CA-ACDE223C3BF6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50" name="群組 76">
                <a:extLst>
                  <a:ext uri="{FF2B5EF4-FFF2-40B4-BE49-F238E27FC236}">
                    <a16:creationId xmlns:a16="http://schemas.microsoft.com/office/drawing/2014/main" id="{B3DB562C-15DA-C71D-A417-6C24FCBB1F0C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51" name="直線接點 77">
                  <a:extLst>
                    <a:ext uri="{FF2B5EF4-FFF2-40B4-BE49-F238E27FC236}">
                      <a16:creationId xmlns:a16="http://schemas.microsoft.com/office/drawing/2014/main" id="{454B9AE2-DFF6-2973-F149-9942050E172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2" name="文字方塊 78">
                  <a:extLst>
                    <a:ext uri="{FF2B5EF4-FFF2-40B4-BE49-F238E27FC236}">
                      <a16:creationId xmlns:a16="http://schemas.microsoft.com/office/drawing/2014/main" id="{D32C221D-A9BF-1117-F788-2104023FBB7D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3">
                  <a:extLst>
                    <a:ext uri="{FF2B5EF4-FFF2-40B4-BE49-F238E27FC236}">
                      <a16:creationId xmlns:a16="http://schemas.microsoft.com/office/drawing/2014/main" id="{A203723D-B640-A59D-7117-1C6C5BF5C435}"/>
                    </a:ext>
                  </a:extLst>
                </p:cNvPr>
                <p:cNvSpPr txBox="1"/>
                <p:nvPr/>
              </p:nvSpPr>
              <p:spPr>
                <a:xfrm>
                  <a:off x="6339373" y="35926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3" name="文字方塊 53">
                  <a:extLst>
                    <a:ext uri="{FF2B5EF4-FFF2-40B4-BE49-F238E27FC236}">
                      <a16:creationId xmlns:a16="http://schemas.microsoft.com/office/drawing/2014/main" id="{A203723D-B640-A59D-7117-1C6C5BF5C4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373" y="3592682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TextBox 15">
              <a:extLst>
                <a:ext uri="{FF2B5EF4-FFF2-40B4-BE49-F238E27FC236}">
                  <a16:creationId xmlns:a16="http://schemas.microsoft.com/office/drawing/2014/main" id="{ACE0C952-1B12-2372-F5D1-5C7909BC462B}"/>
                </a:ext>
              </a:extLst>
            </p:cNvPr>
            <p:cNvSpPr txBox="1"/>
            <p:nvPr/>
          </p:nvSpPr>
          <p:spPr>
            <a:xfrm>
              <a:off x="6579807" y="3612091"/>
              <a:ext cx="33884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Base area of pyramid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53">
                  <a:extLst>
                    <a:ext uri="{FF2B5EF4-FFF2-40B4-BE49-F238E27FC236}">
                      <a16:creationId xmlns:a16="http://schemas.microsoft.com/office/drawing/2014/main" id="{46D2B832-98F9-76C0-3CA9-50C3463F0A7C}"/>
                    </a:ext>
                  </a:extLst>
                </p:cNvPr>
                <p:cNvSpPr txBox="1"/>
                <p:nvPr/>
              </p:nvSpPr>
              <p:spPr>
                <a:xfrm>
                  <a:off x="9908511" y="35926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2" name="文字方塊 53">
                  <a:extLst>
                    <a:ext uri="{FF2B5EF4-FFF2-40B4-BE49-F238E27FC236}">
                      <a16:creationId xmlns:a16="http://schemas.microsoft.com/office/drawing/2014/main" id="{46D2B832-98F9-76C0-3CA9-50C3463F0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8511" y="3592682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文字方塊 109">
              <a:extLst>
                <a:ext uri="{FF2B5EF4-FFF2-40B4-BE49-F238E27FC236}">
                  <a16:creationId xmlns:a16="http://schemas.microsoft.com/office/drawing/2014/main" id="{9CE2DBED-EFD1-A458-C345-A237F06586ED}"/>
                </a:ext>
              </a:extLst>
            </p:cNvPr>
            <p:cNvSpPr txBox="1"/>
            <p:nvPr/>
          </p:nvSpPr>
          <p:spPr>
            <a:xfrm>
              <a:off x="10219905" y="3592682"/>
              <a:ext cx="11288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Height</a:t>
              </a: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7484FCB8-C1FA-BDED-7EE5-129D740D81AF}"/>
              </a:ext>
            </a:extLst>
          </p:cNvPr>
          <p:cNvGrpSpPr/>
          <p:nvPr/>
        </p:nvGrpSpPr>
        <p:grpSpPr>
          <a:xfrm>
            <a:off x="5458874" y="4173764"/>
            <a:ext cx="2457268" cy="777549"/>
            <a:chOff x="5458874" y="4173764"/>
            <a:chExt cx="2457268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7">
                  <a:extLst>
                    <a:ext uri="{FF2B5EF4-FFF2-40B4-BE49-F238E27FC236}">
                      <a16:creationId xmlns:a16="http://schemas.microsoft.com/office/drawing/2014/main" id="{EDBC5897-4953-7BCF-CD4B-C26AA670629B}"/>
                    </a:ext>
                  </a:extLst>
                </p:cNvPr>
                <p:cNvSpPr txBox="1"/>
                <p:nvPr/>
              </p:nvSpPr>
              <p:spPr>
                <a:xfrm>
                  <a:off x="5458874" y="432687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7">
                  <a:extLst>
                    <a:ext uri="{FF2B5EF4-FFF2-40B4-BE49-F238E27FC236}">
                      <a16:creationId xmlns:a16="http://schemas.microsoft.com/office/drawing/2014/main" id="{EDBC5897-4953-7BCF-CD4B-C26AA67062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874" y="4326879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15">
              <a:extLst>
                <a:ext uri="{FF2B5EF4-FFF2-40B4-BE49-F238E27FC236}">
                  <a16:creationId xmlns:a16="http://schemas.microsoft.com/office/drawing/2014/main" id="{0D828399-BDD5-D750-EFFD-03E3DE499740}"/>
                </a:ext>
              </a:extLst>
            </p:cNvPr>
            <p:cNvSpPr txBox="1"/>
            <p:nvPr/>
          </p:nvSpPr>
          <p:spPr>
            <a:xfrm>
              <a:off x="6569826" y="4355658"/>
              <a:ext cx="5639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30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9">
                  <a:extLst>
                    <a:ext uri="{FF2B5EF4-FFF2-40B4-BE49-F238E27FC236}">
                      <a16:creationId xmlns:a16="http://schemas.microsoft.com/office/drawing/2014/main" id="{9D426805-C193-DA20-C9A6-6E3659E1B433}"/>
                    </a:ext>
                  </a:extLst>
                </p:cNvPr>
                <p:cNvSpPr txBox="1"/>
                <p:nvPr/>
              </p:nvSpPr>
              <p:spPr>
                <a:xfrm>
                  <a:off x="7042382" y="435565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9">
                  <a:extLst>
                    <a:ext uri="{FF2B5EF4-FFF2-40B4-BE49-F238E27FC236}">
                      <a16:creationId xmlns:a16="http://schemas.microsoft.com/office/drawing/2014/main" id="{9D426805-C193-DA20-C9A6-6E3659E1B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2382" y="4355658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字方塊 10">
              <a:extLst>
                <a:ext uri="{FF2B5EF4-FFF2-40B4-BE49-F238E27FC236}">
                  <a16:creationId xmlns:a16="http://schemas.microsoft.com/office/drawing/2014/main" id="{5B0FD934-93DE-D353-8C0B-672894651FE6}"/>
                </a:ext>
              </a:extLst>
            </p:cNvPr>
            <p:cNvSpPr txBox="1"/>
            <p:nvPr/>
          </p:nvSpPr>
          <p:spPr>
            <a:xfrm>
              <a:off x="7315715" y="4355658"/>
              <a:ext cx="600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16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89" name="群組 74">
              <a:extLst>
                <a:ext uri="{FF2B5EF4-FFF2-40B4-BE49-F238E27FC236}">
                  <a16:creationId xmlns:a16="http://schemas.microsoft.com/office/drawing/2014/main" id="{9CFD57C8-8D68-85BD-5948-D33A2A64DEFC}"/>
                </a:ext>
              </a:extLst>
            </p:cNvPr>
            <p:cNvGrpSpPr/>
            <p:nvPr/>
          </p:nvGrpSpPr>
          <p:grpSpPr>
            <a:xfrm>
              <a:off x="5872254" y="4173764"/>
              <a:ext cx="364383" cy="777549"/>
              <a:chOff x="2896107" y="4671588"/>
              <a:chExt cx="364383" cy="777549"/>
            </a:xfrm>
          </p:grpSpPr>
          <p:sp>
            <p:nvSpPr>
              <p:cNvPr id="108" name="文字方塊 75">
                <a:extLst>
                  <a:ext uri="{FF2B5EF4-FFF2-40B4-BE49-F238E27FC236}">
                    <a16:creationId xmlns:a16="http://schemas.microsoft.com/office/drawing/2014/main" id="{B75C4E89-17EE-FB38-C914-F0852268FE2D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09" name="群組 76">
                <a:extLst>
                  <a:ext uri="{FF2B5EF4-FFF2-40B4-BE49-F238E27FC236}">
                    <a16:creationId xmlns:a16="http://schemas.microsoft.com/office/drawing/2014/main" id="{A13CD4CB-97BA-CA92-867F-E4D1F5E3487D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110" name="直線接點 77">
                  <a:extLst>
                    <a:ext uri="{FF2B5EF4-FFF2-40B4-BE49-F238E27FC236}">
                      <a16:creationId xmlns:a16="http://schemas.microsoft.com/office/drawing/2014/main" id="{34E00DD2-7333-AC39-12E9-D7612D88BB4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11" name="文字方塊 78">
                  <a:extLst>
                    <a:ext uri="{FF2B5EF4-FFF2-40B4-BE49-F238E27FC236}">
                      <a16:creationId xmlns:a16="http://schemas.microsoft.com/office/drawing/2014/main" id="{63A9E340-7FF6-CCB4-26B9-96290442BBDC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53">
                  <a:extLst>
                    <a:ext uri="{FF2B5EF4-FFF2-40B4-BE49-F238E27FC236}">
                      <a16:creationId xmlns:a16="http://schemas.microsoft.com/office/drawing/2014/main" id="{1D096829-0D6C-B9FE-E325-27ECBB34C47B}"/>
                    </a:ext>
                  </a:extLst>
                </p:cNvPr>
                <p:cNvSpPr txBox="1"/>
                <p:nvPr/>
              </p:nvSpPr>
              <p:spPr>
                <a:xfrm>
                  <a:off x="6258515" y="434866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4" name="文字方塊 53">
                  <a:extLst>
                    <a:ext uri="{FF2B5EF4-FFF2-40B4-BE49-F238E27FC236}">
                      <a16:creationId xmlns:a16="http://schemas.microsoft.com/office/drawing/2014/main" id="{1D096829-0D6C-B9FE-E325-27ECBB34C4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515" y="4348664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E799D94-D43E-698D-602F-9EDE18268C04}"/>
              </a:ext>
            </a:extLst>
          </p:cNvPr>
          <p:cNvGrpSpPr/>
          <p:nvPr/>
        </p:nvGrpSpPr>
        <p:grpSpPr>
          <a:xfrm>
            <a:off x="4270995" y="5752798"/>
            <a:ext cx="7439895" cy="470045"/>
            <a:chOff x="4270995" y="5752798"/>
            <a:chExt cx="7439895" cy="4700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260">
                  <a:extLst>
                    <a:ext uri="{FF2B5EF4-FFF2-40B4-BE49-F238E27FC236}">
                      <a16:creationId xmlns:a16="http://schemas.microsoft.com/office/drawing/2014/main" id="{B3F50160-931C-E998-595C-BE4E965B8C2A}"/>
                    </a:ext>
                  </a:extLst>
                </p:cNvPr>
                <p:cNvSpPr txBox="1"/>
                <p:nvPr/>
              </p:nvSpPr>
              <p:spPr>
                <a:xfrm>
                  <a:off x="4270995" y="5761178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4" name="文字方塊 260">
                  <a:extLst>
                    <a:ext uri="{FF2B5EF4-FFF2-40B4-BE49-F238E27FC236}">
                      <a16:creationId xmlns:a16="http://schemas.microsoft.com/office/drawing/2014/main" id="{B3F50160-931C-E998-595C-BE4E965B8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995" y="5761178"/>
                  <a:ext cx="238419" cy="461665"/>
                </a:xfrm>
                <a:prstGeom prst="rect">
                  <a:avLst/>
                </a:prstGeom>
                <a:blipFill>
                  <a:blip r:embed="rId18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5">
              <a:extLst>
                <a:ext uri="{FF2B5EF4-FFF2-40B4-BE49-F238E27FC236}">
                  <a16:creationId xmlns:a16="http://schemas.microsoft.com/office/drawing/2014/main" id="{01B43259-6DAF-FDFB-E07B-EC9B7F99EE2B}"/>
                </a:ext>
              </a:extLst>
            </p:cNvPr>
            <p:cNvSpPr txBox="1"/>
            <p:nvPr/>
          </p:nvSpPr>
          <p:spPr>
            <a:xfrm>
              <a:off x="4504478" y="5804736"/>
              <a:ext cx="7206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volume of pyramid is 160      . The answer is C.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grpSp>
          <p:nvGrpSpPr>
            <p:cNvPr id="116" name="群組 245">
              <a:extLst>
                <a:ext uri="{FF2B5EF4-FFF2-40B4-BE49-F238E27FC236}">
                  <a16:creationId xmlns:a16="http://schemas.microsoft.com/office/drawing/2014/main" id="{47A13072-0898-2AC4-1E95-EF64B23863A8}"/>
                </a:ext>
              </a:extLst>
            </p:cNvPr>
            <p:cNvGrpSpPr/>
            <p:nvPr/>
          </p:nvGrpSpPr>
          <p:grpSpPr>
            <a:xfrm>
              <a:off x="8646450" y="5752798"/>
              <a:ext cx="695743" cy="461825"/>
              <a:chOff x="2472626" y="4523351"/>
              <a:chExt cx="695743" cy="461825"/>
            </a:xfrm>
          </p:grpSpPr>
          <p:sp>
            <p:nvSpPr>
              <p:cNvPr id="118" name="文字方塊 249">
                <a:extLst>
                  <a:ext uri="{FF2B5EF4-FFF2-40B4-BE49-F238E27FC236}">
                    <a16:creationId xmlns:a16="http://schemas.microsoft.com/office/drawing/2014/main" id="{6B976A60-7BFE-97C1-7C9E-49B19E5ACFA7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  <p:sp>
            <p:nvSpPr>
              <p:cNvPr id="126" name="文字方塊 247">
                <a:extLst>
                  <a:ext uri="{FF2B5EF4-FFF2-40B4-BE49-F238E27FC236}">
                    <a16:creationId xmlns:a16="http://schemas.microsoft.com/office/drawing/2014/main" id="{D5E27397-108C-A309-1AC8-6CE9632DA5A7}"/>
                  </a:ext>
                </a:extLst>
              </p:cNvPr>
              <p:cNvSpPr txBox="1"/>
              <p:nvPr/>
            </p:nvSpPr>
            <p:spPr>
              <a:xfrm>
                <a:off x="2879507" y="4523351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" name="筆跡 3">
                <a:extLst>
                  <a:ext uri="{FF2B5EF4-FFF2-40B4-BE49-F238E27FC236}">
                    <a16:creationId xmlns:a16="http://schemas.microsoft.com/office/drawing/2014/main" id="{52AD7E06-9EED-D1D7-B2C3-CC899695EC69}"/>
                  </a:ext>
                </a:extLst>
              </p14:cNvPr>
              <p14:cNvContentPartPr/>
              <p14:nvPr/>
            </p14:nvContentPartPr>
            <p14:xfrm>
              <a:off x="2019460" y="552944"/>
              <a:ext cx="630475" cy="45719"/>
            </p14:xfrm>
          </p:contentPart>
        </mc:Choice>
        <mc:Fallback xmlns="">
          <p:pic>
            <p:nvPicPr>
              <p:cNvPr id="7" name="筆跡 3">
                <a:extLst>
                  <a:ext uri="{FF2B5EF4-FFF2-40B4-BE49-F238E27FC236}">
                    <a16:creationId xmlns:a16="http://schemas.microsoft.com/office/drawing/2014/main" id="{52AD7E06-9EED-D1D7-B2C3-CC899695EC6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65481" y="-13162756"/>
                <a:ext cx="73807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7" name="筆跡 11">
                <a:extLst>
                  <a:ext uri="{FF2B5EF4-FFF2-40B4-BE49-F238E27FC236}">
                    <a16:creationId xmlns:a16="http://schemas.microsoft.com/office/drawing/2014/main" id="{C11407D7-A0CE-E24D-6DA6-BBB19DA8A2A1}"/>
                  </a:ext>
                </a:extLst>
              </p14:cNvPr>
              <p14:cNvContentPartPr/>
              <p14:nvPr/>
            </p14:nvContentPartPr>
            <p14:xfrm>
              <a:off x="920865" y="1557072"/>
              <a:ext cx="1257471" cy="45719"/>
            </p14:xfrm>
          </p:contentPart>
        </mc:Choice>
        <mc:Fallback xmlns="">
          <p:pic>
            <p:nvPicPr>
              <p:cNvPr id="127" name="筆跡 11">
                <a:extLst>
                  <a:ext uri="{FF2B5EF4-FFF2-40B4-BE49-F238E27FC236}">
                    <a16:creationId xmlns:a16="http://schemas.microsoft.com/office/drawing/2014/main" id="{C11407D7-A0CE-E24D-6DA6-BBB19DA8A2A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6834" y="-12158628"/>
                <a:ext cx="1365172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群組 5">
            <a:extLst>
              <a:ext uri="{FF2B5EF4-FFF2-40B4-BE49-F238E27FC236}">
                <a16:creationId xmlns:a16="http://schemas.microsoft.com/office/drawing/2014/main" id="{E7818286-BB7A-C48F-FC85-96398E9E173C}"/>
              </a:ext>
            </a:extLst>
          </p:cNvPr>
          <p:cNvGrpSpPr/>
          <p:nvPr/>
        </p:nvGrpSpPr>
        <p:grpSpPr>
          <a:xfrm>
            <a:off x="5458125" y="1111770"/>
            <a:ext cx="3074926" cy="777549"/>
            <a:chOff x="5458125" y="1111770"/>
            <a:chExt cx="3074926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7">
                  <a:extLst>
                    <a:ext uri="{FF2B5EF4-FFF2-40B4-BE49-F238E27FC236}">
                      <a16:creationId xmlns:a16="http://schemas.microsoft.com/office/drawing/2014/main" id="{A2F2ACE1-9487-7FC7-99D0-76671CE08ED5}"/>
                    </a:ext>
                  </a:extLst>
                </p:cNvPr>
                <p:cNvSpPr txBox="1"/>
                <p:nvPr/>
              </p:nvSpPr>
              <p:spPr>
                <a:xfrm>
                  <a:off x="5458125" y="130049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" name="文字方塊 7">
                  <a:extLst>
                    <a:ext uri="{FF2B5EF4-FFF2-40B4-BE49-F238E27FC236}">
                      <a16:creationId xmlns:a16="http://schemas.microsoft.com/office/drawing/2014/main" id="{A2F2ACE1-9487-7FC7-99D0-76671CE08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125" y="1300490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群組 74">
              <a:extLst>
                <a:ext uri="{FF2B5EF4-FFF2-40B4-BE49-F238E27FC236}">
                  <a16:creationId xmlns:a16="http://schemas.microsoft.com/office/drawing/2014/main" id="{6343E5AC-09E1-9959-5420-66020931C992}"/>
                </a:ext>
              </a:extLst>
            </p:cNvPr>
            <p:cNvGrpSpPr/>
            <p:nvPr/>
          </p:nvGrpSpPr>
          <p:grpSpPr>
            <a:xfrm>
              <a:off x="6068715" y="1111770"/>
              <a:ext cx="364383" cy="777549"/>
              <a:chOff x="2896107" y="4671588"/>
              <a:chExt cx="364383" cy="777549"/>
            </a:xfrm>
          </p:grpSpPr>
          <p:sp>
            <p:nvSpPr>
              <p:cNvPr id="15" name="文字方塊 75">
                <a:extLst>
                  <a:ext uri="{FF2B5EF4-FFF2-40B4-BE49-F238E27FC236}">
                    <a16:creationId xmlns:a16="http://schemas.microsoft.com/office/drawing/2014/main" id="{6FAC89F7-A6D9-0C62-489D-67C22AF4716A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6" name="群組 76">
                <a:extLst>
                  <a:ext uri="{FF2B5EF4-FFF2-40B4-BE49-F238E27FC236}">
                    <a16:creationId xmlns:a16="http://schemas.microsoft.com/office/drawing/2014/main" id="{8B9E870E-43FC-2CCC-18F0-3B5C264FAD84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17" name="直線接點 77">
                  <a:extLst>
                    <a:ext uri="{FF2B5EF4-FFF2-40B4-BE49-F238E27FC236}">
                      <a16:creationId xmlns:a16="http://schemas.microsoft.com/office/drawing/2014/main" id="{0F29DED9-0779-8E40-20DC-CC1EFF82B32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8" name="文字方塊 78">
                  <a:extLst>
                    <a:ext uri="{FF2B5EF4-FFF2-40B4-BE49-F238E27FC236}">
                      <a16:creationId xmlns:a16="http://schemas.microsoft.com/office/drawing/2014/main" id="{46811933-C4CC-40AE-7273-00A90C8F24D1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p:grpSp>
          <p:nvGrpSpPr>
            <p:cNvPr id="19" name="群組 34">
              <a:extLst>
                <a:ext uri="{FF2B5EF4-FFF2-40B4-BE49-F238E27FC236}">
                  <a16:creationId xmlns:a16="http://schemas.microsoft.com/office/drawing/2014/main" id="{05FD3954-4622-D13F-442B-026F5330AA3D}"/>
                </a:ext>
              </a:extLst>
            </p:cNvPr>
            <p:cNvGrpSpPr/>
            <p:nvPr/>
          </p:nvGrpSpPr>
          <p:grpSpPr>
            <a:xfrm>
              <a:off x="6798154" y="1274581"/>
              <a:ext cx="1734897" cy="400110"/>
              <a:chOff x="1377671" y="1369717"/>
              <a:chExt cx="1552163" cy="400110"/>
            </a:xfrm>
          </p:grpSpPr>
          <p:sp>
            <p:nvSpPr>
              <p:cNvPr id="20" name="文字方塊 35">
                <a:extLst>
                  <a:ext uri="{FF2B5EF4-FFF2-40B4-BE49-F238E27FC236}">
                    <a16:creationId xmlns:a16="http://schemas.microsoft.com/office/drawing/2014/main" id="{0A4569A6-1ACB-B965-BFBB-A0FD851A5E24}"/>
                  </a:ext>
                </a:extLst>
              </p:cNvPr>
              <p:cNvSpPr txBox="1"/>
              <p:nvPr/>
            </p:nvSpPr>
            <p:spPr>
              <a:xfrm>
                <a:off x="1377671" y="1369717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1" name="文字方塊 36">
                <a:extLst>
                  <a:ext uri="{FF2B5EF4-FFF2-40B4-BE49-F238E27FC236}">
                    <a16:creationId xmlns:a16="http://schemas.microsoft.com/office/drawing/2014/main" id="{56F73D5B-D442-53C0-A983-66131187036F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14423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5        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44">
                  <a:extLst>
                    <a:ext uri="{FF2B5EF4-FFF2-40B4-BE49-F238E27FC236}">
                      <a16:creationId xmlns:a16="http://schemas.microsoft.com/office/drawing/2014/main" id="{B0A71171-90DD-58B7-C1ED-E6146B61BCBB}"/>
                    </a:ext>
                  </a:extLst>
                </p:cNvPr>
                <p:cNvSpPr txBox="1"/>
                <p:nvPr/>
              </p:nvSpPr>
              <p:spPr>
                <a:xfrm>
                  <a:off x="7163102" y="12571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44">
                  <a:extLst>
                    <a:ext uri="{FF2B5EF4-FFF2-40B4-BE49-F238E27FC236}">
                      <a16:creationId xmlns:a16="http://schemas.microsoft.com/office/drawing/2014/main" id="{B0A71171-90DD-58B7-C1ED-E6146B61B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3102" y="1257182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459E626-7932-CDCA-2B28-E7C243A08CBD}"/>
                </a:ext>
              </a:extLst>
            </p:cNvPr>
            <p:cNvSpPr txBox="1"/>
            <p:nvPr/>
          </p:nvSpPr>
          <p:spPr>
            <a:xfrm>
              <a:off x="7382253" y="1265441"/>
              <a:ext cx="52790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12</a:t>
              </a:r>
              <a:endParaRPr lang="en-US" sz="2000" dirty="0">
                <a:solidFill>
                  <a:srgbClr val="00B05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53">
                  <a:extLst>
                    <a:ext uri="{FF2B5EF4-FFF2-40B4-BE49-F238E27FC236}">
                      <a16:creationId xmlns:a16="http://schemas.microsoft.com/office/drawing/2014/main" id="{AC8A182D-E54D-96DC-CED7-55455A3B53BA}"/>
                    </a:ext>
                  </a:extLst>
                </p:cNvPr>
                <p:cNvSpPr txBox="1"/>
                <p:nvPr/>
              </p:nvSpPr>
              <p:spPr>
                <a:xfrm>
                  <a:off x="6495873" y="127420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8" name="文字方塊 53">
                  <a:extLst>
                    <a:ext uri="{FF2B5EF4-FFF2-40B4-BE49-F238E27FC236}">
                      <a16:creationId xmlns:a16="http://schemas.microsoft.com/office/drawing/2014/main" id="{AC8A182D-E54D-96DC-CED7-55455A3B5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5873" y="1274205"/>
                  <a:ext cx="29568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9165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>
            <a:extLst>
              <a:ext uri="{FF2B5EF4-FFF2-40B4-BE49-F238E27FC236}">
                <a16:creationId xmlns:a16="http://schemas.microsoft.com/office/drawing/2014/main" id="{FC19AC2A-0A33-0092-DB3B-A73D685B743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632" y="156372"/>
            <a:ext cx="10328597" cy="2294787"/>
            <a:chOff x="64632" y="156372"/>
            <a:chExt cx="10328597" cy="2294787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2105D9BD-9E8B-38BD-8041-3E5A5AE3CD4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1395" y="966112"/>
              <a:ext cx="3619195" cy="1454289"/>
            </a:xfrm>
            <a:prstGeom prst="rect">
              <a:avLst/>
            </a:prstGeom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1CBEDAF3-8A43-0BEA-25FE-B04A0EAA518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rcRect b="68233"/>
            <a:stretch>
              <a:fillRect/>
            </a:stretch>
          </p:blipFill>
          <p:spPr>
            <a:xfrm>
              <a:off x="114320" y="156372"/>
              <a:ext cx="10278909" cy="723265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43C4583E-7476-2925-83D9-AC4CFECE9F0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rcRect t="31752" r="81757"/>
            <a:stretch>
              <a:fillRect/>
            </a:stretch>
          </p:blipFill>
          <p:spPr>
            <a:xfrm>
              <a:off x="64632" y="897294"/>
              <a:ext cx="1875236" cy="1553865"/>
            </a:xfrm>
            <a:prstGeom prst="rect">
              <a:avLst/>
            </a:prstGeom>
          </p:spPr>
        </p:pic>
      </p:grpSp>
      <p:sp>
        <p:nvSpPr>
          <p:cNvPr id="21" name="TextBox 15">
            <a:extLst>
              <a:ext uri="{FF2B5EF4-FFF2-40B4-BE49-F238E27FC236}">
                <a16:creationId xmlns:a16="http://schemas.microsoft.com/office/drawing/2014/main" id="{655D7679-13FE-B57C-7D5C-ACF711DBFCD3}"/>
              </a:ext>
            </a:extLst>
          </p:cNvPr>
          <p:cNvSpPr txBox="1"/>
          <p:nvPr/>
        </p:nvSpPr>
        <p:spPr>
          <a:xfrm>
            <a:off x="420047" y="2353670"/>
            <a:ext cx="3768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Base area of circular cone</a:t>
            </a:r>
            <a:endParaRPr lang="zh-TW" altLang="en-US" sz="2000" b="1" dirty="0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A59D8C7A-D84D-36D0-F801-FFEC9E630B56}"/>
              </a:ext>
            </a:extLst>
          </p:cNvPr>
          <p:cNvGrpSpPr/>
          <p:nvPr/>
        </p:nvGrpSpPr>
        <p:grpSpPr>
          <a:xfrm>
            <a:off x="77984" y="2693396"/>
            <a:ext cx="1542796" cy="492379"/>
            <a:chOff x="77984" y="2693396"/>
            <a:chExt cx="1542796" cy="4923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7">
                  <a:extLst>
                    <a:ext uri="{FF2B5EF4-FFF2-40B4-BE49-F238E27FC236}">
                      <a16:creationId xmlns:a16="http://schemas.microsoft.com/office/drawing/2014/main" id="{5BE478A3-0202-72F3-71E8-16F34327207B}"/>
                    </a:ext>
                  </a:extLst>
                </p:cNvPr>
                <p:cNvSpPr txBox="1"/>
                <p:nvPr/>
              </p:nvSpPr>
              <p:spPr>
                <a:xfrm>
                  <a:off x="77984" y="278566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7">
                  <a:extLst>
                    <a:ext uri="{FF2B5EF4-FFF2-40B4-BE49-F238E27FC236}">
                      <a16:creationId xmlns:a16="http://schemas.microsoft.com/office/drawing/2014/main" id="{5BE478A3-0202-72F3-71E8-16F343272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84" y="2785665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385">
                  <a:extLst>
                    <a:ext uri="{FF2B5EF4-FFF2-40B4-BE49-F238E27FC236}">
                      <a16:creationId xmlns:a16="http://schemas.microsoft.com/office/drawing/2014/main" id="{EE2DF9FE-E670-1F01-4EED-0E86897FA0E1}"/>
                    </a:ext>
                  </a:extLst>
                </p:cNvPr>
                <p:cNvSpPr txBox="1"/>
                <p:nvPr/>
              </p:nvSpPr>
              <p:spPr>
                <a:xfrm>
                  <a:off x="494550" y="2770340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4" name="TextBox 385">
                  <a:extLst>
                    <a:ext uri="{FF2B5EF4-FFF2-40B4-BE49-F238E27FC236}">
                      <a16:creationId xmlns:a16="http://schemas.microsoft.com/office/drawing/2014/main" id="{EE2DF9FE-E670-1F01-4EED-0E86897FA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550" y="2770340"/>
                  <a:ext cx="35779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53">
                  <a:extLst>
                    <a:ext uri="{FF2B5EF4-FFF2-40B4-BE49-F238E27FC236}">
                      <a16:creationId xmlns:a16="http://schemas.microsoft.com/office/drawing/2014/main" id="{3E532F92-1776-4DAA-FB15-D2939278C560}"/>
                    </a:ext>
                  </a:extLst>
                </p:cNvPr>
                <p:cNvSpPr txBox="1"/>
                <p:nvPr/>
              </p:nvSpPr>
              <p:spPr>
                <a:xfrm>
                  <a:off x="839469" y="27703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53">
                  <a:extLst>
                    <a:ext uri="{FF2B5EF4-FFF2-40B4-BE49-F238E27FC236}">
                      <a16:creationId xmlns:a16="http://schemas.microsoft.com/office/drawing/2014/main" id="{3E532F92-1776-4DAA-FB15-D2939278C5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469" y="2770340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387">
                  <a:extLst>
                    <a:ext uri="{FF2B5EF4-FFF2-40B4-BE49-F238E27FC236}">
                      <a16:creationId xmlns:a16="http://schemas.microsoft.com/office/drawing/2014/main" id="{E70028A2-97A2-5E88-445C-712F7A89E6B6}"/>
                    </a:ext>
                  </a:extLst>
                </p:cNvPr>
                <p:cNvSpPr txBox="1"/>
                <p:nvPr/>
              </p:nvSpPr>
              <p:spPr>
                <a:xfrm>
                  <a:off x="1139423" y="2770340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TextBox 387">
                  <a:extLst>
                    <a:ext uri="{FF2B5EF4-FFF2-40B4-BE49-F238E27FC236}">
                      <a16:creationId xmlns:a16="http://schemas.microsoft.com/office/drawing/2014/main" id="{E70028A2-97A2-5E88-445C-712F7A89E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423" y="2770340"/>
                  <a:ext cx="357791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文字方塊 106">
              <a:extLst>
                <a:ext uri="{FF2B5EF4-FFF2-40B4-BE49-F238E27FC236}">
                  <a16:creationId xmlns:a16="http://schemas.microsoft.com/office/drawing/2014/main" id="{167F6C72-9D86-C546-98F4-A00DA97E37D6}"/>
                </a:ext>
              </a:extLst>
            </p:cNvPr>
            <p:cNvSpPr txBox="1"/>
            <p:nvPr/>
          </p:nvSpPr>
          <p:spPr>
            <a:xfrm>
              <a:off x="1331918" y="269339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31261990-5096-CE68-907C-C801F6A4D230}"/>
              </a:ext>
            </a:extLst>
          </p:cNvPr>
          <p:cNvGrpSpPr/>
          <p:nvPr/>
        </p:nvGrpSpPr>
        <p:grpSpPr>
          <a:xfrm>
            <a:off x="77984" y="3090626"/>
            <a:ext cx="1542796" cy="494224"/>
            <a:chOff x="77984" y="3090626"/>
            <a:chExt cx="1542796" cy="494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7">
                  <a:extLst>
                    <a:ext uri="{FF2B5EF4-FFF2-40B4-BE49-F238E27FC236}">
                      <a16:creationId xmlns:a16="http://schemas.microsoft.com/office/drawing/2014/main" id="{6FF59487-300D-A40A-09FE-259A23D11AA9}"/>
                    </a:ext>
                  </a:extLst>
                </p:cNvPr>
                <p:cNvSpPr txBox="1"/>
                <p:nvPr/>
              </p:nvSpPr>
              <p:spPr>
                <a:xfrm>
                  <a:off x="77984" y="31847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8" name="文字方塊 7">
                  <a:extLst>
                    <a:ext uri="{FF2B5EF4-FFF2-40B4-BE49-F238E27FC236}">
                      <a16:creationId xmlns:a16="http://schemas.microsoft.com/office/drawing/2014/main" id="{6FF59487-300D-A40A-09FE-259A23D11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84" y="3184740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385">
                  <a:extLst>
                    <a:ext uri="{FF2B5EF4-FFF2-40B4-BE49-F238E27FC236}">
                      <a16:creationId xmlns:a16="http://schemas.microsoft.com/office/drawing/2014/main" id="{73C3DA8D-E67E-49CB-E300-45E144572A98}"/>
                    </a:ext>
                  </a:extLst>
                </p:cNvPr>
                <p:cNvSpPr txBox="1"/>
                <p:nvPr/>
              </p:nvSpPr>
              <p:spPr>
                <a:xfrm>
                  <a:off x="494550" y="3167570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8" name="TextBox 385">
                  <a:extLst>
                    <a:ext uri="{FF2B5EF4-FFF2-40B4-BE49-F238E27FC236}">
                      <a16:creationId xmlns:a16="http://schemas.microsoft.com/office/drawing/2014/main" id="{73C3DA8D-E67E-49CB-E300-45E144572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550" y="3167570"/>
                  <a:ext cx="357791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53">
                  <a:extLst>
                    <a:ext uri="{FF2B5EF4-FFF2-40B4-BE49-F238E27FC236}">
                      <a16:creationId xmlns:a16="http://schemas.microsoft.com/office/drawing/2014/main" id="{7EA4D31E-9DD2-971A-77ED-F19C3CC971DE}"/>
                    </a:ext>
                  </a:extLst>
                </p:cNvPr>
                <p:cNvSpPr txBox="1"/>
                <p:nvPr/>
              </p:nvSpPr>
              <p:spPr>
                <a:xfrm>
                  <a:off x="839469" y="31675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53">
                  <a:extLst>
                    <a:ext uri="{FF2B5EF4-FFF2-40B4-BE49-F238E27FC236}">
                      <a16:creationId xmlns:a16="http://schemas.microsoft.com/office/drawing/2014/main" id="{7EA4D31E-9DD2-971A-77ED-F19C3CC97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469" y="3167570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387">
                  <a:extLst>
                    <a:ext uri="{FF2B5EF4-FFF2-40B4-BE49-F238E27FC236}">
                      <a16:creationId xmlns:a16="http://schemas.microsoft.com/office/drawing/2014/main" id="{1D3D16CD-92FB-4601-D7B3-972438500F52}"/>
                    </a:ext>
                  </a:extLst>
                </p:cNvPr>
                <p:cNvSpPr txBox="1"/>
                <p:nvPr/>
              </p:nvSpPr>
              <p:spPr>
                <a:xfrm>
                  <a:off x="1139423" y="3167570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0" name="TextBox 387">
                  <a:extLst>
                    <a:ext uri="{FF2B5EF4-FFF2-40B4-BE49-F238E27FC236}">
                      <a16:creationId xmlns:a16="http://schemas.microsoft.com/office/drawing/2014/main" id="{1D3D16CD-92FB-4601-D7B3-972438500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423" y="3167570"/>
                  <a:ext cx="35779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文字方塊 106">
              <a:extLst>
                <a:ext uri="{FF2B5EF4-FFF2-40B4-BE49-F238E27FC236}">
                  <a16:creationId xmlns:a16="http://schemas.microsoft.com/office/drawing/2014/main" id="{F44E984C-41A0-EF72-80AB-16A6BB2ADEFF}"/>
                </a:ext>
              </a:extLst>
            </p:cNvPr>
            <p:cNvSpPr txBox="1"/>
            <p:nvPr/>
          </p:nvSpPr>
          <p:spPr>
            <a:xfrm>
              <a:off x="1331918" y="309062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3" name="群組 245">
            <a:extLst>
              <a:ext uri="{FF2B5EF4-FFF2-40B4-BE49-F238E27FC236}">
                <a16:creationId xmlns:a16="http://schemas.microsoft.com/office/drawing/2014/main" id="{3F15F977-789B-3E4C-D48E-2B9375E341ED}"/>
              </a:ext>
            </a:extLst>
          </p:cNvPr>
          <p:cNvGrpSpPr/>
          <p:nvPr/>
        </p:nvGrpSpPr>
        <p:grpSpPr>
          <a:xfrm>
            <a:off x="992185" y="3554040"/>
            <a:ext cx="695743" cy="461825"/>
            <a:chOff x="2472626" y="4523351"/>
            <a:chExt cx="695743" cy="461825"/>
          </a:xfrm>
        </p:grpSpPr>
        <p:sp>
          <p:nvSpPr>
            <p:cNvPr id="54" name="文字方塊 249">
              <a:extLst>
                <a:ext uri="{FF2B5EF4-FFF2-40B4-BE49-F238E27FC236}">
                  <a16:creationId xmlns:a16="http://schemas.microsoft.com/office/drawing/2014/main" id="{039A644B-AB99-07BB-6196-57E45F29C8A4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5" name="文字方塊 247">
              <a:extLst>
                <a:ext uri="{FF2B5EF4-FFF2-40B4-BE49-F238E27FC236}">
                  <a16:creationId xmlns:a16="http://schemas.microsoft.com/office/drawing/2014/main" id="{F41ECE72-6953-52BA-696F-916E5C5C0924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60" name="TextBox 15">
            <a:extLst>
              <a:ext uri="{FF2B5EF4-FFF2-40B4-BE49-F238E27FC236}">
                <a16:creationId xmlns:a16="http://schemas.microsoft.com/office/drawing/2014/main" id="{D7D8516A-57F8-9445-AD75-BBBA3D84A625}"/>
              </a:ext>
            </a:extLst>
          </p:cNvPr>
          <p:cNvSpPr txBox="1"/>
          <p:nvPr/>
        </p:nvSpPr>
        <p:spPr>
          <a:xfrm>
            <a:off x="233967" y="4068232"/>
            <a:ext cx="3539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circular cone</a:t>
            </a:r>
            <a:endParaRPr lang="zh-TW" altLang="en-US" sz="2000" b="1" dirty="0"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C1E92B2B-7F8C-CEF1-296B-6BB316991484}"/>
              </a:ext>
            </a:extLst>
          </p:cNvPr>
          <p:cNvGrpSpPr/>
          <p:nvPr/>
        </p:nvGrpSpPr>
        <p:grpSpPr>
          <a:xfrm>
            <a:off x="86123" y="4428675"/>
            <a:ext cx="4994019" cy="777549"/>
            <a:chOff x="86123" y="4428675"/>
            <a:chExt cx="4994019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132">
                  <a:extLst>
                    <a:ext uri="{FF2B5EF4-FFF2-40B4-BE49-F238E27FC236}">
                      <a16:creationId xmlns:a16="http://schemas.microsoft.com/office/drawing/2014/main" id="{0F1636DA-0A04-8BDA-0A70-B869FC90CA53}"/>
                    </a:ext>
                  </a:extLst>
                </p:cNvPr>
                <p:cNvSpPr txBox="1"/>
                <p:nvPr/>
              </p:nvSpPr>
              <p:spPr>
                <a:xfrm>
                  <a:off x="86123" y="457984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132">
                  <a:extLst>
                    <a:ext uri="{FF2B5EF4-FFF2-40B4-BE49-F238E27FC236}">
                      <a16:creationId xmlns:a16="http://schemas.microsoft.com/office/drawing/2014/main" id="{0F1636DA-0A04-8BDA-0A70-B869FC90C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23" y="457984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" name="群組 74">
              <a:extLst>
                <a:ext uri="{FF2B5EF4-FFF2-40B4-BE49-F238E27FC236}">
                  <a16:creationId xmlns:a16="http://schemas.microsoft.com/office/drawing/2014/main" id="{ED0A1FBF-D302-1CCD-3663-7494B432D71B}"/>
                </a:ext>
              </a:extLst>
            </p:cNvPr>
            <p:cNvGrpSpPr/>
            <p:nvPr/>
          </p:nvGrpSpPr>
          <p:grpSpPr>
            <a:xfrm>
              <a:off x="536440" y="4428675"/>
              <a:ext cx="364383" cy="777549"/>
              <a:chOff x="2896107" y="4671588"/>
              <a:chExt cx="364383" cy="777549"/>
            </a:xfrm>
          </p:grpSpPr>
          <p:sp>
            <p:nvSpPr>
              <p:cNvPr id="63" name="文字方塊 75">
                <a:extLst>
                  <a:ext uri="{FF2B5EF4-FFF2-40B4-BE49-F238E27FC236}">
                    <a16:creationId xmlns:a16="http://schemas.microsoft.com/office/drawing/2014/main" id="{C42499B9-8C37-F6B1-4E9F-C593724EEB34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64" name="群組 76">
                <a:extLst>
                  <a:ext uri="{FF2B5EF4-FFF2-40B4-BE49-F238E27FC236}">
                    <a16:creationId xmlns:a16="http://schemas.microsoft.com/office/drawing/2014/main" id="{94BB02B5-A96A-89D9-1A01-BFEEA0BE5989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65" name="直線接點 77">
                  <a:extLst>
                    <a:ext uri="{FF2B5EF4-FFF2-40B4-BE49-F238E27FC236}">
                      <a16:creationId xmlns:a16="http://schemas.microsoft.com/office/drawing/2014/main" id="{C25CD233-A4A3-5A4D-6D44-C37089B4FC1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6" name="文字方塊 78">
                  <a:extLst>
                    <a:ext uri="{FF2B5EF4-FFF2-40B4-BE49-F238E27FC236}">
                      <a16:creationId xmlns:a16="http://schemas.microsoft.com/office/drawing/2014/main" id="{5DB171AF-3362-D41C-E28A-3BAF6F816880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53">
                  <a:extLst>
                    <a:ext uri="{FF2B5EF4-FFF2-40B4-BE49-F238E27FC236}">
                      <a16:creationId xmlns:a16="http://schemas.microsoft.com/office/drawing/2014/main" id="{3923EFE9-0A42-432A-7009-AE0209307190}"/>
                    </a:ext>
                  </a:extLst>
                </p:cNvPr>
                <p:cNvSpPr txBox="1"/>
                <p:nvPr/>
              </p:nvSpPr>
              <p:spPr>
                <a:xfrm>
                  <a:off x="922701" y="460357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7" name="文字方塊 53">
                  <a:extLst>
                    <a:ext uri="{FF2B5EF4-FFF2-40B4-BE49-F238E27FC236}">
                      <a16:creationId xmlns:a16="http://schemas.microsoft.com/office/drawing/2014/main" id="{3923EFE9-0A42-432A-7009-AE02093071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701" y="4603575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TextBox 15">
              <a:extLst>
                <a:ext uri="{FF2B5EF4-FFF2-40B4-BE49-F238E27FC236}">
                  <a16:creationId xmlns:a16="http://schemas.microsoft.com/office/drawing/2014/main" id="{15B3E6CA-161B-0243-F11D-1A9E607C0378}"/>
                </a:ext>
              </a:extLst>
            </p:cNvPr>
            <p:cNvSpPr txBox="1"/>
            <p:nvPr/>
          </p:nvSpPr>
          <p:spPr>
            <a:xfrm>
              <a:off x="1218388" y="4622984"/>
              <a:ext cx="2679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Base area of cone</a:t>
              </a:r>
              <a:endParaRPr lang="zh-TW" altLang="en-US" sz="2000" b="1" dirty="0">
                <a:solidFill>
                  <a:srgbClr val="00B05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53">
                  <a:extLst>
                    <a:ext uri="{FF2B5EF4-FFF2-40B4-BE49-F238E27FC236}">
                      <a16:creationId xmlns:a16="http://schemas.microsoft.com/office/drawing/2014/main" id="{7917C928-4046-319F-283D-3EE394ACBD46}"/>
                    </a:ext>
                  </a:extLst>
                </p:cNvPr>
                <p:cNvSpPr txBox="1"/>
                <p:nvPr/>
              </p:nvSpPr>
              <p:spPr>
                <a:xfrm>
                  <a:off x="3734491" y="460998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9" name="文字方塊 53">
                  <a:extLst>
                    <a:ext uri="{FF2B5EF4-FFF2-40B4-BE49-F238E27FC236}">
                      <a16:creationId xmlns:a16="http://schemas.microsoft.com/office/drawing/2014/main" id="{7917C928-4046-319F-283D-3EE394ACBD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4491" y="4609983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文字方塊 109">
              <a:extLst>
                <a:ext uri="{FF2B5EF4-FFF2-40B4-BE49-F238E27FC236}">
                  <a16:creationId xmlns:a16="http://schemas.microsoft.com/office/drawing/2014/main" id="{3F1E8AEA-3CCE-CD77-C78F-B1141535F6D8}"/>
                </a:ext>
              </a:extLst>
            </p:cNvPr>
            <p:cNvSpPr txBox="1"/>
            <p:nvPr/>
          </p:nvSpPr>
          <p:spPr>
            <a:xfrm>
              <a:off x="4045885" y="4609983"/>
              <a:ext cx="10342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height</a:t>
              </a:r>
            </a:p>
          </p:txBody>
        </p:sp>
      </p:grpSp>
      <p:grpSp>
        <p:nvGrpSpPr>
          <p:cNvPr id="76" name="群組 44">
            <a:extLst>
              <a:ext uri="{FF2B5EF4-FFF2-40B4-BE49-F238E27FC236}">
                <a16:creationId xmlns:a16="http://schemas.microsoft.com/office/drawing/2014/main" id="{5C4CDE1D-C6BC-EB3D-2285-E35F68673109}"/>
              </a:ext>
            </a:extLst>
          </p:cNvPr>
          <p:cNvGrpSpPr/>
          <p:nvPr/>
        </p:nvGrpSpPr>
        <p:grpSpPr>
          <a:xfrm>
            <a:off x="1025298" y="5934556"/>
            <a:ext cx="662630" cy="442258"/>
            <a:chOff x="6611687" y="2110895"/>
            <a:chExt cx="662630" cy="442258"/>
          </a:xfrm>
        </p:grpSpPr>
        <p:sp>
          <p:nvSpPr>
            <p:cNvPr id="78" name="文字方塊 42">
              <a:extLst>
                <a:ext uri="{FF2B5EF4-FFF2-40B4-BE49-F238E27FC236}">
                  <a16:creationId xmlns:a16="http://schemas.microsoft.com/office/drawing/2014/main" id="{382DCCF8-3896-F0A5-AF11-3BEAAE0976C1}"/>
                </a:ext>
              </a:extLst>
            </p:cNvPr>
            <p:cNvSpPr txBox="1"/>
            <p:nvPr/>
          </p:nvSpPr>
          <p:spPr>
            <a:xfrm>
              <a:off x="6611687" y="2183821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79" name="文字方塊 43">
              <a:extLst>
                <a:ext uri="{FF2B5EF4-FFF2-40B4-BE49-F238E27FC236}">
                  <a16:creationId xmlns:a16="http://schemas.microsoft.com/office/drawing/2014/main" id="{9BC29433-1462-9A63-FCB6-93DFE55855C3}"/>
                </a:ext>
              </a:extLst>
            </p:cNvPr>
            <p:cNvSpPr txBox="1"/>
            <p:nvPr/>
          </p:nvSpPr>
          <p:spPr>
            <a:xfrm>
              <a:off x="6949322" y="2110895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sp>
        <p:nvSpPr>
          <p:cNvPr id="89" name="TextBox 15">
            <a:extLst>
              <a:ext uri="{FF2B5EF4-FFF2-40B4-BE49-F238E27FC236}">
                <a16:creationId xmlns:a16="http://schemas.microsoft.com/office/drawing/2014/main" id="{5D1E368C-44E2-5958-E4F5-9D09EA20AD73}"/>
              </a:ext>
            </a:extLst>
          </p:cNvPr>
          <p:cNvSpPr txBox="1"/>
          <p:nvPr/>
        </p:nvSpPr>
        <p:spPr>
          <a:xfrm>
            <a:off x="5834960" y="4000013"/>
            <a:ext cx="6357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h cm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height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cylinder.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FD96348D-001D-0D0E-4598-5357D5B05EB9}"/>
              </a:ext>
            </a:extLst>
          </p:cNvPr>
          <p:cNvGrpSpPr/>
          <p:nvPr/>
        </p:nvGrpSpPr>
        <p:grpSpPr>
          <a:xfrm>
            <a:off x="5144144" y="4468336"/>
            <a:ext cx="6923726" cy="411546"/>
            <a:chOff x="5144144" y="4468336"/>
            <a:chExt cx="6923726" cy="411546"/>
          </a:xfrm>
        </p:grpSpPr>
        <p:sp>
          <p:nvSpPr>
            <p:cNvPr id="90" name="TextBox 15">
              <a:extLst>
                <a:ext uri="{FF2B5EF4-FFF2-40B4-BE49-F238E27FC236}">
                  <a16:creationId xmlns:a16="http://schemas.microsoft.com/office/drawing/2014/main" id="{AAEAEA8A-5441-A1BF-9E53-1AB0C6889F18}"/>
                </a:ext>
              </a:extLst>
            </p:cNvPr>
            <p:cNvSpPr txBox="1"/>
            <p:nvPr/>
          </p:nvSpPr>
          <p:spPr>
            <a:xfrm>
              <a:off x="8528680" y="4468336"/>
              <a:ext cx="3539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Volume of circular cone</a:t>
              </a:r>
              <a:endParaRPr lang="zh-TW" alt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7">
                  <a:extLst>
                    <a:ext uri="{FF2B5EF4-FFF2-40B4-BE49-F238E27FC236}">
                      <a16:creationId xmlns:a16="http://schemas.microsoft.com/office/drawing/2014/main" id="{803F4F02-EBA4-2B65-D46D-1F35B8DAA5E8}"/>
                    </a:ext>
                  </a:extLst>
                </p:cNvPr>
                <p:cNvSpPr txBox="1"/>
                <p:nvPr/>
              </p:nvSpPr>
              <p:spPr>
                <a:xfrm>
                  <a:off x="8294795" y="446833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1" name="文字方塊 7">
                  <a:extLst>
                    <a:ext uri="{FF2B5EF4-FFF2-40B4-BE49-F238E27FC236}">
                      <a16:creationId xmlns:a16="http://schemas.microsoft.com/office/drawing/2014/main" id="{803F4F02-EBA4-2B65-D46D-1F35B8DAA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4795" y="4468336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TextBox 15">
              <a:extLst>
                <a:ext uri="{FF2B5EF4-FFF2-40B4-BE49-F238E27FC236}">
                  <a16:creationId xmlns:a16="http://schemas.microsoft.com/office/drawing/2014/main" id="{C32756FF-4BCF-80F0-F2D1-965DEC276C38}"/>
                </a:ext>
              </a:extLst>
            </p:cNvPr>
            <p:cNvSpPr txBox="1"/>
            <p:nvPr/>
          </p:nvSpPr>
          <p:spPr>
            <a:xfrm>
              <a:off x="5144144" y="4479772"/>
              <a:ext cx="3539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Volume of cylinder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sp>
        <p:nvSpPr>
          <p:cNvPr id="93" name="TextBox 15">
            <a:extLst>
              <a:ext uri="{FF2B5EF4-FFF2-40B4-BE49-F238E27FC236}">
                <a16:creationId xmlns:a16="http://schemas.microsoft.com/office/drawing/2014/main" id="{CEBFFD3E-4524-79B2-4B6C-25533473822A}"/>
              </a:ext>
            </a:extLst>
          </p:cNvPr>
          <p:cNvSpPr txBox="1"/>
          <p:nvPr/>
        </p:nvSpPr>
        <p:spPr>
          <a:xfrm>
            <a:off x="5423409" y="2369123"/>
            <a:ext cx="4366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7030A0"/>
                </a:solidFill>
                <a:latin typeface="Lucida Calligraphy" panose="03010101010101010101" pitchFamily="66" charset="0"/>
              </a:rPr>
              <a:t>Base area of cylinder</a:t>
            </a:r>
            <a:endParaRPr lang="zh-TW" altLang="en-US" sz="2000" b="1" dirty="0">
              <a:solidFill>
                <a:srgbClr val="7030A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45E40387-860C-4E60-5A35-296A25DD79F2}"/>
              </a:ext>
            </a:extLst>
          </p:cNvPr>
          <p:cNvGrpSpPr/>
          <p:nvPr/>
        </p:nvGrpSpPr>
        <p:grpSpPr>
          <a:xfrm>
            <a:off x="5734852" y="2650200"/>
            <a:ext cx="1542796" cy="494751"/>
            <a:chOff x="5734852" y="2650200"/>
            <a:chExt cx="1542796" cy="4947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7">
                  <a:extLst>
                    <a:ext uri="{FF2B5EF4-FFF2-40B4-BE49-F238E27FC236}">
                      <a16:creationId xmlns:a16="http://schemas.microsoft.com/office/drawing/2014/main" id="{5ACE4E72-D49A-4804-227C-2394319EE48F}"/>
                    </a:ext>
                  </a:extLst>
                </p:cNvPr>
                <p:cNvSpPr txBox="1"/>
                <p:nvPr/>
              </p:nvSpPr>
              <p:spPr>
                <a:xfrm>
                  <a:off x="5734852" y="274246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9" name="文字方塊 7">
                  <a:extLst>
                    <a:ext uri="{FF2B5EF4-FFF2-40B4-BE49-F238E27FC236}">
                      <a16:creationId xmlns:a16="http://schemas.microsoft.com/office/drawing/2014/main" id="{5ACE4E72-D49A-4804-227C-2394319EE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4852" y="2742469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385">
                  <a:extLst>
                    <a:ext uri="{FF2B5EF4-FFF2-40B4-BE49-F238E27FC236}">
                      <a16:creationId xmlns:a16="http://schemas.microsoft.com/office/drawing/2014/main" id="{348193E9-42E5-E95C-79DC-11E39B54057C}"/>
                    </a:ext>
                  </a:extLst>
                </p:cNvPr>
                <p:cNvSpPr txBox="1"/>
                <p:nvPr/>
              </p:nvSpPr>
              <p:spPr>
                <a:xfrm>
                  <a:off x="6151418" y="2727144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04" name="TextBox 385">
                  <a:extLst>
                    <a:ext uri="{FF2B5EF4-FFF2-40B4-BE49-F238E27FC236}">
                      <a16:creationId xmlns:a16="http://schemas.microsoft.com/office/drawing/2014/main" id="{348193E9-42E5-E95C-79DC-11E39B540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1418" y="2727144"/>
                  <a:ext cx="357791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53">
                  <a:extLst>
                    <a:ext uri="{FF2B5EF4-FFF2-40B4-BE49-F238E27FC236}">
                      <a16:creationId xmlns:a16="http://schemas.microsoft.com/office/drawing/2014/main" id="{7875501E-F5DF-51A3-B23E-340CE2091C1B}"/>
                    </a:ext>
                  </a:extLst>
                </p:cNvPr>
                <p:cNvSpPr txBox="1"/>
                <p:nvPr/>
              </p:nvSpPr>
              <p:spPr>
                <a:xfrm>
                  <a:off x="6496337" y="272714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5" name="文字方塊 53">
                  <a:extLst>
                    <a:ext uri="{FF2B5EF4-FFF2-40B4-BE49-F238E27FC236}">
                      <a16:creationId xmlns:a16="http://schemas.microsoft.com/office/drawing/2014/main" id="{7875501E-F5DF-51A3-B23E-340CE2091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337" y="2727144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387">
                  <a:extLst>
                    <a:ext uri="{FF2B5EF4-FFF2-40B4-BE49-F238E27FC236}">
                      <a16:creationId xmlns:a16="http://schemas.microsoft.com/office/drawing/2014/main" id="{2DF3D791-160C-60ED-BAF6-C433E49200EA}"/>
                    </a:ext>
                  </a:extLst>
                </p:cNvPr>
                <p:cNvSpPr txBox="1"/>
                <p:nvPr/>
              </p:nvSpPr>
              <p:spPr>
                <a:xfrm>
                  <a:off x="6796291" y="2727144"/>
                  <a:ext cx="357791" cy="4178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Lucida Calligraphy" panose="03010101010101010101" pitchFamily="66" charset="0"/>
                          </a:rPr>
                          <m:t>p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6" name="TextBox 387">
                  <a:extLst>
                    <a:ext uri="{FF2B5EF4-FFF2-40B4-BE49-F238E27FC236}">
                      <a16:creationId xmlns:a16="http://schemas.microsoft.com/office/drawing/2014/main" id="{2DF3D791-160C-60ED-BAF6-C433E4920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6291" y="2727144"/>
                  <a:ext cx="357791" cy="41780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81E21FC8-C846-F2B3-2AF9-BCB96FD4DA66}"/>
                </a:ext>
              </a:extLst>
            </p:cNvPr>
            <p:cNvSpPr txBox="1"/>
            <p:nvPr/>
          </p:nvSpPr>
          <p:spPr>
            <a:xfrm>
              <a:off x="6988786" y="26502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1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BCFC8706-00CA-ED97-4844-DECE77995E18}"/>
              </a:ext>
            </a:extLst>
          </p:cNvPr>
          <p:cNvGrpSpPr/>
          <p:nvPr/>
        </p:nvGrpSpPr>
        <p:grpSpPr>
          <a:xfrm>
            <a:off x="5734852" y="3047430"/>
            <a:ext cx="1542796" cy="494224"/>
            <a:chOff x="5734852" y="3047430"/>
            <a:chExt cx="1542796" cy="494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7">
                  <a:extLst>
                    <a:ext uri="{FF2B5EF4-FFF2-40B4-BE49-F238E27FC236}">
                      <a16:creationId xmlns:a16="http://schemas.microsoft.com/office/drawing/2014/main" id="{0C4B5F02-BCE3-870C-15E2-7EDE441A2C44}"/>
                    </a:ext>
                  </a:extLst>
                </p:cNvPr>
                <p:cNvSpPr txBox="1"/>
                <p:nvPr/>
              </p:nvSpPr>
              <p:spPr>
                <a:xfrm>
                  <a:off x="5734852" y="314154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0" name="文字方塊 7">
                  <a:extLst>
                    <a:ext uri="{FF2B5EF4-FFF2-40B4-BE49-F238E27FC236}">
                      <a16:creationId xmlns:a16="http://schemas.microsoft.com/office/drawing/2014/main" id="{0C4B5F02-BCE3-870C-15E2-7EDE441A2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4852" y="3141544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385">
                  <a:extLst>
                    <a:ext uri="{FF2B5EF4-FFF2-40B4-BE49-F238E27FC236}">
                      <a16:creationId xmlns:a16="http://schemas.microsoft.com/office/drawing/2014/main" id="{DEFFCA59-AF69-8332-64D7-B1E6A1FBFB56}"/>
                    </a:ext>
                  </a:extLst>
                </p:cNvPr>
                <p:cNvSpPr txBox="1"/>
                <p:nvPr/>
              </p:nvSpPr>
              <p:spPr>
                <a:xfrm>
                  <a:off x="6151418" y="3124374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8" name="TextBox 385">
                  <a:extLst>
                    <a:ext uri="{FF2B5EF4-FFF2-40B4-BE49-F238E27FC236}">
                      <a16:creationId xmlns:a16="http://schemas.microsoft.com/office/drawing/2014/main" id="{DEFFCA59-AF69-8332-64D7-B1E6A1FBF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1418" y="3124374"/>
                  <a:ext cx="357791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字方塊 53">
                  <a:extLst>
                    <a:ext uri="{FF2B5EF4-FFF2-40B4-BE49-F238E27FC236}">
                      <a16:creationId xmlns:a16="http://schemas.microsoft.com/office/drawing/2014/main" id="{420D7325-12C3-28BD-1039-5D30BA3A9B12}"/>
                    </a:ext>
                  </a:extLst>
                </p:cNvPr>
                <p:cNvSpPr txBox="1"/>
                <p:nvPr/>
              </p:nvSpPr>
              <p:spPr>
                <a:xfrm>
                  <a:off x="6496337" y="312437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9" name="文字方塊 53">
                  <a:extLst>
                    <a:ext uri="{FF2B5EF4-FFF2-40B4-BE49-F238E27FC236}">
                      <a16:creationId xmlns:a16="http://schemas.microsoft.com/office/drawing/2014/main" id="{420D7325-12C3-28BD-1039-5D30BA3A9B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337" y="3124374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387">
                  <a:extLst>
                    <a:ext uri="{FF2B5EF4-FFF2-40B4-BE49-F238E27FC236}">
                      <a16:creationId xmlns:a16="http://schemas.microsoft.com/office/drawing/2014/main" id="{689D6BB8-EB62-7A48-9DF0-F466716D00CA}"/>
                    </a:ext>
                  </a:extLst>
                </p:cNvPr>
                <p:cNvSpPr txBox="1"/>
                <p:nvPr/>
              </p:nvSpPr>
              <p:spPr>
                <a:xfrm>
                  <a:off x="6796291" y="3124374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Lucida Calligraphy" panose="03010101010101010101" pitchFamily="66" charset="0"/>
                          </a:rPr>
                          <m:t>2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0" name="TextBox 387">
                  <a:extLst>
                    <a:ext uri="{FF2B5EF4-FFF2-40B4-BE49-F238E27FC236}">
                      <a16:creationId xmlns:a16="http://schemas.microsoft.com/office/drawing/2014/main" id="{689D6BB8-EB62-7A48-9DF0-F466716D00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6291" y="3124374"/>
                  <a:ext cx="357791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文字方塊 106">
              <a:extLst>
                <a:ext uri="{FF2B5EF4-FFF2-40B4-BE49-F238E27FC236}">
                  <a16:creationId xmlns:a16="http://schemas.microsoft.com/office/drawing/2014/main" id="{807263FB-85F5-A1B1-F7A8-7C80310B5729}"/>
                </a:ext>
              </a:extLst>
            </p:cNvPr>
            <p:cNvSpPr txBox="1"/>
            <p:nvPr/>
          </p:nvSpPr>
          <p:spPr>
            <a:xfrm>
              <a:off x="6988786" y="304743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1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13" name="群組 245">
            <a:extLst>
              <a:ext uri="{FF2B5EF4-FFF2-40B4-BE49-F238E27FC236}">
                <a16:creationId xmlns:a16="http://schemas.microsoft.com/office/drawing/2014/main" id="{B3B59000-CA21-700C-703D-114B069B3750}"/>
              </a:ext>
            </a:extLst>
          </p:cNvPr>
          <p:cNvGrpSpPr/>
          <p:nvPr/>
        </p:nvGrpSpPr>
        <p:grpSpPr>
          <a:xfrm>
            <a:off x="6649053" y="3510844"/>
            <a:ext cx="695743" cy="461825"/>
            <a:chOff x="2472626" y="4523351"/>
            <a:chExt cx="695743" cy="461825"/>
          </a:xfrm>
        </p:grpSpPr>
        <p:sp>
          <p:nvSpPr>
            <p:cNvPr id="114" name="文字方塊 249">
              <a:extLst>
                <a:ext uri="{FF2B5EF4-FFF2-40B4-BE49-F238E27FC236}">
                  <a16:creationId xmlns:a16="http://schemas.microsoft.com/office/drawing/2014/main" id="{BF5DE291-E398-CCAF-52F4-03B13AA5FEA1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15" name="文字方塊 247">
              <a:extLst>
                <a:ext uri="{FF2B5EF4-FFF2-40B4-BE49-F238E27FC236}">
                  <a16:creationId xmlns:a16="http://schemas.microsoft.com/office/drawing/2014/main" id="{055D429D-DAE2-D3F8-34E5-C572EE4779AA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6608F725-410C-DDA4-AFAF-96CDF347D3EC}"/>
              </a:ext>
            </a:extLst>
          </p:cNvPr>
          <p:cNvGrpSpPr/>
          <p:nvPr/>
        </p:nvGrpSpPr>
        <p:grpSpPr>
          <a:xfrm>
            <a:off x="5045886" y="6230247"/>
            <a:ext cx="7206412" cy="461665"/>
            <a:chOff x="5045886" y="6230247"/>
            <a:chExt cx="7206412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字方塊 260">
                  <a:extLst>
                    <a:ext uri="{FF2B5EF4-FFF2-40B4-BE49-F238E27FC236}">
                      <a16:creationId xmlns:a16="http://schemas.microsoft.com/office/drawing/2014/main" id="{54DB599B-A3C6-73FA-E551-BC06CB82B2F2}"/>
                    </a:ext>
                  </a:extLst>
                </p:cNvPr>
                <p:cNvSpPr txBox="1"/>
                <p:nvPr/>
              </p:nvSpPr>
              <p:spPr>
                <a:xfrm>
                  <a:off x="5063086" y="6230247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3" name="文字方塊 260">
                  <a:extLst>
                    <a:ext uri="{FF2B5EF4-FFF2-40B4-BE49-F238E27FC236}">
                      <a16:creationId xmlns:a16="http://schemas.microsoft.com/office/drawing/2014/main" id="{54DB599B-A3C6-73FA-E551-BC06CB82B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3086" y="6230247"/>
                  <a:ext cx="238419" cy="461665"/>
                </a:xfrm>
                <a:prstGeom prst="rect">
                  <a:avLst/>
                </a:prstGeom>
                <a:blipFill>
                  <a:blip r:embed="rId25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TextBox 15">
              <a:extLst>
                <a:ext uri="{FF2B5EF4-FFF2-40B4-BE49-F238E27FC236}">
                  <a16:creationId xmlns:a16="http://schemas.microsoft.com/office/drawing/2014/main" id="{8690B55C-4A2A-D2A0-169D-E5438C350864}"/>
                </a:ext>
              </a:extLst>
            </p:cNvPr>
            <p:cNvSpPr txBox="1"/>
            <p:nvPr/>
          </p:nvSpPr>
          <p:spPr>
            <a:xfrm>
              <a:off x="5045886" y="6261024"/>
              <a:ext cx="7206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height of cylinder is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     . The answer is B.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146" name="文字方塊 249">
              <a:extLst>
                <a:ext uri="{FF2B5EF4-FFF2-40B4-BE49-F238E27FC236}">
                  <a16:creationId xmlns:a16="http://schemas.microsoft.com/office/drawing/2014/main" id="{8C4CC6C4-41DD-D7CB-0476-0EE75C2632C4}"/>
                </a:ext>
              </a:extLst>
            </p:cNvPr>
            <p:cNvSpPr txBox="1"/>
            <p:nvPr/>
          </p:nvSpPr>
          <p:spPr>
            <a:xfrm>
              <a:off x="8917561" y="6280261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4C6C9462-1ADB-8BA6-FA18-BAEF4F4730DF}"/>
              </a:ext>
            </a:extLst>
          </p:cNvPr>
          <p:cNvGrpSpPr/>
          <p:nvPr/>
        </p:nvGrpSpPr>
        <p:grpSpPr>
          <a:xfrm>
            <a:off x="86123" y="3598585"/>
            <a:ext cx="774357" cy="417280"/>
            <a:chOff x="86123" y="3598585"/>
            <a:chExt cx="774357" cy="4172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7">
                  <a:extLst>
                    <a:ext uri="{FF2B5EF4-FFF2-40B4-BE49-F238E27FC236}">
                      <a16:creationId xmlns:a16="http://schemas.microsoft.com/office/drawing/2014/main" id="{C1FDF94F-77A7-1ECB-D284-F13EB8C7E3AF}"/>
                    </a:ext>
                  </a:extLst>
                </p:cNvPr>
                <p:cNvSpPr txBox="1"/>
                <p:nvPr/>
              </p:nvSpPr>
              <p:spPr>
                <a:xfrm>
                  <a:off x="86123" y="361575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2" name="文字方塊 7">
                  <a:extLst>
                    <a:ext uri="{FF2B5EF4-FFF2-40B4-BE49-F238E27FC236}">
                      <a16:creationId xmlns:a16="http://schemas.microsoft.com/office/drawing/2014/main" id="{C1FDF94F-77A7-1ECB-D284-F13EB8C7E3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23" y="3615755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385">
                  <a:extLst>
                    <a:ext uri="{FF2B5EF4-FFF2-40B4-BE49-F238E27FC236}">
                      <a16:creationId xmlns:a16="http://schemas.microsoft.com/office/drawing/2014/main" id="{837F7907-12AA-1FBC-4DA2-44B5B368AC79}"/>
                    </a:ext>
                  </a:extLst>
                </p:cNvPr>
                <p:cNvSpPr txBox="1"/>
                <p:nvPr/>
              </p:nvSpPr>
              <p:spPr>
                <a:xfrm>
                  <a:off x="607730" y="3598585"/>
                  <a:ext cx="2527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385">
                  <a:extLst>
                    <a:ext uri="{FF2B5EF4-FFF2-40B4-BE49-F238E27FC236}">
                      <a16:creationId xmlns:a16="http://schemas.microsoft.com/office/drawing/2014/main" id="{837F7907-12AA-1FBC-4DA2-44B5B368A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730" y="3598585"/>
                  <a:ext cx="252750" cy="400110"/>
                </a:xfrm>
                <a:prstGeom prst="rect">
                  <a:avLst/>
                </a:prstGeom>
                <a:blipFill>
                  <a:blip r:embed="rId27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C76A7549-88D7-8053-3222-D1887BBED4C9}"/>
                    </a:ext>
                  </a:extLst>
                </p:cNvPr>
                <p:cNvSpPr txBox="1"/>
                <p:nvPr/>
              </p:nvSpPr>
              <p:spPr>
                <a:xfrm>
                  <a:off x="402439" y="3619657"/>
                  <a:ext cx="38903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Handwriting" panose="03010101010101010101" pitchFamily="66" charset="0"/>
                          </a:rPr>
                          <m:t>9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C76A7549-88D7-8053-3222-D1887BBED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439" y="3619657"/>
                  <a:ext cx="389039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A9EBD629-0E00-AE83-720B-A17D3E666E85}"/>
              </a:ext>
            </a:extLst>
          </p:cNvPr>
          <p:cNvGrpSpPr/>
          <p:nvPr/>
        </p:nvGrpSpPr>
        <p:grpSpPr>
          <a:xfrm>
            <a:off x="89309" y="5144025"/>
            <a:ext cx="2327529" cy="777549"/>
            <a:chOff x="89309" y="5144025"/>
            <a:chExt cx="2327529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">
                  <a:extLst>
                    <a:ext uri="{FF2B5EF4-FFF2-40B4-BE49-F238E27FC236}">
                      <a16:creationId xmlns:a16="http://schemas.microsoft.com/office/drawing/2014/main" id="{87D34491-DDAC-26CC-B7A2-85A3C9D75573}"/>
                    </a:ext>
                  </a:extLst>
                </p:cNvPr>
                <p:cNvSpPr txBox="1"/>
                <p:nvPr/>
              </p:nvSpPr>
              <p:spPr>
                <a:xfrm>
                  <a:off x="89309" y="52971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">
                  <a:extLst>
                    <a:ext uri="{FF2B5EF4-FFF2-40B4-BE49-F238E27FC236}">
                      <a16:creationId xmlns:a16="http://schemas.microsoft.com/office/drawing/2014/main" id="{87D34491-DDAC-26CC-B7A2-85A3C9D75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09" y="5297140"/>
                  <a:ext cx="295688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9">
                  <a:extLst>
                    <a:ext uri="{FF2B5EF4-FFF2-40B4-BE49-F238E27FC236}">
                      <a16:creationId xmlns:a16="http://schemas.microsoft.com/office/drawing/2014/main" id="{7667087A-2BF1-417D-5286-6D30B28B77C6}"/>
                    </a:ext>
                  </a:extLst>
                </p:cNvPr>
                <p:cNvSpPr txBox="1"/>
                <p:nvPr/>
              </p:nvSpPr>
              <p:spPr>
                <a:xfrm>
                  <a:off x="1672817" y="532591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3" name="文字方塊 9">
                  <a:extLst>
                    <a:ext uri="{FF2B5EF4-FFF2-40B4-BE49-F238E27FC236}">
                      <a16:creationId xmlns:a16="http://schemas.microsoft.com/office/drawing/2014/main" id="{7667087A-2BF1-417D-5286-6D30B28B7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2817" y="5325919"/>
                  <a:ext cx="295688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文字方塊 10">
              <a:extLst>
                <a:ext uri="{FF2B5EF4-FFF2-40B4-BE49-F238E27FC236}">
                  <a16:creationId xmlns:a16="http://schemas.microsoft.com/office/drawing/2014/main" id="{167B047D-7F35-4346-16A8-4E404BD4F4BE}"/>
                </a:ext>
              </a:extLst>
            </p:cNvPr>
            <p:cNvSpPr txBox="1"/>
            <p:nvPr/>
          </p:nvSpPr>
          <p:spPr>
            <a:xfrm>
              <a:off x="2029700" y="5332522"/>
              <a:ext cx="3871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4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83" name="群組 74">
              <a:extLst>
                <a:ext uri="{FF2B5EF4-FFF2-40B4-BE49-F238E27FC236}">
                  <a16:creationId xmlns:a16="http://schemas.microsoft.com/office/drawing/2014/main" id="{97DB83D3-0AA5-55AA-B58A-BC213C6592B3}"/>
                </a:ext>
              </a:extLst>
            </p:cNvPr>
            <p:cNvGrpSpPr/>
            <p:nvPr/>
          </p:nvGrpSpPr>
          <p:grpSpPr>
            <a:xfrm>
              <a:off x="502689" y="5144025"/>
              <a:ext cx="364383" cy="777549"/>
              <a:chOff x="2896107" y="4671588"/>
              <a:chExt cx="364383" cy="777549"/>
            </a:xfrm>
          </p:grpSpPr>
          <p:sp>
            <p:nvSpPr>
              <p:cNvPr id="84" name="文字方塊 75">
                <a:extLst>
                  <a:ext uri="{FF2B5EF4-FFF2-40B4-BE49-F238E27FC236}">
                    <a16:creationId xmlns:a16="http://schemas.microsoft.com/office/drawing/2014/main" id="{76D945D2-725C-3CCA-7A11-98CFD5880262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85" name="群組 76">
                <a:extLst>
                  <a:ext uri="{FF2B5EF4-FFF2-40B4-BE49-F238E27FC236}">
                    <a16:creationId xmlns:a16="http://schemas.microsoft.com/office/drawing/2014/main" id="{5BB6B888-7272-F339-BA3B-E808169606C5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86" name="直線接點 77">
                  <a:extLst>
                    <a:ext uri="{FF2B5EF4-FFF2-40B4-BE49-F238E27FC236}">
                      <a16:creationId xmlns:a16="http://schemas.microsoft.com/office/drawing/2014/main" id="{52F21EDD-C7A0-7053-2C44-6A76576247F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7" name="文字方塊 78">
                  <a:extLst>
                    <a:ext uri="{FF2B5EF4-FFF2-40B4-BE49-F238E27FC236}">
                      <a16:creationId xmlns:a16="http://schemas.microsoft.com/office/drawing/2014/main" id="{766CA55D-B40D-B367-A925-384441259366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53">
                  <a:extLst>
                    <a:ext uri="{FF2B5EF4-FFF2-40B4-BE49-F238E27FC236}">
                      <a16:creationId xmlns:a16="http://schemas.microsoft.com/office/drawing/2014/main" id="{A0387F42-55C3-5B05-10DC-9645772C03B1}"/>
                    </a:ext>
                  </a:extLst>
                </p:cNvPr>
                <p:cNvSpPr txBox="1"/>
                <p:nvPr/>
              </p:nvSpPr>
              <p:spPr>
                <a:xfrm>
                  <a:off x="888950" y="531892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8" name="文字方塊 53">
                  <a:extLst>
                    <a:ext uri="{FF2B5EF4-FFF2-40B4-BE49-F238E27FC236}">
                      <a16:creationId xmlns:a16="http://schemas.microsoft.com/office/drawing/2014/main" id="{A0387F42-55C3-5B05-10DC-9645772C03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950" y="5318925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385">
                  <a:extLst>
                    <a:ext uri="{FF2B5EF4-FFF2-40B4-BE49-F238E27FC236}">
                      <a16:creationId xmlns:a16="http://schemas.microsoft.com/office/drawing/2014/main" id="{29247675-9B07-4E4C-259A-BFAF6436BE43}"/>
                    </a:ext>
                  </a:extLst>
                </p:cNvPr>
                <p:cNvSpPr txBox="1"/>
                <p:nvPr/>
              </p:nvSpPr>
              <p:spPr>
                <a:xfrm>
                  <a:off x="1373631" y="5325919"/>
                  <a:ext cx="2527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385">
                  <a:extLst>
                    <a:ext uri="{FF2B5EF4-FFF2-40B4-BE49-F238E27FC236}">
                      <a16:creationId xmlns:a16="http://schemas.microsoft.com/office/drawing/2014/main" id="{29247675-9B07-4E4C-259A-BFAF6436B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631" y="5325919"/>
                  <a:ext cx="252750" cy="400110"/>
                </a:xfrm>
                <a:prstGeom prst="rect">
                  <a:avLst/>
                </a:prstGeom>
                <a:blipFill>
                  <a:blip r:embed="rId32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2BFA853D-4887-6FFE-2291-79B93631D8EE}"/>
                    </a:ext>
                  </a:extLst>
                </p:cNvPr>
                <p:cNvSpPr txBox="1"/>
                <p:nvPr/>
              </p:nvSpPr>
              <p:spPr>
                <a:xfrm>
                  <a:off x="1170972" y="5302436"/>
                  <a:ext cx="38903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Calligraphy" panose="03010101010101010101" pitchFamily="66" charset="0"/>
                          </a:rPr>
                          <m:t>9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2BFA853D-4887-6FFE-2291-79B93631D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0972" y="5302436"/>
                  <a:ext cx="389039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E4DDD9B3-09E5-3152-2649-0470644695B1}"/>
              </a:ext>
            </a:extLst>
          </p:cNvPr>
          <p:cNvGrpSpPr/>
          <p:nvPr/>
        </p:nvGrpSpPr>
        <p:grpSpPr>
          <a:xfrm>
            <a:off x="98001" y="5961617"/>
            <a:ext cx="892386" cy="411600"/>
            <a:chOff x="98001" y="5961617"/>
            <a:chExt cx="892386" cy="41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19">
                  <a:extLst>
                    <a:ext uri="{FF2B5EF4-FFF2-40B4-BE49-F238E27FC236}">
                      <a16:creationId xmlns:a16="http://schemas.microsoft.com/office/drawing/2014/main" id="{7CC4CB52-55C2-ADEF-CD36-938BACC18B68}"/>
                    </a:ext>
                  </a:extLst>
                </p:cNvPr>
                <p:cNvSpPr txBox="1"/>
                <p:nvPr/>
              </p:nvSpPr>
              <p:spPr>
                <a:xfrm>
                  <a:off x="98001" y="596161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5" name="文字方塊 19">
                  <a:extLst>
                    <a:ext uri="{FF2B5EF4-FFF2-40B4-BE49-F238E27FC236}">
                      <a16:creationId xmlns:a16="http://schemas.microsoft.com/office/drawing/2014/main" id="{7CC4CB52-55C2-ADEF-CD36-938BACC18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01" y="5961617"/>
                  <a:ext cx="295688" cy="40011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385">
                  <a:extLst>
                    <a:ext uri="{FF2B5EF4-FFF2-40B4-BE49-F238E27FC236}">
                      <a16:creationId xmlns:a16="http://schemas.microsoft.com/office/drawing/2014/main" id="{6B25ECF7-836C-A40B-0052-802996565C59}"/>
                    </a:ext>
                  </a:extLst>
                </p:cNvPr>
                <p:cNvSpPr txBox="1"/>
                <p:nvPr/>
              </p:nvSpPr>
              <p:spPr>
                <a:xfrm>
                  <a:off x="737637" y="5973107"/>
                  <a:ext cx="2527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385">
                  <a:extLst>
                    <a:ext uri="{FF2B5EF4-FFF2-40B4-BE49-F238E27FC236}">
                      <a16:creationId xmlns:a16="http://schemas.microsoft.com/office/drawing/2014/main" id="{6B25ECF7-836C-A40B-0052-802996565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637" y="5973107"/>
                  <a:ext cx="252750" cy="400110"/>
                </a:xfrm>
                <a:prstGeom prst="rect">
                  <a:avLst/>
                </a:prstGeom>
                <a:blipFill>
                  <a:blip r:embed="rId35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065BDDEB-0779-060A-E4B8-898E1D0E5F83}"/>
                    </a:ext>
                  </a:extLst>
                </p:cNvPr>
                <p:cNvSpPr txBox="1"/>
                <p:nvPr/>
              </p:nvSpPr>
              <p:spPr>
                <a:xfrm>
                  <a:off x="372464" y="5983402"/>
                  <a:ext cx="519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12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3" name="文字方塊 152">
                  <a:extLst>
                    <a:ext uri="{FF2B5EF4-FFF2-40B4-BE49-F238E27FC236}">
                      <a16:creationId xmlns:a16="http://schemas.microsoft.com/office/drawing/2014/main" id="{065BDDEB-0779-060A-E4B8-898E1D0E5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464" y="5983402"/>
                  <a:ext cx="519399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711F7BB0-7335-057B-30E8-A4980A451124}"/>
              </a:ext>
            </a:extLst>
          </p:cNvPr>
          <p:cNvGrpSpPr/>
          <p:nvPr/>
        </p:nvGrpSpPr>
        <p:grpSpPr>
          <a:xfrm>
            <a:off x="5742991" y="3572559"/>
            <a:ext cx="828404" cy="411546"/>
            <a:chOff x="5742991" y="3572559"/>
            <a:chExt cx="828404" cy="411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7">
                  <a:extLst>
                    <a:ext uri="{FF2B5EF4-FFF2-40B4-BE49-F238E27FC236}">
                      <a16:creationId xmlns:a16="http://schemas.microsoft.com/office/drawing/2014/main" id="{95C9E1CA-1333-58F5-D537-C20E44801932}"/>
                    </a:ext>
                  </a:extLst>
                </p:cNvPr>
                <p:cNvSpPr txBox="1"/>
                <p:nvPr/>
              </p:nvSpPr>
              <p:spPr>
                <a:xfrm>
                  <a:off x="5742991" y="357255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2" name="文字方塊 7">
                  <a:extLst>
                    <a:ext uri="{FF2B5EF4-FFF2-40B4-BE49-F238E27FC236}">
                      <a16:creationId xmlns:a16="http://schemas.microsoft.com/office/drawing/2014/main" id="{95C9E1CA-1333-58F5-D537-C20E448019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2991" y="3572559"/>
                  <a:ext cx="29568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385">
                  <a:extLst>
                    <a:ext uri="{FF2B5EF4-FFF2-40B4-BE49-F238E27FC236}">
                      <a16:creationId xmlns:a16="http://schemas.microsoft.com/office/drawing/2014/main" id="{D608683B-35A7-09B6-46CF-C3A0F74DEC5B}"/>
                    </a:ext>
                  </a:extLst>
                </p:cNvPr>
                <p:cNvSpPr txBox="1"/>
                <p:nvPr/>
              </p:nvSpPr>
              <p:spPr>
                <a:xfrm>
                  <a:off x="6318645" y="3583995"/>
                  <a:ext cx="2527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TextBox 385">
                  <a:extLst>
                    <a:ext uri="{FF2B5EF4-FFF2-40B4-BE49-F238E27FC236}">
                      <a16:creationId xmlns:a16="http://schemas.microsoft.com/office/drawing/2014/main" id="{D608683B-35A7-09B6-46CF-C3A0F74DE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8645" y="3583995"/>
                  <a:ext cx="252750" cy="400110"/>
                </a:xfrm>
                <a:prstGeom prst="rect">
                  <a:avLst/>
                </a:prstGeom>
                <a:blipFill>
                  <a:blip r:embed="rId38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47D1FBF3-3095-29E0-8D32-6E954BE9B5D9}"/>
                    </a:ext>
                  </a:extLst>
                </p:cNvPr>
                <p:cNvSpPr txBox="1"/>
                <p:nvPr/>
              </p:nvSpPr>
              <p:spPr>
                <a:xfrm>
                  <a:off x="6018059" y="3607494"/>
                  <a:ext cx="519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75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7" name="文字方塊 156">
                  <a:extLst>
                    <a:ext uri="{FF2B5EF4-FFF2-40B4-BE49-F238E27FC236}">
                      <a16:creationId xmlns:a16="http://schemas.microsoft.com/office/drawing/2014/main" id="{47D1FBF3-3095-29E0-8D32-6E954BE9B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8059" y="3607494"/>
                  <a:ext cx="519399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D5CE17E7-94BC-45D2-289D-5984BADE866C}"/>
              </a:ext>
            </a:extLst>
          </p:cNvPr>
          <p:cNvGrpSpPr/>
          <p:nvPr/>
        </p:nvGrpSpPr>
        <p:grpSpPr>
          <a:xfrm>
            <a:off x="5681544" y="4968389"/>
            <a:ext cx="3531060" cy="431094"/>
            <a:chOff x="5681544" y="4968389"/>
            <a:chExt cx="3531060" cy="4310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字方塊 19">
                  <a:extLst>
                    <a:ext uri="{FF2B5EF4-FFF2-40B4-BE49-F238E27FC236}">
                      <a16:creationId xmlns:a16="http://schemas.microsoft.com/office/drawing/2014/main" id="{F5A4BE10-2F8B-926D-94CA-C9678F176AF5}"/>
                    </a:ext>
                  </a:extLst>
                </p:cNvPr>
                <p:cNvSpPr txBox="1"/>
                <p:nvPr/>
              </p:nvSpPr>
              <p:spPr>
                <a:xfrm>
                  <a:off x="8313278" y="497515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7" name="文字方塊 19">
                  <a:extLst>
                    <a:ext uri="{FF2B5EF4-FFF2-40B4-BE49-F238E27FC236}">
                      <a16:creationId xmlns:a16="http://schemas.microsoft.com/office/drawing/2014/main" id="{F5A4BE10-2F8B-926D-94CA-C9678F176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3278" y="4975156"/>
                  <a:ext cx="295688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6C5B22C4-D96E-C1A6-F7A4-4204290B7CE1}"/>
                </a:ext>
              </a:extLst>
            </p:cNvPr>
            <p:cNvSpPr txBox="1"/>
            <p:nvPr/>
          </p:nvSpPr>
          <p:spPr>
            <a:xfrm>
              <a:off x="5681544" y="5003530"/>
              <a:ext cx="114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</a:t>
              </a:r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eight</a:t>
              </a:r>
              <a:endParaRPr lang="zh-HK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53">
                  <a:extLst>
                    <a:ext uri="{FF2B5EF4-FFF2-40B4-BE49-F238E27FC236}">
                      <a16:creationId xmlns:a16="http://schemas.microsoft.com/office/drawing/2014/main" id="{7FA21C85-022C-81E8-8C78-A29A1278D5F7}"/>
                    </a:ext>
                  </a:extLst>
                </p:cNvPr>
                <p:cNvSpPr txBox="1"/>
                <p:nvPr/>
              </p:nvSpPr>
              <p:spPr>
                <a:xfrm>
                  <a:off x="6560315" y="499937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4" name="文字方塊 53">
                  <a:extLst>
                    <a:ext uri="{FF2B5EF4-FFF2-40B4-BE49-F238E27FC236}">
                      <a16:creationId xmlns:a16="http://schemas.microsoft.com/office/drawing/2014/main" id="{7FA21C85-022C-81E8-8C78-A29A1278D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315" y="4999373"/>
                  <a:ext cx="295688" cy="40011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TextBox 15">
              <a:extLst>
                <a:ext uri="{FF2B5EF4-FFF2-40B4-BE49-F238E27FC236}">
                  <a16:creationId xmlns:a16="http://schemas.microsoft.com/office/drawing/2014/main" id="{44BBD5B4-5E75-36FF-6854-5BD75D3BC718}"/>
                </a:ext>
              </a:extLst>
            </p:cNvPr>
            <p:cNvSpPr txBox="1"/>
            <p:nvPr/>
          </p:nvSpPr>
          <p:spPr>
            <a:xfrm>
              <a:off x="6730578" y="4983984"/>
              <a:ext cx="17104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7030A0"/>
                  </a:solidFill>
                  <a:latin typeface="Lucida Calligraphy" panose="03010101010101010101" pitchFamily="66" charset="0"/>
                </a:rPr>
                <a:t>base area</a:t>
              </a:r>
              <a:endParaRPr lang="zh-TW" altLang="en-US" sz="2000" b="1" dirty="0">
                <a:solidFill>
                  <a:srgbClr val="7030A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385">
                  <a:extLst>
                    <a:ext uri="{FF2B5EF4-FFF2-40B4-BE49-F238E27FC236}">
                      <a16:creationId xmlns:a16="http://schemas.microsoft.com/office/drawing/2014/main" id="{7E6D58EB-78B2-14B0-DCE3-356BE52FFEFD}"/>
                    </a:ext>
                  </a:extLst>
                </p:cNvPr>
                <p:cNvSpPr txBox="1"/>
                <p:nvPr/>
              </p:nvSpPr>
              <p:spPr>
                <a:xfrm>
                  <a:off x="8959854" y="4968389"/>
                  <a:ext cx="2527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TextBox 385">
                  <a:extLst>
                    <a:ext uri="{FF2B5EF4-FFF2-40B4-BE49-F238E27FC236}">
                      <a16:creationId xmlns:a16="http://schemas.microsoft.com/office/drawing/2014/main" id="{7E6D58EB-78B2-14B0-DCE3-356BE52FF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9854" y="4968389"/>
                  <a:ext cx="252750" cy="400110"/>
                </a:xfrm>
                <a:prstGeom prst="rect">
                  <a:avLst/>
                </a:prstGeom>
                <a:blipFill>
                  <a:blip r:embed="rId42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A386B147-EB4C-AAA5-F665-3EDE7DE7F65A}"/>
                    </a:ext>
                  </a:extLst>
                </p:cNvPr>
                <p:cNvSpPr txBox="1"/>
                <p:nvPr/>
              </p:nvSpPr>
              <p:spPr>
                <a:xfrm>
                  <a:off x="8605615" y="4990545"/>
                  <a:ext cx="519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12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A386B147-EB4C-AAA5-F665-3EDE7DE7F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5615" y="4990545"/>
                  <a:ext cx="519399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F3563535-5594-DE2E-FC4F-0FF95C86DFEB}"/>
              </a:ext>
            </a:extLst>
          </p:cNvPr>
          <p:cNvGrpSpPr/>
          <p:nvPr/>
        </p:nvGrpSpPr>
        <p:grpSpPr>
          <a:xfrm>
            <a:off x="7248952" y="5405348"/>
            <a:ext cx="1987696" cy="434524"/>
            <a:chOff x="7248952" y="5405348"/>
            <a:chExt cx="1987696" cy="4345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字方塊 53">
                  <a:extLst>
                    <a:ext uri="{FF2B5EF4-FFF2-40B4-BE49-F238E27FC236}">
                      <a16:creationId xmlns:a16="http://schemas.microsoft.com/office/drawing/2014/main" id="{F1586E74-EE17-3AD6-44EE-56ED19BDDDF4}"/>
                    </a:ext>
                  </a:extLst>
                </p:cNvPr>
                <p:cNvSpPr txBox="1"/>
                <p:nvPr/>
              </p:nvSpPr>
              <p:spPr>
                <a:xfrm>
                  <a:off x="7560166" y="542378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7" name="文字方塊 53">
                  <a:extLst>
                    <a:ext uri="{FF2B5EF4-FFF2-40B4-BE49-F238E27FC236}">
                      <a16:creationId xmlns:a16="http://schemas.microsoft.com/office/drawing/2014/main" id="{F1586E74-EE17-3AD6-44EE-56ED19BDDD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0166" y="5423784"/>
                  <a:ext cx="295688" cy="40011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392A7C3F-27FA-6D9D-FAB7-1C97005B25EE}"/>
                </a:ext>
              </a:extLst>
            </p:cNvPr>
            <p:cNvSpPr txBox="1"/>
            <p:nvPr/>
          </p:nvSpPr>
          <p:spPr>
            <a:xfrm>
              <a:off x="7248952" y="5470540"/>
              <a:ext cx="4204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</a:t>
              </a:r>
              <a:endParaRPr lang="zh-HK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9">
                  <a:extLst>
                    <a:ext uri="{FF2B5EF4-FFF2-40B4-BE49-F238E27FC236}">
                      <a16:creationId xmlns:a16="http://schemas.microsoft.com/office/drawing/2014/main" id="{956F43B0-7719-4421-99D8-356E0645A2CB}"/>
                    </a:ext>
                  </a:extLst>
                </p:cNvPr>
                <p:cNvSpPr txBox="1"/>
                <p:nvPr/>
              </p:nvSpPr>
              <p:spPr>
                <a:xfrm>
                  <a:off x="8321244" y="542467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0" name="文字方塊 19">
                  <a:extLst>
                    <a:ext uri="{FF2B5EF4-FFF2-40B4-BE49-F238E27FC236}">
                      <a16:creationId xmlns:a16="http://schemas.microsoft.com/office/drawing/2014/main" id="{956F43B0-7719-4421-99D8-356E0645A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244" y="5424675"/>
                  <a:ext cx="295688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385">
                  <a:extLst>
                    <a:ext uri="{FF2B5EF4-FFF2-40B4-BE49-F238E27FC236}">
                      <a16:creationId xmlns:a16="http://schemas.microsoft.com/office/drawing/2014/main" id="{31DB71E7-670C-44D2-DA8F-7C3BF0A98841}"/>
                    </a:ext>
                  </a:extLst>
                </p:cNvPr>
                <p:cNvSpPr txBox="1"/>
                <p:nvPr/>
              </p:nvSpPr>
              <p:spPr>
                <a:xfrm>
                  <a:off x="8983898" y="5405348"/>
                  <a:ext cx="2527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TextBox 385">
                  <a:extLst>
                    <a:ext uri="{FF2B5EF4-FFF2-40B4-BE49-F238E27FC236}">
                      <a16:creationId xmlns:a16="http://schemas.microsoft.com/office/drawing/2014/main" id="{31DB71E7-670C-44D2-DA8F-7C3BF0A98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3898" y="5405348"/>
                  <a:ext cx="252750" cy="400110"/>
                </a:xfrm>
                <a:prstGeom prst="rect">
                  <a:avLst/>
                </a:prstGeom>
                <a:blipFill>
                  <a:blip r:embed="rId46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字方塊 158">
                  <a:extLst>
                    <a:ext uri="{FF2B5EF4-FFF2-40B4-BE49-F238E27FC236}">
                      <a16:creationId xmlns:a16="http://schemas.microsoft.com/office/drawing/2014/main" id="{63739AC6-1F55-E2A0-1ED8-EF29602A720F}"/>
                    </a:ext>
                  </a:extLst>
                </p:cNvPr>
                <p:cNvSpPr txBox="1"/>
                <p:nvPr/>
              </p:nvSpPr>
              <p:spPr>
                <a:xfrm>
                  <a:off x="8614112" y="5427079"/>
                  <a:ext cx="519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12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9" name="文字方塊 158">
                  <a:extLst>
                    <a:ext uri="{FF2B5EF4-FFF2-40B4-BE49-F238E27FC236}">
                      <a16:creationId xmlns:a16="http://schemas.microsoft.com/office/drawing/2014/main" id="{63739AC6-1F55-E2A0-1ED8-EF29602A72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112" y="5427079"/>
                  <a:ext cx="519399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385">
                  <a:extLst>
                    <a:ext uri="{FF2B5EF4-FFF2-40B4-BE49-F238E27FC236}">
                      <a16:creationId xmlns:a16="http://schemas.microsoft.com/office/drawing/2014/main" id="{AABFDE9B-E969-8D44-81F8-8F107A23F495}"/>
                    </a:ext>
                  </a:extLst>
                </p:cNvPr>
                <p:cNvSpPr txBox="1"/>
                <p:nvPr/>
              </p:nvSpPr>
              <p:spPr>
                <a:xfrm>
                  <a:off x="8016521" y="5414834"/>
                  <a:ext cx="25275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TextBox 385">
                  <a:extLst>
                    <a:ext uri="{FF2B5EF4-FFF2-40B4-BE49-F238E27FC236}">
                      <a16:creationId xmlns:a16="http://schemas.microsoft.com/office/drawing/2014/main" id="{AABFDE9B-E969-8D44-81F8-8F107A23F4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521" y="5414834"/>
                  <a:ext cx="252750" cy="400110"/>
                </a:xfrm>
                <a:prstGeom prst="rect">
                  <a:avLst/>
                </a:prstGeom>
                <a:blipFill>
                  <a:blip r:embed="rId48"/>
                  <a:stretch>
                    <a:fillRect r="-2381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A85AA090-FA2A-1AB8-C45A-1BF3D705F94F}"/>
                    </a:ext>
                  </a:extLst>
                </p:cNvPr>
                <p:cNvSpPr txBox="1"/>
                <p:nvPr/>
              </p:nvSpPr>
              <p:spPr>
                <a:xfrm>
                  <a:off x="7728502" y="5444563"/>
                  <a:ext cx="519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75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A85AA090-FA2A-1AB8-C45A-1BF3D705F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8502" y="5444563"/>
                  <a:ext cx="519399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0C638B33-4B2A-C79B-8167-B9CAF52C790E}"/>
              </a:ext>
            </a:extLst>
          </p:cNvPr>
          <p:cNvGrpSpPr/>
          <p:nvPr/>
        </p:nvGrpSpPr>
        <p:grpSpPr>
          <a:xfrm>
            <a:off x="7954437" y="5839872"/>
            <a:ext cx="1647666" cy="414714"/>
            <a:chOff x="7954437" y="5839872"/>
            <a:chExt cx="1647666" cy="414714"/>
          </a:xfrm>
        </p:grpSpPr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59C0E367-2DFC-508A-ED5C-5DC0C3CC8590}"/>
                </a:ext>
              </a:extLst>
            </p:cNvPr>
            <p:cNvSpPr txBox="1"/>
            <p:nvPr/>
          </p:nvSpPr>
          <p:spPr>
            <a:xfrm>
              <a:off x="7954437" y="5885254"/>
              <a:ext cx="4204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</a:t>
              </a:r>
              <a:endParaRPr lang="zh-HK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字方塊 19">
                  <a:extLst>
                    <a:ext uri="{FF2B5EF4-FFF2-40B4-BE49-F238E27FC236}">
                      <a16:creationId xmlns:a16="http://schemas.microsoft.com/office/drawing/2014/main" id="{D0D5A442-87D1-FB47-C7F4-089D16291211}"/>
                    </a:ext>
                  </a:extLst>
                </p:cNvPr>
                <p:cNvSpPr txBox="1"/>
                <p:nvPr/>
              </p:nvSpPr>
              <p:spPr>
                <a:xfrm>
                  <a:off x="8321244" y="583987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7" name="文字方塊 19">
                  <a:extLst>
                    <a:ext uri="{FF2B5EF4-FFF2-40B4-BE49-F238E27FC236}">
                      <a16:creationId xmlns:a16="http://schemas.microsoft.com/office/drawing/2014/main" id="{D0D5A442-87D1-FB47-C7F4-089D162912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244" y="5839872"/>
                  <a:ext cx="295688" cy="40011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文字方塊 249">
              <a:extLst>
                <a:ext uri="{FF2B5EF4-FFF2-40B4-BE49-F238E27FC236}">
                  <a16:creationId xmlns:a16="http://schemas.microsoft.com/office/drawing/2014/main" id="{A8DA0FB2-BBAC-DB6B-ED5C-C9D4723DFCFA}"/>
                </a:ext>
              </a:extLst>
            </p:cNvPr>
            <p:cNvSpPr txBox="1"/>
            <p:nvPr/>
          </p:nvSpPr>
          <p:spPr>
            <a:xfrm>
              <a:off x="9013480" y="5849773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字方塊 166">
                  <a:extLst>
                    <a:ext uri="{FF2B5EF4-FFF2-40B4-BE49-F238E27FC236}">
                      <a16:creationId xmlns:a16="http://schemas.microsoft.com/office/drawing/2014/main" id="{EF74856B-294B-2BA9-FB78-81C5C21919E4}"/>
                    </a:ext>
                  </a:extLst>
                </p:cNvPr>
                <p:cNvSpPr txBox="1"/>
                <p:nvPr/>
              </p:nvSpPr>
              <p:spPr>
                <a:xfrm>
                  <a:off x="8620401" y="5870650"/>
                  <a:ext cx="5193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8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altLang="zh-HK" sz="1800" b="1" dirty="0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7" name="文字方塊 166">
                  <a:extLst>
                    <a:ext uri="{FF2B5EF4-FFF2-40B4-BE49-F238E27FC236}">
                      <a16:creationId xmlns:a16="http://schemas.microsoft.com/office/drawing/2014/main" id="{EF74856B-294B-2BA9-FB78-81C5C2191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401" y="5870650"/>
                  <a:ext cx="519399" cy="369332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8CC253F-47D6-FC0F-F3B3-EB036EDEFC24}"/>
              </a:ext>
            </a:extLst>
          </p:cNvPr>
          <p:cNvGrpSpPr/>
          <p:nvPr/>
        </p:nvGrpSpPr>
        <p:grpSpPr>
          <a:xfrm>
            <a:off x="2387612" y="359471"/>
            <a:ext cx="7725632" cy="403542"/>
            <a:chOff x="2387612" y="359471"/>
            <a:chExt cx="7725632" cy="40354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" name="筆跡 3">
                  <a:extLst>
                    <a:ext uri="{FF2B5EF4-FFF2-40B4-BE49-F238E27FC236}">
                      <a16:creationId xmlns:a16="http://schemas.microsoft.com/office/drawing/2014/main" id="{9C75531D-A222-D46B-A9B1-02B30C126C2F}"/>
                    </a:ext>
                  </a:extLst>
                </p14:cNvPr>
                <p14:cNvContentPartPr/>
                <p14:nvPr/>
              </p14:nvContentPartPr>
              <p14:xfrm>
                <a:off x="6664061" y="717294"/>
                <a:ext cx="414969" cy="45719"/>
              </p14:xfrm>
            </p:contentPart>
          </mc:Choice>
          <mc:Fallback xmlns="">
            <p:pic>
              <p:nvPicPr>
                <p:cNvPr id="2" name="筆跡 3">
                  <a:extLst>
                    <a:ext uri="{FF2B5EF4-FFF2-40B4-BE49-F238E27FC236}">
                      <a16:creationId xmlns:a16="http://schemas.microsoft.com/office/drawing/2014/main" id="{9C75531D-A222-D46B-A9B1-02B30C126C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10075" y="-12998406"/>
                  <a:ext cx="52258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" name="筆跡 11">
                  <a:extLst>
                    <a:ext uri="{FF2B5EF4-FFF2-40B4-BE49-F238E27FC236}">
                      <a16:creationId xmlns:a16="http://schemas.microsoft.com/office/drawing/2014/main" id="{FBA7C11F-091F-675F-010F-7A4F04301D3E}"/>
                    </a:ext>
                  </a:extLst>
                </p14:cNvPr>
                <p14:cNvContentPartPr/>
                <p14:nvPr/>
              </p14:nvContentPartPr>
              <p14:xfrm>
                <a:off x="2462169" y="717294"/>
                <a:ext cx="398477" cy="45719"/>
              </p14:xfrm>
            </p:contentPart>
          </mc:Choice>
          <mc:Fallback xmlns="">
            <p:pic>
              <p:nvPicPr>
                <p:cNvPr id="4" name="筆跡 11">
                  <a:extLst>
                    <a:ext uri="{FF2B5EF4-FFF2-40B4-BE49-F238E27FC236}">
                      <a16:creationId xmlns:a16="http://schemas.microsoft.com/office/drawing/2014/main" id="{FBA7C11F-091F-675F-010F-7A4F04301D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08175" y="-12998406"/>
                  <a:ext cx="506105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" name="筆跡 11">
                  <a:extLst>
                    <a:ext uri="{FF2B5EF4-FFF2-40B4-BE49-F238E27FC236}">
                      <a16:creationId xmlns:a16="http://schemas.microsoft.com/office/drawing/2014/main" id="{B9121DC3-6BD5-0207-58FA-47DDF0D3DBE4}"/>
                    </a:ext>
                  </a:extLst>
                </p14:cNvPr>
                <p14:cNvContentPartPr/>
                <p14:nvPr/>
              </p14:nvContentPartPr>
              <p14:xfrm>
                <a:off x="2387612" y="363562"/>
                <a:ext cx="514979" cy="45719"/>
              </p14:xfrm>
            </p:contentPart>
          </mc:Choice>
          <mc:Fallback xmlns="">
            <p:pic>
              <p:nvPicPr>
                <p:cNvPr id="5" name="筆跡 11">
                  <a:extLst>
                    <a:ext uri="{FF2B5EF4-FFF2-40B4-BE49-F238E27FC236}">
                      <a16:creationId xmlns:a16="http://schemas.microsoft.com/office/drawing/2014/main" id="{B9121DC3-6BD5-0207-58FA-47DDF0D3DBE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33593" y="-13352138"/>
                  <a:ext cx="622656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" name="筆跡 11">
                  <a:extLst>
                    <a:ext uri="{FF2B5EF4-FFF2-40B4-BE49-F238E27FC236}">
                      <a16:creationId xmlns:a16="http://schemas.microsoft.com/office/drawing/2014/main" id="{ED56D00F-A3FF-761F-6091-07C484F14199}"/>
                    </a:ext>
                  </a:extLst>
                </p14:cNvPr>
                <p14:cNvContentPartPr/>
                <p14:nvPr/>
              </p14:nvContentPartPr>
              <p14:xfrm>
                <a:off x="6847074" y="360102"/>
                <a:ext cx="958882" cy="45719"/>
              </p14:xfrm>
            </p:contentPart>
          </mc:Choice>
          <mc:Fallback xmlns="">
            <p:pic>
              <p:nvPicPr>
                <p:cNvPr id="7" name="筆跡 11">
                  <a:extLst>
                    <a:ext uri="{FF2B5EF4-FFF2-40B4-BE49-F238E27FC236}">
                      <a16:creationId xmlns:a16="http://schemas.microsoft.com/office/drawing/2014/main" id="{ED56D00F-A3FF-761F-6091-07C484F141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93063" y="-13355598"/>
                  <a:ext cx="1066545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" name="筆跡 11">
                  <a:extLst>
                    <a:ext uri="{FF2B5EF4-FFF2-40B4-BE49-F238E27FC236}">
                      <a16:creationId xmlns:a16="http://schemas.microsoft.com/office/drawing/2014/main" id="{74164D52-4C2D-0D75-1E9C-E99BE596F4BC}"/>
                    </a:ext>
                  </a:extLst>
                </p14:cNvPr>
                <p14:cNvContentPartPr/>
                <p14:nvPr/>
              </p14:nvContentPartPr>
              <p14:xfrm>
                <a:off x="5566096" y="359472"/>
                <a:ext cx="451963" cy="45719"/>
              </p14:xfrm>
            </p:contentPart>
          </mc:Choice>
          <mc:Fallback xmlns="">
            <p:pic>
              <p:nvPicPr>
                <p:cNvPr id="8" name="筆跡 11">
                  <a:extLst>
                    <a:ext uri="{FF2B5EF4-FFF2-40B4-BE49-F238E27FC236}">
                      <a16:creationId xmlns:a16="http://schemas.microsoft.com/office/drawing/2014/main" id="{74164D52-4C2D-0D75-1E9C-E99BE596F4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12120" y="-13356228"/>
                  <a:ext cx="559556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" name="筆跡 11">
                  <a:extLst>
                    <a:ext uri="{FF2B5EF4-FFF2-40B4-BE49-F238E27FC236}">
                      <a16:creationId xmlns:a16="http://schemas.microsoft.com/office/drawing/2014/main" id="{6921BB7A-4182-CE0D-B6BE-EA586F388830}"/>
                    </a:ext>
                  </a:extLst>
                </p14:cNvPr>
                <p14:cNvContentPartPr/>
                <p14:nvPr/>
              </p14:nvContentPartPr>
              <p14:xfrm>
                <a:off x="8179266" y="359471"/>
                <a:ext cx="407833" cy="45719"/>
              </p14:xfrm>
            </p:contentPart>
          </mc:Choice>
          <mc:Fallback xmlns="">
            <p:pic>
              <p:nvPicPr>
                <p:cNvPr id="9" name="筆跡 11">
                  <a:extLst>
                    <a:ext uri="{FF2B5EF4-FFF2-40B4-BE49-F238E27FC236}">
                      <a16:creationId xmlns:a16="http://schemas.microsoft.com/office/drawing/2014/main" id="{6921BB7A-4182-CE0D-B6BE-EA586F3888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5272" y="-13356229"/>
                  <a:ext cx="515461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" name="筆跡 11">
                  <a:extLst>
                    <a:ext uri="{FF2B5EF4-FFF2-40B4-BE49-F238E27FC236}">
                      <a16:creationId xmlns:a16="http://schemas.microsoft.com/office/drawing/2014/main" id="{FB3FE71C-9F5C-B1F7-8F18-0D52363F1D30}"/>
                    </a:ext>
                  </a:extLst>
                </p14:cNvPr>
                <p14:cNvContentPartPr/>
                <p14:nvPr/>
              </p14:nvContentPartPr>
              <p14:xfrm>
                <a:off x="9211873" y="359471"/>
                <a:ext cx="901371" cy="45719"/>
              </p14:xfrm>
            </p:contentPart>
          </mc:Choice>
          <mc:Fallback xmlns="">
            <p:pic>
              <p:nvPicPr>
                <p:cNvPr id="10" name="筆跡 11">
                  <a:extLst>
                    <a:ext uri="{FF2B5EF4-FFF2-40B4-BE49-F238E27FC236}">
                      <a16:creationId xmlns:a16="http://schemas.microsoft.com/office/drawing/2014/main" id="{FB3FE71C-9F5C-B1F7-8F18-0D52363F1D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57856" y="-13356229"/>
                  <a:ext cx="1009046" cy="274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8" name="筆跡 11">
                <a:extLst>
                  <a:ext uri="{FF2B5EF4-FFF2-40B4-BE49-F238E27FC236}">
                    <a16:creationId xmlns:a16="http://schemas.microsoft.com/office/drawing/2014/main" id="{2F93B067-486A-1211-5AF2-36E7A97CF09E}"/>
                  </a:ext>
                </a:extLst>
              </p14:cNvPr>
              <p14:cNvContentPartPr/>
              <p14:nvPr/>
            </p14:nvContentPartPr>
            <p14:xfrm>
              <a:off x="692092" y="1424083"/>
              <a:ext cx="980726" cy="45719"/>
            </p14:xfrm>
          </p:contentPart>
        </mc:Choice>
        <mc:Fallback xmlns="">
          <p:pic>
            <p:nvPicPr>
              <p:cNvPr id="168" name="筆跡 11">
                <a:extLst>
                  <a:ext uri="{FF2B5EF4-FFF2-40B4-BE49-F238E27FC236}">
                    <a16:creationId xmlns:a16="http://schemas.microsoft.com/office/drawing/2014/main" id="{2F93B067-486A-1211-5AF2-36E7A97CF09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38067" y="-12291617"/>
                <a:ext cx="1088415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E58121C9-F0B6-3A21-CA3E-03A50A5309CF}"/>
              </a:ext>
            </a:extLst>
          </p:cNvPr>
          <p:cNvGrpSpPr/>
          <p:nvPr/>
        </p:nvGrpSpPr>
        <p:grpSpPr>
          <a:xfrm>
            <a:off x="7529832" y="1149292"/>
            <a:ext cx="2660758" cy="1228937"/>
            <a:chOff x="7529832" y="1149292"/>
            <a:chExt cx="2660758" cy="122893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D202B906-1B24-ED95-E6EA-7B975165B9B0}"/>
                    </a:ext>
                  </a:extLst>
                </p14:cNvPr>
                <p14:cNvContentPartPr/>
                <p14:nvPr/>
              </p14:nvContentPartPr>
              <p14:xfrm>
                <a:off x="7529832" y="1628507"/>
                <a:ext cx="276123" cy="45719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D202B906-1B24-ED95-E6EA-7B975165B9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75831" y="-12087193"/>
                  <a:ext cx="383764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3" name="筆跡 11">
                  <a:extLst>
                    <a:ext uri="{FF2B5EF4-FFF2-40B4-BE49-F238E27FC236}">
                      <a16:creationId xmlns:a16="http://schemas.microsoft.com/office/drawing/2014/main" id="{8A6D9DB5-484A-816E-2DAD-D314E890F3E8}"/>
                    </a:ext>
                  </a:extLst>
                </p14:cNvPr>
                <p14:cNvContentPartPr/>
                <p14:nvPr/>
              </p14:nvContentPartPr>
              <p14:xfrm>
                <a:off x="8271218" y="1868581"/>
                <a:ext cx="315881" cy="45719"/>
              </p14:xfrm>
            </p:contentPart>
          </mc:Choice>
          <mc:Fallback xmlns="">
            <p:pic>
              <p:nvPicPr>
                <p:cNvPr id="13" name="筆跡 11">
                  <a:extLst>
                    <a:ext uri="{FF2B5EF4-FFF2-40B4-BE49-F238E27FC236}">
                      <a16:creationId xmlns:a16="http://schemas.microsoft.com/office/drawing/2014/main" id="{8A6D9DB5-484A-816E-2DAD-D314E890F3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17252" y="-11847119"/>
                  <a:ext cx="423453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" name="筆跡 11">
                  <a:extLst>
                    <a:ext uri="{FF2B5EF4-FFF2-40B4-BE49-F238E27FC236}">
                      <a16:creationId xmlns:a16="http://schemas.microsoft.com/office/drawing/2014/main" id="{099C8B76-F0A3-6996-57A9-EAE6FFECF70A}"/>
                    </a:ext>
                  </a:extLst>
                </p14:cNvPr>
                <p14:cNvContentPartPr/>
                <p14:nvPr/>
              </p14:nvContentPartPr>
              <p14:xfrm>
                <a:off x="9792113" y="2332510"/>
                <a:ext cx="398477" cy="45719"/>
              </p14:xfrm>
            </p:contentPart>
          </mc:Choice>
          <mc:Fallback xmlns="">
            <p:pic>
              <p:nvPicPr>
                <p:cNvPr id="14" name="筆跡 11">
                  <a:extLst>
                    <a:ext uri="{FF2B5EF4-FFF2-40B4-BE49-F238E27FC236}">
                      <a16:creationId xmlns:a16="http://schemas.microsoft.com/office/drawing/2014/main" id="{099C8B76-F0A3-6996-57A9-EAE6FFECF7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38119" y="-11383190"/>
                  <a:ext cx="506105" cy="2743140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324B62A2-51B3-AFD2-E847-A214719C7B6E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27" y="1149292"/>
              <a:ext cx="0" cy="915609"/>
            </a:xfrm>
            <a:prstGeom prst="line">
              <a:avLst/>
            </a:prstGeom>
            <a:ln w="19050">
              <a:solidFill>
                <a:srgbClr val="FF0000">
                  <a:alpha val="49000"/>
                </a:srgb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90A1C68F-92B0-C931-566E-4159CE4B748F}"/>
                </a:ext>
              </a:extLst>
            </p:cNvPr>
            <p:cNvSpPr txBox="1"/>
            <p:nvPr/>
          </p:nvSpPr>
          <p:spPr>
            <a:xfrm>
              <a:off x="9364326" y="1574924"/>
              <a:ext cx="724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4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 cm</a:t>
              </a:r>
              <a:endParaRPr lang="zh-HK" alt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接點: 肘形 31">
              <a:extLst>
                <a:ext uri="{FF2B5EF4-FFF2-40B4-BE49-F238E27FC236}">
                  <a16:creationId xmlns:a16="http://schemas.microsoft.com/office/drawing/2014/main" id="{0D74DA32-5178-7771-AE1B-B17BB5724E8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4328" y="1907759"/>
              <a:ext cx="188514" cy="163526"/>
            </a:xfrm>
            <a:prstGeom prst="bentConnector3">
              <a:avLst>
                <a:gd name="adj1" fmla="val -3636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7" name="筆跡 3">
                <a:extLst>
                  <a:ext uri="{FF2B5EF4-FFF2-40B4-BE49-F238E27FC236}">
                    <a16:creationId xmlns:a16="http://schemas.microsoft.com/office/drawing/2014/main" id="{7768D166-8B0B-2E94-CE52-60ADA3476246}"/>
                  </a:ext>
                </a:extLst>
              </p14:cNvPr>
              <p14:cNvContentPartPr/>
              <p14:nvPr/>
            </p14:nvContentPartPr>
            <p14:xfrm>
              <a:off x="7845922" y="724356"/>
              <a:ext cx="686459" cy="45719"/>
            </p14:xfrm>
          </p:contentPart>
        </mc:Choice>
        <mc:Fallback xmlns="">
          <p:pic>
            <p:nvPicPr>
              <p:cNvPr id="17" name="筆跡 3">
                <a:extLst>
                  <a:ext uri="{FF2B5EF4-FFF2-40B4-BE49-F238E27FC236}">
                    <a16:creationId xmlns:a16="http://schemas.microsoft.com/office/drawing/2014/main" id="{7768D166-8B0B-2E94-CE52-60ADA347624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791927" y="-12991344"/>
                <a:ext cx="794089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905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0" grpId="0"/>
      <p:bldP spid="89" grpId="0"/>
      <p:bldP spid="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F3294123-7CE3-9659-D2DB-E4D0C73C8C0F}"/>
              </a:ext>
            </a:extLst>
          </p:cNvPr>
          <p:cNvGrpSpPr/>
          <p:nvPr/>
        </p:nvGrpSpPr>
        <p:grpSpPr>
          <a:xfrm>
            <a:off x="135610" y="219150"/>
            <a:ext cx="10441522" cy="2202429"/>
            <a:chOff x="135610" y="219150"/>
            <a:chExt cx="10441522" cy="2202429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2134FA4F-D7D5-7E00-2355-DDF800531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937" r="78359"/>
            <a:stretch>
              <a:fillRect/>
            </a:stretch>
          </p:blipFill>
          <p:spPr>
            <a:xfrm>
              <a:off x="135610" y="933021"/>
              <a:ext cx="2210087" cy="1488558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69A92047-72F7-2B52-1475-84B14F7B7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682" b="67975"/>
            <a:stretch>
              <a:fillRect/>
            </a:stretch>
          </p:blipFill>
          <p:spPr>
            <a:xfrm>
              <a:off x="364907" y="219150"/>
              <a:ext cx="10212225" cy="651308"/>
            </a:xfrm>
            <a:prstGeom prst="rect">
              <a:avLst/>
            </a:prstGeom>
          </p:spPr>
        </p:pic>
      </p:grp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BA89B311-A5BA-2CA5-2609-E329047F8A64}"/>
              </a:ext>
            </a:extLst>
          </p:cNvPr>
          <p:cNvGrpSpPr/>
          <p:nvPr/>
        </p:nvGrpSpPr>
        <p:grpSpPr>
          <a:xfrm>
            <a:off x="999016" y="323123"/>
            <a:ext cx="9415916" cy="429717"/>
            <a:chOff x="999016" y="323123"/>
            <a:chExt cx="9415916" cy="42971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筆跡 3">
                  <a:extLst>
                    <a:ext uri="{FF2B5EF4-FFF2-40B4-BE49-F238E27FC236}">
                      <a16:creationId xmlns:a16="http://schemas.microsoft.com/office/drawing/2014/main" id="{5C82464D-C5FE-6CA2-5225-DA57F945AF7A}"/>
                    </a:ext>
                  </a:extLst>
                </p14:cNvPr>
                <p14:cNvContentPartPr/>
                <p14:nvPr/>
              </p14:nvContentPartPr>
              <p14:xfrm>
                <a:off x="4467138" y="372728"/>
                <a:ext cx="1039879" cy="45719"/>
              </p14:xfrm>
            </p:contentPart>
          </mc:Choice>
          <mc:Fallback xmlns="">
            <p:pic>
              <p:nvPicPr>
                <p:cNvPr id="2" name="筆跡 3">
                  <a:extLst>
                    <a:ext uri="{FF2B5EF4-FFF2-40B4-BE49-F238E27FC236}">
                      <a16:creationId xmlns:a16="http://schemas.microsoft.com/office/drawing/2014/main" id="{5C82464D-C5FE-6CA2-5225-DA57F945AF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13128" y="-13342972"/>
                  <a:ext cx="114754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筆跡 4">
                  <a:extLst>
                    <a:ext uri="{FF2B5EF4-FFF2-40B4-BE49-F238E27FC236}">
                      <a16:creationId xmlns:a16="http://schemas.microsoft.com/office/drawing/2014/main" id="{E8329AD1-C46C-E02A-9E33-F814B82FCAF1}"/>
                    </a:ext>
                  </a:extLst>
                </p14:cNvPr>
                <p14:cNvContentPartPr/>
                <p14:nvPr/>
              </p14:nvContentPartPr>
              <p14:xfrm>
                <a:off x="8321973" y="368842"/>
                <a:ext cx="2092959" cy="45719"/>
              </p14:xfrm>
            </p:contentPart>
          </mc:Choice>
          <mc:Fallback xmlns="">
            <p:pic>
              <p:nvPicPr>
                <p:cNvPr id="6" name="筆跡 4">
                  <a:extLst>
                    <a:ext uri="{FF2B5EF4-FFF2-40B4-BE49-F238E27FC236}">
                      <a16:creationId xmlns:a16="http://schemas.microsoft.com/office/drawing/2014/main" id="{E8329AD1-C46C-E02A-9E33-F814B82FCA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67957" y="-13346858"/>
                  <a:ext cx="2200632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筆跡 4">
                  <a:extLst>
                    <a:ext uri="{FF2B5EF4-FFF2-40B4-BE49-F238E27FC236}">
                      <a16:creationId xmlns:a16="http://schemas.microsoft.com/office/drawing/2014/main" id="{2D9E5844-4942-8EF6-BBB9-6936E60115B4}"/>
                    </a:ext>
                  </a:extLst>
                </p14:cNvPr>
                <p14:cNvContentPartPr/>
                <p14:nvPr/>
              </p14:nvContentPartPr>
              <p14:xfrm>
                <a:off x="1820701" y="707121"/>
                <a:ext cx="2759687" cy="45719"/>
              </p14:xfrm>
            </p:contentPart>
          </mc:Choice>
          <mc:Fallback xmlns="">
            <p:pic>
              <p:nvPicPr>
                <p:cNvPr id="7" name="筆跡 4">
                  <a:extLst>
                    <a:ext uri="{FF2B5EF4-FFF2-40B4-BE49-F238E27FC236}">
                      <a16:creationId xmlns:a16="http://schemas.microsoft.com/office/drawing/2014/main" id="{2D9E5844-4942-8EF6-BBB9-6936E60115B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66688" y="-13008579"/>
                  <a:ext cx="2867352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筆跡 11">
                  <a:extLst>
                    <a:ext uri="{FF2B5EF4-FFF2-40B4-BE49-F238E27FC236}">
                      <a16:creationId xmlns:a16="http://schemas.microsoft.com/office/drawing/2014/main" id="{3B364625-2038-D588-DC1E-B41CB8E00131}"/>
                    </a:ext>
                  </a:extLst>
                </p14:cNvPr>
                <p14:cNvContentPartPr/>
                <p14:nvPr/>
              </p14:nvContentPartPr>
              <p14:xfrm>
                <a:off x="999016" y="323123"/>
                <a:ext cx="2587278" cy="45719"/>
              </p14:xfrm>
            </p:contentPart>
          </mc:Choice>
          <mc:Fallback xmlns="">
            <p:pic>
              <p:nvPicPr>
                <p:cNvPr id="8" name="筆跡 11">
                  <a:extLst>
                    <a:ext uri="{FF2B5EF4-FFF2-40B4-BE49-F238E27FC236}">
                      <a16:creationId xmlns:a16="http://schemas.microsoft.com/office/drawing/2014/main" id="{3B364625-2038-D588-DC1E-B41CB8E001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4979" y="-13392577"/>
                  <a:ext cx="2694991" cy="2743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15">
            <a:extLst>
              <a:ext uri="{FF2B5EF4-FFF2-40B4-BE49-F238E27FC236}">
                <a16:creationId xmlns:a16="http://schemas.microsoft.com/office/drawing/2014/main" id="{9EF54218-0384-BE9D-4286-EED19E7A9EF9}"/>
              </a:ext>
            </a:extLst>
          </p:cNvPr>
          <p:cNvSpPr txBox="1"/>
          <p:nvPr/>
        </p:nvSpPr>
        <p:spPr>
          <a:xfrm>
            <a:off x="5582859" y="956888"/>
            <a:ext cx="5352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Total volume of 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27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 small spheres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F6556C26-D25C-B756-E523-671E6C630DCA}"/>
              </a:ext>
            </a:extLst>
          </p:cNvPr>
          <p:cNvGrpSpPr/>
          <p:nvPr/>
        </p:nvGrpSpPr>
        <p:grpSpPr>
          <a:xfrm>
            <a:off x="5395932" y="1268775"/>
            <a:ext cx="2977414" cy="777549"/>
            <a:chOff x="5395932" y="1268775"/>
            <a:chExt cx="2977414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57">
                  <a:extLst>
                    <a:ext uri="{FF2B5EF4-FFF2-40B4-BE49-F238E27FC236}">
                      <a16:creationId xmlns:a16="http://schemas.microsoft.com/office/drawing/2014/main" id="{D37FCE73-81C5-31CA-E5C4-10AE38E18D1E}"/>
                    </a:ext>
                  </a:extLst>
                </p:cNvPr>
                <p:cNvSpPr txBox="1"/>
                <p:nvPr/>
              </p:nvSpPr>
              <p:spPr>
                <a:xfrm>
                  <a:off x="5714556" y="1429089"/>
                  <a:ext cx="57350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27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57">
                  <a:extLst>
                    <a:ext uri="{FF2B5EF4-FFF2-40B4-BE49-F238E27FC236}">
                      <a16:creationId xmlns:a16="http://schemas.microsoft.com/office/drawing/2014/main" id="{D37FCE73-81C5-31CA-E5C4-10AE38E18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4556" y="1429089"/>
                  <a:ext cx="573508" cy="40395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53">
                  <a:extLst>
                    <a:ext uri="{FF2B5EF4-FFF2-40B4-BE49-F238E27FC236}">
                      <a16:creationId xmlns:a16="http://schemas.microsoft.com/office/drawing/2014/main" id="{427BC86C-9D0B-C584-0255-8D3A46BDE503}"/>
                    </a:ext>
                  </a:extLst>
                </p:cNvPr>
                <p:cNvSpPr txBox="1"/>
                <p:nvPr/>
              </p:nvSpPr>
              <p:spPr>
                <a:xfrm>
                  <a:off x="6183038" y="143293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" name="文字方塊 53">
                  <a:extLst>
                    <a:ext uri="{FF2B5EF4-FFF2-40B4-BE49-F238E27FC236}">
                      <a16:creationId xmlns:a16="http://schemas.microsoft.com/office/drawing/2014/main" id="{427BC86C-9D0B-C584-0255-8D3A46BDE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3038" y="1432936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群組 74">
              <a:extLst>
                <a:ext uri="{FF2B5EF4-FFF2-40B4-BE49-F238E27FC236}">
                  <a16:creationId xmlns:a16="http://schemas.microsoft.com/office/drawing/2014/main" id="{F87997B4-C828-E4FA-DF5B-2073E83DE076}"/>
                </a:ext>
              </a:extLst>
            </p:cNvPr>
            <p:cNvGrpSpPr/>
            <p:nvPr/>
          </p:nvGrpSpPr>
          <p:grpSpPr>
            <a:xfrm>
              <a:off x="6594983" y="1268775"/>
              <a:ext cx="364383" cy="777549"/>
              <a:chOff x="2896107" y="4671588"/>
              <a:chExt cx="364383" cy="777549"/>
            </a:xfrm>
          </p:grpSpPr>
          <p:sp>
            <p:nvSpPr>
              <p:cNvPr id="13" name="文字方塊 75">
                <a:extLst>
                  <a:ext uri="{FF2B5EF4-FFF2-40B4-BE49-F238E27FC236}">
                    <a16:creationId xmlns:a16="http://schemas.microsoft.com/office/drawing/2014/main" id="{F96CFDCC-8BA8-97E9-B00A-0A0365917298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4" name="群組 76">
                <a:extLst>
                  <a:ext uri="{FF2B5EF4-FFF2-40B4-BE49-F238E27FC236}">
                    <a16:creationId xmlns:a16="http://schemas.microsoft.com/office/drawing/2014/main" id="{25BC4E1D-7DB7-979E-252E-3E1F69231B00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15" name="直線接點 77">
                  <a:extLst>
                    <a:ext uri="{FF2B5EF4-FFF2-40B4-BE49-F238E27FC236}">
                      <a16:creationId xmlns:a16="http://schemas.microsoft.com/office/drawing/2014/main" id="{5BD7BA5C-5D33-5878-3B44-07AC56A3EA1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6" name="文字方塊 78">
                  <a:extLst>
                    <a:ext uri="{FF2B5EF4-FFF2-40B4-BE49-F238E27FC236}">
                      <a16:creationId xmlns:a16="http://schemas.microsoft.com/office/drawing/2014/main" id="{53E76044-3349-A4E7-F454-F41104D77F84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53">
                  <a:extLst>
                    <a:ext uri="{FF2B5EF4-FFF2-40B4-BE49-F238E27FC236}">
                      <a16:creationId xmlns:a16="http://schemas.microsoft.com/office/drawing/2014/main" id="{97EAA4D3-DFDC-83F0-D79A-336EC25319E0}"/>
                    </a:ext>
                  </a:extLst>
                </p:cNvPr>
                <p:cNvSpPr txBox="1"/>
                <p:nvPr/>
              </p:nvSpPr>
              <p:spPr>
                <a:xfrm>
                  <a:off x="6964614" y="144017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" name="文字方塊 53">
                  <a:extLst>
                    <a:ext uri="{FF2B5EF4-FFF2-40B4-BE49-F238E27FC236}">
                      <a16:creationId xmlns:a16="http://schemas.microsoft.com/office/drawing/2014/main" id="{97EAA4D3-DFDC-83F0-D79A-336EC2531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4614" y="1440174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385">
                  <a:extLst>
                    <a:ext uri="{FF2B5EF4-FFF2-40B4-BE49-F238E27FC236}">
                      <a16:creationId xmlns:a16="http://schemas.microsoft.com/office/drawing/2014/main" id="{9F1F60FE-ADA7-6A8B-DDE1-F6B1A4A8C41D}"/>
                    </a:ext>
                  </a:extLst>
                </p:cNvPr>
                <p:cNvSpPr txBox="1"/>
                <p:nvPr/>
              </p:nvSpPr>
              <p:spPr>
                <a:xfrm>
                  <a:off x="7247116" y="1440174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8" name="TextBox 385">
                  <a:extLst>
                    <a:ext uri="{FF2B5EF4-FFF2-40B4-BE49-F238E27FC236}">
                      <a16:creationId xmlns:a16="http://schemas.microsoft.com/office/drawing/2014/main" id="{9F1F60FE-ADA7-6A8B-DDE1-F6B1A4A8C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7116" y="1440174"/>
                  <a:ext cx="357791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53">
                  <a:extLst>
                    <a:ext uri="{FF2B5EF4-FFF2-40B4-BE49-F238E27FC236}">
                      <a16:creationId xmlns:a16="http://schemas.microsoft.com/office/drawing/2014/main" id="{825A123B-4BA7-E416-8CF8-2D94FE763C88}"/>
                    </a:ext>
                  </a:extLst>
                </p:cNvPr>
                <p:cNvSpPr txBox="1"/>
                <p:nvPr/>
              </p:nvSpPr>
              <p:spPr>
                <a:xfrm>
                  <a:off x="7592035" y="144017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9" name="文字方塊 53">
                  <a:extLst>
                    <a:ext uri="{FF2B5EF4-FFF2-40B4-BE49-F238E27FC236}">
                      <a16:creationId xmlns:a16="http://schemas.microsoft.com/office/drawing/2014/main" id="{825A123B-4BA7-E416-8CF8-2D94FE763C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2035" y="1440174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387">
                  <a:extLst>
                    <a:ext uri="{FF2B5EF4-FFF2-40B4-BE49-F238E27FC236}">
                      <a16:creationId xmlns:a16="http://schemas.microsoft.com/office/drawing/2014/main" id="{E3E6BC95-84EF-D948-9A12-E26CD805470E}"/>
                    </a:ext>
                  </a:extLst>
                </p:cNvPr>
                <p:cNvSpPr txBox="1"/>
                <p:nvPr/>
              </p:nvSpPr>
              <p:spPr>
                <a:xfrm>
                  <a:off x="7891989" y="1440174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TextBox 387">
                  <a:extLst>
                    <a:ext uri="{FF2B5EF4-FFF2-40B4-BE49-F238E27FC236}">
                      <a16:creationId xmlns:a16="http://schemas.microsoft.com/office/drawing/2014/main" id="{E3E6BC95-84EF-D948-9A12-E26CD8054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1989" y="1440174"/>
                  <a:ext cx="357791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字方塊 106">
              <a:extLst>
                <a:ext uri="{FF2B5EF4-FFF2-40B4-BE49-F238E27FC236}">
                  <a16:creationId xmlns:a16="http://schemas.microsoft.com/office/drawing/2014/main" id="{7DB30BB4-566B-7B0A-A366-A73601E9524F}"/>
                </a:ext>
              </a:extLst>
            </p:cNvPr>
            <p:cNvSpPr txBox="1"/>
            <p:nvPr/>
          </p:nvSpPr>
          <p:spPr>
            <a:xfrm>
              <a:off x="8084484" y="136323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7">
                  <a:extLst>
                    <a:ext uri="{FF2B5EF4-FFF2-40B4-BE49-F238E27FC236}">
                      <a16:creationId xmlns:a16="http://schemas.microsoft.com/office/drawing/2014/main" id="{99DAC7EB-5837-6EE4-0792-1799A75657A8}"/>
                    </a:ext>
                  </a:extLst>
                </p:cNvPr>
                <p:cNvSpPr txBox="1"/>
                <p:nvPr/>
              </p:nvSpPr>
              <p:spPr>
                <a:xfrm>
                  <a:off x="5395932" y="14290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7">
                  <a:extLst>
                    <a:ext uri="{FF2B5EF4-FFF2-40B4-BE49-F238E27FC236}">
                      <a16:creationId xmlns:a16="http://schemas.microsoft.com/office/drawing/2014/main" id="{99DAC7EB-5837-6EE4-0792-1799A7565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5932" y="1429089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AA2C6C6A-7CC6-6CD4-B2D3-FBF1B7B01585}"/>
              </a:ext>
            </a:extLst>
          </p:cNvPr>
          <p:cNvGrpSpPr/>
          <p:nvPr/>
        </p:nvGrpSpPr>
        <p:grpSpPr>
          <a:xfrm>
            <a:off x="5395932" y="1951890"/>
            <a:ext cx="2977414" cy="777549"/>
            <a:chOff x="5395932" y="1951890"/>
            <a:chExt cx="2977414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57">
                  <a:extLst>
                    <a:ext uri="{FF2B5EF4-FFF2-40B4-BE49-F238E27FC236}">
                      <a16:creationId xmlns:a16="http://schemas.microsoft.com/office/drawing/2014/main" id="{02BF3771-DD88-F2A8-F9EE-B5279EB4A63E}"/>
                    </a:ext>
                  </a:extLst>
                </p:cNvPr>
                <p:cNvSpPr txBox="1"/>
                <p:nvPr/>
              </p:nvSpPr>
              <p:spPr>
                <a:xfrm>
                  <a:off x="5714556" y="2112204"/>
                  <a:ext cx="57350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27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57">
                  <a:extLst>
                    <a:ext uri="{FF2B5EF4-FFF2-40B4-BE49-F238E27FC236}">
                      <a16:creationId xmlns:a16="http://schemas.microsoft.com/office/drawing/2014/main" id="{02BF3771-DD88-F2A8-F9EE-B5279EB4A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4556" y="2112204"/>
                  <a:ext cx="573508" cy="40395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53">
                  <a:extLst>
                    <a:ext uri="{FF2B5EF4-FFF2-40B4-BE49-F238E27FC236}">
                      <a16:creationId xmlns:a16="http://schemas.microsoft.com/office/drawing/2014/main" id="{EFD5D243-14AB-90D0-2F86-F6970BA22FD7}"/>
                    </a:ext>
                  </a:extLst>
                </p:cNvPr>
                <p:cNvSpPr txBox="1"/>
                <p:nvPr/>
              </p:nvSpPr>
              <p:spPr>
                <a:xfrm>
                  <a:off x="6183038" y="211605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53">
                  <a:extLst>
                    <a:ext uri="{FF2B5EF4-FFF2-40B4-BE49-F238E27FC236}">
                      <a16:creationId xmlns:a16="http://schemas.microsoft.com/office/drawing/2014/main" id="{EFD5D243-14AB-90D0-2F86-F6970BA22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3038" y="2116051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群組 74">
              <a:extLst>
                <a:ext uri="{FF2B5EF4-FFF2-40B4-BE49-F238E27FC236}">
                  <a16:creationId xmlns:a16="http://schemas.microsoft.com/office/drawing/2014/main" id="{D684EA66-39E3-77A8-6DDC-D84F4009BAE2}"/>
                </a:ext>
              </a:extLst>
            </p:cNvPr>
            <p:cNvGrpSpPr/>
            <p:nvPr/>
          </p:nvGrpSpPr>
          <p:grpSpPr>
            <a:xfrm>
              <a:off x="6594983" y="1951890"/>
              <a:ext cx="364383" cy="777549"/>
              <a:chOff x="2896107" y="4671588"/>
              <a:chExt cx="364383" cy="777549"/>
            </a:xfrm>
          </p:grpSpPr>
          <p:sp>
            <p:nvSpPr>
              <p:cNvPr id="26" name="文字方塊 75">
                <a:extLst>
                  <a:ext uri="{FF2B5EF4-FFF2-40B4-BE49-F238E27FC236}">
                    <a16:creationId xmlns:a16="http://schemas.microsoft.com/office/drawing/2014/main" id="{6906C572-68F6-C537-02CE-6A64350415A1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27" name="群組 76">
                <a:extLst>
                  <a:ext uri="{FF2B5EF4-FFF2-40B4-BE49-F238E27FC236}">
                    <a16:creationId xmlns:a16="http://schemas.microsoft.com/office/drawing/2014/main" id="{A39E02B2-070B-44D9-1BEB-B3C1AC6FB83B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28" name="直線接點 77">
                  <a:extLst>
                    <a:ext uri="{FF2B5EF4-FFF2-40B4-BE49-F238E27FC236}">
                      <a16:creationId xmlns:a16="http://schemas.microsoft.com/office/drawing/2014/main" id="{78ADDE67-46CD-E1A7-723D-3E52A8FE4C9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9" name="文字方塊 78">
                  <a:extLst>
                    <a:ext uri="{FF2B5EF4-FFF2-40B4-BE49-F238E27FC236}">
                      <a16:creationId xmlns:a16="http://schemas.microsoft.com/office/drawing/2014/main" id="{906708D1-4797-E3E9-26C5-F7F9B916F095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53">
                  <a:extLst>
                    <a:ext uri="{FF2B5EF4-FFF2-40B4-BE49-F238E27FC236}">
                      <a16:creationId xmlns:a16="http://schemas.microsoft.com/office/drawing/2014/main" id="{4C5648AF-7059-7914-97A6-254AF2FCE58F}"/>
                    </a:ext>
                  </a:extLst>
                </p:cNvPr>
                <p:cNvSpPr txBox="1"/>
                <p:nvPr/>
              </p:nvSpPr>
              <p:spPr>
                <a:xfrm>
                  <a:off x="6964614" y="21232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53">
                  <a:extLst>
                    <a:ext uri="{FF2B5EF4-FFF2-40B4-BE49-F238E27FC236}">
                      <a16:creationId xmlns:a16="http://schemas.microsoft.com/office/drawing/2014/main" id="{4C5648AF-7059-7914-97A6-254AF2FCE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4614" y="2123289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85">
                  <a:extLst>
                    <a:ext uri="{FF2B5EF4-FFF2-40B4-BE49-F238E27FC236}">
                      <a16:creationId xmlns:a16="http://schemas.microsoft.com/office/drawing/2014/main" id="{99636EA0-1166-7028-84BA-9D4856EC455A}"/>
                    </a:ext>
                  </a:extLst>
                </p:cNvPr>
                <p:cNvSpPr txBox="1"/>
                <p:nvPr/>
              </p:nvSpPr>
              <p:spPr>
                <a:xfrm>
                  <a:off x="7247116" y="2123289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1" name="TextBox 385">
                  <a:extLst>
                    <a:ext uri="{FF2B5EF4-FFF2-40B4-BE49-F238E27FC236}">
                      <a16:creationId xmlns:a16="http://schemas.microsoft.com/office/drawing/2014/main" id="{99636EA0-1166-7028-84BA-9D4856EC4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7116" y="2123289"/>
                  <a:ext cx="357791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53">
                  <a:extLst>
                    <a:ext uri="{FF2B5EF4-FFF2-40B4-BE49-F238E27FC236}">
                      <a16:creationId xmlns:a16="http://schemas.microsoft.com/office/drawing/2014/main" id="{5EFF8BC2-3378-B8B3-3C85-52FB00473514}"/>
                    </a:ext>
                  </a:extLst>
                </p:cNvPr>
                <p:cNvSpPr txBox="1"/>
                <p:nvPr/>
              </p:nvSpPr>
              <p:spPr>
                <a:xfrm>
                  <a:off x="7592035" y="21232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2" name="文字方塊 53">
                  <a:extLst>
                    <a:ext uri="{FF2B5EF4-FFF2-40B4-BE49-F238E27FC236}">
                      <a16:creationId xmlns:a16="http://schemas.microsoft.com/office/drawing/2014/main" id="{5EFF8BC2-3378-B8B3-3C85-52FB00473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2035" y="2123289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87">
                  <a:extLst>
                    <a:ext uri="{FF2B5EF4-FFF2-40B4-BE49-F238E27FC236}">
                      <a16:creationId xmlns:a16="http://schemas.microsoft.com/office/drawing/2014/main" id="{C83B26E9-67D6-4C63-FBE8-1BB354F56B1B}"/>
                    </a:ext>
                  </a:extLst>
                </p:cNvPr>
                <p:cNvSpPr txBox="1"/>
                <p:nvPr/>
              </p:nvSpPr>
              <p:spPr>
                <a:xfrm>
                  <a:off x="7891989" y="2123289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Lucida Calligraphy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TextBox 387">
                  <a:extLst>
                    <a:ext uri="{FF2B5EF4-FFF2-40B4-BE49-F238E27FC236}">
                      <a16:creationId xmlns:a16="http://schemas.microsoft.com/office/drawing/2014/main" id="{C83B26E9-67D6-4C63-FBE8-1BB354F56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1989" y="2123289"/>
                  <a:ext cx="357791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字方塊 106">
              <a:extLst>
                <a:ext uri="{FF2B5EF4-FFF2-40B4-BE49-F238E27FC236}">
                  <a16:creationId xmlns:a16="http://schemas.microsoft.com/office/drawing/2014/main" id="{05ECA5B7-39C2-FFE8-D7C5-86281166D2E1}"/>
                </a:ext>
              </a:extLst>
            </p:cNvPr>
            <p:cNvSpPr txBox="1"/>
            <p:nvPr/>
          </p:nvSpPr>
          <p:spPr>
            <a:xfrm>
              <a:off x="8084484" y="204634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7">
                  <a:extLst>
                    <a:ext uri="{FF2B5EF4-FFF2-40B4-BE49-F238E27FC236}">
                      <a16:creationId xmlns:a16="http://schemas.microsoft.com/office/drawing/2014/main" id="{FA53DCC1-878D-7FA9-CE2D-FFED551D025C}"/>
                    </a:ext>
                  </a:extLst>
                </p:cNvPr>
                <p:cNvSpPr txBox="1"/>
                <p:nvPr/>
              </p:nvSpPr>
              <p:spPr>
                <a:xfrm>
                  <a:off x="5395932" y="211220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7">
                  <a:extLst>
                    <a:ext uri="{FF2B5EF4-FFF2-40B4-BE49-F238E27FC236}">
                      <a16:creationId xmlns:a16="http://schemas.microsoft.com/office/drawing/2014/main" id="{FA53DCC1-878D-7FA9-CE2D-FFED551D0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5932" y="2112204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900C51E1-ECE6-7273-F269-CA21D38AB49D}"/>
              </a:ext>
            </a:extLst>
          </p:cNvPr>
          <p:cNvGrpSpPr/>
          <p:nvPr/>
        </p:nvGrpSpPr>
        <p:grpSpPr>
          <a:xfrm>
            <a:off x="5419499" y="2667594"/>
            <a:ext cx="1327759" cy="403957"/>
            <a:chOff x="5419499" y="2667594"/>
            <a:chExt cx="1327759" cy="403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7">
                  <a:extLst>
                    <a:ext uri="{FF2B5EF4-FFF2-40B4-BE49-F238E27FC236}">
                      <a16:creationId xmlns:a16="http://schemas.microsoft.com/office/drawing/2014/main" id="{4E74E8AD-B9AC-9CC9-575B-FF3E3F689C22}"/>
                    </a:ext>
                  </a:extLst>
                </p:cNvPr>
                <p:cNvSpPr txBox="1"/>
                <p:nvPr/>
              </p:nvSpPr>
              <p:spPr>
                <a:xfrm>
                  <a:off x="5419499" y="267144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6" name="文字方塊 7">
                  <a:extLst>
                    <a:ext uri="{FF2B5EF4-FFF2-40B4-BE49-F238E27FC236}">
                      <a16:creationId xmlns:a16="http://schemas.microsoft.com/office/drawing/2014/main" id="{4E74E8AD-B9AC-9CC9-575B-FF3E3F689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9499" y="2671441"/>
                  <a:ext cx="29568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57">
                  <a:extLst>
                    <a:ext uri="{FF2B5EF4-FFF2-40B4-BE49-F238E27FC236}">
                      <a16:creationId xmlns:a16="http://schemas.microsoft.com/office/drawing/2014/main" id="{1BF8FF9E-C21F-833F-64FE-6B30D0F8ABC6}"/>
                    </a:ext>
                  </a:extLst>
                </p:cNvPr>
                <p:cNvSpPr txBox="1"/>
                <p:nvPr/>
              </p:nvSpPr>
              <p:spPr>
                <a:xfrm>
                  <a:off x="5780941" y="2667594"/>
                  <a:ext cx="57350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972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57">
                  <a:extLst>
                    <a:ext uri="{FF2B5EF4-FFF2-40B4-BE49-F238E27FC236}">
                      <a16:creationId xmlns:a16="http://schemas.microsoft.com/office/drawing/2014/main" id="{1BF8FF9E-C21F-833F-64FE-6B30D0F8AB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0941" y="2667594"/>
                  <a:ext cx="573508" cy="403957"/>
                </a:xfrm>
                <a:prstGeom prst="rect">
                  <a:avLst/>
                </a:prstGeom>
                <a:blipFill>
                  <a:blip r:embed="rId26"/>
                  <a:stretch>
                    <a:fillRect r="-7447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5">
                  <a:extLst>
                    <a:ext uri="{FF2B5EF4-FFF2-40B4-BE49-F238E27FC236}">
                      <a16:creationId xmlns:a16="http://schemas.microsoft.com/office/drawing/2014/main" id="{4B465BEB-6947-C760-0ECE-17EF0DA223A3}"/>
                    </a:ext>
                  </a:extLst>
                </p:cNvPr>
                <p:cNvSpPr txBox="1"/>
                <p:nvPr/>
              </p:nvSpPr>
              <p:spPr>
                <a:xfrm>
                  <a:off x="6389467" y="2669517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5">
                  <a:extLst>
                    <a:ext uri="{FF2B5EF4-FFF2-40B4-BE49-F238E27FC236}">
                      <a16:creationId xmlns:a16="http://schemas.microsoft.com/office/drawing/2014/main" id="{4B465BEB-6947-C760-0ECE-17EF0DA223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9467" y="2669517"/>
                  <a:ext cx="357791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TextBox 15">
            <a:extLst>
              <a:ext uri="{FF2B5EF4-FFF2-40B4-BE49-F238E27FC236}">
                <a16:creationId xmlns:a16="http://schemas.microsoft.com/office/drawing/2014/main" id="{F1205853-5F1A-C317-65E4-52031AF8E0F7}"/>
              </a:ext>
            </a:extLst>
          </p:cNvPr>
          <p:cNvSpPr txBox="1"/>
          <p:nvPr/>
        </p:nvSpPr>
        <p:spPr>
          <a:xfrm>
            <a:off x="135610" y="3175268"/>
            <a:ext cx="6300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radius of large sphere.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7A78A5E7-0045-2E8F-C622-CE1E90278C20}"/>
              </a:ext>
            </a:extLst>
          </p:cNvPr>
          <p:cNvGrpSpPr/>
          <p:nvPr/>
        </p:nvGrpSpPr>
        <p:grpSpPr>
          <a:xfrm>
            <a:off x="313844" y="3592352"/>
            <a:ext cx="9682863" cy="462717"/>
            <a:chOff x="313844" y="3592352"/>
            <a:chExt cx="9682863" cy="4627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54">
                  <a:extLst>
                    <a:ext uri="{FF2B5EF4-FFF2-40B4-BE49-F238E27FC236}">
                      <a16:creationId xmlns:a16="http://schemas.microsoft.com/office/drawing/2014/main" id="{B18769E5-5DD4-72B5-344A-A6C7A5C83AAE}"/>
                    </a:ext>
                  </a:extLst>
                </p:cNvPr>
                <p:cNvSpPr txBox="1"/>
                <p:nvPr/>
              </p:nvSpPr>
              <p:spPr>
                <a:xfrm>
                  <a:off x="313844" y="3592352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1" name="文字方塊 54">
                  <a:extLst>
                    <a:ext uri="{FF2B5EF4-FFF2-40B4-BE49-F238E27FC236}">
                      <a16:creationId xmlns:a16="http://schemas.microsoft.com/office/drawing/2014/main" id="{B18769E5-5DD4-72B5-344A-A6C7A5C83A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844" y="3592352"/>
                  <a:ext cx="295688" cy="46166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D728C456-9C9B-498C-C822-BAEC509ADEC9}"/>
                </a:ext>
              </a:extLst>
            </p:cNvPr>
            <p:cNvSpPr txBox="1"/>
            <p:nvPr/>
          </p:nvSpPr>
          <p:spPr>
            <a:xfrm>
              <a:off x="609532" y="3647457"/>
              <a:ext cx="3954229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Volume of the large sphere</a:t>
              </a:r>
              <a:endParaRPr lang="zh-TW" altLang="en-US" sz="2000" b="1" dirty="0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20">
                  <a:extLst>
                    <a:ext uri="{FF2B5EF4-FFF2-40B4-BE49-F238E27FC236}">
                      <a16:creationId xmlns:a16="http://schemas.microsoft.com/office/drawing/2014/main" id="{B338E54B-C3CC-2200-3977-71AE2AD4AC92}"/>
                    </a:ext>
                  </a:extLst>
                </p:cNvPr>
                <p:cNvSpPr txBox="1"/>
                <p:nvPr/>
              </p:nvSpPr>
              <p:spPr>
                <a:xfrm>
                  <a:off x="4465394" y="361813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20">
                  <a:extLst>
                    <a:ext uri="{FF2B5EF4-FFF2-40B4-BE49-F238E27FC236}">
                      <a16:creationId xmlns:a16="http://schemas.microsoft.com/office/drawing/2014/main" id="{B338E54B-C3CC-2200-3977-71AE2AD4A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5394" y="3618130"/>
                  <a:ext cx="295688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15">
              <a:extLst>
                <a:ext uri="{FF2B5EF4-FFF2-40B4-BE49-F238E27FC236}">
                  <a16:creationId xmlns:a16="http://schemas.microsoft.com/office/drawing/2014/main" id="{1978CC0B-2A72-946F-CE37-04B238239267}"/>
                </a:ext>
              </a:extLst>
            </p:cNvPr>
            <p:cNvSpPr txBox="1"/>
            <p:nvPr/>
          </p:nvSpPr>
          <p:spPr>
            <a:xfrm>
              <a:off x="4644293" y="3654959"/>
              <a:ext cx="53524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Total volume of the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27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 small spheres</a:t>
              </a:r>
              <a:endParaRPr lang="zh-TW" altLang="en-US" sz="2000" b="1" dirty="0"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BCE62B98-FF8D-FD12-3B7D-23E9F4AA06E8}"/>
              </a:ext>
            </a:extLst>
          </p:cNvPr>
          <p:cNvGrpSpPr/>
          <p:nvPr/>
        </p:nvGrpSpPr>
        <p:grpSpPr>
          <a:xfrm>
            <a:off x="2131907" y="4091077"/>
            <a:ext cx="3634080" cy="777549"/>
            <a:chOff x="2131907" y="4091077"/>
            <a:chExt cx="3634080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260">
                  <a:extLst>
                    <a:ext uri="{FF2B5EF4-FFF2-40B4-BE49-F238E27FC236}">
                      <a16:creationId xmlns:a16="http://schemas.microsoft.com/office/drawing/2014/main" id="{953896ED-2188-90EC-B851-104648E5F240}"/>
                    </a:ext>
                  </a:extLst>
                </p:cNvPr>
                <p:cNvSpPr txBox="1"/>
                <p:nvPr/>
              </p:nvSpPr>
              <p:spPr>
                <a:xfrm>
                  <a:off x="2131907" y="4205018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260">
                  <a:extLst>
                    <a:ext uri="{FF2B5EF4-FFF2-40B4-BE49-F238E27FC236}">
                      <a16:creationId xmlns:a16="http://schemas.microsoft.com/office/drawing/2014/main" id="{953896ED-2188-90EC-B851-104648E5F2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1907" y="4205018"/>
                  <a:ext cx="238419" cy="461665"/>
                </a:xfrm>
                <a:prstGeom prst="rect">
                  <a:avLst/>
                </a:prstGeom>
                <a:blipFill>
                  <a:blip r:embed="rId30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群組 74">
              <a:extLst>
                <a:ext uri="{FF2B5EF4-FFF2-40B4-BE49-F238E27FC236}">
                  <a16:creationId xmlns:a16="http://schemas.microsoft.com/office/drawing/2014/main" id="{DFFCA5A0-CB01-EFE6-556C-7F9273A1FDEC}"/>
                </a:ext>
              </a:extLst>
            </p:cNvPr>
            <p:cNvGrpSpPr/>
            <p:nvPr/>
          </p:nvGrpSpPr>
          <p:grpSpPr>
            <a:xfrm>
              <a:off x="2688873" y="4091077"/>
              <a:ext cx="364383" cy="777549"/>
              <a:chOff x="2896107" y="4671588"/>
              <a:chExt cx="364383" cy="777549"/>
            </a:xfrm>
          </p:grpSpPr>
          <p:sp>
            <p:nvSpPr>
              <p:cNvPr id="47" name="文字方塊 75">
                <a:extLst>
                  <a:ext uri="{FF2B5EF4-FFF2-40B4-BE49-F238E27FC236}">
                    <a16:creationId xmlns:a16="http://schemas.microsoft.com/office/drawing/2014/main" id="{925D1BB3-8DB8-CA9D-C68A-CA526C042AB2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48" name="群組 76">
                <a:extLst>
                  <a:ext uri="{FF2B5EF4-FFF2-40B4-BE49-F238E27FC236}">
                    <a16:creationId xmlns:a16="http://schemas.microsoft.com/office/drawing/2014/main" id="{588FDFA7-D252-71A6-886A-0B1C13B9BBA6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49" name="直線接點 77">
                  <a:extLst>
                    <a:ext uri="{FF2B5EF4-FFF2-40B4-BE49-F238E27FC236}">
                      <a16:creationId xmlns:a16="http://schemas.microsoft.com/office/drawing/2014/main" id="{22F9C408-33B8-B21D-9213-12FE054956A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0" name="文字方塊 78">
                  <a:extLst>
                    <a:ext uri="{FF2B5EF4-FFF2-40B4-BE49-F238E27FC236}">
                      <a16:creationId xmlns:a16="http://schemas.microsoft.com/office/drawing/2014/main" id="{873CEE22-2F24-AA93-20C7-DAF601C01836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3">
                  <a:extLst>
                    <a:ext uri="{FF2B5EF4-FFF2-40B4-BE49-F238E27FC236}">
                      <a16:creationId xmlns:a16="http://schemas.microsoft.com/office/drawing/2014/main" id="{FF4E1E7C-22B5-0463-B703-F189FEAEA3A1}"/>
                    </a:ext>
                  </a:extLst>
                </p:cNvPr>
                <p:cNvSpPr txBox="1"/>
                <p:nvPr/>
              </p:nvSpPr>
              <p:spPr>
                <a:xfrm>
                  <a:off x="3082708" y="42357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3">
                  <a:extLst>
                    <a:ext uri="{FF2B5EF4-FFF2-40B4-BE49-F238E27FC236}">
                      <a16:creationId xmlns:a16="http://schemas.microsoft.com/office/drawing/2014/main" id="{FF4E1E7C-22B5-0463-B703-F189FEAEA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708" y="4235795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2">
                  <a:extLst>
                    <a:ext uri="{FF2B5EF4-FFF2-40B4-BE49-F238E27FC236}">
                      <a16:creationId xmlns:a16="http://schemas.microsoft.com/office/drawing/2014/main" id="{9E4EEEAC-688A-2FD0-63C2-2615C82A8C1B}"/>
                    </a:ext>
                  </a:extLst>
                </p:cNvPr>
                <p:cNvSpPr txBox="1"/>
                <p:nvPr/>
              </p:nvSpPr>
              <p:spPr>
                <a:xfrm>
                  <a:off x="3365210" y="4235795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52" name="TextBox 52">
                  <a:extLst>
                    <a:ext uri="{FF2B5EF4-FFF2-40B4-BE49-F238E27FC236}">
                      <a16:creationId xmlns:a16="http://schemas.microsoft.com/office/drawing/2014/main" id="{9E4EEEAC-688A-2FD0-63C2-2615C82A8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210" y="4235795"/>
                  <a:ext cx="357791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1FC20ADA-169B-2088-D453-F867EA9EC5B0}"/>
                    </a:ext>
                  </a:extLst>
                </p:cNvPr>
                <p:cNvSpPr txBox="1"/>
                <p:nvPr/>
              </p:nvSpPr>
              <p:spPr>
                <a:xfrm>
                  <a:off x="3710129" y="42357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1FC20ADA-169B-2088-D453-F867EA9EC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0129" y="4235795"/>
                  <a:ext cx="295688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4">
                  <a:extLst>
                    <a:ext uri="{FF2B5EF4-FFF2-40B4-BE49-F238E27FC236}">
                      <a16:creationId xmlns:a16="http://schemas.microsoft.com/office/drawing/2014/main" id="{373112FC-BA94-8F79-D89B-C1C37BFE2567}"/>
                    </a:ext>
                  </a:extLst>
                </p:cNvPr>
                <p:cNvSpPr txBox="1"/>
                <p:nvPr/>
              </p:nvSpPr>
              <p:spPr>
                <a:xfrm>
                  <a:off x="3987809" y="4258242"/>
                  <a:ext cx="381958" cy="4177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Calligraphy" panose="03010101010101010101" pitchFamily="66" charset="0"/>
                          </a:rPr>
                          <m:t>p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TextBox 54">
                  <a:extLst>
                    <a:ext uri="{FF2B5EF4-FFF2-40B4-BE49-F238E27FC236}">
                      <a16:creationId xmlns:a16="http://schemas.microsoft.com/office/drawing/2014/main" id="{373112FC-BA94-8F79-D89B-C1C37BFE25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809" y="4258242"/>
                  <a:ext cx="381958" cy="417743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文字方塊 106">
              <a:extLst>
                <a:ext uri="{FF2B5EF4-FFF2-40B4-BE49-F238E27FC236}">
                  <a16:creationId xmlns:a16="http://schemas.microsoft.com/office/drawing/2014/main" id="{EFFC537C-6E2D-8323-C9A2-D98D8C28E952}"/>
                </a:ext>
              </a:extLst>
            </p:cNvPr>
            <p:cNvSpPr txBox="1"/>
            <p:nvPr/>
          </p:nvSpPr>
          <p:spPr>
            <a:xfrm>
              <a:off x="4213755" y="413298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83">
                  <a:extLst>
                    <a:ext uri="{FF2B5EF4-FFF2-40B4-BE49-F238E27FC236}">
                      <a16:creationId xmlns:a16="http://schemas.microsoft.com/office/drawing/2014/main" id="{8E69C8E4-CDB5-BA0B-DDF6-089C8B6F4F18}"/>
                    </a:ext>
                  </a:extLst>
                </p:cNvPr>
                <p:cNvSpPr txBox="1"/>
                <p:nvPr/>
              </p:nvSpPr>
              <p:spPr>
                <a:xfrm>
                  <a:off x="4458500" y="4244015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6" name="文字方塊 83">
                  <a:extLst>
                    <a:ext uri="{FF2B5EF4-FFF2-40B4-BE49-F238E27FC236}">
                      <a16:creationId xmlns:a16="http://schemas.microsoft.com/office/drawing/2014/main" id="{8E69C8E4-CDB5-BA0B-DDF6-089C8B6F4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8500" y="4244015"/>
                  <a:ext cx="328449" cy="407099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57">
                  <a:extLst>
                    <a:ext uri="{FF2B5EF4-FFF2-40B4-BE49-F238E27FC236}">
                      <a16:creationId xmlns:a16="http://schemas.microsoft.com/office/drawing/2014/main" id="{81CFCA3A-8AD6-24C7-9E2B-8EA1524A1176}"/>
                    </a:ext>
                  </a:extLst>
                </p:cNvPr>
                <p:cNvSpPr txBox="1"/>
                <p:nvPr/>
              </p:nvSpPr>
              <p:spPr>
                <a:xfrm>
                  <a:off x="4799670" y="4231948"/>
                  <a:ext cx="57350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972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57">
                  <a:extLst>
                    <a:ext uri="{FF2B5EF4-FFF2-40B4-BE49-F238E27FC236}">
                      <a16:creationId xmlns:a16="http://schemas.microsoft.com/office/drawing/2014/main" id="{81CFCA3A-8AD6-24C7-9E2B-8EA1524A1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9670" y="4231948"/>
                  <a:ext cx="573508" cy="403957"/>
                </a:xfrm>
                <a:prstGeom prst="rect">
                  <a:avLst/>
                </a:prstGeom>
                <a:blipFill>
                  <a:blip r:embed="rId36"/>
                  <a:stretch>
                    <a:fillRect r="-7447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385">
                  <a:extLst>
                    <a:ext uri="{FF2B5EF4-FFF2-40B4-BE49-F238E27FC236}">
                      <a16:creationId xmlns:a16="http://schemas.microsoft.com/office/drawing/2014/main" id="{33113591-5174-19E0-D008-70F4DB4B61D0}"/>
                    </a:ext>
                  </a:extLst>
                </p:cNvPr>
                <p:cNvSpPr txBox="1"/>
                <p:nvPr/>
              </p:nvSpPr>
              <p:spPr>
                <a:xfrm>
                  <a:off x="5408196" y="4233871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385">
                  <a:extLst>
                    <a:ext uri="{FF2B5EF4-FFF2-40B4-BE49-F238E27FC236}">
                      <a16:creationId xmlns:a16="http://schemas.microsoft.com/office/drawing/2014/main" id="{33113591-5174-19E0-D008-70F4DB4B6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196" y="4233871"/>
                  <a:ext cx="357791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034FB806-530E-F692-E1C2-142E2E4A390A}"/>
              </a:ext>
            </a:extLst>
          </p:cNvPr>
          <p:cNvGrpSpPr/>
          <p:nvPr/>
        </p:nvGrpSpPr>
        <p:grpSpPr>
          <a:xfrm>
            <a:off x="3987809" y="4693955"/>
            <a:ext cx="1385369" cy="542999"/>
            <a:chOff x="3987809" y="4693955"/>
            <a:chExt cx="1385369" cy="542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54">
                  <a:extLst>
                    <a:ext uri="{FF2B5EF4-FFF2-40B4-BE49-F238E27FC236}">
                      <a16:creationId xmlns:a16="http://schemas.microsoft.com/office/drawing/2014/main" id="{2A8E716F-539C-E1A7-F951-3A4599C8CDC0}"/>
                    </a:ext>
                  </a:extLst>
                </p:cNvPr>
                <p:cNvSpPr txBox="1"/>
                <p:nvPr/>
              </p:nvSpPr>
              <p:spPr>
                <a:xfrm>
                  <a:off x="3987809" y="4819211"/>
                  <a:ext cx="381958" cy="4177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Calligraphy" panose="03010101010101010101" pitchFamily="66" charset="0"/>
                          </a:rPr>
                          <m:t>p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TextBox 54">
                  <a:extLst>
                    <a:ext uri="{FF2B5EF4-FFF2-40B4-BE49-F238E27FC236}">
                      <a16:creationId xmlns:a16="http://schemas.microsoft.com/office/drawing/2014/main" id="{2A8E716F-539C-E1A7-F951-3A4599C8C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809" y="4819211"/>
                  <a:ext cx="381958" cy="417743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文字方塊 106">
              <a:extLst>
                <a:ext uri="{FF2B5EF4-FFF2-40B4-BE49-F238E27FC236}">
                  <a16:creationId xmlns:a16="http://schemas.microsoft.com/office/drawing/2014/main" id="{8B5B0A98-4D2B-40F2-4983-D65E0600B661}"/>
                </a:ext>
              </a:extLst>
            </p:cNvPr>
            <p:cNvSpPr txBox="1"/>
            <p:nvPr/>
          </p:nvSpPr>
          <p:spPr>
            <a:xfrm>
              <a:off x="4213755" y="469395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83">
                  <a:extLst>
                    <a:ext uri="{FF2B5EF4-FFF2-40B4-BE49-F238E27FC236}">
                      <a16:creationId xmlns:a16="http://schemas.microsoft.com/office/drawing/2014/main" id="{86BDAC2E-DB1A-05D6-162F-A4C070B1CDDE}"/>
                    </a:ext>
                  </a:extLst>
                </p:cNvPr>
                <p:cNvSpPr txBox="1"/>
                <p:nvPr/>
              </p:nvSpPr>
              <p:spPr>
                <a:xfrm>
                  <a:off x="4458500" y="4804984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3" name="文字方塊 83">
                  <a:extLst>
                    <a:ext uri="{FF2B5EF4-FFF2-40B4-BE49-F238E27FC236}">
                      <a16:creationId xmlns:a16="http://schemas.microsoft.com/office/drawing/2014/main" id="{86BDAC2E-DB1A-05D6-162F-A4C070B1C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8500" y="4804984"/>
                  <a:ext cx="328449" cy="407099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57">
                  <a:extLst>
                    <a:ext uri="{FF2B5EF4-FFF2-40B4-BE49-F238E27FC236}">
                      <a16:creationId xmlns:a16="http://schemas.microsoft.com/office/drawing/2014/main" id="{246269EF-7B4E-010A-D908-AE2A6E168E75}"/>
                    </a:ext>
                  </a:extLst>
                </p:cNvPr>
                <p:cNvSpPr txBox="1"/>
                <p:nvPr/>
              </p:nvSpPr>
              <p:spPr>
                <a:xfrm>
                  <a:off x="4799670" y="4804984"/>
                  <a:ext cx="57350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729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TextBox 57">
                  <a:extLst>
                    <a:ext uri="{FF2B5EF4-FFF2-40B4-BE49-F238E27FC236}">
                      <a16:creationId xmlns:a16="http://schemas.microsoft.com/office/drawing/2014/main" id="{246269EF-7B4E-010A-D908-AE2A6E168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9670" y="4804984"/>
                  <a:ext cx="573508" cy="403957"/>
                </a:xfrm>
                <a:prstGeom prst="rect">
                  <a:avLst/>
                </a:prstGeom>
                <a:blipFill>
                  <a:blip r:embed="rId40"/>
                  <a:stretch>
                    <a:fillRect r="-8511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31EBA582-2C0F-F8D0-7666-DC9E7D5B1E26}"/>
              </a:ext>
            </a:extLst>
          </p:cNvPr>
          <p:cNvGrpSpPr/>
          <p:nvPr/>
        </p:nvGrpSpPr>
        <p:grpSpPr>
          <a:xfrm>
            <a:off x="3987809" y="5236782"/>
            <a:ext cx="1346781" cy="431970"/>
            <a:chOff x="3987809" y="5236782"/>
            <a:chExt cx="1346781" cy="4319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54">
                  <a:extLst>
                    <a:ext uri="{FF2B5EF4-FFF2-40B4-BE49-F238E27FC236}">
                      <a16:creationId xmlns:a16="http://schemas.microsoft.com/office/drawing/2014/main" id="{929AAED3-60C7-EFF3-42BF-6631F8FB0B87}"/>
                    </a:ext>
                  </a:extLst>
                </p:cNvPr>
                <p:cNvSpPr txBox="1"/>
                <p:nvPr/>
              </p:nvSpPr>
              <p:spPr>
                <a:xfrm>
                  <a:off x="3987809" y="5251009"/>
                  <a:ext cx="381958" cy="4177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Calligraphy" panose="03010101010101010101" pitchFamily="66" charset="0"/>
                          </a:rPr>
                          <m:t>p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5" name="TextBox 54">
                  <a:extLst>
                    <a:ext uri="{FF2B5EF4-FFF2-40B4-BE49-F238E27FC236}">
                      <a16:creationId xmlns:a16="http://schemas.microsoft.com/office/drawing/2014/main" id="{929AAED3-60C7-EFF3-42BF-6631F8FB0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809" y="5251009"/>
                  <a:ext cx="381958" cy="417743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83">
                  <a:extLst>
                    <a:ext uri="{FF2B5EF4-FFF2-40B4-BE49-F238E27FC236}">
                      <a16:creationId xmlns:a16="http://schemas.microsoft.com/office/drawing/2014/main" id="{1632EFFB-334A-DD19-F371-BF8DBAD9DD7D}"/>
                    </a:ext>
                  </a:extLst>
                </p:cNvPr>
                <p:cNvSpPr txBox="1"/>
                <p:nvPr/>
              </p:nvSpPr>
              <p:spPr>
                <a:xfrm>
                  <a:off x="4458500" y="5236782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7" name="文字方塊 83">
                  <a:extLst>
                    <a:ext uri="{FF2B5EF4-FFF2-40B4-BE49-F238E27FC236}">
                      <a16:creationId xmlns:a16="http://schemas.microsoft.com/office/drawing/2014/main" id="{1632EFFB-334A-DD19-F371-BF8DBAD9D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8500" y="5236782"/>
                  <a:ext cx="328449" cy="407099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57">
                  <a:extLst>
                    <a:ext uri="{FF2B5EF4-FFF2-40B4-BE49-F238E27FC236}">
                      <a16:creationId xmlns:a16="http://schemas.microsoft.com/office/drawing/2014/main" id="{6E9B640D-B2AD-E508-2044-C5ECD794CEB5}"/>
                    </a:ext>
                  </a:extLst>
                </p:cNvPr>
                <p:cNvSpPr txBox="1"/>
                <p:nvPr/>
              </p:nvSpPr>
              <p:spPr>
                <a:xfrm>
                  <a:off x="4761082" y="5264623"/>
                  <a:ext cx="57350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Handwriting" panose="03010101010101010101" pitchFamily="66" charset="0"/>
                          </a:rPr>
                          <m:t>9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TextBox 57">
                  <a:extLst>
                    <a:ext uri="{FF2B5EF4-FFF2-40B4-BE49-F238E27FC236}">
                      <a16:creationId xmlns:a16="http://schemas.microsoft.com/office/drawing/2014/main" id="{6E9B640D-B2AD-E508-2044-C5ECD794C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1082" y="5264623"/>
                  <a:ext cx="573508" cy="40395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15">
            <a:extLst>
              <a:ext uri="{FF2B5EF4-FFF2-40B4-BE49-F238E27FC236}">
                <a16:creationId xmlns:a16="http://schemas.microsoft.com/office/drawing/2014/main" id="{51C23B58-6CB3-365B-EA64-AA1529E21F12}"/>
              </a:ext>
            </a:extLst>
          </p:cNvPr>
          <p:cNvSpPr txBox="1"/>
          <p:nvPr/>
        </p:nvSpPr>
        <p:spPr>
          <a:xfrm>
            <a:off x="224605" y="5792219"/>
            <a:ext cx="4053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Surface area of large sphere</a:t>
            </a:r>
            <a:endParaRPr lang="zh-TW" altLang="en-US" sz="2000" b="1" dirty="0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5C4E35AC-8CCB-F5E4-6E02-837362C1CA9F}"/>
              </a:ext>
            </a:extLst>
          </p:cNvPr>
          <p:cNvGrpSpPr/>
          <p:nvPr/>
        </p:nvGrpSpPr>
        <p:grpSpPr>
          <a:xfrm>
            <a:off x="4292390" y="5737540"/>
            <a:ext cx="2016611" cy="515415"/>
            <a:chOff x="4292390" y="5737540"/>
            <a:chExt cx="2016611" cy="5154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3">
                  <a:extLst>
                    <a:ext uri="{FF2B5EF4-FFF2-40B4-BE49-F238E27FC236}">
                      <a16:creationId xmlns:a16="http://schemas.microsoft.com/office/drawing/2014/main" id="{96ECE3FC-4050-4733-4925-628631A1D592}"/>
                    </a:ext>
                  </a:extLst>
                </p:cNvPr>
                <p:cNvSpPr txBox="1"/>
                <p:nvPr/>
              </p:nvSpPr>
              <p:spPr>
                <a:xfrm>
                  <a:off x="4292390" y="5792782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3" name="文字方塊 83">
                  <a:extLst>
                    <a:ext uri="{FF2B5EF4-FFF2-40B4-BE49-F238E27FC236}">
                      <a16:creationId xmlns:a16="http://schemas.microsoft.com/office/drawing/2014/main" id="{96ECE3FC-4050-4733-4925-628631A1D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390" y="5792782"/>
                  <a:ext cx="328449" cy="40709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403">
                  <a:extLst>
                    <a:ext uri="{FF2B5EF4-FFF2-40B4-BE49-F238E27FC236}">
                      <a16:creationId xmlns:a16="http://schemas.microsoft.com/office/drawing/2014/main" id="{CEE0D8AE-5DF7-46C7-8EAE-9AF100B4255B}"/>
                    </a:ext>
                  </a:extLst>
                </p:cNvPr>
                <p:cNvSpPr txBox="1"/>
                <p:nvPr/>
              </p:nvSpPr>
              <p:spPr>
                <a:xfrm>
                  <a:off x="4592207" y="5829793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TextBox 403">
                  <a:extLst>
                    <a:ext uri="{FF2B5EF4-FFF2-40B4-BE49-F238E27FC236}">
                      <a16:creationId xmlns:a16="http://schemas.microsoft.com/office/drawing/2014/main" id="{CEE0D8AE-5DF7-46C7-8EAE-9AF100B42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2207" y="5829793"/>
                  <a:ext cx="406207" cy="40395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53">
                  <a:extLst>
                    <a:ext uri="{FF2B5EF4-FFF2-40B4-BE49-F238E27FC236}">
                      <a16:creationId xmlns:a16="http://schemas.microsoft.com/office/drawing/2014/main" id="{D658FF2F-E92A-100F-A399-E990ACC50A6D}"/>
                    </a:ext>
                  </a:extLst>
                </p:cNvPr>
                <p:cNvSpPr txBox="1"/>
                <p:nvPr/>
              </p:nvSpPr>
              <p:spPr>
                <a:xfrm>
                  <a:off x="4917347" y="583667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5" name="文字方塊 53">
                  <a:extLst>
                    <a:ext uri="{FF2B5EF4-FFF2-40B4-BE49-F238E27FC236}">
                      <a16:creationId xmlns:a16="http://schemas.microsoft.com/office/drawing/2014/main" id="{D658FF2F-E92A-100F-A399-E990ACC50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347" y="5836677"/>
                  <a:ext cx="295688" cy="400110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405">
                  <a:extLst>
                    <a:ext uri="{FF2B5EF4-FFF2-40B4-BE49-F238E27FC236}">
                      <a16:creationId xmlns:a16="http://schemas.microsoft.com/office/drawing/2014/main" id="{724B1CA3-5316-78E0-F9FC-6BAE48B3194C}"/>
                    </a:ext>
                  </a:extLst>
                </p:cNvPr>
                <p:cNvSpPr txBox="1"/>
                <p:nvPr/>
              </p:nvSpPr>
              <p:spPr>
                <a:xfrm>
                  <a:off x="5229300" y="5836677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86" name="TextBox 405">
                  <a:extLst>
                    <a:ext uri="{FF2B5EF4-FFF2-40B4-BE49-F238E27FC236}">
                      <a16:creationId xmlns:a16="http://schemas.microsoft.com/office/drawing/2014/main" id="{724B1CA3-5316-78E0-F9FC-6BAE48B319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9300" y="5836677"/>
                  <a:ext cx="357791" cy="40011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53">
                  <a:extLst>
                    <a:ext uri="{FF2B5EF4-FFF2-40B4-BE49-F238E27FC236}">
                      <a16:creationId xmlns:a16="http://schemas.microsoft.com/office/drawing/2014/main" id="{0AA15E77-E82B-6403-4FD8-86D7F5ADA68F}"/>
                    </a:ext>
                  </a:extLst>
                </p:cNvPr>
                <p:cNvSpPr txBox="1"/>
                <p:nvPr/>
              </p:nvSpPr>
              <p:spPr>
                <a:xfrm>
                  <a:off x="5538175" y="583667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7" name="文字方塊 53">
                  <a:extLst>
                    <a:ext uri="{FF2B5EF4-FFF2-40B4-BE49-F238E27FC236}">
                      <a16:creationId xmlns:a16="http://schemas.microsoft.com/office/drawing/2014/main" id="{0AA15E77-E82B-6403-4FD8-86D7F5ADA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175" y="5836677"/>
                  <a:ext cx="295688" cy="4001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407">
                  <a:extLst>
                    <a:ext uri="{FF2B5EF4-FFF2-40B4-BE49-F238E27FC236}">
                      <a16:creationId xmlns:a16="http://schemas.microsoft.com/office/drawing/2014/main" id="{E1BABEF4-18AA-D7DC-5AE6-2FA929D8F1E9}"/>
                    </a:ext>
                  </a:extLst>
                </p:cNvPr>
                <p:cNvSpPr txBox="1"/>
                <p:nvPr/>
              </p:nvSpPr>
              <p:spPr>
                <a:xfrm>
                  <a:off x="5773367" y="5835212"/>
                  <a:ext cx="406207" cy="4177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Calligraphy" panose="03010101010101010101" pitchFamily="66" charset="0"/>
                          </a:rPr>
                          <m:t>p</m:t>
                        </m:r>
                      </m:oMath>
                    </m:oMathPara>
                  </a14:m>
                  <a:endParaRPr lang="en-US" sz="2000" dirty="0"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8" name="TextBox 407">
                  <a:extLst>
                    <a:ext uri="{FF2B5EF4-FFF2-40B4-BE49-F238E27FC236}">
                      <a16:creationId xmlns:a16="http://schemas.microsoft.com/office/drawing/2014/main" id="{E1BABEF4-18AA-D7DC-5AE6-2FA929D8F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3367" y="5835212"/>
                  <a:ext cx="406207" cy="417743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文字方塊 106">
              <a:extLst>
                <a:ext uri="{FF2B5EF4-FFF2-40B4-BE49-F238E27FC236}">
                  <a16:creationId xmlns:a16="http://schemas.microsoft.com/office/drawing/2014/main" id="{BD4DCAF6-40EF-C28F-E4F4-1E54DC968415}"/>
                </a:ext>
              </a:extLst>
            </p:cNvPr>
            <p:cNvSpPr txBox="1"/>
            <p:nvPr/>
          </p:nvSpPr>
          <p:spPr>
            <a:xfrm>
              <a:off x="6020139" y="573754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459C8D89-DFB3-3A1E-F466-F674F20024F6}"/>
              </a:ext>
            </a:extLst>
          </p:cNvPr>
          <p:cNvGrpSpPr/>
          <p:nvPr/>
        </p:nvGrpSpPr>
        <p:grpSpPr>
          <a:xfrm>
            <a:off x="8429184" y="5776012"/>
            <a:ext cx="1926528" cy="477054"/>
            <a:chOff x="8429184" y="5776012"/>
            <a:chExt cx="1926528" cy="4770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132">
                  <a:extLst>
                    <a:ext uri="{FF2B5EF4-FFF2-40B4-BE49-F238E27FC236}">
                      <a16:creationId xmlns:a16="http://schemas.microsoft.com/office/drawing/2014/main" id="{FFD59F64-B085-6DF9-E8E3-CB3FF5F07023}"/>
                    </a:ext>
                  </a:extLst>
                </p:cNvPr>
                <p:cNvSpPr txBox="1"/>
                <p:nvPr/>
              </p:nvSpPr>
              <p:spPr>
                <a:xfrm>
                  <a:off x="8429184" y="584110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132">
                  <a:extLst>
                    <a:ext uri="{FF2B5EF4-FFF2-40B4-BE49-F238E27FC236}">
                      <a16:creationId xmlns:a16="http://schemas.microsoft.com/office/drawing/2014/main" id="{FFD59F64-B085-6DF9-E8E3-CB3FF5F07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9184" y="5841104"/>
                  <a:ext cx="295688" cy="40011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10">
                  <a:extLst>
                    <a:ext uri="{FF2B5EF4-FFF2-40B4-BE49-F238E27FC236}">
                      <a16:creationId xmlns:a16="http://schemas.microsoft.com/office/drawing/2014/main" id="{B9A49BD3-37BC-03EC-1077-9D596CB5A4A2}"/>
                    </a:ext>
                  </a:extLst>
                </p:cNvPr>
                <p:cNvSpPr txBox="1"/>
                <p:nvPr/>
              </p:nvSpPr>
              <p:spPr>
                <a:xfrm>
                  <a:off x="8753749" y="5841104"/>
                  <a:ext cx="130694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0000"/>
                      </a:solidFill>
                      <a:latin typeface="Lucida Handwriting" panose="03010101010101010101" pitchFamily="66" charset="0"/>
                    </a:rPr>
                    <a:t>324</a:t>
                  </a:r>
                  <a14:m>
                    <m:oMath xmlns:m="http://schemas.openxmlformats.org/officeDocument/2006/math">
                      <m: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4" name="文字方塊 10">
                  <a:extLst>
                    <a:ext uri="{FF2B5EF4-FFF2-40B4-BE49-F238E27FC236}">
                      <a16:creationId xmlns:a16="http://schemas.microsoft.com/office/drawing/2014/main" id="{B9A49BD3-37BC-03EC-1077-9D596CB5A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3749" y="5841104"/>
                  <a:ext cx="1306944" cy="40011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5" name="群組 245">
              <a:extLst>
                <a:ext uri="{FF2B5EF4-FFF2-40B4-BE49-F238E27FC236}">
                  <a16:creationId xmlns:a16="http://schemas.microsoft.com/office/drawing/2014/main" id="{CB4F8FDF-D4D7-3D95-23A0-539AB0C8B925}"/>
                </a:ext>
              </a:extLst>
            </p:cNvPr>
            <p:cNvGrpSpPr/>
            <p:nvPr/>
          </p:nvGrpSpPr>
          <p:grpSpPr>
            <a:xfrm>
              <a:off x="9557545" y="5776012"/>
              <a:ext cx="798167" cy="477054"/>
              <a:chOff x="2472626" y="4508122"/>
              <a:chExt cx="798167" cy="477054"/>
            </a:xfrm>
          </p:grpSpPr>
          <p:sp>
            <p:nvSpPr>
              <p:cNvPr id="96" name="文字方塊 249">
                <a:extLst>
                  <a:ext uri="{FF2B5EF4-FFF2-40B4-BE49-F238E27FC236}">
                    <a16:creationId xmlns:a16="http://schemas.microsoft.com/office/drawing/2014/main" id="{9E4CAE35-0397-1738-841E-33DA68C38490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673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cm</a:t>
                </a:r>
              </a:p>
            </p:txBody>
          </p:sp>
          <p:sp>
            <p:nvSpPr>
              <p:cNvPr id="97" name="文字方塊 247">
                <a:extLst>
                  <a:ext uri="{FF2B5EF4-FFF2-40B4-BE49-F238E27FC236}">
                    <a16:creationId xmlns:a16="http://schemas.microsoft.com/office/drawing/2014/main" id="{88610144-0244-037A-E4B1-22C1792A53FB}"/>
                  </a:ext>
                </a:extLst>
              </p:cNvPr>
              <p:cNvSpPr txBox="1"/>
              <p:nvPr/>
            </p:nvSpPr>
            <p:spPr>
              <a:xfrm>
                <a:off x="2981931" y="450812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3E510516-0A5A-027A-6EA7-A71C8AB38A95}"/>
              </a:ext>
            </a:extLst>
          </p:cNvPr>
          <p:cNvGrpSpPr/>
          <p:nvPr/>
        </p:nvGrpSpPr>
        <p:grpSpPr>
          <a:xfrm>
            <a:off x="6301678" y="5728413"/>
            <a:ext cx="2061074" cy="534016"/>
            <a:chOff x="6301678" y="5728413"/>
            <a:chExt cx="2061074" cy="5340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83">
                  <a:extLst>
                    <a:ext uri="{FF2B5EF4-FFF2-40B4-BE49-F238E27FC236}">
                      <a16:creationId xmlns:a16="http://schemas.microsoft.com/office/drawing/2014/main" id="{A6947779-F7B2-2ABC-BA5D-6A042E9917ED}"/>
                    </a:ext>
                  </a:extLst>
                </p:cNvPr>
                <p:cNvSpPr txBox="1"/>
                <p:nvPr/>
              </p:nvSpPr>
              <p:spPr>
                <a:xfrm>
                  <a:off x="6301678" y="5855330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83">
                  <a:extLst>
                    <a:ext uri="{FF2B5EF4-FFF2-40B4-BE49-F238E27FC236}">
                      <a16:creationId xmlns:a16="http://schemas.microsoft.com/office/drawing/2014/main" id="{A6947779-F7B2-2ABC-BA5D-6A042E9917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1678" y="5855330"/>
                  <a:ext cx="328449" cy="407099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403">
                  <a:extLst>
                    <a:ext uri="{FF2B5EF4-FFF2-40B4-BE49-F238E27FC236}">
                      <a16:creationId xmlns:a16="http://schemas.microsoft.com/office/drawing/2014/main" id="{F5492BB0-2C15-B88B-FB27-BFB9396E11A9}"/>
                    </a:ext>
                  </a:extLst>
                </p:cNvPr>
                <p:cNvSpPr txBox="1"/>
                <p:nvPr/>
              </p:nvSpPr>
              <p:spPr>
                <a:xfrm>
                  <a:off x="6645958" y="5820666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403">
                  <a:extLst>
                    <a:ext uri="{FF2B5EF4-FFF2-40B4-BE49-F238E27FC236}">
                      <a16:creationId xmlns:a16="http://schemas.microsoft.com/office/drawing/2014/main" id="{F5492BB0-2C15-B88B-FB27-BFB9396E1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5958" y="5820666"/>
                  <a:ext cx="406207" cy="40395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53">
                  <a:extLst>
                    <a:ext uri="{FF2B5EF4-FFF2-40B4-BE49-F238E27FC236}">
                      <a16:creationId xmlns:a16="http://schemas.microsoft.com/office/drawing/2014/main" id="{36E9115D-DA51-FB58-C8EF-805F3147589B}"/>
                    </a:ext>
                  </a:extLst>
                </p:cNvPr>
                <p:cNvSpPr txBox="1"/>
                <p:nvPr/>
              </p:nvSpPr>
              <p:spPr>
                <a:xfrm>
                  <a:off x="6971098" y="582755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0" name="文字方塊 53">
                  <a:extLst>
                    <a:ext uri="{FF2B5EF4-FFF2-40B4-BE49-F238E27FC236}">
                      <a16:creationId xmlns:a16="http://schemas.microsoft.com/office/drawing/2014/main" id="{36E9115D-DA51-FB58-C8EF-805F31475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1098" y="5827550"/>
                  <a:ext cx="295688" cy="400110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405">
                  <a:extLst>
                    <a:ext uri="{FF2B5EF4-FFF2-40B4-BE49-F238E27FC236}">
                      <a16:creationId xmlns:a16="http://schemas.microsoft.com/office/drawing/2014/main" id="{D9B4D5E8-9470-A9C9-E85D-9E1127C32C58}"/>
                    </a:ext>
                  </a:extLst>
                </p:cNvPr>
                <p:cNvSpPr txBox="1"/>
                <p:nvPr/>
              </p:nvSpPr>
              <p:spPr>
                <a:xfrm>
                  <a:off x="7283051" y="5827550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1" name="TextBox 405">
                  <a:extLst>
                    <a:ext uri="{FF2B5EF4-FFF2-40B4-BE49-F238E27FC236}">
                      <a16:creationId xmlns:a16="http://schemas.microsoft.com/office/drawing/2014/main" id="{D9B4D5E8-9470-A9C9-E85D-9E1127C32C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3051" y="5827550"/>
                  <a:ext cx="357791" cy="400110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53">
                  <a:extLst>
                    <a:ext uri="{FF2B5EF4-FFF2-40B4-BE49-F238E27FC236}">
                      <a16:creationId xmlns:a16="http://schemas.microsoft.com/office/drawing/2014/main" id="{E60C943D-2D6B-154F-ED1E-8F4E3FCE2055}"/>
                    </a:ext>
                  </a:extLst>
                </p:cNvPr>
                <p:cNvSpPr txBox="1"/>
                <p:nvPr/>
              </p:nvSpPr>
              <p:spPr>
                <a:xfrm>
                  <a:off x="7591926" y="582755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53">
                  <a:extLst>
                    <a:ext uri="{FF2B5EF4-FFF2-40B4-BE49-F238E27FC236}">
                      <a16:creationId xmlns:a16="http://schemas.microsoft.com/office/drawing/2014/main" id="{E60C943D-2D6B-154F-ED1E-8F4E3FCE2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1926" y="5827550"/>
                  <a:ext cx="295688" cy="400110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407">
                  <a:extLst>
                    <a:ext uri="{FF2B5EF4-FFF2-40B4-BE49-F238E27FC236}">
                      <a16:creationId xmlns:a16="http://schemas.microsoft.com/office/drawing/2014/main" id="{5415B264-EC31-3F91-8E52-943F90FD49DF}"/>
                    </a:ext>
                  </a:extLst>
                </p:cNvPr>
                <p:cNvSpPr txBox="1"/>
                <p:nvPr/>
              </p:nvSpPr>
              <p:spPr>
                <a:xfrm>
                  <a:off x="7827118" y="5826085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9</m:t>
                        </m:r>
                      </m:oMath>
                    </m:oMathPara>
                  </a14:m>
                  <a:endParaRPr lang="en-US" sz="2000" dirty="0">
                    <a:solidFill>
                      <a:srgbClr val="92D05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407">
                  <a:extLst>
                    <a:ext uri="{FF2B5EF4-FFF2-40B4-BE49-F238E27FC236}">
                      <a16:creationId xmlns:a16="http://schemas.microsoft.com/office/drawing/2014/main" id="{5415B264-EC31-3F91-8E52-943F90FD4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7118" y="5826085"/>
                  <a:ext cx="406207" cy="403957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文字方塊 106">
              <a:extLst>
                <a:ext uri="{FF2B5EF4-FFF2-40B4-BE49-F238E27FC236}">
                  <a16:creationId xmlns:a16="http://schemas.microsoft.com/office/drawing/2014/main" id="{6BBEE575-5817-5910-68AA-6B817B15FA50}"/>
                </a:ext>
              </a:extLst>
            </p:cNvPr>
            <p:cNvSpPr txBox="1"/>
            <p:nvPr/>
          </p:nvSpPr>
          <p:spPr>
            <a:xfrm>
              <a:off x="8073890" y="5728413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FDDFB5A8-8883-53F7-9968-28397A1F3C48}"/>
              </a:ext>
            </a:extLst>
          </p:cNvPr>
          <p:cNvGrpSpPr/>
          <p:nvPr/>
        </p:nvGrpSpPr>
        <p:grpSpPr>
          <a:xfrm>
            <a:off x="202768" y="6247040"/>
            <a:ext cx="9557823" cy="477054"/>
            <a:chOff x="202768" y="6247040"/>
            <a:chExt cx="9557823" cy="4770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260">
                  <a:extLst>
                    <a:ext uri="{FF2B5EF4-FFF2-40B4-BE49-F238E27FC236}">
                      <a16:creationId xmlns:a16="http://schemas.microsoft.com/office/drawing/2014/main" id="{CDC16EB5-AB8C-AFF1-4E21-483D480BC4B0}"/>
                    </a:ext>
                  </a:extLst>
                </p:cNvPr>
                <p:cNvSpPr txBox="1"/>
                <p:nvPr/>
              </p:nvSpPr>
              <p:spPr>
                <a:xfrm>
                  <a:off x="282247" y="6262429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5" name="文字方塊 260">
                  <a:extLst>
                    <a:ext uri="{FF2B5EF4-FFF2-40B4-BE49-F238E27FC236}">
                      <a16:creationId xmlns:a16="http://schemas.microsoft.com/office/drawing/2014/main" id="{CDC16EB5-AB8C-AFF1-4E21-483D480BC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247" y="6262429"/>
                  <a:ext cx="238419" cy="461665"/>
                </a:xfrm>
                <a:prstGeom prst="rect">
                  <a:avLst/>
                </a:prstGeom>
                <a:blipFill>
                  <a:blip r:embed="rId58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TextBox 15">
              <a:extLst>
                <a:ext uri="{FF2B5EF4-FFF2-40B4-BE49-F238E27FC236}">
                  <a16:creationId xmlns:a16="http://schemas.microsoft.com/office/drawing/2014/main" id="{ABF81270-2942-7F57-4474-9D36230EE24F}"/>
                </a:ext>
              </a:extLst>
            </p:cNvPr>
            <p:cNvSpPr txBox="1"/>
            <p:nvPr/>
          </p:nvSpPr>
          <p:spPr>
            <a:xfrm>
              <a:off x="202768" y="6293207"/>
              <a:ext cx="95578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surface area of large sphere is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324 </a:t>
              </a:r>
              <a:r>
                <a:rPr lang="zh-TW" alt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𝛑       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. The answer is C.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grpSp>
          <p:nvGrpSpPr>
            <p:cNvPr id="108" name="群組 245">
              <a:extLst>
                <a:ext uri="{FF2B5EF4-FFF2-40B4-BE49-F238E27FC236}">
                  <a16:creationId xmlns:a16="http://schemas.microsoft.com/office/drawing/2014/main" id="{7AE6ECF7-03D1-F0AB-E449-3EE428448848}"/>
                </a:ext>
              </a:extLst>
            </p:cNvPr>
            <p:cNvGrpSpPr/>
            <p:nvPr/>
          </p:nvGrpSpPr>
          <p:grpSpPr>
            <a:xfrm>
              <a:off x="6141532" y="6247040"/>
              <a:ext cx="798167" cy="477054"/>
              <a:chOff x="2472626" y="4508122"/>
              <a:chExt cx="798167" cy="477054"/>
            </a:xfrm>
          </p:grpSpPr>
          <p:sp>
            <p:nvSpPr>
              <p:cNvPr id="109" name="文字方塊 249">
                <a:extLst>
                  <a:ext uri="{FF2B5EF4-FFF2-40B4-BE49-F238E27FC236}">
                    <a16:creationId xmlns:a16="http://schemas.microsoft.com/office/drawing/2014/main" id="{7972D335-DED3-B6FA-7D75-096913AB6A92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673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cm</a:t>
                </a:r>
              </a:p>
            </p:txBody>
          </p:sp>
          <p:sp>
            <p:nvSpPr>
              <p:cNvPr id="110" name="文字方塊 247">
                <a:extLst>
                  <a:ext uri="{FF2B5EF4-FFF2-40B4-BE49-F238E27FC236}">
                    <a16:creationId xmlns:a16="http://schemas.microsoft.com/office/drawing/2014/main" id="{361D8630-3657-DC6D-657A-D09191625DED}"/>
                  </a:ext>
                </a:extLst>
              </p:cNvPr>
              <p:cNvSpPr txBox="1"/>
              <p:nvPr/>
            </p:nvSpPr>
            <p:spPr>
              <a:xfrm>
                <a:off x="2981931" y="450812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11" name="群組 245">
            <a:extLst>
              <a:ext uri="{FF2B5EF4-FFF2-40B4-BE49-F238E27FC236}">
                <a16:creationId xmlns:a16="http://schemas.microsoft.com/office/drawing/2014/main" id="{88086A4E-BBDA-562F-C4FE-2A0E093DE06F}"/>
              </a:ext>
            </a:extLst>
          </p:cNvPr>
          <p:cNvGrpSpPr/>
          <p:nvPr/>
        </p:nvGrpSpPr>
        <p:grpSpPr>
          <a:xfrm>
            <a:off x="6815114" y="2623655"/>
            <a:ext cx="695743" cy="461825"/>
            <a:chOff x="2472626" y="4523351"/>
            <a:chExt cx="695743" cy="461825"/>
          </a:xfrm>
        </p:grpSpPr>
        <p:sp>
          <p:nvSpPr>
            <p:cNvPr id="112" name="文字方塊 249">
              <a:extLst>
                <a:ext uri="{FF2B5EF4-FFF2-40B4-BE49-F238E27FC236}">
                  <a16:creationId xmlns:a16="http://schemas.microsoft.com/office/drawing/2014/main" id="{58A1D056-9738-BE77-0B4B-3FF4BAAA9B85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13" name="文字方塊 247">
              <a:extLst>
                <a:ext uri="{FF2B5EF4-FFF2-40B4-BE49-F238E27FC236}">
                  <a16:creationId xmlns:a16="http://schemas.microsoft.com/office/drawing/2014/main" id="{5389AB85-1351-72A6-8070-8DCC3F14E2C6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15" name="文字方塊 249">
            <a:extLst>
              <a:ext uri="{FF2B5EF4-FFF2-40B4-BE49-F238E27FC236}">
                <a16:creationId xmlns:a16="http://schemas.microsoft.com/office/drawing/2014/main" id="{AA5A3CF0-795F-9168-F5C0-28FDFE9CE0CA}"/>
              </a:ext>
            </a:extLst>
          </p:cNvPr>
          <p:cNvSpPr txBox="1"/>
          <p:nvPr/>
        </p:nvSpPr>
        <p:spPr>
          <a:xfrm>
            <a:off x="5199126" y="5283789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69" name="筆跡 11">
                <a:extLst>
                  <a:ext uri="{FF2B5EF4-FFF2-40B4-BE49-F238E27FC236}">
                    <a16:creationId xmlns:a16="http://schemas.microsoft.com/office/drawing/2014/main" id="{E8529231-E035-F3E8-E948-DA580B666F0D}"/>
                  </a:ext>
                </a:extLst>
              </p14:cNvPr>
              <p14:cNvContentPartPr/>
              <p14:nvPr/>
            </p14:nvContentPartPr>
            <p14:xfrm>
              <a:off x="750289" y="1770634"/>
              <a:ext cx="1381617" cy="45719"/>
            </p14:xfrm>
          </p:contentPart>
        </mc:Choice>
        <mc:Fallback xmlns="">
          <p:pic>
            <p:nvPicPr>
              <p:cNvPr id="169" name="筆跡 11">
                <a:extLst>
                  <a:ext uri="{FF2B5EF4-FFF2-40B4-BE49-F238E27FC236}">
                    <a16:creationId xmlns:a16="http://schemas.microsoft.com/office/drawing/2014/main" id="{E8529231-E035-F3E8-E948-DA580B666F0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96263" y="-11945066"/>
                <a:ext cx="1489308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03597DFA-3457-B55F-2E43-561D34166C17}"/>
              </a:ext>
            </a:extLst>
          </p:cNvPr>
          <p:cNvGrpSpPr/>
          <p:nvPr/>
        </p:nvGrpSpPr>
        <p:grpSpPr>
          <a:xfrm>
            <a:off x="9898243" y="3717092"/>
            <a:ext cx="1979913" cy="1868043"/>
            <a:chOff x="9898243" y="3717092"/>
            <a:chExt cx="1979913" cy="1868043"/>
          </a:xfrm>
        </p:grpSpPr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DB36767F-9077-E0DA-169D-CD0AD109C066}"/>
                </a:ext>
              </a:extLst>
            </p:cNvPr>
            <p:cNvGrpSpPr/>
            <p:nvPr/>
          </p:nvGrpSpPr>
          <p:grpSpPr>
            <a:xfrm>
              <a:off x="9898243" y="3717092"/>
              <a:ext cx="1979913" cy="1868043"/>
              <a:chOff x="9227123" y="9013841"/>
              <a:chExt cx="840513" cy="2144623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37" name="Oval 8">
                <a:extLst>
                  <a:ext uri="{FF2B5EF4-FFF2-40B4-BE49-F238E27FC236}">
                    <a16:creationId xmlns:a16="http://schemas.microsoft.com/office/drawing/2014/main" id="{49870882-E6B8-F0DB-0E7F-7254A2026402}"/>
                  </a:ext>
                </a:extLst>
              </p:cNvPr>
              <p:cNvSpPr/>
              <p:nvPr/>
            </p:nvSpPr>
            <p:spPr>
              <a:xfrm>
                <a:off x="9227127" y="9013841"/>
                <a:ext cx="840509" cy="2144623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Arc 9">
                <a:extLst>
                  <a:ext uri="{FF2B5EF4-FFF2-40B4-BE49-F238E27FC236}">
                    <a16:creationId xmlns:a16="http://schemas.microsoft.com/office/drawing/2014/main" id="{3CD458E1-24D7-D470-4D31-A71DD5B0DF65}"/>
                  </a:ext>
                </a:extLst>
              </p:cNvPr>
              <p:cNvSpPr/>
              <p:nvPr/>
            </p:nvSpPr>
            <p:spPr>
              <a:xfrm>
                <a:off x="9227125" y="9677277"/>
                <a:ext cx="840509" cy="977382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Arc 10">
                <a:extLst>
                  <a:ext uri="{FF2B5EF4-FFF2-40B4-BE49-F238E27FC236}">
                    <a16:creationId xmlns:a16="http://schemas.microsoft.com/office/drawing/2014/main" id="{7DE12E93-BB87-2491-8A81-C4843E6FC0B4}"/>
                  </a:ext>
                </a:extLst>
              </p:cNvPr>
              <p:cNvSpPr/>
              <p:nvPr/>
            </p:nvSpPr>
            <p:spPr>
              <a:xfrm flipV="1">
                <a:off x="9227123" y="9652687"/>
                <a:ext cx="840509" cy="862035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9" name="Straight Connector 11">
                <a:extLst>
                  <a:ext uri="{FF2B5EF4-FFF2-40B4-BE49-F238E27FC236}">
                    <a16:creationId xmlns:a16="http://schemas.microsoft.com/office/drawing/2014/main" id="{3BE9C14C-9D13-3198-DA39-023F3E186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9975" y="10124332"/>
                <a:ext cx="417405" cy="0"/>
              </a:xfrm>
              <a:prstGeom prst="line">
                <a:avLst/>
              </a:prstGeom>
              <a:grpFill/>
              <a:ln w="28575">
                <a:solidFill>
                  <a:srgbClr val="92D05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文字方塊 29">
              <a:extLst>
                <a:ext uri="{FF2B5EF4-FFF2-40B4-BE49-F238E27FC236}">
                  <a16:creationId xmlns:a16="http://schemas.microsoft.com/office/drawing/2014/main" id="{F65F1F4E-F0DA-E121-E67F-D7B312C3CF7E}"/>
                </a:ext>
              </a:extLst>
            </p:cNvPr>
            <p:cNvSpPr txBox="1"/>
            <p:nvPr/>
          </p:nvSpPr>
          <p:spPr>
            <a:xfrm>
              <a:off x="10331133" y="4258242"/>
              <a:ext cx="3026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p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46C2A460-FCD1-C0EF-3B99-E3F24740195A}"/>
              </a:ext>
            </a:extLst>
          </p:cNvPr>
          <p:cNvGrpSpPr/>
          <p:nvPr/>
        </p:nvGrpSpPr>
        <p:grpSpPr>
          <a:xfrm>
            <a:off x="8866060" y="1535844"/>
            <a:ext cx="2971824" cy="1814461"/>
            <a:chOff x="8866060" y="1535844"/>
            <a:chExt cx="2971824" cy="1814461"/>
          </a:xfrm>
        </p:grpSpPr>
        <p:grpSp>
          <p:nvGrpSpPr>
            <p:cNvPr id="61" name="Group 7">
              <a:extLst>
                <a:ext uri="{FF2B5EF4-FFF2-40B4-BE49-F238E27FC236}">
                  <a16:creationId xmlns:a16="http://schemas.microsoft.com/office/drawing/2014/main" id="{1701E963-D76C-4838-817F-9CFFAF53E3E9}"/>
                </a:ext>
              </a:extLst>
            </p:cNvPr>
            <p:cNvGrpSpPr/>
            <p:nvPr/>
          </p:nvGrpSpPr>
          <p:grpSpPr>
            <a:xfrm>
              <a:off x="9545401" y="2498694"/>
              <a:ext cx="902611" cy="851611"/>
              <a:chOff x="9227123" y="9013841"/>
              <a:chExt cx="840513" cy="2144623"/>
            </a:xfrm>
            <a:solidFill>
              <a:srgbClr val="FFFF00"/>
            </a:solidFill>
          </p:grpSpPr>
          <p:sp>
            <p:nvSpPr>
              <p:cNvPr id="62" name="Oval 8">
                <a:extLst>
                  <a:ext uri="{FF2B5EF4-FFF2-40B4-BE49-F238E27FC236}">
                    <a16:creationId xmlns:a16="http://schemas.microsoft.com/office/drawing/2014/main" id="{64B15F0A-3675-CA94-4AE0-741C1C4153DB}"/>
                  </a:ext>
                </a:extLst>
              </p:cNvPr>
              <p:cNvSpPr/>
              <p:nvPr/>
            </p:nvSpPr>
            <p:spPr>
              <a:xfrm>
                <a:off x="9227127" y="9013841"/>
                <a:ext cx="840509" cy="2144623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Arc 9">
                <a:extLst>
                  <a:ext uri="{FF2B5EF4-FFF2-40B4-BE49-F238E27FC236}">
                    <a16:creationId xmlns:a16="http://schemas.microsoft.com/office/drawing/2014/main" id="{F9325D5E-39C7-282E-50D9-23A8636B39CA}"/>
                  </a:ext>
                </a:extLst>
              </p:cNvPr>
              <p:cNvSpPr/>
              <p:nvPr/>
            </p:nvSpPr>
            <p:spPr>
              <a:xfrm>
                <a:off x="9227125" y="9677277"/>
                <a:ext cx="840509" cy="977382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Arc 10">
                <a:extLst>
                  <a:ext uri="{FF2B5EF4-FFF2-40B4-BE49-F238E27FC236}">
                    <a16:creationId xmlns:a16="http://schemas.microsoft.com/office/drawing/2014/main" id="{E0BA3609-01E2-1758-F703-3688C6EA0B26}"/>
                  </a:ext>
                </a:extLst>
              </p:cNvPr>
              <p:cNvSpPr/>
              <p:nvPr/>
            </p:nvSpPr>
            <p:spPr>
              <a:xfrm flipV="1">
                <a:off x="9227123" y="9652687"/>
                <a:ext cx="840509" cy="862035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Connector 11">
                <a:extLst>
                  <a:ext uri="{FF2B5EF4-FFF2-40B4-BE49-F238E27FC236}">
                    <a16:creationId xmlns:a16="http://schemas.microsoft.com/office/drawing/2014/main" id="{0DE9946D-F196-FA2C-6849-ACF0E035A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9975" y="10124332"/>
                <a:ext cx="417405" cy="0"/>
              </a:xfrm>
              <a:prstGeom prst="line">
                <a:avLst/>
              </a:prstGeom>
              <a:grpFill/>
              <a:ln w="285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文字方塊 29">
              <a:extLst>
                <a:ext uri="{FF2B5EF4-FFF2-40B4-BE49-F238E27FC236}">
                  <a16:creationId xmlns:a16="http://schemas.microsoft.com/office/drawing/2014/main" id="{766E2D2A-30CC-EAC8-8E20-38AA634441D4}"/>
                </a:ext>
              </a:extLst>
            </p:cNvPr>
            <p:cNvSpPr txBox="1"/>
            <p:nvPr/>
          </p:nvSpPr>
          <p:spPr>
            <a:xfrm>
              <a:off x="9622603" y="2611250"/>
              <a:ext cx="1379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6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16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67" name="Group 7">
              <a:extLst>
                <a:ext uri="{FF2B5EF4-FFF2-40B4-BE49-F238E27FC236}">
                  <a16:creationId xmlns:a16="http://schemas.microsoft.com/office/drawing/2014/main" id="{541C0F80-4B25-DC9B-3BE1-2A9E574D41CF}"/>
                </a:ext>
              </a:extLst>
            </p:cNvPr>
            <p:cNvGrpSpPr/>
            <p:nvPr/>
          </p:nvGrpSpPr>
          <p:grpSpPr>
            <a:xfrm>
              <a:off x="9859231" y="1545552"/>
              <a:ext cx="902611" cy="851611"/>
              <a:chOff x="9227123" y="9013841"/>
              <a:chExt cx="840513" cy="2144623"/>
            </a:xfrm>
            <a:solidFill>
              <a:srgbClr val="FFFF00"/>
            </a:solidFill>
          </p:grpSpPr>
          <p:sp>
            <p:nvSpPr>
              <p:cNvPr id="68" name="Oval 8">
                <a:extLst>
                  <a:ext uri="{FF2B5EF4-FFF2-40B4-BE49-F238E27FC236}">
                    <a16:creationId xmlns:a16="http://schemas.microsoft.com/office/drawing/2014/main" id="{4DB6D9BA-D8CC-90F5-F5DB-EF9FDB8A0A8F}"/>
                  </a:ext>
                </a:extLst>
              </p:cNvPr>
              <p:cNvSpPr/>
              <p:nvPr/>
            </p:nvSpPr>
            <p:spPr>
              <a:xfrm>
                <a:off x="9227127" y="9013841"/>
                <a:ext cx="840509" cy="2144623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Arc 9">
                <a:extLst>
                  <a:ext uri="{FF2B5EF4-FFF2-40B4-BE49-F238E27FC236}">
                    <a16:creationId xmlns:a16="http://schemas.microsoft.com/office/drawing/2014/main" id="{6CBB2EBC-B3D1-0800-3AA3-01FCF1E156BE}"/>
                  </a:ext>
                </a:extLst>
              </p:cNvPr>
              <p:cNvSpPr/>
              <p:nvPr/>
            </p:nvSpPr>
            <p:spPr>
              <a:xfrm>
                <a:off x="9227125" y="9677277"/>
                <a:ext cx="840509" cy="977382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Arc 10">
                <a:extLst>
                  <a:ext uri="{FF2B5EF4-FFF2-40B4-BE49-F238E27FC236}">
                    <a16:creationId xmlns:a16="http://schemas.microsoft.com/office/drawing/2014/main" id="{C4D7E53B-A0D1-4833-B0CD-D80221C90316}"/>
                  </a:ext>
                </a:extLst>
              </p:cNvPr>
              <p:cNvSpPr/>
              <p:nvPr/>
            </p:nvSpPr>
            <p:spPr>
              <a:xfrm flipV="1">
                <a:off x="9227123" y="9652687"/>
                <a:ext cx="840509" cy="862035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11">
                <a:extLst>
                  <a:ext uri="{FF2B5EF4-FFF2-40B4-BE49-F238E27FC236}">
                    <a16:creationId xmlns:a16="http://schemas.microsoft.com/office/drawing/2014/main" id="{2B6D93C6-6D67-52F4-869C-7F319B53BE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9975" y="10124332"/>
                <a:ext cx="417405" cy="0"/>
              </a:xfrm>
              <a:prstGeom prst="line">
                <a:avLst/>
              </a:prstGeom>
              <a:grpFill/>
              <a:ln w="285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文字方塊 29">
              <a:extLst>
                <a:ext uri="{FF2B5EF4-FFF2-40B4-BE49-F238E27FC236}">
                  <a16:creationId xmlns:a16="http://schemas.microsoft.com/office/drawing/2014/main" id="{B918DA94-4D94-CCD3-150C-851D7F66210B}"/>
                </a:ext>
              </a:extLst>
            </p:cNvPr>
            <p:cNvSpPr txBox="1"/>
            <p:nvPr/>
          </p:nvSpPr>
          <p:spPr>
            <a:xfrm>
              <a:off x="9936433" y="1658108"/>
              <a:ext cx="1379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6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16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90" name="Group 7">
              <a:extLst>
                <a:ext uri="{FF2B5EF4-FFF2-40B4-BE49-F238E27FC236}">
                  <a16:creationId xmlns:a16="http://schemas.microsoft.com/office/drawing/2014/main" id="{9BD23813-75C4-06A6-CD05-AE56B9260987}"/>
                </a:ext>
              </a:extLst>
            </p:cNvPr>
            <p:cNvGrpSpPr/>
            <p:nvPr/>
          </p:nvGrpSpPr>
          <p:grpSpPr>
            <a:xfrm>
              <a:off x="10935273" y="1535844"/>
              <a:ext cx="902611" cy="851611"/>
              <a:chOff x="9227123" y="9013841"/>
              <a:chExt cx="840513" cy="2144623"/>
            </a:xfrm>
            <a:solidFill>
              <a:srgbClr val="FFFF00"/>
            </a:solidFill>
          </p:grpSpPr>
          <p:sp>
            <p:nvSpPr>
              <p:cNvPr id="91" name="Oval 8">
                <a:extLst>
                  <a:ext uri="{FF2B5EF4-FFF2-40B4-BE49-F238E27FC236}">
                    <a16:creationId xmlns:a16="http://schemas.microsoft.com/office/drawing/2014/main" id="{D8A80376-A91D-32C4-40FF-A4A4A54FDBC2}"/>
                  </a:ext>
                </a:extLst>
              </p:cNvPr>
              <p:cNvSpPr/>
              <p:nvPr/>
            </p:nvSpPr>
            <p:spPr>
              <a:xfrm>
                <a:off x="9227127" y="9013841"/>
                <a:ext cx="840509" cy="2144623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">
                <a:extLst>
                  <a:ext uri="{FF2B5EF4-FFF2-40B4-BE49-F238E27FC236}">
                    <a16:creationId xmlns:a16="http://schemas.microsoft.com/office/drawing/2014/main" id="{1CFC490F-ED62-7F85-99C8-99307CF39D29}"/>
                  </a:ext>
                </a:extLst>
              </p:cNvPr>
              <p:cNvSpPr/>
              <p:nvPr/>
            </p:nvSpPr>
            <p:spPr>
              <a:xfrm>
                <a:off x="9227125" y="9677277"/>
                <a:ext cx="840509" cy="977382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">
                <a:extLst>
                  <a:ext uri="{FF2B5EF4-FFF2-40B4-BE49-F238E27FC236}">
                    <a16:creationId xmlns:a16="http://schemas.microsoft.com/office/drawing/2014/main" id="{5BCB325D-2850-E9A6-D1DE-46CD06C8C1D9}"/>
                  </a:ext>
                </a:extLst>
              </p:cNvPr>
              <p:cNvSpPr/>
              <p:nvPr/>
            </p:nvSpPr>
            <p:spPr>
              <a:xfrm flipV="1">
                <a:off x="9227123" y="9652687"/>
                <a:ext cx="840509" cy="862035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Connector 11">
                <a:extLst>
                  <a:ext uri="{FF2B5EF4-FFF2-40B4-BE49-F238E27FC236}">
                    <a16:creationId xmlns:a16="http://schemas.microsoft.com/office/drawing/2014/main" id="{70CAB952-F273-5B55-3673-AFC5ABA4D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9975" y="10124332"/>
                <a:ext cx="417405" cy="0"/>
              </a:xfrm>
              <a:prstGeom prst="line">
                <a:avLst/>
              </a:prstGeom>
              <a:grpFill/>
              <a:ln w="285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6" name="文字方塊 29">
              <a:extLst>
                <a:ext uri="{FF2B5EF4-FFF2-40B4-BE49-F238E27FC236}">
                  <a16:creationId xmlns:a16="http://schemas.microsoft.com/office/drawing/2014/main" id="{90E351EB-B886-7866-3817-2490EC52E222}"/>
                </a:ext>
              </a:extLst>
            </p:cNvPr>
            <p:cNvSpPr txBox="1"/>
            <p:nvPr/>
          </p:nvSpPr>
          <p:spPr>
            <a:xfrm>
              <a:off x="11012475" y="1648400"/>
              <a:ext cx="1379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6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16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117" name="Group 7">
              <a:extLst>
                <a:ext uri="{FF2B5EF4-FFF2-40B4-BE49-F238E27FC236}">
                  <a16:creationId xmlns:a16="http://schemas.microsoft.com/office/drawing/2014/main" id="{1FEDC1F0-CCB1-23D7-7B4D-CCFB32812EBF}"/>
                </a:ext>
              </a:extLst>
            </p:cNvPr>
            <p:cNvGrpSpPr/>
            <p:nvPr/>
          </p:nvGrpSpPr>
          <p:grpSpPr>
            <a:xfrm>
              <a:off x="10528456" y="2475640"/>
              <a:ext cx="902611" cy="851611"/>
              <a:chOff x="9227123" y="9013841"/>
              <a:chExt cx="840513" cy="2144623"/>
            </a:xfrm>
            <a:solidFill>
              <a:srgbClr val="FFFF00"/>
            </a:solidFill>
          </p:grpSpPr>
          <p:sp>
            <p:nvSpPr>
              <p:cNvPr id="118" name="Oval 8">
                <a:extLst>
                  <a:ext uri="{FF2B5EF4-FFF2-40B4-BE49-F238E27FC236}">
                    <a16:creationId xmlns:a16="http://schemas.microsoft.com/office/drawing/2014/main" id="{BAFBD4A1-360D-55E3-05FB-2A70E3EC2508}"/>
                  </a:ext>
                </a:extLst>
              </p:cNvPr>
              <p:cNvSpPr/>
              <p:nvPr/>
            </p:nvSpPr>
            <p:spPr>
              <a:xfrm>
                <a:off x="9227127" y="9013841"/>
                <a:ext cx="840509" cy="2144623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9">
                <a:extLst>
                  <a:ext uri="{FF2B5EF4-FFF2-40B4-BE49-F238E27FC236}">
                    <a16:creationId xmlns:a16="http://schemas.microsoft.com/office/drawing/2014/main" id="{B04750E5-F877-1871-09EE-5EB898CDD533}"/>
                  </a:ext>
                </a:extLst>
              </p:cNvPr>
              <p:cNvSpPr/>
              <p:nvPr/>
            </p:nvSpPr>
            <p:spPr>
              <a:xfrm>
                <a:off x="9227125" y="9677277"/>
                <a:ext cx="840509" cy="977382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Arc 10">
                <a:extLst>
                  <a:ext uri="{FF2B5EF4-FFF2-40B4-BE49-F238E27FC236}">
                    <a16:creationId xmlns:a16="http://schemas.microsoft.com/office/drawing/2014/main" id="{90311CD9-155C-1291-64CB-5D1D2C7D62ED}"/>
                  </a:ext>
                </a:extLst>
              </p:cNvPr>
              <p:cNvSpPr/>
              <p:nvPr/>
            </p:nvSpPr>
            <p:spPr>
              <a:xfrm flipV="1">
                <a:off x="9227123" y="9652687"/>
                <a:ext cx="840509" cy="862035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1" name="Straight Connector 11">
                <a:extLst>
                  <a:ext uri="{FF2B5EF4-FFF2-40B4-BE49-F238E27FC236}">
                    <a16:creationId xmlns:a16="http://schemas.microsoft.com/office/drawing/2014/main" id="{35867B1B-A744-8DA2-F78B-8EC8AF3724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9975" y="10124332"/>
                <a:ext cx="417405" cy="0"/>
              </a:xfrm>
              <a:prstGeom prst="line">
                <a:avLst/>
              </a:prstGeom>
              <a:grpFill/>
              <a:ln w="285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2" name="文字方塊 29">
              <a:extLst>
                <a:ext uri="{FF2B5EF4-FFF2-40B4-BE49-F238E27FC236}">
                  <a16:creationId xmlns:a16="http://schemas.microsoft.com/office/drawing/2014/main" id="{1F869F55-C55F-7D7D-68B6-47B677CE1A2D}"/>
                </a:ext>
              </a:extLst>
            </p:cNvPr>
            <p:cNvSpPr txBox="1"/>
            <p:nvPr/>
          </p:nvSpPr>
          <p:spPr>
            <a:xfrm>
              <a:off x="10614622" y="2636554"/>
              <a:ext cx="1379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6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16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123" name="Group 7">
              <a:extLst>
                <a:ext uri="{FF2B5EF4-FFF2-40B4-BE49-F238E27FC236}">
                  <a16:creationId xmlns:a16="http://schemas.microsoft.com/office/drawing/2014/main" id="{7A1A772B-626B-9DEC-2A51-FC8511ED75FE}"/>
                </a:ext>
              </a:extLst>
            </p:cNvPr>
            <p:cNvGrpSpPr/>
            <p:nvPr/>
          </p:nvGrpSpPr>
          <p:grpSpPr>
            <a:xfrm>
              <a:off x="8866060" y="1784943"/>
              <a:ext cx="902611" cy="851611"/>
              <a:chOff x="9227123" y="9013841"/>
              <a:chExt cx="840513" cy="2144623"/>
            </a:xfrm>
            <a:solidFill>
              <a:srgbClr val="FFFF00"/>
            </a:solidFill>
          </p:grpSpPr>
          <p:sp>
            <p:nvSpPr>
              <p:cNvPr id="124" name="Oval 8">
                <a:extLst>
                  <a:ext uri="{FF2B5EF4-FFF2-40B4-BE49-F238E27FC236}">
                    <a16:creationId xmlns:a16="http://schemas.microsoft.com/office/drawing/2014/main" id="{ACC0911F-6DD1-0114-901C-ACAE3CCECA47}"/>
                  </a:ext>
                </a:extLst>
              </p:cNvPr>
              <p:cNvSpPr/>
              <p:nvPr/>
            </p:nvSpPr>
            <p:spPr>
              <a:xfrm>
                <a:off x="9227127" y="9013841"/>
                <a:ext cx="840509" cy="2144623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9">
                <a:extLst>
                  <a:ext uri="{FF2B5EF4-FFF2-40B4-BE49-F238E27FC236}">
                    <a16:creationId xmlns:a16="http://schemas.microsoft.com/office/drawing/2014/main" id="{67BE2D37-B87A-3605-EBE1-701F7FDE18F4}"/>
                  </a:ext>
                </a:extLst>
              </p:cNvPr>
              <p:cNvSpPr/>
              <p:nvPr/>
            </p:nvSpPr>
            <p:spPr>
              <a:xfrm>
                <a:off x="9227125" y="9677277"/>
                <a:ext cx="840509" cy="977382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Arc 10">
                <a:extLst>
                  <a:ext uri="{FF2B5EF4-FFF2-40B4-BE49-F238E27FC236}">
                    <a16:creationId xmlns:a16="http://schemas.microsoft.com/office/drawing/2014/main" id="{5B7E9902-04DF-13C6-CA8F-459D59389B10}"/>
                  </a:ext>
                </a:extLst>
              </p:cNvPr>
              <p:cNvSpPr/>
              <p:nvPr/>
            </p:nvSpPr>
            <p:spPr>
              <a:xfrm flipV="1">
                <a:off x="9227123" y="9652687"/>
                <a:ext cx="840509" cy="862035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7" name="Straight Connector 11">
                <a:extLst>
                  <a:ext uri="{FF2B5EF4-FFF2-40B4-BE49-F238E27FC236}">
                    <a16:creationId xmlns:a16="http://schemas.microsoft.com/office/drawing/2014/main" id="{22287448-DF6E-F431-170A-6793CDC53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9975" y="10124332"/>
                <a:ext cx="417405" cy="0"/>
              </a:xfrm>
              <a:prstGeom prst="line">
                <a:avLst/>
              </a:prstGeom>
              <a:grpFill/>
              <a:ln w="285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字方塊 29">
              <a:extLst>
                <a:ext uri="{FF2B5EF4-FFF2-40B4-BE49-F238E27FC236}">
                  <a16:creationId xmlns:a16="http://schemas.microsoft.com/office/drawing/2014/main" id="{BC7E3489-BEE3-3EAE-85E2-003779A666D5}"/>
                </a:ext>
              </a:extLst>
            </p:cNvPr>
            <p:cNvSpPr txBox="1"/>
            <p:nvPr/>
          </p:nvSpPr>
          <p:spPr>
            <a:xfrm>
              <a:off x="8943262" y="1897499"/>
              <a:ext cx="1379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6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16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153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0" grpId="0"/>
      <p:bldP spid="82" grpId="0"/>
      <p:bldP spid="1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A85052F-323F-1B33-3899-4FDD982800A9}"/>
              </a:ext>
            </a:extLst>
          </p:cNvPr>
          <p:cNvGrpSpPr/>
          <p:nvPr/>
        </p:nvGrpSpPr>
        <p:grpSpPr>
          <a:xfrm>
            <a:off x="214192" y="124149"/>
            <a:ext cx="7432374" cy="2880844"/>
            <a:chOff x="214192" y="124149"/>
            <a:chExt cx="7432374" cy="2880844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DB8A4E3-AD94-721C-BAB5-F7CFB8266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798" b="81706"/>
            <a:stretch>
              <a:fillRect/>
            </a:stretch>
          </p:blipFill>
          <p:spPr>
            <a:xfrm>
              <a:off x="214192" y="124149"/>
              <a:ext cx="7432374" cy="517609"/>
            </a:xfrm>
            <a:prstGeom prst="rect">
              <a:avLst/>
            </a:prstGeom>
          </p:spPr>
        </p:pic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488065EE-DCBF-A32D-5938-FA41F35C2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61" t="17800" r="70650"/>
            <a:stretch>
              <a:fillRect/>
            </a:stretch>
          </p:blipFill>
          <p:spPr>
            <a:xfrm>
              <a:off x="214192" y="679300"/>
              <a:ext cx="1845578" cy="2325693"/>
            </a:xfrm>
            <a:prstGeom prst="rect">
              <a:avLst/>
            </a:prstGeom>
          </p:spPr>
        </p:pic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6B83D3A-6DF2-323B-0311-165957439E07}"/>
              </a:ext>
            </a:extLst>
          </p:cNvPr>
          <p:cNvGrpSpPr/>
          <p:nvPr/>
        </p:nvGrpSpPr>
        <p:grpSpPr>
          <a:xfrm>
            <a:off x="1344291" y="392713"/>
            <a:ext cx="6042215" cy="84174"/>
            <a:chOff x="1344291" y="392713"/>
            <a:chExt cx="6042215" cy="8417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筆跡 11">
                  <a:extLst>
                    <a:ext uri="{FF2B5EF4-FFF2-40B4-BE49-F238E27FC236}">
                      <a16:creationId xmlns:a16="http://schemas.microsoft.com/office/drawing/2014/main" id="{C63128C0-4047-B0C9-8C22-E351916C4547}"/>
                    </a:ext>
                  </a:extLst>
                </p14:cNvPr>
                <p14:cNvContentPartPr/>
                <p14:nvPr/>
              </p14:nvContentPartPr>
              <p14:xfrm>
                <a:off x="5610478" y="431168"/>
                <a:ext cx="1776028" cy="45719"/>
              </p14:xfrm>
            </p:contentPart>
          </mc:Choice>
          <mc:Fallback xmlns="">
            <p:pic>
              <p:nvPicPr>
                <p:cNvPr id="6" name="筆跡 11">
                  <a:extLst>
                    <a:ext uri="{FF2B5EF4-FFF2-40B4-BE49-F238E27FC236}">
                      <a16:creationId xmlns:a16="http://schemas.microsoft.com/office/drawing/2014/main" id="{C63128C0-4047-B0C9-8C22-E351916C454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56441" y="-13284532"/>
                  <a:ext cx="1883742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筆跡 11">
                  <a:extLst>
                    <a:ext uri="{FF2B5EF4-FFF2-40B4-BE49-F238E27FC236}">
                      <a16:creationId xmlns:a16="http://schemas.microsoft.com/office/drawing/2014/main" id="{936B3815-3C0D-45E6-4525-D05B9D2B4CDF}"/>
                    </a:ext>
                  </a:extLst>
                </p14:cNvPr>
                <p14:cNvContentPartPr/>
                <p14:nvPr/>
              </p14:nvContentPartPr>
              <p14:xfrm>
                <a:off x="1344291" y="415573"/>
                <a:ext cx="1025599" cy="45719"/>
              </p14:xfrm>
            </p:contentPart>
          </mc:Choice>
          <mc:Fallback xmlns="">
            <p:pic>
              <p:nvPicPr>
                <p:cNvPr id="5" name="筆跡 11">
                  <a:extLst>
                    <a:ext uri="{FF2B5EF4-FFF2-40B4-BE49-F238E27FC236}">
                      <a16:creationId xmlns:a16="http://schemas.microsoft.com/office/drawing/2014/main" id="{936B3815-3C0D-45E6-4525-D05B9D2B4CD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90274" y="-13300127"/>
                  <a:ext cx="1133272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筆跡 11">
                  <a:extLst>
                    <a:ext uri="{FF2B5EF4-FFF2-40B4-BE49-F238E27FC236}">
                      <a16:creationId xmlns:a16="http://schemas.microsoft.com/office/drawing/2014/main" id="{D6A13495-03DE-C075-E26C-001C65EAF4D7}"/>
                    </a:ext>
                  </a:extLst>
                </p14:cNvPr>
                <p14:cNvContentPartPr/>
                <p14:nvPr/>
              </p14:nvContentPartPr>
              <p14:xfrm>
                <a:off x="3800213" y="392713"/>
                <a:ext cx="729842" cy="45719"/>
              </p14:xfrm>
            </p:contentPart>
          </mc:Choice>
          <mc:Fallback xmlns="">
            <p:pic>
              <p:nvPicPr>
                <p:cNvPr id="7" name="筆跡 11">
                  <a:extLst>
                    <a:ext uri="{FF2B5EF4-FFF2-40B4-BE49-F238E27FC236}">
                      <a16:creationId xmlns:a16="http://schemas.microsoft.com/office/drawing/2014/main" id="{D6A13495-03DE-C075-E26C-001C65EAF4D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46204" y="-13322987"/>
                  <a:ext cx="837500" cy="2743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15">
            <a:extLst>
              <a:ext uri="{FF2B5EF4-FFF2-40B4-BE49-F238E27FC236}">
                <a16:creationId xmlns:a16="http://schemas.microsoft.com/office/drawing/2014/main" id="{D16A40E9-E992-FF20-7B87-561CA22125F1}"/>
              </a:ext>
            </a:extLst>
          </p:cNvPr>
          <p:cNvSpPr txBox="1"/>
          <p:nvPr/>
        </p:nvSpPr>
        <p:spPr>
          <a:xfrm>
            <a:off x="1443430" y="3167932"/>
            <a:ext cx="5114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r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cm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radius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sphere.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AE9818A-EB1E-36AE-2D29-749550E7FC36}"/>
              </a:ext>
            </a:extLst>
          </p:cNvPr>
          <p:cNvSpPr txBox="1"/>
          <p:nvPr/>
        </p:nvSpPr>
        <p:spPr>
          <a:xfrm>
            <a:off x="850155" y="3799767"/>
            <a:ext cx="344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the sphere</a:t>
            </a:r>
            <a:endParaRPr lang="zh-HK" altLang="en-US" dirty="0">
              <a:solidFill>
                <a:srgbClr val="FFFF00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62A463FA-13A1-94CA-A5E9-BB30F525C129}"/>
              </a:ext>
            </a:extLst>
          </p:cNvPr>
          <p:cNvGrpSpPr/>
          <p:nvPr/>
        </p:nvGrpSpPr>
        <p:grpSpPr>
          <a:xfrm>
            <a:off x="4207789" y="3690202"/>
            <a:ext cx="2016611" cy="501629"/>
            <a:chOff x="4207789" y="3690202"/>
            <a:chExt cx="2016611" cy="501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83">
                  <a:extLst>
                    <a:ext uri="{FF2B5EF4-FFF2-40B4-BE49-F238E27FC236}">
                      <a16:creationId xmlns:a16="http://schemas.microsoft.com/office/drawing/2014/main" id="{F2752FAA-E0E3-A284-D999-52D623845934}"/>
                    </a:ext>
                  </a:extLst>
                </p:cNvPr>
                <p:cNvSpPr txBox="1"/>
                <p:nvPr/>
              </p:nvSpPr>
              <p:spPr>
                <a:xfrm>
                  <a:off x="4207789" y="3745444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83">
                  <a:extLst>
                    <a:ext uri="{FF2B5EF4-FFF2-40B4-BE49-F238E27FC236}">
                      <a16:creationId xmlns:a16="http://schemas.microsoft.com/office/drawing/2014/main" id="{F2752FAA-E0E3-A284-D999-52D623845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789" y="3745444"/>
                  <a:ext cx="328449" cy="4070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403">
                  <a:extLst>
                    <a:ext uri="{FF2B5EF4-FFF2-40B4-BE49-F238E27FC236}">
                      <a16:creationId xmlns:a16="http://schemas.microsoft.com/office/drawing/2014/main" id="{F98CD192-C233-3FEC-4E81-4B7835A574FE}"/>
                    </a:ext>
                  </a:extLst>
                </p:cNvPr>
                <p:cNvSpPr txBox="1"/>
                <p:nvPr/>
              </p:nvSpPr>
              <p:spPr>
                <a:xfrm>
                  <a:off x="4507606" y="3782455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403">
                  <a:extLst>
                    <a:ext uri="{FF2B5EF4-FFF2-40B4-BE49-F238E27FC236}">
                      <a16:creationId xmlns:a16="http://schemas.microsoft.com/office/drawing/2014/main" id="{F98CD192-C233-3FEC-4E81-4B7835A57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7606" y="3782455"/>
                  <a:ext cx="406207" cy="40395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53">
                  <a:extLst>
                    <a:ext uri="{FF2B5EF4-FFF2-40B4-BE49-F238E27FC236}">
                      <a16:creationId xmlns:a16="http://schemas.microsoft.com/office/drawing/2014/main" id="{C67E2730-32A5-7033-2FF0-61ADAE2EB370}"/>
                    </a:ext>
                  </a:extLst>
                </p:cNvPr>
                <p:cNvSpPr txBox="1"/>
                <p:nvPr/>
              </p:nvSpPr>
              <p:spPr>
                <a:xfrm>
                  <a:off x="4832746" y="378933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53">
                  <a:extLst>
                    <a:ext uri="{FF2B5EF4-FFF2-40B4-BE49-F238E27FC236}">
                      <a16:creationId xmlns:a16="http://schemas.microsoft.com/office/drawing/2014/main" id="{C67E2730-32A5-7033-2FF0-61ADAE2EB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2746" y="3789339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405">
                  <a:extLst>
                    <a:ext uri="{FF2B5EF4-FFF2-40B4-BE49-F238E27FC236}">
                      <a16:creationId xmlns:a16="http://schemas.microsoft.com/office/drawing/2014/main" id="{95BE3543-F27C-F9EA-3239-4AC0DBB2763A}"/>
                    </a:ext>
                  </a:extLst>
                </p:cNvPr>
                <p:cNvSpPr txBox="1"/>
                <p:nvPr/>
              </p:nvSpPr>
              <p:spPr>
                <a:xfrm>
                  <a:off x="5144699" y="3789339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23" name="TextBox 405">
                  <a:extLst>
                    <a:ext uri="{FF2B5EF4-FFF2-40B4-BE49-F238E27FC236}">
                      <a16:creationId xmlns:a16="http://schemas.microsoft.com/office/drawing/2014/main" id="{95BE3543-F27C-F9EA-3239-4AC0DBB27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4699" y="3789339"/>
                  <a:ext cx="35779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53">
                  <a:extLst>
                    <a:ext uri="{FF2B5EF4-FFF2-40B4-BE49-F238E27FC236}">
                      <a16:creationId xmlns:a16="http://schemas.microsoft.com/office/drawing/2014/main" id="{5547C693-3A06-1546-DD7C-DBB77711A49F}"/>
                    </a:ext>
                  </a:extLst>
                </p:cNvPr>
                <p:cNvSpPr txBox="1"/>
                <p:nvPr/>
              </p:nvSpPr>
              <p:spPr>
                <a:xfrm>
                  <a:off x="5453574" y="378933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53">
                  <a:extLst>
                    <a:ext uri="{FF2B5EF4-FFF2-40B4-BE49-F238E27FC236}">
                      <a16:creationId xmlns:a16="http://schemas.microsoft.com/office/drawing/2014/main" id="{5547C693-3A06-1546-DD7C-DBB77711A4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3574" y="3789339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407">
                  <a:extLst>
                    <a:ext uri="{FF2B5EF4-FFF2-40B4-BE49-F238E27FC236}">
                      <a16:creationId xmlns:a16="http://schemas.microsoft.com/office/drawing/2014/main" id="{9E0D394E-6D23-573D-92DC-4C8547DCA76D}"/>
                    </a:ext>
                  </a:extLst>
                </p:cNvPr>
                <p:cNvSpPr txBox="1"/>
                <p:nvPr/>
              </p:nvSpPr>
              <p:spPr>
                <a:xfrm>
                  <a:off x="5688766" y="3787874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US" sz="2000" dirty="0">
                    <a:solidFill>
                      <a:srgbClr val="92D05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407">
                  <a:extLst>
                    <a:ext uri="{FF2B5EF4-FFF2-40B4-BE49-F238E27FC236}">
                      <a16:creationId xmlns:a16="http://schemas.microsoft.com/office/drawing/2014/main" id="{9E0D394E-6D23-573D-92DC-4C8547DCA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766" y="3787874"/>
                  <a:ext cx="406207" cy="40395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字方塊 106">
              <a:extLst>
                <a:ext uri="{FF2B5EF4-FFF2-40B4-BE49-F238E27FC236}">
                  <a16:creationId xmlns:a16="http://schemas.microsoft.com/office/drawing/2014/main" id="{015C3D9A-52EC-3A15-F1AC-FBC8F703944E}"/>
                </a:ext>
              </a:extLst>
            </p:cNvPr>
            <p:cNvSpPr txBox="1"/>
            <p:nvPr/>
          </p:nvSpPr>
          <p:spPr>
            <a:xfrm>
              <a:off x="5935538" y="369020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6A45FC00-999D-E177-5497-B178A619EC89}"/>
              </a:ext>
            </a:extLst>
          </p:cNvPr>
          <p:cNvGrpSpPr/>
          <p:nvPr/>
        </p:nvGrpSpPr>
        <p:grpSpPr>
          <a:xfrm>
            <a:off x="3427199" y="4311714"/>
            <a:ext cx="2797201" cy="501629"/>
            <a:chOff x="3427199" y="4311714"/>
            <a:chExt cx="2797201" cy="501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57">
                  <a:extLst>
                    <a:ext uri="{FF2B5EF4-FFF2-40B4-BE49-F238E27FC236}">
                      <a16:creationId xmlns:a16="http://schemas.microsoft.com/office/drawing/2014/main" id="{2EC09FD5-F302-7160-319E-9C759DD1A8FA}"/>
                    </a:ext>
                  </a:extLst>
                </p:cNvPr>
                <p:cNvSpPr txBox="1"/>
                <p:nvPr/>
              </p:nvSpPr>
              <p:spPr>
                <a:xfrm>
                  <a:off x="3427199" y="4382344"/>
                  <a:ext cx="57350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64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57">
                  <a:extLst>
                    <a:ext uri="{FF2B5EF4-FFF2-40B4-BE49-F238E27FC236}">
                      <a16:creationId xmlns:a16="http://schemas.microsoft.com/office/drawing/2014/main" id="{2EC09FD5-F302-7160-319E-9C759DD1A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199" y="4382344"/>
                  <a:ext cx="573508" cy="40395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385">
                  <a:extLst>
                    <a:ext uri="{FF2B5EF4-FFF2-40B4-BE49-F238E27FC236}">
                      <a16:creationId xmlns:a16="http://schemas.microsoft.com/office/drawing/2014/main" id="{4588319B-3D19-240D-FDA1-BF6A581E9691}"/>
                    </a:ext>
                  </a:extLst>
                </p:cNvPr>
                <p:cNvSpPr txBox="1"/>
                <p:nvPr/>
              </p:nvSpPr>
              <p:spPr>
                <a:xfrm>
                  <a:off x="3854258" y="4386191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385">
                  <a:extLst>
                    <a:ext uri="{FF2B5EF4-FFF2-40B4-BE49-F238E27FC236}">
                      <a16:creationId xmlns:a16="http://schemas.microsoft.com/office/drawing/2014/main" id="{4588319B-3D19-240D-FDA1-BF6A581E96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4258" y="4386191"/>
                  <a:ext cx="357791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83">
                  <a:extLst>
                    <a:ext uri="{FF2B5EF4-FFF2-40B4-BE49-F238E27FC236}">
                      <a16:creationId xmlns:a16="http://schemas.microsoft.com/office/drawing/2014/main" id="{37AD0873-90EC-7098-D9DB-C4BDC400A645}"/>
                    </a:ext>
                  </a:extLst>
                </p:cNvPr>
                <p:cNvSpPr txBox="1"/>
                <p:nvPr/>
              </p:nvSpPr>
              <p:spPr>
                <a:xfrm>
                  <a:off x="4207789" y="4366956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9" name="文字方塊 83">
                  <a:extLst>
                    <a:ext uri="{FF2B5EF4-FFF2-40B4-BE49-F238E27FC236}">
                      <a16:creationId xmlns:a16="http://schemas.microsoft.com/office/drawing/2014/main" id="{37AD0873-90EC-7098-D9DB-C4BDC400A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789" y="4366956"/>
                  <a:ext cx="328449" cy="4070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403">
                  <a:extLst>
                    <a:ext uri="{FF2B5EF4-FFF2-40B4-BE49-F238E27FC236}">
                      <a16:creationId xmlns:a16="http://schemas.microsoft.com/office/drawing/2014/main" id="{7C68543A-B5CE-D1D2-558E-DB8D82AC252A}"/>
                    </a:ext>
                  </a:extLst>
                </p:cNvPr>
                <p:cNvSpPr txBox="1"/>
                <p:nvPr/>
              </p:nvSpPr>
              <p:spPr>
                <a:xfrm>
                  <a:off x="4507606" y="4403967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403">
                  <a:extLst>
                    <a:ext uri="{FF2B5EF4-FFF2-40B4-BE49-F238E27FC236}">
                      <a16:creationId xmlns:a16="http://schemas.microsoft.com/office/drawing/2014/main" id="{7C68543A-B5CE-D1D2-558E-DB8D82AC2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7606" y="4403967"/>
                  <a:ext cx="406207" cy="40395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53">
                  <a:extLst>
                    <a:ext uri="{FF2B5EF4-FFF2-40B4-BE49-F238E27FC236}">
                      <a16:creationId xmlns:a16="http://schemas.microsoft.com/office/drawing/2014/main" id="{F93BE5CD-0C74-B0AA-266C-8E2CC24BAE21}"/>
                    </a:ext>
                  </a:extLst>
                </p:cNvPr>
                <p:cNvSpPr txBox="1"/>
                <p:nvPr/>
              </p:nvSpPr>
              <p:spPr>
                <a:xfrm>
                  <a:off x="4832746" y="441085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53">
                  <a:extLst>
                    <a:ext uri="{FF2B5EF4-FFF2-40B4-BE49-F238E27FC236}">
                      <a16:creationId xmlns:a16="http://schemas.microsoft.com/office/drawing/2014/main" id="{F93BE5CD-0C74-B0AA-266C-8E2CC24BA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2746" y="4410851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405">
                  <a:extLst>
                    <a:ext uri="{FF2B5EF4-FFF2-40B4-BE49-F238E27FC236}">
                      <a16:creationId xmlns:a16="http://schemas.microsoft.com/office/drawing/2014/main" id="{70DBA23C-AA38-B986-3ABE-121187152EBC}"/>
                    </a:ext>
                  </a:extLst>
                </p:cNvPr>
                <p:cNvSpPr txBox="1"/>
                <p:nvPr/>
              </p:nvSpPr>
              <p:spPr>
                <a:xfrm>
                  <a:off x="5144699" y="4410851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32" name="TextBox 405">
                  <a:extLst>
                    <a:ext uri="{FF2B5EF4-FFF2-40B4-BE49-F238E27FC236}">
                      <a16:creationId xmlns:a16="http://schemas.microsoft.com/office/drawing/2014/main" id="{70DBA23C-AA38-B986-3ABE-121187152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4699" y="4410851"/>
                  <a:ext cx="357791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53">
                  <a:extLst>
                    <a:ext uri="{FF2B5EF4-FFF2-40B4-BE49-F238E27FC236}">
                      <a16:creationId xmlns:a16="http://schemas.microsoft.com/office/drawing/2014/main" id="{056DCDF7-6A23-7E21-000C-EDE522F8F279}"/>
                    </a:ext>
                  </a:extLst>
                </p:cNvPr>
                <p:cNvSpPr txBox="1"/>
                <p:nvPr/>
              </p:nvSpPr>
              <p:spPr>
                <a:xfrm>
                  <a:off x="5453574" y="441085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53">
                  <a:extLst>
                    <a:ext uri="{FF2B5EF4-FFF2-40B4-BE49-F238E27FC236}">
                      <a16:creationId xmlns:a16="http://schemas.microsoft.com/office/drawing/2014/main" id="{056DCDF7-6A23-7E21-000C-EDE522F8F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3574" y="4410851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407">
                  <a:extLst>
                    <a:ext uri="{FF2B5EF4-FFF2-40B4-BE49-F238E27FC236}">
                      <a16:creationId xmlns:a16="http://schemas.microsoft.com/office/drawing/2014/main" id="{3121CD31-A5DE-17E0-7EFB-5C6038AD2CA6}"/>
                    </a:ext>
                  </a:extLst>
                </p:cNvPr>
                <p:cNvSpPr txBox="1"/>
                <p:nvPr/>
              </p:nvSpPr>
              <p:spPr>
                <a:xfrm>
                  <a:off x="5688766" y="4409386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US" sz="2000" dirty="0">
                    <a:solidFill>
                      <a:srgbClr val="92D05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407">
                  <a:extLst>
                    <a:ext uri="{FF2B5EF4-FFF2-40B4-BE49-F238E27FC236}">
                      <a16:creationId xmlns:a16="http://schemas.microsoft.com/office/drawing/2014/main" id="{3121CD31-A5DE-17E0-7EFB-5C6038AD2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766" y="4409386"/>
                  <a:ext cx="406207" cy="40395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字方塊 106">
              <a:extLst>
                <a:ext uri="{FF2B5EF4-FFF2-40B4-BE49-F238E27FC236}">
                  <a16:creationId xmlns:a16="http://schemas.microsoft.com/office/drawing/2014/main" id="{3FB7B1C7-FF68-7C8E-C1CF-BF6EE6ADE176}"/>
                </a:ext>
              </a:extLst>
            </p:cNvPr>
            <p:cNvSpPr txBox="1"/>
            <p:nvPr/>
          </p:nvSpPr>
          <p:spPr>
            <a:xfrm>
              <a:off x="5935538" y="431171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FA59D298-D0E6-6D25-7A38-CA18948CE8BF}"/>
              </a:ext>
            </a:extLst>
          </p:cNvPr>
          <p:cNvGrpSpPr/>
          <p:nvPr/>
        </p:nvGrpSpPr>
        <p:grpSpPr>
          <a:xfrm>
            <a:off x="3706167" y="4826067"/>
            <a:ext cx="1246794" cy="506740"/>
            <a:chOff x="3706167" y="4826067"/>
            <a:chExt cx="1246794" cy="506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407">
                  <a:extLst>
                    <a:ext uri="{FF2B5EF4-FFF2-40B4-BE49-F238E27FC236}">
                      <a16:creationId xmlns:a16="http://schemas.microsoft.com/office/drawing/2014/main" id="{1B02AD00-6E8E-F7B4-6BB9-03BEB240D8AF}"/>
                    </a:ext>
                  </a:extLst>
                </p:cNvPr>
                <p:cNvSpPr txBox="1"/>
                <p:nvPr/>
              </p:nvSpPr>
              <p:spPr>
                <a:xfrm>
                  <a:off x="3706167" y="4923739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US" sz="2000" dirty="0">
                    <a:solidFill>
                      <a:srgbClr val="92D05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407">
                  <a:extLst>
                    <a:ext uri="{FF2B5EF4-FFF2-40B4-BE49-F238E27FC236}">
                      <a16:creationId xmlns:a16="http://schemas.microsoft.com/office/drawing/2014/main" id="{1B02AD00-6E8E-F7B4-6BB9-03BEB240D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167" y="4923739"/>
                  <a:ext cx="406207" cy="40395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字方塊 106">
              <a:extLst>
                <a:ext uri="{FF2B5EF4-FFF2-40B4-BE49-F238E27FC236}">
                  <a16:creationId xmlns:a16="http://schemas.microsoft.com/office/drawing/2014/main" id="{587192E2-A2D8-FCE7-29DE-DAC1C8D9546D}"/>
                </a:ext>
              </a:extLst>
            </p:cNvPr>
            <p:cNvSpPr txBox="1"/>
            <p:nvPr/>
          </p:nvSpPr>
          <p:spPr>
            <a:xfrm>
              <a:off x="3952939" y="4826067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83">
                  <a:extLst>
                    <a:ext uri="{FF2B5EF4-FFF2-40B4-BE49-F238E27FC236}">
                      <a16:creationId xmlns:a16="http://schemas.microsoft.com/office/drawing/2014/main" id="{11081F0F-AD1B-0CF0-0F74-5F0EF80B3A56}"/>
                    </a:ext>
                  </a:extLst>
                </p:cNvPr>
                <p:cNvSpPr txBox="1"/>
                <p:nvPr/>
              </p:nvSpPr>
              <p:spPr>
                <a:xfrm>
                  <a:off x="4207788" y="4917233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8" name="文字方塊 83">
                  <a:extLst>
                    <a:ext uri="{FF2B5EF4-FFF2-40B4-BE49-F238E27FC236}">
                      <a16:creationId xmlns:a16="http://schemas.microsoft.com/office/drawing/2014/main" id="{11081F0F-AD1B-0CF0-0F74-5F0EF80B3A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788" y="4917233"/>
                  <a:ext cx="328449" cy="4070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403">
                  <a:extLst>
                    <a:ext uri="{FF2B5EF4-FFF2-40B4-BE49-F238E27FC236}">
                      <a16:creationId xmlns:a16="http://schemas.microsoft.com/office/drawing/2014/main" id="{E72B88A6-15F1-26F6-1EBA-FD7D20BDDAB3}"/>
                    </a:ext>
                  </a:extLst>
                </p:cNvPr>
                <p:cNvSpPr txBox="1"/>
                <p:nvPr/>
              </p:nvSpPr>
              <p:spPr>
                <a:xfrm>
                  <a:off x="4546754" y="4928850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16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403">
                  <a:extLst>
                    <a:ext uri="{FF2B5EF4-FFF2-40B4-BE49-F238E27FC236}">
                      <a16:creationId xmlns:a16="http://schemas.microsoft.com/office/drawing/2014/main" id="{E72B88A6-15F1-26F6-1EBA-FD7D20BDD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6754" y="4928850"/>
                  <a:ext cx="406207" cy="403957"/>
                </a:xfrm>
                <a:prstGeom prst="rect">
                  <a:avLst/>
                </a:prstGeom>
                <a:blipFill>
                  <a:blip r:embed="rId25"/>
                  <a:stretch>
                    <a:fillRect r="-10606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157CA6A1-7827-73EE-C309-9B51FBFBE74E}"/>
              </a:ext>
            </a:extLst>
          </p:cNvPr>
          <p:cNvGrpSpPr/>
          <p:nvPr/>
        </p:nvGrpSpPr>
        <p:grpSpPr>
          <a:xfrm>
            <a:off x="3706167" y="5415498"/>
            <a:ext cx="1246794" cy="415574"/>
            <a:chOff x="3706167" y="5415498"/>
            <a:chExt cx="1246794" cy="4155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07">
                  <a:extLst>
                    <a:ext uri="{FF2B5EF4-FFF2-40B4-BE49-F238E27FC236}">
                      <a16:creationId xmlns:a16="http://schemas.microsoft.com/office/drawing/2014/main" id="{3C703064-F063-4912-4812-21AEAA0BC7F1}"/>
                    </a:ext>
                  </a:extLst>
                </p:cNvPr>
                <p:cNvSpPr txBox="1"/>
                <p:nvPr/>
              </p:nvSpPr>
              <p:spPr>
                <a:xfrm>
                  <a:off x="3706167" y="5422004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US" sz="2000" dirty="0">
                    <a:solidFill>
                      <a:srgbClr val="92D05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07">
                  <a:extLst>
                    <a:ext uri="{FF2B5EF4-FFF2-40B4-BE49-F238E27FC236}">
                      <a16:creationId xmlns:a16="http://schemas.microsoft.com/office/drawing/2014/main" id="{3C703064-F063-4912-4812-21AEAA0BC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167" y="5422004"/>
                  <a:ext cx="406207" cy="40395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83">
                  <a:extLst>
                    <a:ext uri="{FF2B5EF4-FFF2-40B4-BE49-F238E27FC236}">
                      <a16:creationId xmlns:a16="http://schemas.microsoft.com/office/drawing/2014/main" id="{76201481-0C5C-502A-1513-2C160A317F8D}"/>
                    </a:ext>
                  </a:extLst>
                </p:cNvPr>
                <p:cNvSpPr txBox="1"/>
                <p:nvPr/>
              </p:nvSpPr>
              <p:spPr>
                <a:xfrm>
                  <a:off x="4207788" y="5415498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4" name="文字方塊 83">
                  <a:extLst>
                    <a:ext uri="{FF2B5EF4-FFF2-40B4-BE49-F238E27FC236}">
                      <a16:creationId xmlns:a16="http://schemas.microsoft.com/office/drawing/2014/main" id="{76201481-0C5C-502A-1513-2C160A317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788" y="5415498"/>
                  <a:ext cx="328449" cy="4070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03">
                  <a:extLst>
                    <a:ext uri="{FF2B5EF4-FFF2-40B4-BE49-F238E27FC236}">
                      <a16:creationId xmlns:a16="http://schemas.microsoft.com/office/drawing/2014/main" id="{DD63B36E-74F8-6603-61D2-6805DF46A1FB}"/>
                    </a:ext>
                  </a:extLst>
                </p:cNvPr>
                <p:cNvSpPr txBox="1"/>
                <p:nvPr/>
              </p:nvSpPr>
              <p:spPr>
                <a:xfrm>
                  <a:off x="4546754" y="5427115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>
                    <a:solidFill>
                      <a:srgbClr val="92D05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03">
                  <a:extLst>
                    <a:ext uri="{FF2B5EF4-FFF2-40B4-BE49-F238E27FC236}">
                      <a16:creationId xmlns:a16="http://schemas.microsoft.com/office/drawing/2014/main" id="{DD63B36E-74F8-6603-61D2-6805DF46A1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6754" y="5427115"/>
                  <a:ext cx="406207" cy="40395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TextBox 15">
            <a:extLst>
              <a:ext uri="{FF2B5EF4-FFF2-40B4-BE49-F238E27FC236}">
                <a16:creationId xmlns:a16="http://schemas.microsoft.com/office/drawing/2014/main" id="{B328B487-0B9F-CB38-94D9-0A6B1701A930}"/>
              </a:ext>
            </a:extLst>
          </p:cNvPr>
          <p:cNvSpPr txBox="1"/>
          <p:nvPr/>
        </p:nvSpPr>
        <p:spPr>
          <a:xfrm>
            <a:off x="7056544" y="3188690"/>
            <a:ext cx="3954229" cy="404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Volume of the sphere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D4F723C7-C991-ECD4-A5B2-3218E521EE69}"/>
              </a:ext>
            </a:extLst>
          </p:cNvPr>
          <p:cNvGrpSpPr/>
          <p:nvPr/>
        </p:nvGrpSpPr>
        <p:grpSpPr>
          <a:xfrm>
            <a:off x="7227730" y="3677879"/>
            <a:ext cx="2325356" cy="777549"/>
            <a:chOff x="7227730" y="3677879"/>
            <a:chExt cx="2325356" cy="777549"/>
          </a:xfrm>
        </p:grpSpPr>
        <p:grpSp>
          <p:nvGrpSpPr>
            <p:cNvPr id="56" name="群組 74">
              <a:extLst>
                <a:ext uri="{FF2B5EF4-FFF2-40B4-BE49-F238E27FC236}">
                  <a16:creationId xmlns:a16="http://schemas.microsoft.com/office/drawing/2014/main" id="{6A1B2336-F0CD-9421-33AE-AAA29150083E}"/>
                </a:ext>
              </a:extLst>
            </p:cNvPr>
            <p:cNvGrpSpPr/>
            <p:nvPr/>
          </p:nvGrpSpPr>
          <p:grpSpPr>
            <a:xfrm>
              <a:off x="7739342" y="3677879"/>
              <a:ext cx="364383" cy="777549"/>
              <a:chOff x="2896107" y="4671588"/>
              <a:chExt cx="364383" cy="777549"/>
            </a:xfrm>
          </p:grpSpPr>
          <p:sp>
            <p:nvSpPr>
              <p:cNvPr id="57" name="文字方塊 75">
                <a:extLst>
                  <a:ext uri="{FF2B5EF4-FFF2-40B4-BE49-F238E27FC236}">
                    <a16:creationId xmlns:a16="http://schemas.microsoft.com/office/drawing/2014/main" id="{205B2B20-712C-8768-416C-6B27B8881460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58" name="群組 76">
                <a:extLst>
                  <a:ext uri="{FF2B5EF4-FFF2-40B4-BE49-F238E27FC236}">
                    <a16:creationId xmlns:a16="http://schemas.microsoft.com/office/drawing/2014/main" id="{15442B1E-25F8-F663-65D7-23AFE298D732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59" name="直線接點 77">
                  <a:extLst>
                    <a:ext uri="{FF2B5EF4-FFF2-40B4-BE49-F238E27FC236}">
                      <a16:creationId xmlns:a16="http://schemas.microsoft.com/office/drawing/2014/main" id="{E6B4793A-DB08-3E81-1ABD-7A46DA2B959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0" name="文字方塊 78">
                  <a:extLst>
                    <a:ext uri="{FF2B5EF4-FFF2-40B4-BE49-F238E27FC236}">
                      <a16:creationId xmlns:a16="http://schemas.microsoft.com/office/drawing/2014/main" id="{C3DC330D-66C6-BFCB-DF05-F1D403A7D344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53">
                  <a:extLst>
                    <a:ext uri="{FF2B5EF4-FFF2-40B4-BE49-F238E27FC236}">
                      <a16:creationId xmlns:a16="http://schemas.microsoft.com/office/drawing/2014/main" id="{2FA33BB1-111D-6929-7354-E6DAFE0FD4C1}"/>
                    </a:ext>
                  </a:extLst>
                </p:cNvPr>
                <p:cNvSpPr txBox="1"/>
                <p:nvPr/>
              </p:nvSpPr>
              <p:spPr>
                <a:xfrm>
                  <a:off x="8133177" y="382259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53">
                  <a:extLst>
                    <a:ext uri="{FF2B5EF4-FFF2-40B4-BE49-F238E27FC236}">
                      <a16:creationId xmlns:a16="http://schemas.microsoft.com/office/drawing/2014/main" id="{2FA33BB1-111D-6929-7354-E6DAFE0FD4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3177" y="3822597"/>
                  <a:ext cx="295688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52">
                  <a:extLst>
                    <a:ext uri="{FF2B5EF4-FFF2-40B4-BE49-F238E27FC236}">
                      <a16:creationId xmlns:a16="http://schemas.microsoft.com/office/drawing/2014/main" id="{F5B56CD2-974B-7D36-C2BF-C2593897F6D6}"/>
                    </a:ext>
                  </a:extLst>
                </p:cNvPr>
                <p:cNvSpPr txBox="1"/>
                <p:nvPr/>
              </p:nvSpPr>
              <p:spPr>
                <a:xfrm>
                  <a:off x="8415679" y="3822597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62" name="TextBox 52">
                  <a:extLst>
                    <a:ext uri="{FF2B5EF4-FFF2-40B4-BE49-F238E27FC236}">
                      <a16:creationId xmlns:a16="http://schemas.microsoft.com/office/drawing/2014/main" id="{F5B56CD2-974B-7D36-C2BF-C2593897F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5679" y="3822597"/>
                  <a:ext cx="357791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B19F76CD-9A93-E873-8288-6497A434FF9E}"/>
                    </a:ext>
                  </a:extLst>
                </p:cNvPr>
                <p:cNvSpPr txBox="1"/>
                <p:nvPr/>
              </p:nvSpPr>
              <p:spPr>
                <a:xfrm>
                  <a:off x="8760598" y="382259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B19F76CD-9A93-E873-8288-6497A434FF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0598" y="3822597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54">
                  <a:extLst>
                    <a:ext uri="{FF2B5EF4-FFF2-40B4-BE49-F238E27FC236}">
                      <a16:creationId xmlns:a16="http://schemas.microsoft.com/office/drawing/2014/main" id="{D9529A23-2B18-94D8-3421-5CBA6756620C}"/>
                    </a:ext>
                  </a:extLst>
                </p:cNvPr>
                <p:cNvSpPr txBox="1"/>
                <p:nvPr/>
              </p:nvSpPr>
              <p:spPr>
                <a:xfrm>
                  <a:off x="9038278" y="3845044"/>
                  <a:ext cx="38195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4" name="TextBox 54">
                  <a:extLst>
                    <a:ext uri="{FF2B5EF4-FFF2-40B4-BE49-F238E27FC236}">
                      <a16:creationId xmlns:a16="http://schemas.microsoft.com/office/drawing/2014/main" id="{D9529A23-2B18-94D8-3421-5CBA67566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278" y="3845044"/>
                  <a:ext cx="381958" cy="40395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文字方塊 106">
              <a:extLst>
                <a:ext uri="{FF2B5EF4-FFF2-40B4-BE49-F238E27FC236}">
                  <a16:creationId xmlns:a16="http://schemas.microsoft.com/office/drawing/2014/main" id="{A831128D-6039-B18B-3893-1BDD35951269}"/>
                </a:ext>
              </a:extLst>
            </p:cNvPr>
            <p:cNvSpPr txBox="1"/>
            <p:nvPr/>
          </p:nvSpPr>
          <p:spPr>
            <a:xfrm>
              <a:off x="9264224" y="371978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83">
                  <a:extLst>
                    <a:ext uri="{FF2B5EF4-FFF2-40B4-BE49-F238E27FC236}">
                      <a16:creationId xmlns:a16="http://schemas.microsoft.com/office/drawing/2014/main" id="{6E81F25F-ED74-CF8B-0A3E-176905A9CFF1}"/>
                    </a:ext>
                  </a:extLst>
                </p:cNvPr>
                <p:cNvSpPr txBox="1"/>
                <p:nvPr/>
              </p:nvSpPr>
              <p:spPr>
                <a:xfrm>
                  <a:off x="7227730" y="3831863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83">
                  <a:extLst>
                    <a:ext uri="{FF2B5EF4-FFF2-40B4-BE49-F238E27FC236}">
                      <a16:creationId xmlns:a16="http://schemas.microsoft.com/office/drawing/2014/main" id="{6E81F25F-ED74-CF8B-0A3E-176905A9C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7730" y="3831863"/>
                  <a:ext cx="328449" cy="40709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B09470B6-F627-77E3-F850-B6A17F1130BC}"/>
              </a:ext>
            </a:extLst>
          </p:cNvPr>
          <p:cNvGrpSpPr/>
          <p:nvPr/>
        </p:nvGrpSpPr>
        <p:grpSpPr>
          <a:xfrm>
            <a:off x="7214858" y="4410597"/>
            <a:ext cx="2325356" cy="777549"/>
            <a:chOff x="7214858" y="4410597"/>
            <a:chExt cx="2325356" cy="777549"/>
          </a:xfrm>
        </p:grpSpPr>
        <p:grpSp>
          <p:nvGrpSpPr>
            <p:cNvPr id="67" name="群組 74">
              <a:extLst>
                <a:ext uri="{FF2B5EF4-FFF2-40B4-BE49-F238E27FC236}">
                  <a16:creationId xmlns:a16="http://schemas.microsoft.com/office/drawing/2014/main" id="{716DC555-747C-1FBA-7123-E3AA83C0B063}"/>
                </a:ext>
              </a:extLst>
            </p:cNvPr>
            <p:cNvGrpSpPr/>
            <p:nvPr/>
          </p:nvGrpSpPr>
          <p:grpSpPr>
            <a:xfrm>
              <a:off x="7726470" y="4410597"/>
              <a:ext cx="364383" cy="777549"/>
              <a:chOff x="2896107" y="4671588"/>
              <a:chExt cx="364383" cy="777549"/>
            </a:xfrm>
          </p:grpSpPr>
          <p:sp>
            <p:nvSpPr>
              <p:cNvPr id="68" name="文字方塊 75">
                <a:extLst>
                  <a:ext uri="{FF2B5EF4-FFF2-40B4-BE49-F238E27FC236}">
                    <a16:creationId xmlns:a16="http://schemas.microsoft.com/office/drawing/2014/main" id="{40806AB2-54A3-316B-6E55-56C6CDD6C2C0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69" name="群組 76">
                <a:extLst>
                  <a:ext uri="{FF2B5EF4-FFF2-40B4-BE49-F238E27FC236}">
                    <a16:creationId xmlns:a16="http://schemas.microsoft.com/office/drawing/2014/main" id="{B6E92E49-AB18-0D1B-655D-E190D73B6E64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70" name="直線接點 77">
                  <a:extLst>
                    <a:ext uri="{FF2B5EF4-FFF2-40B4-BE49-F238E27FC236}">
                      <a16:creationId xmlns:a16="http://schemas.microsoft.com/office/drawing/2014/main" id="{D651ECEB-7945-9C80-5AAC-5C96AC83A2D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71" name="文字方塊 78">
                  <a:extLst>
                    <a:ext uri="{FF2B5EF4-FFF2-40B4-BE49-F238E27FC236}">
                      <a16:creationId xmlns:a16="http://schemas.microsoft.com/office/drawing/2014/main" id="{792EFCC6-F566-3EDD-B5D5-95C4185E1E1F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53">
                  <a:extLst>
                    <a:ext uri="{FF2B5EF4-FFF2-40B4-BE49-F238E27FC236}">
                      <a16:creationId xmlns:a16="http://schemas.microsoft.com/office/drawing/2014/main" id="{D9B82977-DE5F-B3CD-7ACE-B72307FC0FD6}"/>
                    </a:ext>
                  </a:extLst>
                </p:cNvPr>
                <p:cNvSpPr txBox="1"/>
                <p:nvPr/>
              </p:nvSpPr>
              <p:spPr>
                <a:xfrm>
                  <a:off x="8120305" y="455531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53">
                  <a:extLst>
                    <a:ext uri="{FF2B5EF4-FFF2-40B4-BE49-F238E27FC236}">
                      <a16:creationId xmlns:a16="http://schemas.microsoft.com/office/drawing/2014/main" id="{D9B82977-DE5F-B3CD-7ACE-B72307FC0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0305" y="4555315"/>
                  <a:ext cx="295688" cy="40011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52">
                  <a:extLst>
                    <a:ext uri="{FF2B5EF4-FFF2-40B4-BE49-F238E27FC236}">
                      <a16:creationId xmlns:a16="http://schemas.microsoft.com/office/drawing/2014/main" id="{EFE3376F-508D-E4F1-9B96-D2C0AABFCAF2}"/>
                    </a:ext>
                  </a:extLst>
                </p:cNvPr>
                <p:cNvSpPr txBox="1"/>
                <p:nvPr/>
              </p:nvSpPr>
              <p:spPr>
                <a:xfrm>
                  <a:off x="8402807" y="4555315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73" name="TextBox 52">
                  <a:extLst>
                    <a:ext uri="{FF2B5EF4-FFF2-40B4-BE49-F238E27FC236}">
                      <a16:creationId xmlns:a16="http://schemas.microsoft.com/office/drawing/2014/main" id="{EFE3376F-508D-E4F1-9B96-D2C0AABFC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2807" y="4555315"/>
                  <a:ext cx="357791" cy="40011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4F5D2360-C497-7ED3-A347-D587F2F9E2D0}"/>
                    </a:ext>
                  </a:extLst>
                </p:cNvPr>
                <p:cNvSpPr txBox="1"/>
                <p:nvPr/>
              </p:nvSpPr>
              <p:spPr>
                <a:xfrm>
                  <a:off x="8747726" y="455531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4F5D2360-C497-7ED3-A347-D587F2F9E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7726" y="4555315"/>
                  <a:ext cx="295688" cy="4001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54">
                  <a:extLst>
                    <a:ext uri="{FF2B5EF4-FFF2-40B4-BE49-F238E27FC236}">
                      <a16:creationId xmlns:a16="http://schemas.microsoft.com/office/drawing/2014/main" id="{081C0E2F-72C5-F060-0B47-6740BC2EA8B4}"/>
                    </a:ext>
                  </a:extLst>
                </p:cNvPr>
                <p:cNvSpPr txBox="1"/>
                <p:nvPr/>
              </p:nvSpPr>
              <p:spPr>
                <a:xfrm>
                  <a:off x="9025406" y="4577762"/>
                  <a:ext cx="38195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54">
                  <a:extLst>
                    <a:ext uri="{FF2B5EF4-FFF2-40B4-BE49-F238E27FC236}">
                      <a16:creationId xmlns:a16="http://schemas.microsoft.com/office/drawing/2014/main" id="{081C0E2F-72C5-F060-0B47-6740BC2EA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5406" y="4577762"/>
                  <a:ext cx="381958" cy="40395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文字方塊 106">
              <a:extLst>
                <a:ext uri="{FF2B5EF4-FFF2-40B4-BE49-F238E27FC236}">
                  <a16:creationId xmlns:a16="http://schemas.microsoft.com/office/drawing/2014/main" id="{487391E4-ABC4-C42D-CD37-29AFE59618BF}"/>
                </a:ext>
              </a:extLst>
            </p:cNvPr>
            <p:cNvSpPr txBox="1"/>
            <p:nvPr/>
          </p:nvSpPr>
          <p:spPr>
            <a:xfrm>
              <a:off x="9251352" y="445250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83">
                  <a:extLst>
                    <a:ext uri="{FF2B5EF4-FFF2-40B4-BE49-F238E27FC236}">
                      <a16:creationId xmlns:a16="http://schemas.microsoft.com/office/drawing/2014/main" id="{3F8AE1DE-D410-BFDC-9A63-CBDD55557A64}"/>
                    </a:ext>
                  </a:extLst>
                </p:cNvPr>
                <p:cNvSpPr txBox="1"/>
                <p:nvPr/>
              </p:nvSpPr>
              <p:spPr>
                <a:xfrm>
                  <a:off x="7214858" y="4564581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7" name="文字方塊 83">
                  <a:extLst>
                    <a:ext uri="{FF2B5EF4-FFF2-40B4-BE49-F238E27FC236}">
                      <a16:creationId xmlns:a16="http://schemas.microsoft.com/office/drawing/2014/main" id="{3F8AE1DE-D410-BFDC-9A63-CBDD55557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4858" y="4564581"/>
                  <a:ext cx="328449" cy="407099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10A824B5-84AB-D6F6-E7BE-830F41D6DDFA}"/>
              </a:ext>
            </a:extLst>
          </p:cNvPr>
          <p:cNvGrpSpPr/>
          <p:nvPr/>
        </p:nvGrpSpPr>
        <p:grpSpPr>
          <a:xfrm>
            <a:off x="7201672" y="5143358"/>
            <a:ext cx="1377706" cy="795134"/>
            <a:chOff x="7201672" y="5143358"/>
            <a:chExt cx="1377706" cy="795134"/>
          </a:xfrm>
        </p:grpSpPr>
        <p:grpSp>
          <p:nvGrpSpPr>
            <p:cNvPr id="78" name="群組 74">
              <a:extLst>
                <a:ext uri="{FF2B5EF4-FFF2-40B4-BE49-F238E27FC236}">
                  <a16:creationId xmlns:a16="http://schemas.microsoft.com/office/drawing/2014/main" id="{D4EC3370-3EC8-7270-8405-90DF82C22BA6}"/>
                </a:ext>
              </a:extLst>
            </p:cNvPr>
            <p:cNvGrpSpPr/>
            <p:nvPr/>
          </p:nvGrpSpPr>
          <p:grpSpPr>
            <a:xfrm>
              <a:off x="7543455" y="5143358"/>
              <a:ext cx="704039" cy="795134"/>
              <a:chOff x="2726278" y="4654003"/>
              <a:chExt cx="704039" cy="795134"/>
            </a:xfrm>
          </p:grpSpPr>
          <p:sp>
            <p:nvSpPr>
              <p:cNvPr id="79" name="文字方塊 75">
                <a:extLst>
                  <a:ext uri="{FF2B5EF4-FFF2-40B4-BE49-F238E27FC236}">
                    <a16:creationId xmlns:a16="http://schemas.microsoft.com/office/drawing/2014/main" id="{40AA9AEA-184B-252F-A7B9-57CADF3A4673}"/>
                  </a:ext>
                </a:extLst>
              </p:cNvPr>
              <p:cNvSpPr txBox="1"/>
              <p:nvPr/>
            </p:nvSpPr>
            <p:spPr>
              <a:xfrm>
                <a:off x="2726278" y="4654003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256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80" name="群組 76">
                <a:extLst>
                  <a:ext uri="{FF2B5EF4-FFF2-40B4-BE49-F238E27FC236}">
                    <a16:creationId xmlns:a16="http://schemas.microsoft.com/office/drawing/2014/main" id="{DE10C5D9-D5F7-9F51-DD1B-7719DA2EAAEB}"/>
                  </a:ext>
                </a:extLst>
              </p:cNvPr>
              <p:cNvGrpSpPr/>
              <p:nvPr/>
            </p:nvGrpSpPr>
            <p:grpSpPr>
              <a:xfrm>
                <a:off x="2771041" y="5036045"/>
                <a:ext cx="633369" cy="413092"/>
                <a:chOff x="2771041" y="5036045"/>
                <a:chExt cx="633369" cy="413092"/>
              </a:xfrm>
            </p:grpSpPr>
            <p:cxnSp>
              <p:nvCxnSpPr>
                <p:cNvPr id="81" name="直線接點 77">
                  <a:extLst>
                    <a:ext uri="{FF2B5EF4-FFF2-40B4-BE49-F238E27FC236}">
                      <a16:creationId xmlns:a16="http://schemas.microsoft.com/office/drawing/2014/main" id="{81FE28AA-A5E6-D327-9C80-59F88684DA3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771041" y="5036045"/>
                  <a:ext cx="633369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2" name="文字方塊 78">
                  <a:extLst>
                    <a:ext uri="{FF2B5EF4-FFF2-40B4-BE49-F238E27FC236}">
                      <a16:creationId xmlns:a16="http://schemas.microsoft.com/office/drawing/2014/main" id="{14D6B7A6-ACA9-736A-7939-4774B287FDBA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00B0F0"/>
                      </a:solidFill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52">
                  <a:extLst>
                    <a:ext uri="{FF2B5EF4-FFF2-40B4-BE49-F238E27FC236}">
                      <a16:creationId xmlns:a16="http://schemas.microsoft.com/office/drawing/2014/main" id="{4849F3D8-5F8C-1065-B288-B3C2577E30AF}"/>
                    </a:ext>
                  </a:extLst>
                </p:cNvPr>
                <p:cNvSpPr txBox="1"/>
                <p:nvPr/>
              </p:nvSpPr>
              <p:spPr>
                <a:xfrm>
                  <a:off x="8221587" y="5325345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TextBox 52">
                  <a:extLst>
                    <a:ext uri="{FF2B5EF4-FFF2-40B4-BE49-F238E27FC236}">
                      <a16:creationId xmlns:a16="http://schemas.microsoft.com/office/drawing/2014/main" id="{4849F3D8-5F8C-1065-B288-B3C2577E3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1587" y="5325345"/>
                  <a:ext cx="357791" cy="4001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3">
                  <a:extLst>
                    <a:ext uri="{FF2B5EF4-FFF2-40B4-BE49-F238E27FC236}">
                      <a16:creationId xmlns:a16="http://schemas.microsoft.com/office/drawing/2014/main" id="{955E1C46-4B2A-1446-7CBA-B9DAEF99AECD}"/>
                    </a:ext>
                  </a:extLst>
                </p:cNvPr>
                <p:cNvSpPr txBox="1"/>
                <p:nvPr/>
              </p:nvSpPr>
              <p:spPr>
                <a:xfrm>
                  <a:off x="7201672" y="5314927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8" name="文字方塊 83">
                  <a:extLst>
                    <a:ext uri="{FF2B5EF4-FFF2-40B4-BE49-F238E27FC236}">
                      <a16:creationId xmlns:a16="http://schemas.microsoft.com/office/drawing/2014/main" id="{955E1C46-4B2A-1446-7CBA-B9DAEF99AE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1672" y="5314927"/>
                  <a:ext cx="328449" cy="407099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群組 245">
            <a:extLst>
              <a:ext uri="{FF2B5EF4-FFF2-40B4-BE49-F238E27FC236}">
                <a16:creationId xmlns:a16="http://schemas.microsoft.com/office/drawing/2014/main" id="{CE947F48-F563-6A3E-9F6D-D224BCA21E74}"/>
              </a:ext>
            </a:extLst>
          </p:cNvPr>
          <p:cNvGrpSpPr/>
          <p:nvPr/>
        </p:nvGrpSpPr>
        <p:grpSpPr>
          <a:xfrm>
            <a:off x="8591280" y="5319934"/>
            <a:ext cx="695743" cy="461825"/>
            <a:chOff x="2472626" y="4523351"/>
            <a:chExt cx="695743" cy="461825"/>
          </a:xfrm>
        </p:grpSpPr>
        <p:sp>
          <p:nvSpPr>
            <p:cNvPr id="100" name="文字方塊 249">
              <a:extLst>
                <a:ext uri="{FF2B5EF4-FFF2-40B4-BE49-F238E27FC236}">
                  <a16:creationId xmlns:a16="http://schemas.microsoft.com/office/drawing/2014/main" id="{81572AFF-DB03-EC82-4E62-785852632EA0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01" name="文字方塊 247">
              <a:extLst>
                <a:ext uri="{FF2B5EF4-FFF2-40B4-BE49-F238E27FC236}">
                  <a16:creationId xmlns:a16="http://schemas.microsoft.com/office/drawing/2014/main" id="{998BBE79-1ACE-8410-88C5-8B78B9E37199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02" name="文字方塊 249">
            <a:extLst>
              <a:ext uri="{FF2B5EF4-FFF2-40B4-BE49-F238E27FC236}">
                <a16:creationId xmlns:a16="http://schemas.microsoft.com/office/drawing/2014/main" id="{F048241A-5334-A13D-75F7-AAEFECA8E602}"/>
              </a:ext>
            </a:extLst>
          </p:cNvPr>
          <p:cNvSpPr txBox="1"/>
          <p:nvPr/>
        </p:nvSpPr>
        <p:spPr>
          <a:xfrm>
            <a:off x="4874889" y="5430932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4C0C428A-F523-1C94-3F55-5753C085322C}"/>
              </a:ext>
            </a:extLst>
          </p:cNvPr>
          <p:cNvGrpSpPr/>
          <p:nvPr/>
        </p:nvGrpSpPr>
        <p:grpSpPr>
          <a:xfrm>
            <a:off x="533824" y="5915608"/>
            <a:ext cx="9365185" cy="795134"/>
            <a:chOff x="533824" y="5915608"/>
            <a:chExt cx="9365185" cy="7951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260">
                  <a:extLst>
                    <a:ext uri="{FF2B5EF4-FFF2-40B4-BE49-F238E27FC236}">
                      <a16:creationId xmlns:a16="http://schemas.microsoft.com/office/drawing/2014/main" id="{57DF3205-A6A5-4F5C-F7C6-EF051889A5FC}"/>
                    </a:ext>
                  </a:extLst>
                </p:cNvPr>
                <p:cNvSpPr txBox="1"/>
                <p:nvPr/>
              </p:nvSpPr>
              <p:spPr>
                <a:xfrm>
                  <a:off x="533824" y="6077131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1" name="文字方塊 260">
                  <a:extLst>
                    <a:ext uri="{FF2B5EF4-FFF2-40B4-BE49-F238E27FC236}">
                      <a16:creationId xmlns:a16="http://schemas.microsoft.com/office/drawing/2014/main" id="{57DF3205-A6A5-4F5C-F7C6-EF051889A5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824" y="6077131"/>
                  <a:ext cx="238419" cy="461665"/>
                </a:xfrm>
                <a:prstGeom prst="rect">
                  <a:avLst/>
                </a:prstGeom>
                <a:blipFill>
                  <a:blip r:embed="rId41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TextBox 15">
              <a:extLst>
                <a:ext uri="{FF2B5EF4-FFF2-40B4-BE49-F238E27FC236}">
                  <a16:creationId xmlns:a16="http://schemas.microsoft.com/office/drawing/2014/main" id="{345D9E05-5C8C-9D5C-C83E-4E79E99149D1}"/>
                </a:ext>
              </a:extLst>
            </p:cNvPr>
            <p:cNvSpPr txBox="1"/>
            <p:nvPr/>
          </p:nvSpPr>
          <p:spPr>
            <a:xfrm>
              <a:off x="796954" y="6118915"/>
              <a:ext cx="9102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surface area of large sphere is                     . The answer is D.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grpSp>
          <p:nvGrpSpPr>
            <p:cNvPr id="93" name="群組 245">
              <a:extLst>
                <a:ext uri="{FF2B5EF4-FFF2-40B4-BE49-F238E27FC236}">
                  <a16:creationId xmlns:a16="http://schemas.microsoft.com/office/drawing/2014/main" id="{B6E46D5B-A203-4D01-C0DB-B4ABC0FB242D}"/>
                </a:ext>
              </a:extLst>
            </p:cNvPr>
            <p:cNvGrpSpPr/>
            <p:nvPr/>
          </p:nvGrpSpPr>
          <p:grpSpPr>
            <a:xfrm>
              <a:off x="6624441" y="6041971"/>
              <a:ext cx="798167" cy="477054"/>
              <a:chOff x="2472626" y="4508122"/>
              <a:chExt cx="798167" cy="477054"/>
            </a:xfrm>
          </p:grpSpPr>
          <p:sp>
            <p:nvSpPr>
              <p:cNvPr id="94" name="文字方塊 249">
                <a:extLst>
                  <a:ext uri="{FF2B5EF4-FFF2-40B4-BE49-F238E27FC236}">
                    <a16:creationId xmlns:a16="http://schemas.microsoft.com/office/drawing/2014/main" id="{2F2F13EB-A9A7-A953-2856-EFBF2E471F11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673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cm</a:t>
                </a:r>
              </a:p>
            </p:txBody>
          </p:sp>
          <p:sp>
            <p:nvSpPr>
              <p:cNvPr id="95" name="文字方塊 247">
                <a:extLst>
                  <a:ext uri="{FF2B5EF4-FFF2-40B4-BE49-F238E27FC236}">
                    <a16:creationId xmlns:a16="http://schemas.microsoft.com/office/drawing/2014/main" id="{B52F56A0-57E6-695B-CB46-B3ED0E8A74C0}"/>
                  </a:ext>
                </a:extLst>
              </p:cNvPr>
              <p:cNvSpPr txBox="1"/>
              <p:nvPr/>
            </p:nvSpPr>
            <p:spPr>
              <a:xfrm>
                <a:off x="2981931" y="450812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grpSp>
          <p:nvGrpSpPr>
            <p:cNvPr id="103" name="群組 74">
              <a:extLst>
                <a:ext uri="{FF2B5EF4-FFF2-40B4-BE49-F238E27FC236}">
                  <a16:creationId xmlns:a16="http://schemas.microsoft.com/office/drawing/2014/main" id="{0AE83FA4-971A-EE43-08A9-A907A5AECFBA}"/>
                </a:ext>
              </a:extLst>
            </p:cNvPr>
            <p:cNvGrpSpPr/>
            <p:nvPr/>
          </p:nvGrpSpPr>
          <p:grpSpPr>
            <a:xfrm>
              <a:off x="5743980" y="5915608"/>
              <a:ext cx="704039" cy="795134"/>
              <a:chOff x="2726278" y="4654003"/>
              <a:chExt cx="704039" cy="795134"/>
            </a:xfrm>
          </p:grpSpPr>
          <p:sp>
            <p:nvSpPr>
              <p:cNvPr id="104" name="文字方塊 75">
                <a:extLst>
                  <a:ext uri="{FF2B5EF4-FFF2-40B4-BE49-F238E27FC236}">
                    <a16:creationId xmlns:a16="http://schemas.microsoft.com/office/drawing/2014/main" id="{22FF1CC7-CA9F-7BAC-EEAE-5E9AE86B8212}"/>
                  </a:ext>
                </a:extLst>
              </p:cNvPr>
              <p:cNvSpPr txBox="1"/>
              <p:nvPr/>
            </p:nvSpPr>
            <p:spPr>
              <a:xfrm>
                <a:off x="2726278" y="4654003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256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05" name="群組 76">
                <a:extLst>
                  <a:ext uri="{FF2B5EF4-FFF2-40B4-BE49-F238E27FC236}">
                    <a16:creationId xmlns:a16="http://schemas.microsoft.com/office/drawing/2014/main" id="{F60DE50B-DF92-73FF-F0D2-17E9D21CD1D2}"/>
                  </a:ext>
                </a:extLst>
              </p:cNvPr>
              <p:cNvGrpSpPr/>
              <p:nvPr/>
            </p:nvGrpSpPr>
            <p:grpSpPr>
              <a:xfrm>
                <a:off x="2771041" y="5036045"/>
                <a:ext cx="633369" cy="413092"/>
                <a:chOff x="2771041" y="5036045"/>
                <a:chExt cx="633369" cy="413092"/>
              </a:xfrm>
            </p:grpSpPr>
            <p:cxnSp>
              <p:nvCxnSpPr>
                <p:cNvPr id="106" name="直線接點 77">
                  <a:extLst>
                    <a:ext uri="{FF2B5EF4-FFF2-40B4-BE49-F238E27FC236}">
                      <a16:creationId xmlns:a16="http://schemas.microsoft.com/office/drawing/2014/main" id="{C5CA4AAB-9297-A931-ED91-824357725B7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771041" y="5036045"/>
                  <a:ext cx="633369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07" name="文字方塊 78">
                  <a:extLst>
                    <a:ext uri="{FF2B5EF4-FFF2-40B4-BE49-F238E27FC236}">
                      <a16:creationId xmlns:a16="http://schemas.microsoft.com/office/drawing/2014/main" id="{507130F0-2400-D401-21CC-33A48B93F00E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52">
                  <a:extLst>
                    <a:ext uri="{FF2B5EF4-FFF2-40B4-BE49-F238E27FC236}">
                      <a16:creationId xmlns:a16="http://schemas.microsoft.com/office/drawing/2014/main" id="{E9A24454-AB85-62A5-2B6F-144D65BC0ED1}"/>
                    </a:ext>
                  </a:extLst>
                </p:cNvPr>
                <p:cNvSpPr txBox="1"/>
                <p:nvPr/>
              </p:nvSpPr>
              <p:spPr>
                <a:xfrm>
                  <a:off x="6422112" y="6097595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52">
                  <a:extLst>
                    <a:ext uri="{FF2B5EF4-FFF2-40B4-BE49-F238E27FC236}">
                      <a16:creationId xmlns:a16="http://schemas.microsoft.com/office/drawing/2014/main" id="{E9A24454-AB85-62A5-2B6F-144D65BC0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2112" y="6097595"/>
                  <a:ext cx="357791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7D4434BC-FC4A-E8E6-7B70-14E86E9EE762}"/>
              </a:ext>
            </a:extLst>
          </p:cNvPr>
          <p:cNvGrpSpPr/>
          <p:nvPr/>
        </p:nvGrpSpPr>
        <p:grpSpPr>
          <a:xfrm>
            <a:off x="506867" y="2594555"/>
            <a:ext cx="1334515" cy="288950"/>
            <a:chOff x="506867" y="2594555"/>
            <a:chExt cx="1334515" cy="28895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9" name="筆跡 11">
                  <a:extLst>
                    <a:ext uri="{FF2B5EF4-FFF2-40B4-BE49-F238E27FC236}">
                      <a16:creationId xmlns:a16="http://schemas.microsoft.com/office/drawing/2014/main" id="{8338D820-AF6D-CE4E-CC8A-92C729807047}"/>
                    </a:ext>
                  </a:extLst>
                </p14:cNvPr>
                <p14:cNvContentPartPr/>
                <p14:nvPr/>
              </p14:nvContentPartPr>
              <p14:xfrm>
                <a:off x="506867" y="2719068"/>
                <a:ext cx="1334515" cy="45719"/>
              </p14:xfrm>
            </p:contentPart>
          </mc:Choice>
          <mc:Fallback xmlns="">
            <p:pic>
              <p:nvPicPr>
                <p:cNvPr id="109" name="筆跡 11">
                  <a:extLst>
                    <a:ext uri="{FF2B5EF4-FFF2-40B4-BE49-F238E27FC236}">
                      <a16:creationId xmlns:a16="http://schemas.microsoft.com/office/drawing/2014/main" id="{8338D820-AF6D-CE4E-CC8A-92C72980704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2838" y="-10996632"/>
                  <a:ext cx="1442213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0" name="筆跡 11">
                  <a:extLst>
                    <a:ext uri="{FF2B5EF4-FFF2-40B4-BE49-F238E27FC236}">
                      <a16:creationId xmlns:a16="http://schemas.microsoft.com/office/drawing/2014/main" id="{23662E96-4724-E9AD-2D57-259E7732B540}"/>
                    </a:ext>
                  </a:extLst>
                </p14:cNvPr>
                <p14:cNvContentPartPr/>
                <p14:nvPr/>
              </p14:nvContentPartPr>
              <p14:xfrm>
                <a:off x="878702" y="2594555"/>
                <a:ext cx="408678" cy="45719"/>
              </p14:xfrm>
            </p:contentPart>
          </mc:Choice>
          <mc:Fallback xmlns="">
            <p:pic>
              <p:nvPicPr>
                <p:cNvPr id="110" name="筆跡 11">
                  <a:extLst>
                    <a:ext uri="{FF2B5EF4-FFF2-40B4-BE49-F238E27FC236}">
                      <a16:creationId xmlns:a16="http://schemas.microsoft.com/office/drawing/2014/main" id="{23662E96-4724-E9AD-2D57-259E7732B54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4692" y="-11121145"/>
                  <a:ext cx="516339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1" name="筆跡 11">
                  <a:extLst>
                    <a:ext uri="{FF2B5EF4-FFF2-40B4-BE49-F238E27FC236}">
                      <a16:creationId xmlns:a16="http://schemas.microsoft.com/office/drawing/2014/main" id="{D5D1B5BE-2A8D-8A60-CFDC-DD9DC82A92A2}"/>
                    </a:ext>
                  </a:extLst>
                </p14:cNvPr>
                <p14:cNvContentPartPr/>
                <p14:nvPr/>
              </p14:nvContentPartPr>
              <p14:xfrm>
                <a:off x="1043557" y="2837786"/>
                <a:ext cx="78968" cy="45719"/>
              </p14:xfrm>
            </p:contentPart>
          </mc:Choice>
          <mc:Fallback xmlns="">
            <p:pic>
              <p:nvPicPr>
                <p:cNvPr id="111" name="筆跡 11">
                  <a:extLst>
                    <a:ext uri="{FF2B5EF4-FFF2-40B4-BE49-F238E27FC236}">
                      <a16:creationId xmlns:a16="http://schemas.microsoft.com/office/drawing/2014/main" id="{D5D1B5BE-2A8D-8A60-CFDC-DD9DC82A92A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9715" y="-10877914"/>
                  <a:ext cx="186293" cy="274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4ADE4739-516B-5EAE-663B-AE2DDA8FC759}"/>
              </a:ext>
            </a:extLst>
          </p:cNvPr>
          <p:cNvGrpSpPr/>
          <p:nvPr/>
        </p:nvGrpSpPr>
        <p:grpSpPr>
          <a:xfrm>
            <a:off x="8990134" y="763980"/>
            <a:ext cx="2067235" cy="1950431"/>
            <a:chOff x="8990134" y="763980"/>
            <a:chExt cx="2067235" cy="1950431"/>
          </a:xfrm>
        </p:grpSpPr>
        <p:grpSp>
          <p:nvGrpSpPr>
            <p:cNvPr id="4" name="Group 7">
              <a:extLst>
                <a:ext uri="{FF2B5EF4-FFF2-40B4-BE49-F238E27FC236}">
                  <a16:creationId xmlns:a16="http://schemas.microsoft.com/office/drawing/2014/main" id="{703C9990-436B-EBC9-6598-73AF2763A75B}"/>
                </a:ext>
              </a:extLst>
            </p:cNvPr>
            <p:cNvGrpSpPr/>
            <p:nvPr/>
          </p:nvGrpSpPr>
          <p:grpSpPr>
            <a:xfrm>
              <a:off x="8990134" y="763980"/>
              <a:ext cx="2067235" cy="1950431"/>
              <a:chOff x="9227123" y="9013841"/>
              <a:chExt cx="840513" cy="214462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13AAA7F-286D-DD58-BA4D-CFDE8F3E5AEC}"/>
                  </a:ext>
                </a:extLst>
              </p:cNvPr>
              <p:cNvSpPr/>
              <p:nvPr/>
            </p:nvSpPr>
            <p:spPr>
              <a:xfrm>
                <a:off x="9227127" y="9013841"/>
                <a:ext cx="840509" cy="2144623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D9F1E2F8-BFC2-02B3-83D1-507062B468F9}"/>
                  </a:ext>
                </a:extLst>
              </p:cNvPr>
              <p:cNvSpPr/>
              <p:nvPr/>
            </p:nvSpPr>
            <p:spPr>
              <a:xfrm>
                <a:off x="9227125" y="9677277"/>
                <a:ext cx="840509" cy="977382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1176A762-721D-6F29-A2BC-D682F56D8E62}"/>
                  </a:ext>
                </a:extLst>
              </p:cNvPr>
              <p:cNvSpPr/>
              <p:nvPr/>
            </p:nvSpPr>
            <p:spPr>
              <a:xfrm flipV="1">
                <a:off x="9227123" y="9652687"/>
                <a:ext cx="840509" cy="862035"/>
              </a:xfrm>
              <a:prstGeom prst="arc">
                <a:avLst>
                  <a:gd name="adj1" fmla="val 10931580"/>
                  <a:gd name="adj2" fmla="val 143650"/>
                </a:avLst>
              </a:prstGeom>
              <a:grpFill/>
              <a:ln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D828839-F5CE-6882-55F3-7548A3FBD0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9975" y="10124332"/>
                <a:ext cx="417405" cy="0"/>
              </a:xfrm>
              <a:prstGeom prst="line">
                <a:avLst/>
              </a:prstGeom>
              <a:grpFill/>
              <a:ln w="28575">
                <a:solidFill>
                  <a:srgbClr val="92D05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字方塊 29">
              <a:extLst>
                <a:ext uri="{FF2B5EF4-FFF2-40B4-BE49-F238E27FC236}">
                  <a16:creationId xmlns:a16="http://schemas.microsoft.com/office/drawing/2014/main" id="{382D508C-C1C1-3EB5-6E89-AF7EA2F8E520}"/>
                </a:ext>
              </a:extLst>
            </p:cNvPr>
            <p:cNvSpPr txBox="1"/>
            <p:nvPr/>
          </p:nvSpPr>
          <p:spPr>
            <a:xfrm>
              <a:off x="9360509" y="1411674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682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  <p:bldP spid="55" grpId="0"/>
      <p:bldP spid="1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5068908D-DADA-AD1B-604E-66F07F67CD2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8749" y="229835"/>
            <a:ext cx="10326541" cy="4832315"/>
            <a:chOff x="258749" y="229835"/>
            <a:chExt cx="10326541" cy="483231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6024178A-A836-5734-2CE4-9167C310FF0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l="71355" t="31796" r="8760"/>
            <a:stretch>
              <a:fillRect/>
            </a:stretch>
          </p:blipFill>
          <p:spPr>
            <a:xfrm>
              <a:off x="768664" y="3119459"/>
              <a:ext cx="2053419" cy="1942691"/>
            </a:xfrm>
            <a:prstGeom prst="rect">
              <a:avLst/>
            </a:prstGeom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A05AD8CF-DE7E-6021-BD5D-C2A49D921D3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b="66972"/>
            <a:stretch>
              <a:fillRect/>
            </a:stretch>
          </p:blipFill>
          <p:spPr>
            <a:xfrm>
              <a:off x="258749" y="229835"/>
              <a:ext cx="10326541" cy="940777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04169FE8-1DCD-BB4D-A6BB-4F6E8FBFD77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l="2767" t="33690" r="79763" b="8724"/>
            <a:stretch>
              <a:fillRect/>
            </a:stretch>
          </p:blipFill>
          <p:spPr>
            <a:xfrm>
              <a:off x="362351" y="1244554"/>
              <a:ext cx="1804079" cy="1640294"/>
            </a:xfrm>
            <a:prstGeom prst="rect">
              <a:avLst/>
            </a:prstGeom>
          </p:spPr>
        </p:pic>
      </p:grpSp>
      <p:grpSp>
        <p:nvGrpSpPr>
          <p:cNvPr id="154" name="群組 153">
            <a:extLst>
              <a:ext uri="{FF2B5EF4-FFF2-40B4-BE49-F238E27FC236}">
                <a16:creationId xmlns:a16="http://schemas.microsoft.com/office/drawing/2014/main" id="{9758D927-9161-DC36-E6E4-10084AB9AE7D}"/>
              </a:ext>
            </a:extLst>
          </p:cNvPr>
          <p:cNvGrpSpPr/>
          <p:nvPr/>
        </p:nvGrpSpPr>
        <p:grpSpPr>
          <a:xfrm>
            <a:off x="3023321" y="1265659"/>
            <a:ext cx="8884850" cy="477054"/>
            <a:chOff x="3023321" y="1265659"/>
            <a:chExt cx="8884850" cy="477054"/>
          </a:xfrm>
        </p:grpSpPr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28CA8A43-0C95-D6D4-0D8B-597A1E4E99D8}"/>
                </a:ext>
              </a:extLst>
            </p:cNvPr>
            <p:cNvSpPr txBox="1"/>
            <p:nvPr/>
          </p:nvSpPr>
          <p:spPr>
            <a:xfrm>
              <a:off x="3023321" y="1342603"/>
              <a:ext cx="8884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Let 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     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and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h cm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be the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capacity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and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height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of the vessel.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grpSp>
          <p:nvGrpSpPr>
            <p:cNvPr id="29" name="群組 245">
              <a:extLst>
                <a:ext uri="{FF2B5EF4-FFF2-40B4-BE49-F238E27FC236}">
                  <a16:creationId xmlns:a16="http://schemas.microsoft.com/office/drawing/2014/main" id="{E31127C2-BF9F-39F1-19C0-ABDCED6D8000}"/>
                </a:ext>
              </a:extLst>
            </p:cNvPr>
            <p:cNvGrpSpPr/>
            <p:nvPr/>
          </p:nvGrpSpPr>
          <p:grpSpPr>
            <a:xfrm>
              <a:off x="4104870" y="1265659"/>
              <a:ext cx="798167" cy="477054"/>
              <a:chOff x="2472626" y="4508122"/>
              <a:chExt cx="798167" cy="477054"/>
            </a:xfrm>
          </p:grpSpPr>
          <p:sp>
            <p:nvSpPr>
              <p:cNvPr id="30" name="文字方塊 249">
                <a:extLst>
                  <a:ext uri="{FF2B5EF4-FFF2-40B4-BE49-F238E27FC236}">
                    <a16:creationId xmlns:a16="http://schemas.microsoft.com/office/drawing/2014/main" id="{0B0B2C93-18C2-C79B-03CB-3FADED6576F2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673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 cm</a:t>
                </a:r>
              </a:p>
            </p:txBody>
          </p:sp>
          <p:sp>
            <p:nvSpPr>
              <p:cNvPr id="31" name="文字方塊 247">
                <a:extLst>
                  <a:ext uri="{FF2B5EF4-FFF2-40B4-BE49-F238E27FC236}">
                    <a16:creationId xmlns:a16="http://schemas.microsoft.com/office/drawing/2014/main" id="{C147484E-E23D-6ECB-AF86-F279EB2ED182}"/>
                  </a:ext>
                </a:extLst>
              </p:cNvPr>
              <p:cNvSpPr txBox="1"/>
              <p:nvPr/>
            </p:nvSpPr>
            <p:spPr>
              <a:xfrm>
                <a:off x="2981931" y="450812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5">
                <a:extLst>
                  <a:ext uri="{FF2B5EF4-FFF2-40B4-BE49-F238E27FC236}">
                    <a16:creationId xmlns:a16="http://schemas.microsoft.com/office/drawing/2014/main" id="{37D14695-6E4A-2FB2-8A8D-87ED34FFE397}"/>
                  </a:ext>
                </a:extLst>
              </p:cNvPr>
              <p:cNvSpPr txBox="1"/>
              <p:nvPr/>
            </p:nvSpPr>
            <p:spPr>
              <a:xfrm>
                <a:off x="4300666" y="1936327"/>
                <a:ext cx="22296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Volume ratio 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" name="TextBox 15">
                <a:extLst>
                  <a:ext uri="{FF2B5EF4-FFF2-40B4-BE49-F238E27FC236}">
                    <a16:creationId xmlns:a16="http://schemas.microsoft.com/office/drawing/2014/main" id="{37D14695-6E4A-2FB2-8A8D-87ED34FFE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666" y="1936327"/>
                <a:ext cx="222967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>
            <a:extLst>
              <a:ext uri="{FF2B5EF4-FFF2-40B4-BE49-F238E27FC236}">
                <a16:creationId xmlns:a16="http://schemas.microsoft.com/office/drawing/2014/main" id="{8F47F45E-1AAD-ABD1-276D-D3D766DA256C}"/>
              </a:ext>
            </a:extLst>
          </p:cNvPr>
          <p:cNvGrpSpPr/>
          <p:nvPr/>
        </p:nvGrpSpPr>
        <p:grpSpPr>
          <a:xfrm>
            <a:off x="6628399" y="1742713"/>
            <a:ext cx="1001698" cy="819178"/>
            <a:chOff x="5618022" y="1773501"/>
            <a:chExt cx="1001698" cy="819178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F924EE3D-648F-21C0-DA92-A06C8132FA53}"/>
                </a:ext>
              </a:extLst>
            </p:cNvPr>
            <p:cNvGrpSpPr/>
            <p:nvPr/>
          </p:nvGrpSpPr>
          <p:grpSpPr>
            <a:xfrm>
              <a:off x="5871227" y="1792459"/>
              <a:ext cx="440797" cy="800220"/>
              <a:chOff x="5732419" y="1792459"/>
              <a:chExt cx="440797" cy="800220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C7B24F41-BEBA-B623-DA13-A88E9E639DCB}"/>
                  </a:ext>
                </a:extLst>
              </p:cNvPr>
              <p:cNvGrpSpPr/>
              <p:nvPr/>
            </p:nvGrpSpPr>
            <p:grpSpPr>
              <a:xfrm>
                <a:off x="5735960" y="1792459"/>
                <a:ext cx="419957" cy="400110"/>
                <a:chOff x="3533569" y="4005064"/>
                <a:chExt cx="419957" cy="400110"/>
              </a:xfrm>
            </p:grpSpPr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F6EBEE5B-297B-B832-B60E-040E7E4FA1B5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DD51BF8D-49D2-7E29-73E4-BEC993B5E058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519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B773D645-0EB0-55D9-F429-5DFEFD9CF18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32419" y="2192569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EE09A2F5-7019-C278-48AB-F4F2D73FC3AE}"/>
                  </a:ext>
                </a:extLst>
              </p:cNvPr>
              <p:cNvGrpSpPr/>
              <p:nvPr/>
            </p:nvGrpSpPr>
            <p:grpSpPr>
              <a:xfrm>
                <a:off x="5732419" y="2192569"/>
                <a:ext cx="440797" cy="400110"/>
                <a:chOff x="3533569" y="4005064"/>
                <a:chExt cx="440797" cy="400110"/>
              </a:xfrm>
            </p:grpSpPr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45056DC9-C94D-8D7B-F8CB-A2EF998A93F1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90917207-AB17-EEF6-92D7-9324F1391874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72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2</a:t>
                  </a:r>
                </a:p>
              </p:txBody>
            </p:sp>
          </p:grp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4DFD9359-51F7-A70B-F772-B6DBC166C650}"/>
                </a:ext>
              </a:extLst>
            </p:cNvPr>
            <p:cNvGrpSpPr/>
            <p:nvPr/>
          </p:nvGrpSpPr>
          <p:grpSpPr>
            <a:xfrm>
              <a:off x="5618022" y="1773501"/>
              <a:ext cx="1001698" cy="738664"/>
              <a:chOff x="5618022" y="1773501"/>
              <a:chExt cx="1001698" cy="738664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1429859-B645-F5D2-1F9E-795BDD0320C2}"/>
                  </a:ext>
                </a:extLst>
              </p:cNvPr>
              <p:cNvSpPr txBox="1"/>
              <p:nvPr/>
            </p:nvSpPr>
            <p:spPr>
              <a:xfrm>
                <a:off x="5618022" y="1927390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</a:t>
                </a:r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 </a:t>
                </a:r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F469F7A-7400-E055-723E-F461E7155D3A}"/>
                  </a:ext>
                </a:extLst>
              </p:cNvPr>
              <p:cNvSpPr txBox="1"/>
              <p:nvPr/>
            </p:nvSpPr>
            <p:spPr>
              <a:xfrm>
                <a:off x="6294725" y="1773501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AA7678E-6B2A-3E61-61D2-36B571987C56}"/>
                  </a:ext>
                </a:extLst>
              </p:cNvPr>
              <p:cNvSpPr txBox="1"/>
              <p:nvPr/>
            </p:nvSpPr>
            <p:spPr>
              <a:xfrm>
                <a:off x="7481829" y="19617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AA7678E-6B2A-3E61-61D2-36B571987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829" y="1961726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群組 17">
            <a:extLst>
              <a:ext uri="{FF2B5EF4-FFF2-40B4-BE49-F238E27FC236}">
                <a16:creationId xmlns:a16="http://schemas.microsoft.com/office/drawing/2014/main" id="{E24C7437-8C01-F8F1-236A-1B7F1AAEE218}"/>
              </a:ext>
            </a:extLst>
          </p:cNvPr>
          <p:cNvGrpSpPr/>
          <p:nvPr/>
        </p:nvGrpSpPr>
        <p:grpSpPr>
          <a:xfrm>
            <a:off x="7850929" y="1801741"/>
            <a:ext cx="532376" cy="760150"/>
            <a:chOff x="5660411" y="1770310"/>
            <a:chExt cx="532376" cy="76015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3408A959-F71D-603A-BEC4-0BE588292E79}"/>
                </a:ext>
              </a:extLst>
            </p:cNvPr>
            <p:cNvGrpSpPr/>
            <p:nvPr/>
          </p:nvGrpSpPr>
          <p:grpSpPr>
            <a:xfrm>
              <a:off x="5660411" y="1770310"/>
              <a:ext cx="532376" cy="400110"/>
              <a:chOff x="3458020" y="3982915"/>
              <a:chExt cx="532376" cy="400110"/>
            </a:xfrm>
          </p:grpSpPr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3EC859F-6EA7-B9C5-1776-54C636B36D59}"/>
                  </a:ext>
                </a:extLst>
              </p:cNvPr>
              <p:cNvSpPr txBox="1"/>
              <p:nvPr/>
            </p:nvSpPr>
            <p:spPr>
              <a:xfrm>
                <a:off x="3458020" y="398291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1B16070-A366-DC09-9D57-E0CCB354581F}"/>
                  </a:ext>
                </a:extLst>
              </p:cNvPr>
              <p:cNvSpPr txBox="1"/>
              <p:nvPr/>
            </p:nvSpPr>
            <p:spPr>
              <a:xfrm>
                <a:off x="3701534" y="4106026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</a:p>
            </p:txBody>
          </p:sp>
        </p:grp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F68A7732-B867-5AC2-5AB9-F60E3BE8FFF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635" y="2130350"/>
              <a:ext cx="42349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9B45FE82-6BB2-BF33-A75C-3E0AED741C5A}"/>
                </a:ext>
              </a:extLst>
            </p:cNvPr>
            <p:cNvGrpSpPr/>
            <p:nvPr/>
          </p:nvGrpSpPr>
          <p:grpSpPr>
            <a:xfrm>
              <a:off x="5660411" y="2130350"/>
              <a:ext cx="528835" cy="400110"/>
              <a:chOff x="3461561" y="3942845"/>
              <a:chExt cx="528835" cy="400110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7A6BFD1-94C6-DF79-64FB-3681F31EED19}"/>
                  </a:ext>
                </a:extLst>
              </p:cNvPr>
              <p:cNvSpPr txBox="1"/>
              <p:nvPr/>
            </p:nvSpPr>
            <p:spPr>
              <a:xfrm>
                <a:off x="3461561" y="394284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063E455-3B12-BD9B-796F-3F75F813B3D9}"/>
                  </a:ext>
                </a:extLst>
              </p:cNvPr>
              <p:cNvSpPr txBox="1"/>
              <p:nvPr/>
            </p:nvSpPr>
            <p:spPr>
              <a:xfrm>
                <a:off x="3701534" y="4065956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54">
                <a:extLst>
                  <a:ext uri="{FF2B5EF4-FFF2-40B4-BE49-F238E27FC236}">
                    <a16:creationId xmlns:a16="http://schemas.microsoft.com/office/drawing/2014/main" id="{5AB237CC-621E-B290-626E-129B09C78E89}"/>
                  </a:ext>
                </a:extLst>
              </p:cNvPr>
              <p:cNvSpPr txBox="1"/>
              <p:nvPr/>
            </p:nvSpPr>
            <p:spPr>
              <a:xfrm>
                <a:off x="3906922" y="1874772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54">
                <a:extLst>
                  <a:ext uri="{FF2B5EF4-FFF2-40B4-BE49-F238E27FC236}">
                    <a16:creationId xmlns:a16="http://schemas.microsoft.com/office/drawing/2014/main" id="{5AB237CC-621E-B290-626E-129B09C78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922" y="1874772"/>
                <a:ext cx="29568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群組 147">
            <a:extLst>
              <a:ext uri="{FF2B5EF4-FFF2-40B4-BE49-F238E27FC236}">
                <a16:creationId xmlns:a16="http://schemas.microsoft.com/office/drawing/2014/main" id="{1F6B71E3-CCCA-065B-307F-9E61A04AA156}"/>
              </a:ext>
            </a:extLst>
          </p:cNvPr>
          <p:cNvGrpSpPr/>
          <p:nvPr/>
        </p:nvGrpSpPr>
        <p:grpSpPr>
          <a:xfrm>
            <a:off x="4078602" y="2534683"/>
            <a:ext cx="6629620" cy="796027"/>
            <a:chOff x="4078602" y="2534683"/>
            <a:chExt cx="6629620" cy="7960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260">
                  <a:extLst>
                    <a:ext uri="{FF2B5EF4-FFF2-40B4-BE49-F238E27FC236}">
                      <a16:creationId xmlns:a16="http://schemas.microsoft.com/office/drawing/2014/main" id="{6CB769BE-680A-1274-1654-1ADA95FE2315}"/>
                    </a:ext>
                  </a:extLst>
                </p:cNvPr>
                <p:cNvSpPr txBox="1"/>
                <p:nvPr/>
              </p:nvSpPr>
              <p:spPr>
                <a:xfrm>
                  <a:off x="4078602" y="2703128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7" name="文字方塊 260">
                  <a:extLst>
                    <a:ext uri="{FF2B5EF4-FFF2-40B4-BE49-F238E27FC236}">
                      <a16:creationId xmlns:a16="http://schemas.microsoft.com/office/drawing/2014/main" id="{6CB769BE-680A-1274-1654-1ADA95FE2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8602" y="2703128"/>
                  <a:ext cx="238419" cy="461665"/>
                </a:xfrm>
                <a:prstGeom prst="rect">
                  <a:avLst/>
                </a:prstGeom>
                <a:blipFill>
                  <a:blip r:embed="rId7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E3565B8B-E99B-328A-4CDB-0BD0E651FA20}"/>
                </a:ext>
              </a:extLst>
            </p:cNvPr>
            <p:cNvSpPr txBox="1"/>
            <p:nvPr/>
          </p:nvSpPr>
          <p:spPr>
            <a:xfrm>
              <a:off x="4722908" y="2534683"/>
              <a:ext cx="25072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height of the vessel</a:t>
              </a:r>
              <a:endParaRPr lang="zh-HK" altLang="en-US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1BFC4296-860E-5BAF-5661-EF8D3EE6495F}"/>
                </a:ext>
              </a:extLst>
            </p:cNvPr>
            <p:cNvSpPr txBox="1"/>
            <p:nvPr/>
          </p:nvSpPr>
          <p:spPr>
            <a:xfrm>
              <a:off x="4934657" y="2961378"/>
              <a:ext cx="20241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d</a:t>
              </a:r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epth of water</a:t>
              </a:r>
              <a:endParaRPr lang="zh-HK" altLang="en-US" dirty="0">
                <a:solidFill>
                  <a:srgbClr val="92D050"/>
                </a:solidFill>
              </a:endParaRPr>
            </a:p>
          </p:txBody>
        </p: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032426BD-D2A8-BB30-A87B-B317DFB8BE0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2417" y="2925417"/>
              <a:ext cx="2444754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85ABA6D4-DD3B-028A-77F9-5D0121869A59}"/>
                </a:ext>
              </a:extLst>
            </p:cNvPr>
            <p:cNvSpPr txBox="1"/>
            <p:nvPr/>
          </p:nvSpPr>
          <p:spPr>
            <a:xfrm>
              <a:off x="4475038" y="2770911"/>
              <a:ext cx="29325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                                  )</a:t>
              </a:r>
              <a:endParaRPr lang="zh-HK" altLang="en-US" dirty="0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8303ED0D-A706-1FDF-3738-79FB66989BF4}"/>
                </a:ext>
              </a:extLst>
            </p:cNvPr>
            <p:cNvSpPr txBox="1"/>
            <p:nvPr/>
          </p:nvSpPr>
          <p:spPr>
            <a:xfrm>
              <a:off x="7256851" y="2549240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01DAAA33-3F83-BC32-960A-3E31DACE8B85}"/>
                    </a:ext>
                  </a:extLst>
                </p:cNvPr>
                <p:cNvSpPr txBox="1"/>
                <p:nvPr/>
              </p:nvSpPr>
              <p:spPr>
                <a:xfrm>
                  <a:off x="7487246" y="27193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01DAAA33-3F83-BC32-960A-3E31DACE8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7246" y="2719349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F2DD01B0-6B4D-ADF2-C17A-94D0637AC4C0}"/>
                </a:ext>
              </a:extLst>
            </p:cNvPr>
            <p:cNvSpPr txBox="1"/>
            <p:nvPr/>
          </p:nvSpPr>
          <p:spPr>
            <a:xfrm>
              <a:off x="7850929" y="2534683"/>
              <a:ext cx="28572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capacity of the vessel</a:t>
              </a:r>
              <a:endParaRPr lang="zh-HK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09BBB02F-318F-1239-D1FC-1CC5B038BA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19048" y="2909075"/>
              <a:ext cx="2709479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6C0D7002-17FA-9063-328C-012CE9452F37}"/>
                </a:ext>
              </a:extLst>
            </p:cNvPr>
            <p:cNvSpPr txBox="1"/>
            <p:nvPr/>
          </p:nvSpPr>
          <p:spPr>
            <a:xfrm>
              <a:off x="8098967" y="2961378"/>
              <a:ext cx="2277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v</a:t>
              </a:r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olume of water</a:t>
              </a:r>
              <a:endParaRPr lang="zh-HK" altLang="en-US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F0B6DCDF-A3A0-71A7-1F87-1328D3EFD2E9}"/>
              </a:ext>
            </a:extLst>
          </p:cNvPr>
          <p:cNvGrpSpPr/>
          <p:nvPr/>
        </p:nvGrpSpPr>
        <p:grpSpPr>
          <a:xfrm>
            <a:off x="5688567" y="3355687"/>
            <a:ext cx="2951107" cy="1176733"/>
            <a:chOff x="5688567" y="3355687"/>
            <a:chExt cx="2951107" cy="1176733"/>
          </a:xfrm>
        </p:grpSpPr>
        <p:grpSp>
          <p:nvGrpSpPr>
            <p:cNvPr id="52" name="群組 15">
              <a:extLst>
                <a:ext uri="{FF2B5EF4-FFF2-40B4-BE49-F238E27FC236}">
                  <a16:creationId xmlns:a16="http://schemas.microsoft.com/office/drawing/2014/main" id="{7D993403-EC34-3AF2-164F-C30F84299438}"/>
                </a:ext>
              </a:extLst>
            </p:cNvPr>
            <p:cNvGrpSpPr/>
            <p:nvPr/>
          </p:nvGrpSpPr>
          <p:grpSpPr>
            <a:xfrm>
              <a:off x="5688567" y="3355687"/>
              <a:ext cx="1503589" cy="640914"/>
              <a:chOff x="947249" y="4589910"/>
              <a:chExt cx="1503589" cy="640914"/>
            </a:xfrm>
          </p:grpSpPr>
          <p:grpSp>
            <p:nvGrpSpPr>
              <p:cNvPr id="53" name="群組 16">
                <a:extLst>
                  <a:ext uri="{FF2B5EF4-FFF2-40B4-BE49-F238E27FC236}">
                    <a16:creationId xmlns:a16="http://schemas.microsoft.com/office/drawing/2014/main" id="{7B5AB6B9-51DA-AC4F-AA9C-78F12B229D4F}"/>
                  </a:ext>
                </a:extLst>
              </p:cNvPr>
              <p:cNvGrpSpPr/>
              <p:nvPr/>
            </p:nvGrpSpPr>
            <p:grpSpPr>
              <a:xfrm>
                <a:off x="1262291" y="4589910"/>
                <a:ext cx="982889" cy="400110"/>
                <a:chOff x="2277601" y="4665618"/>
                <a:chExt cx="982889" cy="400110"/>
              </a:xfrm>
            </p:grpSpPr>
            <p:sp>
              <p:nvSpPr>
                <p:cNvPr id="56" name="文字方塊 20">
                  <a:extLst>
                    <a:ext uri="{FF2B5EF4-FFF2-40B4-BE49-F238E27FC236}">
                      <a16:creationId xmlns:a16="http://schemas.microsoft.com/office/drawing/2014/main" id="{ED07E27E-BA08-3AF4-874F-D06332F8FED7}"/>
                    </a:ext>
                  </a:extLst>
                </p:cNvPr>
                <p:cNvSpPr txBox="1"/>
                <p:nvPr/>
              </p:nvSpPr>
              <p:spPr>
                <a:xfrm>
                  <a:off x="2611126" y="4665618"/>
                  <a:ext cx="35458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h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  <p:cxnSp>
              <p:nvCxnSpPr>
                <p:cNvPr id="58" name="直線接點 22">
                  <a:extLst>
                    <a:ext uri="{FF2B5EF4-FFF2-40B4-BE49-F238E27FC236}">
                      <a16:creationId xmlns:a16="http://schemas.microsoft.com/office/drawing/2014/main" id="{52FB25C5-F60E-5A3D-01F8-A292E16D5E1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277601" y="5034454"/>
                  <a:ext cx="982889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54" name="文字方塊 18">
                <a:extLst>
                  <a:ext uri="{FF2B5EF4-FFF2-40B4-BE49-F238E27FC236}">
                    <a16:creationId xmlns:a16="http://schemas.microsoft.com/office/drawing/2014/main" id="{7DE7C54B-85C7-DAF3-1CC3-0813E4565386}"/>
                  </a:ext>
                </a:extLst>
              </p:cNvPr>
              <p:cNvSpPr txBox="1"/>
              <p:nvPr/>
            </p:nvSpPr>
            <p:spPr>
              <a:xfrm>
                <a:off x="947249" y="4769159"/>
                <a:ext cx="2956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endParaRPr lang="zh-HK" altLang="en-US" sz="2400" dirty="0"/>
              </a:p>
            </p:txBody>
          </p:sp>
          <p:sp>
            <p:nvSpPr>
              <p:cNvPr id="55" name="文字方塊 19">
                <a:extLst>
                  <a:ext uri="{FF2B5EF4-FFF2-40B4-BE49-F238E27FC236}">
                    <a16:creationId xmlns:a16="http://schemas.microsoft.com/office/drawing/2014/main" id="{ED336BAC-BA4C-65E3-A2C9-7C52FF65585C}"/>
                  </a:ext>
                </a:extLst>
              </p:cNvPr>
              <p:cNvSpPr txBox="1"/>
              <p:nvPr/>
            </p:nvSpPr>
            <p:spPr>
              <a:xfrm>
                <a:off x="2155150" y="475083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endParaRPr lang="zh-HK" altLang="en-US" sz="2400" dirty="0"/>
              </a:p>
            </p:txBody>
          </p:sp>
        </p:grpSp>
        <p:sp>
          <p:nvSpPr>
            <p:cNvPr id="60" name="文字方塊 24">
              <a:extLst>
                <a:ext uri="{FF2B5EF4-FFF2-40B4-BE49-F238E27FC236}">
                  <a16:creationId xmlns:a16="http://schemas.microsoft.com/office/drawing/2014/main" id="{2DDE1077-5F3C-C538-617D-15CBCFD12AE4}"/>
                </a:ext>
              </a:extLst>
            </p:cNvPr>
            <p:cNvSpPr txBox="1"/>
            <p:nvPr/>
          </p:nvSpPr>
          <p:spPr>
            <a:xfrm>
              <a:off x="6995899" y="3355687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  <p:grpSp>
          <p:nvGrpSpPr>
            <p:cNvPr id="61" name="群組 15">
              <a:extLst>
                <a:ext uri="{FF2B5EF4-FFF2-40B4-BE49-F238E27FC236}">
                  <a16:creationId xmlns:a16="http://schemas.microsoft.com/office/drawing/2014/main" id="{39A3848A-FAFD-EDDB-B7F7-DF4231975D27}"/>
                </a:ext>
              </a:extLst>
            </p:cNvPr>
            <p:cNvGrpSpPr/>
            <p:nvPr/>
          </p:nvGrpSpPr>
          <p:grpSpPr>
            <a:xfrm>
              <a:off x="5888583" y="3717627"/>
              <a:ext cx="640060" cy="814793"/>
              <a:chOff x="1653804" y="4558636"/>
              <a:chExt cx="640060" cy="814793"/>
            </a:xfrm>
          </p:grpSpPr>
          <p:grpSp>
            <p:nvGrpSpPr>
              <p:cNvPr id="62" name="群組 16">
                <a:extLst>
                  <a:ext uri="{FF2B5EF4-FFF2-40B4-BE49-F238E27FC236}">
                    <a16:creationId xmlns:a16="http://schemas.microsoft.com/office/drawing/2014/main" id="{91B80410-E390-792F-3AD0-81CAB0988300}"/>
                  </a:ext>
                </a:extLst>
              </p:cNvPr>
              <p:cNvGrpSpPr/>
              <p:nvPr/>
            </p:nvGrpSpPr>
            <p:grpSpPr>
              <a:xfrm>
                <a:off x="1880797" y="4558636"/>
                <a:ext cx="413067" cy="814793"/>
                <a:chOff x="2896107" y="4634344"/>
                <a:chExt cx="413067" cy="814793"/>
              </a:xfrm>
            </p:grpSpPr>
            <p:sp>
              <p:nvSpPr>
                <p:cNvPr id="65" name="文字方塊 20">
                  <a:extLst>
                    <a:ext uri="{FF2B5EF4-FFF2-40B4-BE49-F238E27FC236}">
                      <a16:creationId xmlns:a16="http://schemas.microsoft.com/office/drawing/2014/main" id="{94BA7D2E-1304-F1A3-550C-31CBADAE4AE1}"/>
                    </a:ext>
                  </a:extLst>
                </p:cNvPr>
                <p:cNvSpPr txBox="1"/>
                <p:nvPr/>
              </p:nvSpPr>
              <p:spPr>
                <a:xfrm>
                  <a:off x="2951384" y="4634344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  <p:grpSp>
              <p:nvGrpSpPr>
                <p:cNvPr id="66" name="群組 21">
                  <a:extLst>
                    <a:ext uri="{FF2B5EF4-FFF2-40B4-BE49-F238E27FC236}">
                      <a16:creationId xmlns:a16="http://schemas.microsoft.com/office/drawing/2014/main" id="{F61671CB-95EC-9CA8-F7EC-0206C9DB610B}"/>
                    </a:ext>
                  </a:extLst>
                </p:cNvPr>
                <p:cNvGrpSpPr/>
                <p:nvPr/>
              </p:nvGrpSpPr>
              <p:grpSpPr>
                <a:xfrm>
                  <a:off x="2896107" y="5034454"/>
                  <a:ext cx="364383" cy="414683"/>
                  <a:chOff x="2896107" y="5034454"/>
                  <a:chExt cx="364383" cy="414683"/>
                </a:xfrm>
              </p:grpSpPr>
              <p:cxnSp>
                <p:nvCxnSpPr>
                  <p:cNvPr id="67" name="直線接點 22">
                    <a:extLst>
                      <a:ext uri="{FF2B5EF4-FFF2-40B4-BE49-F238E27FC236}">
                        <a16:creationId xmlns:a16="http://schemas.microsoft.com/office/drawing/2014/main" id="{C47BBEC6-BB2A-BF14-6448-E88C92DC2F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2896107" y="5034454"/>
                    <a:ext cx="364383" cy="1591"/>
                  </a:xfrm>
                  <a:prstGeom prst="line">
                    <a:avLst/>
                  </a:prstGeom>
                  <a:solidFill>
                    <a:srgbClr val="C0C0C0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68" name="文字方塊 23">
                    <a:extLst>
                      <a:ext uri="{FF2B5EF4-FFF2-40B4-BE49-F238E27FC236}">
                        <a16:creationId xmlns:a16="http://schemas.microsoft.com/office/drawing/2014/main" id="{542FB72F-9DA2-7FAE-99D5-6AF9E29D8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700" y="5049027"/>
                    <a:ext cx="35779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Handwriting" panose="03010101010101010101" pitchFamily="66" charset="0"/>
                      </a:rPr>
                      <a:t>5</a:t>
                    </a:r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92D050"/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p:grpSp>
          </p:grpSp>
          <p:sp>
            <p:nvSpPr>
              <p:cNvPr id="63" name="文字方塊 18">
                <a:extLst>
                  <a:ext uri="{FF2B5EF4-FFF2-40B4-BE49-F238E27FC236}">
                    <a16:creationId xmlns:a16="http://schemas.microsoft.com/office/drawing/2014/main" id="{8EDF2F95-FEDF-350C-A0F9-8B2C584173F8}"/>
                  </a:ext>
                </a:extLst>
              </p:cNvPr>
              <p:cNvSpPr txBox="1"/>
              <p:nvPr/>
            </p:nvSpPr>
            <p:spPr>
              <a:xfrm>
                <a:off x="1653804" y="475083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HK" altLang="en-US" sz="2400" dirty="0"/>
              </a:p>
            </p:txBody>
          </p:sp>
        </p:grpSp>
        <p:sp>
          <p:nvSpPr>
            <p:cNvPr id="70" name="文字方塊 20">
              <a:extLst>
                <a:ext uri="{FF2B5EF4-FFF2-40B4-BE49-F238E27FC236}">
                  <a16:creationId xmlns:a16="http://schemas.microsoft.com/office/drawing/2014/main" id="{8D0A9A35-59BE-03AD-2708-AB2496E0586E}"/>
                </a:ext>
              </a:extLst>
            </p:cNvPr>
            <p:cNvSpPr txBox="1"/>
            <p:nvPr/>
          </p:nvSpPr>
          <p:spPr>
            <a:xfrm>
              <a:off x="6489265" y="3948698"/>
              <a:ext cx="3545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h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D2B5BCDE-E4E7-56C2-3CA8-2EBA83866FC2}"/>
                    </a:ext>
                  </a:extLst>
                </p:cNvPr>
                <p:cNvSpPr txBox="1"/>
                <p:nvPr/>
              </p:nvSpPr>
              <p:spPr>
                <a:xfrm>
                  <a:off x="7482717" y="352446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D2B5BCDE-E4E7-56C2-3CA8-2EBA83866F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2717" y="3524468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B9A415D7-204B-0581-5304-40B6ECAEB0D9}"/>
                </a:ext>
              </a:extLst>
            </p:cNvPr>
            <p:cNvSpPr txBox="1"/>
            <p:nvPr/>
          </p:nvSpPr>
          <p:spPr>
            <a:xfrm>
              <a:off x="8153337" y="3362168"/>
              <a:ext cx="4177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zh-HK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7C2D9760-F37F-E12E-4F9E-8C08073F8D5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14519" y="3714194"/>
              <a:ext cx="725155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0682F30C-4B37-BF0A-7427-32F83E800DFF}"/>
                </a:ext>
              </a:extLst>
            </p:cNvPr>
            <p:cNvSpPr txBox="1"/>
            <p:nvPr/>
          </p:nvSpPr>
          <p:spPr>
            <a:xfrm>
              <a:off x="7944422" y="3736665"/>
              <a:ext cx="6920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324</a:t>
              </a:r>
              <a:endParaRPr lang="zh-HK" altLang="en-US" dirty="0"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A2622C4B-BA89-5CFD-3DE4-2BCD427C6436}"/>
              </a:ext>
            </a:extLst>
          </p:cNvPr>
          <p:cNvGrpSpPr/>
          <p:nvPr/>
        </p:nvGrpSpPr>
        <p:grpSpPr>
          <a:xfrm>
            <a:off x="6166116" y="4407363"/>
            <a:ext cx="2457766" cy="820729"/>
            <a:chOff x="6166116" y="4407363"/>
            <a:chExt cx="2457766" cy="820729"/>
          </a:xfrm>
        </p:grpSpPr>
        <p:grpSp>
          <p:nvGrpSpPr>
            <p:cNvPr id="78" name="群組 15">
              <a:extLst>
                <a:ext uri="{FF2B5EF4-FFF2-40B4-BE49-F238E27FC236}">
                  <a16:creationId xmlns:a16="http://schemas.microsoft.com/office/drawing/2014/main" id="{A99B9B17-0073-1F98-AD66-809EEC2A1804}"/>
                </a:ext>
              </a:extLst>
            </p:cNvPr>
            <p:cNvGrpSpPr/>
            <p:nvPr/>
          </p:nvGrpSpPr>
          <p:grpSpPr>
            <a:xfrm>
              <a:off x="6212029" y="4413299"/>
              <a:ext cx="604794" cy="814793"/>
              <a:chOff x="1653804" y="4558636"/>
              <a:chExt cx="604794" cy="814793"/>
            </a:xfrm>
          </p:grpSpPr>
          <p:grpSp>
            <p:nvGrpSpPr>
              <p:cNvPr id="79" name="群組 16">
                <a:extLst>
                  <a:ext uri="{FF2B5EF4-FFF2-40B4-BE49-F238E27FC236}">
                    <a16:creationId xmlns:a16="http://schemas.microsoft.com/office/drawing/2014/main" id="{5D6C29F3-9BAF-52A0-9B0F-0C99B9788954}"/>
                  </a:ext>
                </a:extLst>
              </p:cNvPr>
              <p:cNvGrpSpPr/>
              <p:nvPr/>
            </p:nvGrpSpPr>
            <p:grpSpPr>
              <a:xfrm>
                <a:off x="1880797" y="4558636"/>
                <a:ext cx="377801" cy="814793"/>
                <a:chOff x="2896107" y="4634344"/>
                <a:chExt cx="377801" cy="814793"/>
              </a:xfrm>
            </p:grpSpPr>
            <p:sp>
              <p:nvSpPr>
                <p:cNvPr id="81" name="文字方塊 20">
                  <a:extLst>
                    <a:ext uri="{FF2B5EF4-FFF2-40B4-BE49-F238E27FC236}">
                      <a16:creationId xmlns:a16="http://schemas.microsoft.com/office/drawing/2014/main" id="{28A29C1A-BF22-0898-A348-4FEF9CBADB56}"/>
                    </a:ext>
                  </a:extLst>
                </p:cNvPr>
                <p:cNvSpPr txBox="1"/>
                <p:nvPr/>
              </p:nvSpPr>
              <p:spPr>
                <a:xfrm>
                  <a:off x="2951384" y="4634344"/>
                  <a:ext cx="32252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92D050"/>
                      </a:solidFill>
                      <a:latin typeface="Lucida Calligraphy" panose="03010101010101010101" pitchFamily="66" charset="0"/>
                    </a:rPr>
                    <a:t>5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  <p:grpSp>
              <p:nvGrpSpPr>
                <p:cNvPr id="82" name="群組 21">
                  <a:extLst>
                    <a:ext uri="{FF2B5EF4-FFF2-40B4-BE49-F238E27FC236}">
                      <a16:creationId xmlns:a16="http://schemas.microsoft.com/office/drawing/2014/main" id="{1F382630-41C9-93D0-7706-5EAD60F3AE70}"/>
                    </a:ext>
                  </a:extLst>
                </p:cNvPr>
                <p:cNvGrpSpPr/>
                <p:nvPr/>
              </p:nvGrpSpPr>
              <p:grpSpPr>
                <a:xfrm>
                  <a:off x="2896107" y="5034454"/>
                  <a:ext cx="364383" cy="414683"/>
                  <a:chOff x="2896107" y="5034454"/>
                  <a:chExt cx="364383" cy="414683"/>
                </a:xfrm>
              </p:grpSpPr>
              <p:cxnSp>
                <p:nvCxnSpPr>
                  <p:cNvPr id="83" name="直線接點 22">
                    <a:extLst>
                      <a:ext uri="{FF2B5EF4-FFF2-40B4-BE49-F238E27FC236}">
                        <a16:creationId xmlns:a16="http://schemas.microsoft.com/office/drawing/2014/main" id="{47BEEEE4-F97F-928F-BE5C-09AE66BF4E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2896107" y="5034454"/>
                    <a:ext cx="364383" cy="1591"/>
                  </a:xfrm>
                  <a:prstGeom prst="line">
                    <a:avLst/>
                  </a:prstGeom>
                  <a:solidFill>
                    <a:srgbClr val="C0C0C0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84" name="文字方塊 23">
                    <a:extLst>
                      <a:ext uri="{FF2B5EF4-FFF2-40B4-BE49-F238E27FC236}">
                        <a16:creationId xmlns:a16="http://schemas.microsoft.com/office/drawing/2014/main" id="{13436C90-63E7-4E32-114F-01BD67BE33E5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700" y="5049027"/>
                    <a:ext cx="35779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Lucida Handwriting" panose="03010101010101010101" pitchFamily="66" charset="0"/>
                      </a:rPr>
                      <a:t>3</a:t>
                    </a:r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p:grpSp>
          </p:grpSp>
          <p:sp>
            <p:nvSpPr>
              <p:cNvPr id="80" name="文字方塊 18">
                <a:extLst>
                  <a:ext uri="{FF2B5EF4-FFF2-40B4-BE49-F238E27FC236}">
                    <a16:creationId xmlns:a16="http://schemas.microsoft.com/office/drawing/2014/main" id="{F390174A-425A-8AB3-40CB-15DA50413A00}"/>
                  </a:ext>
                </a:extLst>
              </p:cNvPr>
              <p:cNvSpPr txBox="1"/>
              <p:nvPr/>
            </p:nvSpPr>
            <p:spPr>
              <a:xfrm>
                <a:off x="1653804" y="475083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HK" altLang="en-US" sz="2400" dirty="0"/>
              </a:p>
            </p:txBody>
          </p:sp>
        </p:grpSp>
        <p:sp>
          <p:nvSpPr>
            <p:cNvPr id="91" name="文字方塊 18">
              <a:extLst>
                <a:ext uri="{FF2B5EF4-FFF2-40B4-BE49-F238E27FC236}">
                  <a16:creationId xmlns:a16="http://schemas.microsoft.com/office/drawing/2014/main" id="{C157C872-6E18-29D5-E772-00BC4D6FEA30}"/>
                </a:ext>
              </a:extLst>
            </p:cNvPr>
            <p:cNvSpPr txBox="1"/>
            <p:nvPr/>
          </p:nvSpPr>
          <p:spPr>
            <a:xfrm>
              <a:off x="6166116" y="4603909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endParaRPr lang="zh-HK" altLang="en-US" sz="2400" dirty="0"/>
            </a:p>
          </p:txBody>
        </p:sp>
        <p:sp>
          <p:nvSpPr>
            <p:cNvPr id="92" name="文字方塊 19">
              <a:extLst>
                <a:ext uri="{FF2B5EF4-FFF2-40B4-BE49-F238E27FC236}">
                  <a16:creationId xmlns:a16="http://schemas.microsoft.com/office/drawing/2014/main" id="{658EE0CB-FD02-178B-6622-1A388E208DD2}"/>
                </a:ext>
              </a:extLst>
            </p:cNvPr>
            <p:cNvSpPr txBox="1"/>
            <p:nvPr/>
          </p:nvSpPr>
          <p:spPr>
            <a:xfrm>
              <a:off x="6797665" y="4587338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sz="2400" dirty="0"/>
            </a:p>
          </p:txBody>
        </p:sp>
        <p:sp>
          <p:nvSpPr>
            <p:cNvPr id="93" name="文字方塊 24">
              <a:extLst>
                <a:ext uri="{FF2B5EF4-FFF2-40B4-BE49-F238E27FC236}">
                  <a16:creationId xmlns:a16="http://schemas.microsoft.com/office/drawing/2014/main" id="{FB52FED4-F8E1-A638-1471-F5F5F144CFFE}"/>
                </a:ext>
              </a:extLst>
            </p:cNvPr>
            <p:cNvSpPr txBox="1"/>
            <p:nvPr/>
          </p:nvSpPr>
          <p:spPr>
            <a:xfrm>
              <a:off x="6956918" y="4408249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53E25788-4DD0-5A0F-30CB-C5C7FC938831}"/>
                    </a:ext>
                  </a:extLst>
                </p:cNvPr>
                <p:cNvSpPr txBox="1"/>
                <p:nvPr/>
              </p:nvSpPr>
              <p:spPr>
                <a:xfrm>
                  <a:off x="7466925" y="456966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53E25788-4DD0-5A0F-30CB-C5C7FC938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6925" y="4569663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C769CA61-E634-EBD8-AA88-7689B552E371}"/>
                </a:ext>
              </a:extLst>
            </p:cNvPr>
            <p:cNvSpPr txBox="1"/>
            <p:nvPr/>
          </p:nvSpPr>
          <p:spPr>
            <a:xfrm>
              <a:off x="8137545" y="4407363"/>
              <a:ext cx="4177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zh-HK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32FA3CEF-4539-A651-844D-45AA220E4C7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98727" y="4759389"/>
              <a:ext cx="725155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18E931A3-4D78-764E-B380-8D4C14C772D3}"/>
                </a:ext>
              </a:extLst>
            </p:cNvPr>
            <p:cNvSpPr txBox="1"/>
            <p:nvPr/>
          </p:nvSpPr>
          <p:spPr>
            <a:xfrm>
              <a:off x="7928630" y="4781860"/>
              <a:ext cx="6920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324</a:t>
              </a:r>
              <a:endParaRPr lang="zh-HK" altLang="en-US" dirty="0"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6798D406-D93C-B6AD-065D-93E81C392067}"/>
              </a:ext>
            </a:extLst>
          </p:cNvPr>
          <p:cNvGrpSpPr/>
          <p:nvPr/>
        </p:nvGrpSpPr>
        <p:grpSpPr>
          <a:xfrm>
            <a:off x="6609294" y="5137460"/>
            <a:ext cx="2012681" cy="793683"/>
            <a:chOff x="6609294" y="5137460"/>
            <a:chExt cx="2012681" cy="793683"/>
          </a:xfrm>
        </p:grpSpPr>
        <p:grpSp>
          <p:nvGrpSpPr>
            <p:cNvPr id="98" name="群組 15">
              <a:extLst>
                <a:ext uri="{FF2B5EF4-FFF2-40B4-BE49-F238E27FC236}">
                  <a16:creationId xmlns:a16="http://schemas.microsoft.com/office/drawing/2014/main" id="{A82D70FF-5FEA-A889-BB0F-84AADFB53388}"/>
                </a:ext>
              </a:extLst>
            </p:cNvPr>
            <p:cNvGrpSpPr/>
            <p:nvPr/>
          </p:nvGrpSpPr>
          <p:grpSpPr>
            <a:xfrm>
              <a:off x="6609294" y="5137460"/>
              <a:ext cx="779716" cy="793683"/>
              <a:chOff x="1653804" y="4588096"/>
              <a:chExt cx="779716" cy="793683"/>
            </a:xfrm>
          </p:grpSpPr>
          <p:grpSp>
            <p:nvGrpSpPr>
              <p:cNvPr id="99" name="群組 16">
                <a:extLst>
                  <a:ext uri="{FF2B5EF4-FFF2-40B4-BE49-F238E27FC236}">
                    <a16:creationId xmlns:a16="http://schemas.microsoft.com/office/drawing/2014/main" id="{0733C9CD-8D9E-26B2-B034-00755CF89075}"/>
                  </a:ext>
                </a:extLst>
              </p:cNvPr>
              <p:cNvGrpSpPr/>
              <p:nvPr/>
            </p:nvGrpSpPr>
            <p:grpSpPr>
              <a:xfrm>
                <a:off x="1729481" y="4588096"/>
                <a:ext cx="704039" cy="793683"/>
                <a:chOff x="2744791" y="4663804"/>
                <a:chExt cx="704039" cy="793683"/>
              </a:xfrm>
            </p:grpSpPr>
            <p:sp>
              <p:nvSpPr>
                <p:cNvPr id="101" name="文字方塊 20">
                  <a:extLst>
                    <a:ext uri="{FF2B5EF4-FFF2-40B4-BE49-F238E27FC236}">
                      <a16:creationId xmlns:a16="http://schemas.microsoft.com/office/drawing/2014/main" id="{2B0E56B2-D06A-26FE-41D9-A3C267790A95}"/>
                    </a:ext>
                  </a:extLst>
                </p:cNvPr>
                <p:cNvSpPr txBox="1"/>
                <p:nvPr/>
              </p:nvSpPr>
              <p:spPr>
                <a:xfrm>
                  <a:off x="2744791" y="4663804"/>
                  <a:ext cx="7040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92D050"/>
                      </a:solidFill>
                      <a:latin typeface="Lucida Handwriting" panose="03010101010101010101" pitchFamily="66" charset="0"/>
                    </a:rPr>
                    <a:t>125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  <p:grpSp>
              <p:nvGrpSpPr>
                <p:cNvPr id="102" name="群組 21">
                  <a:extLst>
                    <a:ext uri="{FF2B5EF4-FFF2-40B4-BE49-F238E27FC236}">
                      <a16:creationId xmlns:a16="http://schemas.microsoft.com/office/drawing/2014/main" id="{229226BB-763C-4059-95F0-0B86B154A97E}"/>
                    </a:ext>
                  </a:extLst>
                </p:cNvPr>
                <p:cNvGrpSpPr/>
                <p:nvPr/>
              </p:nvGrpSpPr>
              <p:grpSpPr>
                <a:xfrm>
                  <a:off x="2835814" y="5036001"/>
                  <a:ext cx="567408" cy="421486"/>
                  <a:chOff x="2835814" y="5036001"/>
                  <a:chExt cx="567408" cy="421486"/>
                </a:xfrm>
              </p:grpSpPr>
              <p:cxnSp>
                <p:nvCxnSpPr>
                  <p:cNvPr id="103" name="直線接點 22">
                    <a:extLst>
                      <a:ext uri="{FF2B5EF4-FFF2-40B4-BE49-F238E27FC236}">
                        <a16:creationId xmlns:a16="http://schemas.microsoft.com/office/drawing/2014/main" id="{B4F1A88C-BF8F-3C0C-7D75-6D1303FC4C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2835814" y="5036001"/>
                    <a:ext cx="567408" cy="0"/>
                  </a:xfrm>
                  <a:prstGeom prst="line">
                    <a:avLst/>
                  </a:prstGeom>
                  <a:solidFill>
                    <a:srgbClr val="C0C0C0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4" name="文字方塊 23">
                    <a:extLst>
                      <a:ext uri="{FF2B5EF4-FFF2-40B4-BE49-F238E27FC236}">
                        <a16:creationId xmlns:a16="http://schemas.microsoft.com/office/drawing/2014/main" id="{C510454E-2ADD-5DE9-4485-14B9D4CD4114}"/>
                      </a:ext>
                    </a:extLst>
                  </p:cNvPr>
                  <p:cNvSpPr txBox="1"/>
                  <p:nvPr/>
                </p:nvSpPr>
                <p:spPr>
                  <a:xfrm>
                    <a:off x="2857485" y="5057377"/>
                    <a:ext cx="53091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Lucida Handwriting" panose="03010101010101010101" pitchFamily="66" charset="0"/>
                      </a:rPr>
                      <a:t>27</a:t>
                    </a:r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p:grpSp>
          </p:grpSp>
          <p:sp>
            <p:nvSpPr>
              <p:cNvPr id="100" name="文字方塊 18">
                <a:extLst>
                  <a:ext uri="{FF2B5EF4-FFF2-40B4-BE49-F238E27FC236}">
                    <a16:creationId xmlns:a16="http://schemas.microsoft.com/office/drawing/2014/main" id="{2944D621-C0CA-3218-310E-CE2AB7BB46C2}"/>
                  </a:ext>
                </a:extLst>
              </p:cNvPr>
              <p:cNvSpPr txBox="1"/>
              <p:nvPr/>
            </p:nvSpPr>
            <p:spPr>
              <a:xfrm>
                <a:off x="1653804" y="475083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HK" altLang="en-US" sz="24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CF13A311-7FC3-9CDF-089E-40B263C68B89}"/>
                    </a:ext>
                  </a:extLst>
                </p:cNvPr>
                <p:cNvSpPr txBox="1"/>
                <p:nvPr/>
              </p:nvSpPr>
              <p:spPr>
                <a:xfrm>
                  <a:off x="7465018" y="532669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CF13A311-7FC3-9CDF-089E-40B263C68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5018" y="5326699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32ED9FD9-A21F-CA6D-222B-70FE0FE7C8A1}"/>
                </a:ext>
              </a:extLst>
            </p:cNvPr>
            <p:cNvSpPr txBox="1"/>
            <p:nvPr/>
          </p:nvSpPr>
          <p:spPr>
            <a:xfrm>
              <a:off x="8135638" y="5164399"/>
              <a:ext cx="4177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zh-HK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108" name="直線接點 107">
              <a:extLst>
                <a:ext uri="{FF2B5EF4-FFF2-40B4-BE49-F238E27FC236}">
                  <a16:creationId xmlns:a16="http://schemas.microsoft.com/office/drawing/2014/main" id="{1145B345-5B6D-E66E-D4AB-6F420F3333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96820" y="5516425"/>
              <a:ext cx="725155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7C37D9A0-0D6D-E34A-0140-918A261A54D0}"/>
                </a:ext>
              </a:extLst>
            </p:cNvPr>
            <p:cNvSpPr txBox="1"/>
            <p:nvPr/>
          </p:nvSpPr>
          <p:spPr>
            <a:xfrm>
              <a:off x="7926723" y="5538896"/>
              <a:ext cx="6920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324</a:t>
              </a:r>
              <a:endParaRPr lang="zh-HK" altLang="en-US" dirty="0"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DBF8A5FE-E072-F9D3-444B-1C97BCAAD7C7}"/>
              </a:ext>
            </a:extLst>
          </p:cNvPr>
          <p:cNvGrpSpPr/>
          <p:nvPr/>
        </p:nvGrpSpPr>
        <p:grpSpPr>
          <a:xfrm>
            <a:off x="6982358" y="5939222"/>
            <a:ext cx="1704149" cy="400110"/>
            <a:chOff x="6982358" y="5939222"/>
            <a:chExt cx="1704149" cy="400110"/>
          </a:xfrm>
        </p:grpSpPr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620A6DF5-F94E-8DEB-84E2-16ED37AC4BB9}"/>
                </a:ext>
              </a:extLst>
            </p:cNvPr>
            <p:cNvSpPr txBox="1"/>
            <p:nvPr/>
          </p:nvSpPr>
          <p:spPr>
            <a:xfrm>
              <a:off x="6982358" y="5939222"/>
              <a:ext cx="4177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zh-HK" altLang="en-US" dirty="0">
                <a:solidFill>
                  <a:srgbClr val="00B0F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>
                  <a:extLst>
                    <a:ext uri="{FF2B5EF4-FFF2-40B4-BE49-F238E27FC236}">
                      <a16:creationId xmlns:a16="http://schemas.microsoft.com/office/drawing/2014/main" id="{2A72FD28-21BF-A841-E010-8FB9345E2D4E}"/>
                    </a:ext>
                  </a:extLst>
                </p:cNvPr>
                <p:cNvSpPr txBox="1"/>
                <p:nvPr/>
              </p:nvSpPr>
              <p:spPr>
                <a:xfrm>
                  <a:off x="7462589" y="593922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1" name="文字方塊 110">
                  <a:extLst>
                    <a:ext uri="{FF2B5EF4-FFF2-40B4-BE49-F238E27FC236}">
                      <a16:creationId xmlns:a16="http://schemas.microsoft.com/office/drawing/2014/main" id="{2A72FD28-21BF-A841-E010-8FB9345E2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2589" y="5939222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564ECAE8-C3D8-00CB-B417-AE6C8EE7AA1E}"/>
                </a:ext>
              </a:extLst>
            </p:cNvPr>
            <p:cNvSpPr txBox="1"/>
            <p:nvPr/>
          </p:nvSpPr>
          <p:spPr>
            <a:xfrm>
              <a:off x="7850929" y="5957273"/>
              <a:ext cx="8355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1500</a:t>
              </a:r>
              <a:endParaRPr lang="zh-HK" altLang="en-US" dirty="0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13" name="群組 245">
            <a:extLst>
              <a:ext uri="{FF2B5EF4-FFF2-40B4-BE49-F238E27FC236}">
                <a16:creationId xmlns:a16="http://schemas.microsoft.com/office/drawing/2014/main" id="{8F07716D-60C7-DF9C-DD0C-A5468E11907D}"/>
              </a:ext>
            </a:extLst>
          </p:cNvPr>
          <p:cNvGrpSpPr/>
          <p:nvPr/>
        </p:nvGrpSpPr>
        <p:grpSpPr>
          <a:xfrm>
            <a:off x="8618767" y="5864780"/>
            <a:ext cx="695743" cy="461825"/>
            <a:chOff x="2472626" y="4523351"/>
            <a:chExt cx="695743" cy="461825"/>
          </a:xfrm>
        </p:grpSpPr>
        <p:sp>
          <p:nvSpPr>
            <p:cNvPr id="114" name="文字方塊 249">
              <a:extLst>
                <a:ext uri="{FF2B5EF4-FFF2-40B4-BE49-F238E27FC236}">
                  <a16:creationId xmlns:a16="http://schemas.microsoft.com/office/drawing/2014/main" id="{5886965F-1CA7-8BF3-A4BB-9AEAAF8C6DEC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15" name="文字方塊 247">
              <a:extLst>
                <a:ext uri="{FF2B5EF4-FFF2-40B4-BE49-F238E27FC236}">
                  <a16:creationId xmlns:a16="http://schemas.microsoft.com/office/drawing/2014/main" id="{54928D0F-3502-E73D-868F-350EAA023FDF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59292902-923C-6698-5646-5EB725C72DA9}"/>
              </a:ext>
            </a:extLst>
          </p:cNvPr>
          <p:cNvGrpSpPr/>
          <p:nvPr/>
        </p:nvGrpSpPr>
        <p:grpSpPr>
          <a:xfrm>
            <a:off x="1522976" y="6313218"/>
            <a:ext cx="9365185" cy="486496"/>
            <a:chOff x="1522976" y="6313218"/>
            <a:chExt cx="9365185" cy="486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260">
                  <a:extLst>
                    <a:ext uri="{FF2B5EF4-FFF2-40B4-BE49-F238E27FC236}">
                      <a16:creationId xmlns:a16="http://schemas.microsoft.com/office/drawing/2014/main" id="{C48DBA5A-B809-0FC6-4AA7-E7DB9DE45E68}"/>
                    </a:ext>
                  </a:extLst>
                </p:cNvPr>
                <p:cNvSpPr txBox="1"/>
                <p:nvPr/>
              </p:nvSpPr>
              <p:spPr>
                <a:xfrm>
                  <a:off x="1522976" y="6338049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260">
                  <a:extLst>
                    <a:ext uri="{FF2B5EF4-FFF2-40B4-BE49-F238E27FC236}">
                      <a16:creationId xmlns:a16="http://schemas.microsoft.com/office/drawing/2014/main" id="{C48DBA5A-B809-0FC6-4AA7-E7DB9DE45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2976" y="6338049"/>
                  <a:ext cx="238419" cy="461665"/>
                </a:xfrm>
                <a:prstGeom prst="rect">
                  <a:avLst/>
                </a:prstGeom>
                <a:blipFill>
                  <a:blip r:embed="rId1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TextBox 15">
              <a:extLst>
                <a:ext uri="{FF2B5EF4-FFF2-40B4-BE49-F238E27FC236}">
                  <a16:creationId xmlns:a16="http://schemas.microsoft.com/office/drawing/2014/main" id="{4A57774E-574D-E571-A57E-F6F20581C23E}"/>
                </a:ext>
              </a:extLst>
            </p:cNvPr>
            <p:cNvSpPr txBox="1"/>
            <p:nvPr/>
          </p:nvSpPr>
          <p:spPr>
            <a:xfrm>
              <a:off x="1786106" y="6379833"/>
              <a:ext cx="9102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surface area of large sphere is 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1500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      . The answer is D.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grpSp>
          <p:nvGrpSpPr>
            <p:cNvPr id="118" name="群組 245">
              <a:extLst>
                <a:ext uri="{FF2B5EF4-FFF2-40B4-BE49-F238E27FC236}">
                  <a16:creationId xmlns:a16="http://schemas.microsoft.com/office/drawing/2014/main" id="{6E35D2CB-4F89-E3B5-3E35-0BA06CFFD684}"/>
                </a:ext>
              </a:extLst>
            </p:cNvPr>
            <p:cNvGrpSpPr/>
            <p:nvPr/>
          </p:nvGrpSpPr>
          <p:grpSpPr>
            <a:xfrm>
              <a:off x="7448957" y="6313218"/>
              <a:ext cx="798167" cy="477054"/>
              <a:chOff x="2472626" y="4508122"/>
              <a:chExt cx="798167" cy="477054"/>
            </a:xfrm>
          </p:grpSpPr>
          <p:sp>
            <p:nvSpPr>
              <p:cNvPr id="119" name="文字方塊 249">
                <a:extLst>
                  <a:ext uri="{FF2B5EF4-FFF2-40B4-BE49-F238E27FC236}">
                    <a16:creationId xmlns:a16="http://schemas.microsoft.com/office/drawing/2014/main" id="{C48D12D0-BAD4-2F80-54D5-6B78D4C021A1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673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cm</a:t>
                </a:r>
              </a:p>
            </p:txBody>
          </p:sp>
          <p:sp>
            <p:nvSpPr>
              <p:cNvPr id="120" name="文字方塊 247">
                <a:extLst>
                  <a:ext uri="{FF2B5EF4-FFF2-40B4-BE49-F238E27FC236}">
                    <a16:creationId xmlns:a16="http://schemas.microsoft.com/office/drawing/2014/main" id="{92EB22D4-868B-A7CF-B535-64DF9A22805D}"/>
                  </a:ext>
                </a:extLst>
              </p:cNvPr>
              <p:cNvSpPr txBox="1"/>
              <p:nvPr/>
            </p:nvSpPr>
            <p:spPr>
              <a:xfrm>
                <a:off x="2981931" y="450812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1" name="筆跡 11">
                <a:extLst>
                  <a:ext uri="{FF2B5EF4-FFF2-40B4-BE49-F238E27FC236}">
                    <a16:creationId xmlns:a16="http://schemas.microsoft.com/office/drawing/2014/main" id="{C319F35E-FAEB-AA6A-8540-B5FB7E534DBE}"/>
                  </a:ext>
                </a:extLst>
              </p14:cNvPr>
              <p14:cNvContentPartPr/>
              <p14:nvPr/>
            </p14:nvContentPartPr>
            <p14:xfrm>
              <a:off x="667316" y="2526380"/>
              <a:ext cx="1383792" cy="45719"/>
            </p14:xfrm>
          </p:contentPart>
        </mc:Choice>
        <mc:Fallback xmlns="">
          <p:pic>
            <p:nvPicPr>
              <p:cNvPr id="141" name="筆跡 11">
                <a:extLst>
                  <a:ext uri="{FF2B5EF4-FFF2-40B4-BE49-F238E27FC236}">
                    <a16:creationId xmlns:a16="http://schemas.microsoft.com/office/drawing/2014/main" id="{C319F35E-FAEB-AA6A-8540-B5FB7E534DB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13290" y="-11189320"/>
                <a:ext cx="1491484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7CB28B74-1514-5758-FF95-CBD379DAE8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32818" y="401826"/>
            <a:ext cx="9406132" cy="5485704"/>
            <a:chOff x="232818" y="401826"/>
            <a:chExt cx="9406132" cy="5485704"/>
          </a:xfrm>
        </p:grpSpPr>
        <p:cxnSp>
          <p:nvCxnSpPr>
            <p:cNvPr id="127" name="直線接點 126">
              <a:extLst>
                <a:ext uri="{FF2B5EF4-FFF2-40B4-BE49-F238E27FC236}">
                  <a16:creationId xmlns:a16="http://schemas.microsoft.com/office/drawing/2014/main" id="{5F46E48D-053F-A3D0-000F-557DF99213E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729867" y="3481431"/>
              <a:ext cx="0" cy="1516835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接點: 肘形 31">
              <a:extLst>
                <a:ext uri="{FF2B5EF4-FFF2-40B4-BE49-F238E27FC236}">
                  <a16:creationId xmlns:a16="http://schemas.microsoft.com/office/drawing/2014/main" id="{1154D09B-89CC-9BB8-78C5-62853189F74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rot="16200000" flipV="1">
              <a:off x="3193363" y="4923504"/>
              <a:ext cx="119739" cy="98633"/>
            </a:xfrm>
            <a:prstGeom prst="bentConnector3">
              <a:avLst>
                <a:gd name="adj1" fmla="val 5944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21A2CE70-D2AE-9786-5C56-01FEA0C2C024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7776594" y="928544"/>
                <a:ext cx="1862356" cy="45719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21A2CE70-D2AE-9786-5C56-01FEA0C2C024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22571" y="-12787156"/>
                  <a:ext cx="1970042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筆跡 9">
                  <a:extLst>
                    <a:ext uri="{FF2B5EF4-FFF2-40B4-BE49-F238E27FC236}">
                      <a16:creationId xmlns:a16="http://schemas.microsoft.com/office/drawing/2014/main" id="{651CA4A0-2D22-7E0F-BD6A-3A1052727A19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7044929" y="401826"/>
                <a:ext cx="1591537" cy="45719"/>
              </p14:xfrm>
            </p:contentPart>
          </mc:Choice>
          <mc:Fallback xmlns="">
            <p:pic>
              <p:nvPicPr>
                <p:cNvPr id="32" name="筆跡 9">
                  <a:extLst>
                    <a:ext uri="{FF2B5EF4-FFF2-40B4-BE49-F238E27FC236}">
                      <a16:creationId xmlns:a16="http://schemas.microsoft.com/office/drawing/2014/main" id="{651CA4A0-2D22-7E0F-BD6A-3A1052727A19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90905" y="-13313874"/>
                  <a:ext cx="1699224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筆跡 7">
                  <a:extLst>
                    <a:ext uri="{FF2B5EF4-FFF2-40B4-BE49-F238E27FC236}">
                      <a16:creationId xmlns:a16="http://schemas.microsoft.com/office/drawing/2014/main" id="{B8068359-18BB-3639-19A1-1D457682969F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1461347" y="924959"/>
                <a:ext cx="1193769" cy="45719"/>
              </p14:xfrm>
            </p:contentPart>
          </mc:Choice>
          <mc:Fallback xmlns="">
            <p:pic>
              <p:nvPicPr>
                <p:cNvPr id="33" name="筆跡 7">
                  <a:extLst>
                    <a:ext uri="{FF2B5EF4-FFF2-40B4-BE49-F238E27FC236}">
                      <a16:creationId xmlns:a16="http://schemas.microsoft.com/office/drawing/2014/main" id="{B8068359-18BB-3639-19A1-1D457682969F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07330" y="-12790741"/>
                  <a:ext cx="1301442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4" name="筆跡 7">
                  <a:extLst>
                    <a:ext uri="{FF2B5EF4-FFF2-40B4-BE49-F238E27FC236}">
                      <a16:creationId xmlns:a16="http://schemas.microsoft.com/office/drawing/2014/main" id="{3A5DD96D-51C0-5E91-4552-0F6D5F201DFC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 rot="5400000">
                <a:off x="4100065" y="926907"/>
                <a:ext cx="370620" cy="45719"/>
              </p14:xfrm>
            </p:contentPart>
          </mc:Choice>
          <mc:Fallback xmlns="">
            <p:pic>
              <p:nvPicPr>
                <p:cNvPr id="34" name="筆跡 7">
                  <a:extLst>
                    <a:ext uri="{FF2B5EF4-FFF2-40B4-BE49-F238E27FC236}">
                      <a16:creationId xmlns:a16="http://schemas.microsoft.com/office/drawing/2014/main" id="{3A5DD96D-51C0-5E91-4552-0F6D5F201DFC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 rot="5400000">
                  <a:off x="4046091" y="-12788793"/>
                  <a:ext cx="478208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73BC2E72-D707-15EB-3465-935CB467A75E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3424105" y="424685"/>
                <a:ext cx="2364299" cy="45719"/>
              </p14:xfrm>
            </p:contentPart>
          </mc:Choice>
          <mc:Fallback xmlns=""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73BC2E72-D707-15EB-3465-935CB467A75E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70084" y="-13291015"/>
                  <a:ext cx="247198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筆跡 11">
                  <a:extLst>
                    <a:ext uri="{FF2B5EF4-FFF2-40B4-BE49-F238E27FC236}">
                      <a16:creationId xmlns:a16="http://schemas.microsoft.com/office/drawing/2014/main" id="{0A2FE389-9BD4-BB8F-DEB8-B7BDF5DFA357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5134985" y="947818"/>
                <a:ext cx="1621857" cy="45719"/>
              </p14:xfrm>
            </p:contentPart>
          </mc:Choice>
          <mc:Fallback xmlns="">
            <p:pic>
              <p:nvPicPr>
                <p:cNvPr id="38" name="筆跡 11">
                  <a:extLst>
                    <a:ext uri="{FF2B5EF4-FFF2-40B4-BE49-F238E27FC236}">
                      <a16:creationId xmlns:a16="http://schemas.microsoft.com/office/drawing/2014/main" id="{0A2FE389-9BD4-BB8F-DEB8-B7BDF5DFA357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80959" y="-12767882"/>
                  <a:ext cx="1729549" cy="2743140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29" name="直線接點 128">
              <a:extLst>
                <a:ext uri="{FF2B5EF4-FFF2-40B4-BE49-F238E27FC236}">
                  <a16:creationId xmlns:a16="http://schemas.microsoft.com/office/drawing/2014/main" id="{6346C934-69DC-469C-4594-FE151A1EB57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803533" y="4051883"/>
              <a:ext cx="0" cy="917890"/>
            </a:xfrm>
            <a:prstGeom prst="line">
              <a:avLst/>
            </a:prstGeom>
            <a:ln w="28575">
              <a:solidFill>
                <a:srgbClr val="92D050">
                  <a:alpha val="49000"/>
                </a:srgb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>
              <a:extLst>
                <a:ext uri="{FF2B5EF4-FFF2-40B4-BE49-F238E27FC236}">
                  <a16:creationId xmlns:a16="http://schemas.microsoft.com/office/drawing/2014/main" id="{55352B0C-6AF6-3F61-4369-A5F3042E715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1803533" y="3475522"/>
              <a:ext cx="926334" cy="0"/>
            </a:xfrm>
            <a:prstGeom prst="line">
              <a:avLst/>
            </a:prstGeom>
            <a:ln w="19050">
              <a:solidFill>
                <a:schemeClr val="tx1"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8DD407C2-C8A8-063C-BA95-31BEAD78F5B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88062" y="4079428"/>
              <a:ext cx="3249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h</a:t>
              </a:r>
              <a:endParaRPr lang="zh-HK" altLang="en-US" dirty="0"/>
            </a:p>
          </p:txBody>
        </p: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0BD92B05-D2CE-D138-C0CD-1D165D5028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2818" y="4482390"/>
              <a:ext cx="13821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depth of water</a:t>
              </a:r>
              <a:endParaRPr lang="zh-HK" altLang="en-US" sz="1200" dirty="0">
                <a:solidFill>
                  <a:srgbClr val="92D050"/>
                </a:solidFill>
              </a:endParaRPr>
            </a:p>
          </p:txBody>
        </p:sp>
        <p:sp>
          <p:nvSpPr>
            <p:cNvPr id="44" name="Freeform: Shape 8">
              <a:extLst>
                <a:ext uri="{FF2B5EF4-FFF2-40B4-BE49-F238E27FC236}">
                  <a16:creationId xmlns:a16="http://schemas.microsoft.com/office/drawing/2014/main" id="{94EBB820-2DCF-B442-8224-6013C2C197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3539777" y="4110640"/>
              <a:ext cx="1695581" cy="1735753"/>
            </a:xfrm>
            <a:custGeom>
              <a:avLst/>
              <a:gdLst>
                <a:gd name="connsiteX0" fmla="*/ 0 w 1296955"/>
                <a:gd name="connsiteY0" fmla="*/ 1436915 h 1436915"/>
                <a:gd name="connsiteX1" fmla="*/ 615820 w 1296955"/>
                <a:gd name="connsiteY1" fmla="*/ 0 h 1436915"/>
                <a:gd name="connsiteX2" fmla="*/ 1296955 w 1296955"/>
                <a:gd name="connsiteY2" fmla="*/ 1399592 h 1436915"/>
                <a:gd name="connsiteX0" fmla="*/ 0 w 1316679"/>
                <a:gd name="connsiteY0" fmla="*/ 1436915 h 1450535"/>
                <a:gd name="connsiteX1" fmla="*/ 615820 w 1316679"/>
                <a:gd name="connsiteY1" fmla="*/ 0 h 1450535"/>
                <a:gd name="connsiteX2" fmla="*/ 1316679 w 1316679"/>
                <a:gd name="connsiteY2" fmla="*/ 1450535 h 145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679" h="1450535">
                  <a:moveTo>
                    <a:pt x="0" y="1436915"/>
                  </a:moveTo>
                  <a:lnTo>
                    <a:pt x="615820" y="0"/>
                  </a:lnTo>
                  <a:cubicBezTo>
                    <a:pt x="842865" y="466531"/>
                    <a:pt x="1089634" y="984004"/>
                    <a:pt x="1316679" y="1450535"/>
                  </a:cubicBez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c 16">
              <a:extLst>
                <a:ext uri="{FF2B5EF4-FFF2-40B4-BE49-F238E27FC236}">
                  <a16:creationId xmlns:a16="http://schemas.microsoft.com/office/drawing/2014/main" id="{49A543B7-365E-1B8E-527A-760695621F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46533" y="3711013"/>
              <a:ext cx="1682067" cy="797885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Arc 17">
              <a:extLst>
                <a:ext uri="{FF2B5EF4-FFF2-40B4-BE49-F238E27FC236}">
                  <a16:creationId xmlns:a16="http://schemas.microsoft.com/office/drawing/2014/main" id="{C307F41D-613E-5FE6-4C6B-CBB92CE8D0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3553287" y="3690516"/>
              <a:ext cx="1682067" cy="797885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  <a:prstDash val="dash"/>
                </a:ln>
              </a:endParaRPr>
            </a:p>
          </p:txBody>
        </p:sp>
        <p:sp>
          <p:nvSpPr>
            <p:cNvPr id="59" name="Freeform: Shape 8">
              <a:extLst>
                <a:ext uri="{FF2B5EF4-FFF2-40B4-BE49-F238E27FC236}">
                  <a16:creationId xmlns:a16="http://schemas.microsoft.com/office/drawing/2014/main" id="{F4D618E2-3C84-8C2F-2EF7-11F6045133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2782228" y="4902992"/>
              <a:ext cx="1015078" cy="984538"/>
            </a:xfrm>
            <a:custGeom>
              <a:avLst/>
              <a:gdLst>
                <a:gd name="connsiteX0" fmla="*/ 0 w 1296955"/>
                <a:gd name="connsiteY0" fmla="*/ 1436915 h 1436915"/>
                <a:gd name="connsiteX1" fmla="*/ 615820 w 1296955"/>
                <a:gd name="connsiteY1" fmla="*/ 0 h 1436915"/>
                <a:gd name="connsiteX2" fmla="*/ 1296955 w 1296955"/>
                <a:gd name="connsiteY2" fmla="*/ 1399592 h 1436915"/>
                <a:gd name="connsiteX0" fmla="*/ 0 w 1316679"/>
                <a:gd name="connsiteY0" fmla="*/ 1436915 h 1450535"/>
                <a:gd name="connsiteX1" fmla="*/ 615820 w 1316679"/>
                <a:gd name="connsiteY1" fmla="*/ 0 h 1450535"/>
                <a:gd name="connsiteX2" fmla="*/ 1316679 w 1316679"/>
                <a:gd name="connsiteY2" fmla="*/ 1450535 h 145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679" h="1450535">
                  <a:moveTo>
                    <a:pt x="0" y="1436915"/>
                  </a:moveTo>
                  <a:lnTo>
                    <a:pt x="615820" y="0"/>
                  </a:lnTo>
                  <a:cubicBezTo>
                    <a:pt x="842865" y="466531"/>
                    <a:pt x="1089634" y="984004"/>
                    <a:pt x="1316679" y="1450535"/>
                  </a:cubicBezTo>
                </a:path>
              </a:pathLst>
            </a:cu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Arc 16">
              <a:extLst>
                <a:ext uri="{FF2B5EF4-FFF2-40B4-BE49-F238E27FC236}">
                  <a16:creationId xmlns:a16="http://schemas.microsoft.com/office/drawing/2014/main" id="{E0EC405C-F3DD-A5A9-E7B1-AFC7E044BF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99054" y="4669633"/>
              <a:ext cx="1006988" cy="452569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Arc 17">
              <a:extLst>
                <a:ext uri="{FF2B5EF4-FFF2-40B4-BE49-F238E27FC236}">
                  <a16:creationId xmlns:a16="http://schemas.microsoft.com/office/drawing/2014/main" id="{BF27E3F5-70B0-C02C-EC86-498125C44B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805808" y="4649135"/>
              <a:ext cx="1006988" cy="452569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rgbClr val="FFFF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  <a:prstDash val="dash"/>
                </a:ln>
              </a:endParaRPr>
            </a:p>
          </p:txBody>
        </p: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A24187AF-25D7-DF63-CBF0-4A5BE93079D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1803533" y="4998266"/>
              <a:ext cx="926334" cy="0"/>
            </a:xfrm>
            <a:prstGeom prst="line">
              <a:avLst/>
            </a:prstGeom>
            <a:ln w="19050">
              <a:solidFill>
                <a:schemeClr val="tx1"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A30EE7FA-DF80-50DA-2873-46DEA8504F6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420886" y="4089458"/>
              <a:ext cx="11956" cy="1693717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E5213C97-FEAD-4206-2FB8-6D970DD726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84390" y="4669342"/>
              <a:ext cx="3249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h</a:t>
              </a:r>
              <a:endParaRPr lang="zh-HK" altLang="en-US" dirty="0"/>
            </a:p>
          </p:txBody>
        </p:sp>
        <p:cxnSp>
          <p:nvCxnSpPr>
            <p:cNvPr id="86" name="直線接點 85">
              <a:extLst>
                <a:ext uri="{FF2B5EF4-FFF2-40B4-BE49-F238E27FC236}">
                  <a16:creationId xmlns:a16="http://schemas.microsoft.com/office/drawing/2014/main" id="{07C2A760-6205-88A2-34C4-9DD5DF84FAA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57" idx="2"/>
            </p:cNvCxnSpPr>
            <p:nvPr/>
          </p:nvCxnSpPr>
          <p:spPr>
            <a:xfrm flipH="1">
              <a:off x="3545304" y="4089458"/>
              <a:ext cx="1690050" cy="7374"/>
            </a:xfrm>
            <a:prstGeom prst="line">
              <a:avLst/>
            </a:prstGeom>
            <a:ln w="28575">
              <a:solidFill>
                <a:schemeClr val="tx1"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接點: 肘形 31">
              <a:extLst>
                <a:ext uri="{FF2B5EF4-FFF2-40B4-BE49-F238E27FC236}">
                  <a16:creationId xmlns:a16="http://schemas.microsoft.com/office/drawing/2014/main" id="{5A75AA81-40EE-D3FD-E8F7-072D89E2632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rot="10800000">
              <a:off x="4262516" y="4105998"/>
              <a:ext cx="158373" cy="127499"/>
            </a:xfrm>
            <a:prstGeom prst="bentConnector3">
              <a:avLst>
                <a:gd name="adj1" fmla="val 8331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線接點 104">
              <a:extLst>
                <a:ext uri="{FF2B5EF4-FFF2-40B4-BE49-F238E27FC236}">
                  <a16:creationId xmlns:a16="http://schemas.microsoft.com/office/drawing/2014/main" id="{933E3B8C-FC17-F960-DEC8-72A90C676AC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69" idx="0"/>
            </p:cNvCxnSpPr>
            <p:nvPr/>
          </p:nvCxnSpPr>
          <p:spPr>
            <a:xfrm flipH="1" flipV="1">
              <a:off x="2805911" y="4879989"/>
              <a:ext cx="977621" cy="12464"/>
            </a:xfrm>
            <a:prstGeom prst="line">
              <a:avLst/>
            </a:prstGeom>
            <a:ln w="28575">
              <a:solidFill>
                <a:schemeClr val="tx1"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18E1C171-834F-F633-E907-39635157E9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0548" y="5312060"/>
              <a:ext cx="1391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depth of water</a:t>
              </a:r>
              <a:endParaRPr lang="zh-HK" altLang="en-US" sz="1200" dirty="0">
                <a:solidFill>
                  <a:srgbClr val="92D050"/>
                </a:solidFill>
              </a:endParaRPr>
            </a:p>
          </p:txBody>
        </p:sp>
        <p:cxnSp>
          <p:nvCxnSpPr>
            <p:cNvPr id="90" name="直線接點 89">
              <a:extLst>
                <a:ext uri="{FF2B5EF4-FFF2-40B4-BE49-F238E27FC236}">
                  <a16:creationId xmlns:a16="http://schemas.microsoft.com/office/drawing/2014/main" id="{9D4F3473-BF2C-AEE5-FC40-04C7E83672D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309302" y="4936316"/>
              <a:ext cx="0" cy="917890"/>
            </a:xfrm>
            <a:prstGeom prst="line">
              <a:avLst/>
            </a:prstGeom>
            <a:ln w="28575">
              <a:solidFill>
                <a:srgbClr val="92D050">
                  <a:alpha val="49000"/>
                </a:srgb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684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1F7AB677-03A2-B45A-9CC7-68B707C4ECA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67662" y="191301"/>
            <a:ext cx="11468154" cy="4313126"/>
            <a:chOff x="567662" y="191301"/>
            <a:chExt cx="11468154" cy="4313126"/>
          </a:xfrm>
        </p:grpSpPr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2979B63B-443C-8E93-BBF4-676C9E35905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b="66447"/>
            <a:stretch>
              <a:fillRect/>
            </a:stretch>
          </p:blipFill>
          <p:spPr>
            <a:xfrm>
              <a:off x="567662" y="191301"/>
              <a:ext cx="10574226" cy="1393599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9D19C54-93AB-6B64-BDD3-6AB90E990DD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l="75457" t="32599" r="1096" b="3513"/>
            <a:stretch>
              <a:fillRect/>
            </a:stretch>
          </p:blipFill>
          <p:spPr>
            <a:xfrm>
              <a:off x="9556457" y="1850857"/>
              <a:ext cx="2479359" cy="2653570"/>
            </a:xfrm>
            <a:prstGeom prst="rect">
              <a:avLst/>
            </a:prstGeom>
          </p:spPr>
        </p:pic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C20CDC43-E4A4-D5CD-9B71-D22BB19BBCF4}"/>
              </a:ext>
            </a:extLst>
          </p:cNvPr>
          <p:cNvSpPr txBox="1"/>
          <p:nvPr/>
        </p:nvSpPr>
        <p:spPr>
          <a:xfrm>
            <a:off x="784658" y="1665881"/>
            <a:ext cx="3954229" cy="404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the hemisphere</a:t>
            </a:r>
            <a:endParaRPr lang="zh-TW" altLang="en-US" sz="2000" b="1" dirty="0">
              <a:solidFill>
                <a:schemeClr val="accent6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49008D5A-72B2-C666-BBAE-5C8972C3940B}"/>
              </a:ext>
            </a:extLst>
          </p:cNvPr>
          <p:cNvGrpSpPr/>
          <p:nvPr/>
        </p:nvGrpSpPr>
        <p:grpSpPr>
          <a:xfrm>
            <a:off x="532106" y="2112141"/>
            <a:ext cx="3379249" cy="782994"/>
            <a:chOff x="532106" y="2112141"/>
            <a:chExt cx="3379249" cy="782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54">
                  <a:extLst>
                    <a:ext uri="{FF2B5EF4-FFF2-40B4-BE49-F238E27FC236}">
                      <a16:creationId xmlns:a16="http://schemas.microsoft.com/office/drawing/2014/main" id="{C176E535-BCB3-E1FC-7A8B-0D837AAA32DE}"/>
                    </a:ext>
                  </a:extLst>
                </p:cNvPr>
                <p:cNvSpPr txBox="1"/>
                <p:nvPr/>
              </p:nvSpPr>
              <p:spPr>
                <a:xfrm>
                  <a:off x="3240276" y="2284751"/>
                  <a:ext cx="38195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U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54">
                  <a:extLst>
                    <a:ext uri="{FF2B5EF4-FFF2-40B4-BE49-F238E27FC236}">
                      <a16:creationId xmlns:a16="http://schemas.microsoft.com/office/drawing/2014/main" id="{C176E535-BCB3-E1FC-7A8B-0D837AAA32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276" y="2284751"/>
                  <a:ext cx="381958" cy="40395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字方塊 106">
              <a:extLst>
                <a:ext uri="{FF2B5EF4-FFF2-40B4-BE49-F238E27FC236}">
                  <a16:creationId xmlns:a16="http://schemas.microsoft.com/office/drawing/2014/main" id="{5F7DE1E7-23DA-6408-FD2F-0892C5545E45}"/>
                </a:ext>
              </a:extLst>
            </p:cNvPr>
            <p:cNvSpPr txBox="1"/>
            <p:nvPr/>
          </p:nvSpPr>
          <p:spPr>
            <a:xfrm>
              <a:off x="3484571" y="221617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4" name="群組 163">
              <a:extLst>
                <a:ext uri="{FF2B5EF4-FFF2-40B4-BE49-F238E27FC236}">
                  <a16:creationId xmlns:a16="http://schemas.microsoft.com/office/drawing/2014/main" id="{6F449BBB-E472-FF0E-1AD3-68445AEB60AA}"/>
                </a:ext>
              </a:extLst>
            </p:cNvPr>
            <p:cNvGrpSpPr/>
            <p:nvPr/>
          </p:nvGrpSpPr>
          <p:grpSpPr>
            <a:xfrm>
              <a:off x="532106" y="2112141"/>
              <a:ext cx="894177" cy="782994"/>
              <a:chOff x="532106" y="2112141"/>
              <a:chExt cx="894177" cy="7829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83">
                    <a:extLst>
                      <a:ext uri="{FF2B5EF4-FFF2-40B4-BE49-F238E27FC236}">
                        <a16:creationId xmlns:a16="http://schemas.microsoft.com/office/drawing/2014/main" id="{8B888FF6-2415-4E41-297C-15505D29FCF9}"/>
                      </a:ext>
                    </a:extLst>
                  </p:cNvPr>
                  <p:cNvSpPr txBox="1"/>
                  <p:nvPr/>
                </p:nvSpPr>
                <p:spPr>
                  <a:xfrm>
                    <a:off x="532106" y="2274514"/>
                    <a:ext cx="328449" cy="4070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3" name="文字方塊 83">
                    <a:extLst>
                      <a:ext uri="{FF2B5EF4-FFF2-40B4-BE49-F238E27FC236}">
                        <a16:creationId xmlns:a16="http://schemas.microsoft.com/office/drawing/2014/main" id="{8B888FF6-2415-4E41-297C-15505D29FC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2106" y="2274514"/>
                    <a:ext cx="328449" cy="4070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4" name="群組 74">
                <a:extLst>
                  <a:ext uri="{FF2B5EF4-FFF2-40B4-BE49-F238E27FC236}">
                    <a16:creationId xmlns:a16="http://schemas.microsoft.com/office/drawing/2014/main" id="{FD3047D8-1AD3-85A4-F5CC-20F87B69D2A4}"/>
                  </a:ext>
                </a:extLst>
              </p:cNvPr>
              <p:cNvGrpSpPr/>
              <p:nvPr/>
            </p:nvGrpSpPr>
            <p:grpSpPr>
              <a:xfrm>
                <a:off x="1051765" y="2112141"/>
                <a:ext cx="374518" cy="782994"/>
                <a:chOff x="2896107" y="4666143"/>
                <a:chExt cx="374518" cy="782994"/>
              </a:xfrm>
            </p:grpSpPr>
            <p:sp>
              <p:nvSpPr>
                <p:cNvPr id="25" name="文字方塊 75">
                  <a:extLst>
                    <a:ext uri="{FF2B5EF4-FFF2-40B4-BE49-F238E27FC236}">
                      <a16:creationId xmlns:a16="http://schemas.microsoft.com/office/drawing/2014/main" id="{C3FC2D2A-63AF-ADC9-D660-F5D66332A366}"/>
                    </a:ext>
                  </a:extLst>
                </p:cNvPr>
                <p:cNvSpPr txBox="1"/>
                <p:nvPr/>
              </p:nvSpPr>
              <p:spPr>
                <a:xfrm>
                  <a:off x="2912835" y="4666143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1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  <p:grpSp>
              <p:nvGrpSpPr>
                <p:cNvPr id="26" name="群組 76">
                  <a:extLst>
                    <a:ext uri="{FF2B5EF4-FFF2-40B4-BE49-F238E27FC236}">
                      <a16:creationId xmlns:a16="http://schemas.microsoft.com/office/drawing/2014/main" id="{CD00474B-5AA5-7DA7-E897-500D5FE45F6E}"/>
                    </a:ext>
                  </a:extLst>
                </p:cNvPr>
                <p:cNvGrpSpPr/>
                <p:nvPr/>
              </p:nvGrpSpPr>
              <p:grpSpPr>
                <a:xfrm>
                  <a:off x="2896107" y="5034454"/>
                  <a:ext cx="364383" cy="414683"/>
                  <a:chOff x="2896107" y="5034454"/>
                  <a:chExt cx="364383" cy="414683"/>
                </a:xfrm>
              </p:grpSpPr>
              <p:cxnSp>
                <p:nvCxnSpPr>
                  <p:cNvPr id="27" name="直線接點 77">
                    <a:extLst>
                      <a:ext uri="{FF2B5EF4-FFF2-40B4-BE49-F238E27FC236}">
                        <a16:creationId xmlns:a16="http://schemas.microsoft.com/office/drawing/2014/main" id="{EE107884-3068-BF89-780C-7DBDA55EF8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2896107" y="5034454"/>
                    <a:ext cx="364383" cy="1591"/>
                  </a:xfrm>
                  <a:prstGeom prst="line">
                    <a:avLst/>
                  </a:prstGeom>
                  <a:solidFill>
                    <a:srgbClr val="C0C0C0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8" name="文字方塊 78">
                    <a:extLst>
                      <a:ext uri="{FF2B5EF4-FFF2-40B4-BE49-F238E27FC236}">
                        <a16:creationId xmlns:a16="http://schemas.microsoft.com/office/drawing/2014/main" id="{4AC47078-CA46-F1AA-EC08-CF7DF5BF2EDD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700" y="5049027"/>
                    <a:ext cx="35779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p:grpSp>
          </p:grpSp>
        </p:grpSp>
        <p:grpSp>
          <p:nvGrpSpPr>
            <p:cNvPr id="163" name="群組 162">
              <a:extLst>
                <a:ext uri="{FF2B5EF4-FFF2-40B4-BE49-F238E27FC236}">
                  <a16:creationId xmlns:a16="http://schemas.microsoft.com/office/drawing/2014/main" id="{34183A8A-9B5E-B212-2532-8164D9FF358A}"/>
                </a:ext>
              </a:extLst>
            </p:cNvPr>
            <p:cNvGrpSpPr/>
            <p:nvPr/>
          </p:nvGrpSpPr>
          <p:grpSpPr>
            <a:xfrm>
              <a:off x="1434171" y="2117586"/>
              <a:ext cx="2477184" cy="777549"/>
              <a:chOff x="1434171" y="2117586"/>
              <a:chExt cx="2477184" cy="777549"/>
            </a:xfrm>
          </p:grpSpPr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D019FA5-BBB2-3C93-742B-0E96835A0E64}"/>
                  </a:ext>
                </a:extLst>
              </p:cNvPr>
              <p:cNvSpPr txBox="1"/>
              <p:nvPr/>
            </p:nvSpPr>
            <p:spPr>
              <a:xfrm>
                <a:off x="1612188" y="2324308"/>
                <a:ext cx="22991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18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                       )</a:t>
                </a:r>
                <a:endParaRPr lang="zh-HK" altLang="en-US" dirty="0"/>
              </a:p>
            </p:txBody>
          </p:sp>
          <p:grpSp>
            <p:nvGrpSpPr>
              <p:cNvPr id="13" name="群組 74">
                <a:extLst>
                  <a:ext uri="{FF2B5EF4-FFF2-40B4-BE49-F238E27FC236}">
                    <a16:creationId xmlns:a16="http://schemas.microsoft.com/office/drawing/2014/main" id="{A7AD8084-56B2-FEC0-873F-46A02513FE5E}"/>
                  </a:ext>
                </a:extLst>
              </p:cNvPr>
              <p:cNvGrpSpPr/>
              <p:nvPr/>
            </p:nvGrpSpPr>
            <p:grpSpPr>
              <a:xfrm>
                <a:off x="1941340" y="2117586"/>
                <a:ext cx="364383" cy="777549"/>
                <a:chOff x="2896107" y="4671588"/>
                <a:chExt cx="364383" cy="777549"/>
              </a:xfrm>
            </p:grpSpPr>
            <p:sp>
              <p:nvSpPr>
                <p:cNvPr id="14" name="文字方塊 75">
                  <a:extLst>
                    <a:ext uri="{FF2B5EF4-FFF2-40B4-BE49-F238E27FC236}">
                      <a16:creationId xmlns:a16="http://schemas.microsoft.com/office/drawing/2014/main" id="{7B9FAB09-0678-A096-F41F-ADD334CA1B8C}"/>
                    </a:ext>
                  </a:extLst>
                </p:cNvPr>
                <p:cNvSpPr txBox="1"/>
                <p:nvPr/>
              </p:nvSpPr>
              <p:spPr>
                <a:xfrm>
                  <a:off x="2896107" y="4671588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4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  <p:grpSp>
              <p:nvGrpSpPr>
                <p:cNvPr id="15" name="群組 76">
                  <a:extLst>
                    <a:ext uri="{FF2B5EF4-FFF2-40B4-BE49-F238E27FC236}">
                      <a16:creationId xmlns:a16="http://schemas.microsoft.com/office/drawing/2014/main" id="{784CCE54-F11D-32F9-7E32-CB5589F3705B}"/>
                    </a:ext>
                  </a:extLst>
                </p:cNvPr>
                <p:cNvGrpSpPr/>
                <p:nvPr/>
              </p:nvGrpSpPr>
              <p:grpSpPr>
                <a:xfrm>
                  <a:off x="2896107" y="5034454"/>
                  <a:ext cx="364383" cy="414683"/>
                  <a:chOff x="2896107" y="5034454"/>
                  <a:chExt cx="364383" cy="414683"/>
                </a:xfrm>
              </p:grpSpPr>
              <p:cxnSp>
                <p:nvCxnSpPr>
                  <p:cNvPr id="16" name="直線接點 77">
                    <a:extLst>
                      <a:ext uri="{FF2B5EF4-FFF2-40B4-BE49-F238E27FC236}">
                        <a16:creationId xmlns:a16="http://schemas.microsoft.com/office/drawing/2014/main" id="{C754B571-FA47-5035-6440-8DAFA79338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2896107" y="5034454"/>
                    <a:ext cx="364383" cy="1591"/>
                  </a:xfrm>
                  <a:prstGeom prst="line">
                    <a:avLst/>
                  </a:prstGeom>
                  <a:solidFill>
                    <a:srgbClr val="C0C0C0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7" name="文字方塊 78">
                    <a:extLst>
                      <a:ext uri="{FF2B5EF4-FFF2-40B4-BE49-F238E27FC236}">
                        <a16:creationId xmlns:a16="http://schemas.microsoft.com/office/drawing/2014/main" id="{7C503FE4-1ECF-8C49-29AA-0A37373A8415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700" y="5049027"/>
                    <a:ext cx="35779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3</a:t>
                    </a:r>
                    <a:endPara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53">
                    <a:extLst>
                      <a:ext uri="{FF2B5EF4-FFF2-40B4-BE49-F238E27FC236}">
                        <a16:creationId xmlns:a16="http://schemas.microsoft.com/office/drawing/2014/main" id="{B5B76A36-21D8-24CE-703D-6E7B5A040DEA}"/>
                      </a:ext>
                    </a:extLst>
                  </p:cNvPr>
                  <p:cNvSpPr txBox="1"/>
                  <p:nvPr/>
                </p:nvSpPr>
                <p:spPr>
                  <a:xfrm>
                    <a:off x="2335175" y="226230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8" name="文字方塊 53">
                    <a:extLst>
                      <a:ext uri="{FF2B5EF4-FFF2-40B4-BE49-F238E27FC236}">
                        <a16:creationId xmlns:a16="http://schemas.microsoft.com/office/drawing/2014/main" id="{B5B76A36-21D8-24CE-703D-6E7B5A040D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35175" y="2262304"/>
                    <a:ext cx="2956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52">
                    <a:extLst>
                      <a:ext uri="{FF2B5EF4-FFF2-40B4-BE49-F238E27FC236}">
                        <a16:creationId xmlns:a16="http://schemas.microsoft.com/office/drawing/2014/main" id="{4A4A7A46-3376-CEE5-BF7A-66ED602CB95A}"/>
                      </a:ext>
                    </a:extLst>
                  </p:cNvPr>
                  <p:cNvSpPr txBox="1"/>
                  <p:nvPr/>
                </p:nvSpPr>
                <p:spPr>
                  <a:xfrm>
                    <a:off x="2617677" y="2262304"/>
                    <a:ext cx="357791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HK" alt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𝛑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9" name="TextBox 52">
                    <a:extLst>
                      <a:ext uri="{FF2B5EF4-FFF2-40B4-BE49-F238E27FC236}">
                        <a16:creationId xmlns:a16="http://schemas.microsoft.com/office/drawing/2014/main" id="{4A4A7A46-3376-CEE5-BF7A-66ED602CB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7677" y="2262304"/>
                    <a:ext cx="357791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字方塊 19">
                    <a:extLst>
                      <a:ext uri="{FF2B5EF4-FFF2-40B4-BE49-F238E27FC236}">
                        <a16:creationId xmlns:a16="http://schemas.microsoft.com/office/drawing/2014/main" id="{824CECFB-F829-A1D2-743B-3126AB96E2BD}"/>
                      </a:ext>
                    </a:extLst>
                  </p:cNvPr>
                  <p:cNvSpPr txBox="1"/>
                  <p:nvPr/>
                </p:nvSpPr>
                <p:spPr>
                  <a:xfrm>
                    <a:off x="2962596" y="226230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0" name="文字方塊 19">
                    <a:extLst>
                      <a:ext uri="{FF2B5EF4-FFF2-40B4-BE49-F238E27FC236}">
                        <a16:creationId xmlns:a16="http://schemas.microsoft.com/office/drawing/2014/main" id="{824CECFB-F829-A1D2-743B-3126AB96E2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2596" y="2262304"/>
                    <a:ext cx="295688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字方塊 53">
                    <a:extLst>
                      <a:ext uri="{FF2B5EF4-FFF2-40B4-BE49-F238E27FC236}">
                        <a16:creationId xmlns:a16="http://schemas.microsoft.com/office/drawing/2014/main" id="{2C2636FD-8450-38D1-D6DC-04D1B0362802}"/>
                      </a:ext>
                    </a:extLst>
                  </p:cNvPr>
                  <p:cNvSpPr txBox="1"/>
                  <p:nvPr/>
                </p:nvSpPr>
                <p:spPr>
                  <a:xfrm>
                    <a:off x="1434171" y="226819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9" name="文字方塊 53">
                    <a:extLst>
                      <a:ext uri="{FF2B5EF4-FFF2-40B4-BE49-F238E27FC236}">
                        <a16:creationId xmlns:a16="http://schemas.microsoft.com/office/drawing/2014/main" id="{2C2636FD-8450-38D1-D6DC-04D1B03628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4171" y="2268194"/>
                    <a:ext cx="295688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B435AC02-C558-F66C-613B-EB7BB27A1600}"/>
              </a:ext>
            </a:extLst>
          </p:cNvPr>
          <p:cNvGrpSpPr/>
          <p:nvPr/>
        </p:nvGrpSpPr>
        <p:grpSpPr>
          <a:xfrm>
            <a:off x="525513" y="2893328"/>
            <a:ext cx="3430359" cy="782994"/>
            <a:chOff x="525513" y="2893328"/>
            <a:chExt cx="3430359" cy="782994"/>
          </a:xfrm>
        </p:grpSpPr>
        <p:grpSp>
          <p:nvGrpSpPr>
            <p:cNvPr id="31" name="群組 74">
              <a:extLst>
                <a:ext uri="{FF2B5EF4-FFF2-40B4-BE49-F238E27FC236}">
                  <a16:creationId xmlns:a16="http://schemas.microsoft.com/office/drawing/2014/main" id="{B0B5BD7B-C99F-6236-8F30-EE46BA169D56}"/>
                </a:ext>
              </a:extLst>
            </p:cNvPr>
            <p:cNvGrpSpPr/>
            <p:nvPr/>
          </p:nvGrpSpPr>
          <p:grpSpPr>
            <a:xfrm>
              <a:off x="1934747" y="2898773"/>
              <a:ext cx="364383" cy="777549"/>
              <a:chOff x="2896107" y="4671588"/>
              <a:chExt cx="364383" cy="777549"/>
            </a:xfrm>
          </p:grpSpPr>
          <p:sp>
            <p:nvSpPr>
              <p:cNvPr id="32" name="文字方塊 75">
                <a:extLst>
                  <a:ext uri="{FF2B5EF4-FFF2-40B4-BE49-F238E27FC236}">
                    <a16:creationId xmlns:a16="http://schemas.microsoft.com/office/drawing/2014/main" id="{9AD1C379-D3B9-6159-0F99-F375B8978A31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33" name="群組 76">
                <a:extLst>
                  <a:ext uri="{FF2B5EF4-FFF2-40B4-BE49-F238E27FC236}">
                    <a16:creationId xmlns:a16="http://schemas.microsoft.com/office/drawing/2014/main" id="{B6A4A153-0CAC-CB0A-EE25-BE397F3CD6BA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34" name="直線接點 77">
                  <a:extLst>
                    <a:ext uri="{FF2B5EF4-FFF2-40B4-BE49-F238E27FC236}">
                      <a16:creationId xmlns:a16="http://schemas.microsoft.com/office/drawing/2014/main" id="{F8510206-3486-A455-A9AC-D143C213FA3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5" name="文字方塊 78">
                  <a:extLst>
                    <a:ext uri="{FF2B5EF4-FFF2-40B4-BE49-F238E27FC236}">
                      <a16:creationId xmlns:a16="http://schemas.microsoft.com/office/drawing/2014/main" id="{0C80E804-248E-57D3-A6F2-A51514BF6C8A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53">
                  <a:extLst>
                    <a:ext uri="{FF2B5EF4-FFF2-40B4-BE49-F238E27FC236}">
                      <a16:creationId xmlns:a16="http://schemas.microsoft.com/office/drawing/2014/main" id="{EEBC60BB-B0D8-E31C-878C-F1C1D33442B2}"/>
                    </a:ext>
                  </a:extLst>
                </p:cNvPr>
                <p:cNvSpPr txBox="1"/>
                <p:nvPr/>
              </p:nvSpPr>
              <p:spPr>
                <a:xfrm>
                  <a:off x="2328582" y="304349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6" name="文字方塊 53">
                  <a:extLst>
                    <a:ext uri="{FF2B5EF4-FFF2-40B4-BE49-F238E27FC236}">
                      <a16:creationId xmlns:a16="http://schemas.microsoft.com/office/drawing/2014/main" id="{EEBC60BB-B0D8-E31C-878C-F1C1D3344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8582" y="3043491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52">
                  <a:extLst>
                    <a:ext uri="{FF2B5EF4-FFF2-40B4-BE49-F238E27FC236}">
                      <a16:creationId xmlns:a16="http://schemas.microsoft.com/office/drawing/2014/main" id="{79369382-85FA-E09B-5D7D-426D9831ED1B}"/>
                    </a:ext>
                  </a:extLst>
                </p:cNvPr>
                <p:cNvSpPr txBox="1"/>
                <p:nvPr/>
              </p:nvSpPr>
              <p:spPr>
                <a:xfrm>
                  <a:off x="2611084" y="3043491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37" name="TextBox 52">
                  <a:extLst>
                    <a:ext uri="{FF2B5EF4-FFF2-40B4-BE49-F238E27FC236}">
                      <a16:creationId xmlns:a16="http://schemas.microsoft.com/office/drawing/2014/main" id="{79369382-85FA-E09B-5D7D-426D9831E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1084" y="3043491"/>
                  <a:ext cx="357791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FF5722E8-A3E8-7E0C-D356-D949E2C5F286}"/>
                    </a:ext>
                  </a:extLst>
                </p:cNvPr>
                <p:cNvSpPr txBox="1"/>
                <p:nvPr/>
              </p:nvSpPr>
              <p:spPr>
                <a:xfrm>
                  <a:off x="2956003" y="304349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FF5722E8-A3E8-7E0C-D356-D949E2C5F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6003" y="3043491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54">
                  <a:extLst>
                    <a:ext uri="{FF2B5EF4-FFF2-40B4-BE49-F238E27FC236}">
                      <a16:creationId xmlns:a16="http://schemas.microsoft.com/office/drawing/2014/main" id="{0349D4C8-95DB-EB94-D250-C413D53B21FC}"/>
                    </a:ext>
                  </a:extLst>
                </p:cNvPr>
                <p:cNvSpPr txBox="1"/>
                <p:nvPr/>
              </p:nvSpPr>
              <p:spPr>
                <a:xfrm>
                  <a:off x="3233683" y="3065938"/>
                  <a:ext cx="381958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54">
                  <a:extLst>
                    <a:ext uri="{FF2B5EF4-FFF2-40B4-BE49-F238E27FC236}">
                      <a16:creationId xmlns:a16="http://schemas.microsoft.com/office/drawing/2014/main" id="{0349D4C8-95DB-EB94-D250-C413D53B2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683" y="3065938"/>
                  <a:ext cx="381958" cy="40395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字方塊 106">
              <a:extLst>
                <a:ext uri="{FF2B5EF4-FFF2-40B4-BE49-F238E27FC236}">
                  <a16:creationId xmlns:a16="http://schemas.microsoft.com/office/drawing/2014/main" id="{B69BB810-551A-02E3-6FD1-3CF4851DAE96}"/>
                </a:ext>
              </a:extLst>
            </p:cNvPr>
            <p:cNvSpPr txBox="1"/>
            <p:nvPr/>
          </p:nvSpPr>
          <p:spPr>
            <a:xfrm>
              <a:off x="3459629" y="29406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83">
                  <a:extLst>
                    <a:ext uri="{FF2B5EF4-FFF2-40B4-BE49-F238E27FC236}">
                      <a16:creationId xmlns:a16="http://schemas.microsoft.com/office/drawing/2014/main" id="{58C0E61E-EDAD-F80A-09E8-563C402D6B13}"/>
                    </a:ext>
                  </a:extLst>
                </p:cNvPr>
                <p:cNvSpPr txBox="1"/>
                <p:nvPr/>
              </p:nvSpPr>
              <p:spPr>
                <a:xfrm>
                  <a:off x="525513" y="3055701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1" name="文字方塊 83">
                  <a:extLst>
                    <a:ext uri="{FF2B5EF4-FFF2-40B4-BE49-F238E27FC236}">
                      <a16:creationId xmlns:a16="http://schemas.microsoft.com/office/drawing/2014/main" id="{58C0E61E-EDAD-F80A-09E8-563C402D6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513" y="3055701"/>
                  <a:ext cx="328449" cy="4070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群組 74">
              <a:extLst>
                <a:ext uri="{FF2B5EF4-FFF2-40B4-BE49-F238E27FC236}">
                  <a16:creationId xmlns:a16="http://schemas.microsoft.com/office/drawing/2014/main" id="{7F00B452-99E4-8762-6A38-D10ABB97F3AB}"/>
                </a:ext>
              </a:extLst>
            </p:cNvPr>
            <p:cNvGrpSpPr/>
            <p:nvPr/>
          </p:nvGrpSpPr>
          <p:grpSpPr>
            <a:xfrm>
              <a:off x="1045172" y="2893328"/>
              <a:ext cx="374518" cy="782994"/>
              <a:chOff x="2896107" y="4666143"/>
              <a:chExt cx="374518" cy="782994"/>
            </a:xfrm>
          </p:grpSpPr>
          <p:sp>
            <p:nvSpPr>
              <p:cNvPr id="43" name="文字方塊 75">
                <a:extLst>
                  <a:ext uri="{FF2B5EF4-FFF2-40B4-BE49-F238E27FC236}">
                    <a16:creationId xmlns:a16="http://schemas.microsoft.com/office/drawing/2014/main" id="{D3FAC1DF-C4A4-6CA4-5763-D0F8C9C40E05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44" name="群組 76">
                <a:extLst>
                  <a:ext uri="{FF2B5EF4-FFF2-40B4-BE49-F238E27FC236}">
                    <a16:creationId xmlns:a16="http://schemas.microsoft.com/office/drawing/2014/main" id="{1EA7D1F3-07FD-81AF-7A6E-9F4C2EE962AC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45" name="直線接點 77">
                  <a:extLst>
                    <a:ext uri="{FF2B5EF4-FFF2-40B4-BE49-F238E27FC236}">
                      <a16:creationId xmlns:a16="http://schemas.microsoft.com/office/drawing/2014/main" id="{29DC589C-F944-A256-96B8-A0976001DAE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6" name="文字方塊 78">
                  <a:extLst>
                    <a:ext uri="{FF2B5EF4-FFF2-40B4-BE49-F238E27FC236}">
                      <a16:creationId xmlns:a16="http://schemas.microsoft.com/office/drawing/2014/main" id="{3DFA5857-1DDA-4C39-E2C4-794EB17BE087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53">
                  <a:extLst>
                    <a:ext uri="{FF2B5EF4-FFF2-40B4-BE49-F238E27FC236}">
                      <a16:creationId xmlns:a16="http://schemas.microsoft.com/office/drawing/2014/main" id="{BFCCB9BD-42F2-0341-F227-DB408CB517DE}"/>
                    </a:ext>
                  </a:extLst>
                </p:cNvPr>
                <p:cNvSpPr txBox="1"/>
                <p:nvPr/>
              </p:nvSpPr>
              <p:spPr>
                <a:xfrm>
                  <a:off x="1427578" y="304938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7" name="文字方塊 53">
                  <a:extLst>
                    <a:ext uri="{FF2B5EF4-FFF2-40B4-BE49-F238E27FC236}">
                      <a16:creationId xmlns:a16="http://schemas.microsoft.com/office/drawing/2014/main" id="{BFCCB9BD-42F2-0341-F227-DB408CB51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578" y="3049381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5772747B-8B3B-8254-92F9-E071E0BC1780}"/>
                </a:ext>
              </a:extLst>
            </p:cNvPr>
            <p:cNvSpPr txBox="1"/>
            <p:nvPr/>
          </p:nvSpPr>
          <p:spPr>
            <a:xfrm>
              <a:off x="1644183" y="3087251"/>
              <a:ext cx="23116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                    </a:t>
              </a:r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  </a:t>
              </a:r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  )</a:t>
              </a:r>
              <a:endParaRPr lang="zh-HK" altLang="en-US" dirty="0"/>
            </a:p>
          </p:txBody>
        </p:sp>
      </p:grpSp>
      <p:grpSp>
        <p:nvGrpSpPr>
          <p:cNvPr id="169" name="群組 168">
            <a:extLst>
              <a:ext uri="{FF2B5EF4-FFF2-40B4-BE49-F238E27FC236}">
                <a16:creationId xmlns:a16="http://schemas.microsoft.com/office/drawing/2014/main" id="{174CFBC7-DD03-0AF1-D0A1-02C21CDC816B}"/>
              </a:ext>
            </a:extLst>
          </p:cNvPr>
          <p:cNvGrpSpPr/>
          <p:nvPr/>
        </p:nvGrpSpPr>
        <p:grpSpPr>
          <a:xfrm>
            <a:off x="525512" y="3571912"/>
            <a:ext cx="3152408" cy="782994"/>
            <a:chOff x="525512" y="3571912"/>
            <a:chExt cx="3152408" cy="782994"/>
          </a:xfrm>
        </p:grpSpPr>
        <p:grpSp>
          <p:nvGrpSpPr>
            <p:cNvPr id="49" name="群組 74">
              <a:extLst>
                <a:ext uri="{FF2B5EF4-FFF2-40B4-BE49-F238E27FC236}">
                  <a16:creationId xmlns:a16="http://schemas.microsoft.com/office/drawing/2014/main" id="{FD707CC0-E133-C2A9-7437-0B970F0DAEBF}"/>
                </a:ext>
              </a:extLst>
            </p:cNvPr>
            <p:cNvGrpSpPr/>
            <p:nvPr/>
          </p:nvGrpSpPr>
          <p:grpSpPr>
            <a:xfrm>
              <a:off x="1829664" y="3577357"/>
              <a:ext cx="364383" cy="777549"/>
              <a:chOff x="2896107" y="4671588"/>
              <a:chExt cx="364383" cy="777549"/>
            </a:xfrm>
          </p:grpSpPr>
          <p:sp>
            <p:nvSpPr>
              <p:cNvPr id="50" name="文字方塊 75">
                <a:extLst>
                  <a:ext uri="{FF2B5EF4-FFF2-40B4-BE49-F238E27FC236}">
                    <a16:creationId xmlns:a16="http://schemas.microsoft.com/office/drawing/2014/main" id="{65BF4BA1-D573-5D44-66F2-45F0B884C262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51" name="群組 76">
                <a:extLst>
                  <a:ext uri="{FF2B5EF4-FFF2-40B4-BE49-F238E27FC236}">
                    <a16:creationId xmlns:a16="http://schemas.microsoft.com/office/drawing/2014/main" id="{9FF1F314-5A0D-B812-C2BB-1254F34C943E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52" name="直線接點 77">
                  <a:extLst>
                    <a:ext uri="{FF2B5EF4-FFF2-40B4-BE49-F238E27FC236}">
                      <a16:creationId xmlns:a16="http://schemas.microsoft.com/office/drawing/2014/main" id="{060FDE9A-E8BE-3F7A-1A88-6A72F0A4F4D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3" name="文字方塊 78">
                  <a:extLst>
                    <a:ext uri="{FF2B5EF4-FFF2-40B4-BE49-F238E27FC236}">
                      <a16:creationId xmlns:a16="http://schemas.microsoft.com/office/drawing/2014/main" id="{E2FCD6A1-A2FD-4BCD-92C3-9A3C8DB21DFB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3335EC2C-598D-69AF-0D93-CABCD1550011}"/>
                    </a:ext>
                  </a:extLst>
                </p:cNvPr>
                <p:cNvSpPr txBox="1"/>
                <p:nvPr/>
              </p:nvSpPr>
              <p:spPr>
                <a:xfrm>
                  <a:off x="2223499" y="372207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3335EC2C-598D-69AF-0D93-CABCD1550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3499" y="3722075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2">
                  <a:extLst>
                    <a:ext uri="{FF2B5EF4-FFF2-40B4-BE49-F238E27FC236}">
                      <a16:creationId xmlns:a16="http://schemas.microsoft.com/office/drawing/2014/main" id="{90DEBAA2-BE52-FB10-1C32-9C38B57796A5}"/>
                    </a:ext>
                  </a:extLst>
                </p:cNvPr>
                <p:cNvSpPr txBox="1"/>
                <p:nvPr/>
              </p:nvSpPr>
              <p:spPr>
                <a:xfrm>
                  <a:off x="2506001" y="3722075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5" name="TextBox 52">
                  <a:extLst>
                    <a:ext uri="{FF2B5EF4-FFF2-40B4-BE49-F238E27FC236}">
                      <a16:creationId xmlns:a16="http://schemas.microsoft.com/office/drawing/2014/main" id="{90DEBAA2-BE52-FB10-1C32-9C38B5779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6001" y="3722075"/>
                  <a:ext cx="357791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06A16CEC-0D9D-A31B-54D3-E2341BFB6CDB}"/>
                    </a:ext>
                  </a:extLst>
                </p:cNvPr>
                <p:cNvSpPr txBox="1"/>
                <p:nvPr/>
              </p:nvSpPr>
              <p:spPr>
                <a:xfrm>
                  <a:off x="2850920" y="372207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06A16CEC-0D9D-A31B-54D3-E2341BFB6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920" y="3722075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4">
                  <a:extLst>
                    <a:ext uri="{FF2B5EF4-FFF2-40B4-BE49-F238E27FC236}">
                      <a16:creationId xmlns:a16="http://schemas.microsoft.com/office/drawing/2014/main" id="{94872948-1020-0691-ED6A-7A97567F54FB}"/>
                    </a:ext>
                  </a:extLst>
                </p:cNvPr>
                <p:cNvSpPr txBox="1"/>
                <p:nvPr/>
              </p:nvSpPr>
              <p:spPr>
                <a:xfrm>
                  <a:off x="3128600" y="3744522"/>
                  <a:ext cx="549320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64</m:t>
                        </m:r>
                      </m:oMath>
                    </m:oMathPara>
                  </a14:m>
                  <a:endParaRPr lang="en-U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4">
                  <a:extLst>
                    <a:ext uri="{FF2B5EF4-FFF2-40B4-BE49-F238E27FC236}">
                      <a16:creationId xmlns:a16="http://schemas.microsoft.com/office/drawing/2014/main" id="{94872948-1020-0691-ED6A-7A97567F5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600" y="3744522"/>
                  <a:ext cx="549320" cy="40395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83">
                  <a:extLst>
                    <a:ext uri="{FF2B5EF4-FFF2-40B4-BE49-F238E27FC236}">
                      <a16:creationId xmlns:a16="http://schemas.microsoft.com/office/drawing/2014/main" id="{DB8523E5-930D-A09E-7687-74E308B572E5}"/>
                    </a:ext>
                  </a:extLst>
                </p:cNvPr>
                <p:cNvSpPr txBox="1"/>
                <p:nvPr/>
              </p:nvSpPr>
              <p:spPr>
                <a:xfrm>
                  <a:off x="525512" y="3734285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9" name="文字方塊 83">
                  <a:extLst>
                    <a:ext uri="{FF2B5EF4-FFF2-40B4-BE49-F238E27FC236}">
                      <a16:creationId xmlns:a16="http://schemas.microsoft.com/office/drawing/2014/main" id="{DB8523E5-930D-A09E-7687-74E308B57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512" y="3734285"/>
                  <a:ext cx="328449" cy="4070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" name="群組 74">
              <a:extLst>
                <a:ext uri="{FF2B5EF4-FFF2-40B4-BE49-F238E27FC236}">
                  <a16:creationId xmlns:a16="http://schemas.microsoft.com/office/drawing/2014/main" id="{89092A04-77BB-46B2-F43C-F63C35DB512A}"/>
                </a:ext>
              </a:extLst>
            </p:cNvPr>
            <p:cNvGrpSpPr/>
            <p:nvPr/>
          </p:nvGrpSpPr>
          <p:grpSpPr>
            <a:xfrm>
              <a:off x="1045171" y="3571912"/>
              <a:ext cx="374518" cy="782994"/>
              <a:chOff x="2896107" y="4666143"/>
              <a:chExt cx="374518" cy="782994"/>
            </a:xfrm>
          </p:grpSpPr>
          <p:sp>
            <p:nvSpPr>
              <p:cNvPr id="61" name="文字方塊 75">
                <a:extLst>
                  <a:ext uri="{FF2B5EF4-FFF2-40B4-BE49-F238E27FC236}">
                    <a16:creationId xmlns:a16="http://schemas.microsoft.com/office/drawing/2014/main" id="{8D49FEB1-BDFA-8647-89C3-6567D3D81E8E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62" name="群組 76">
                <a:extLst>
                  <a:ext uri="{FF2B5EF4-FFF2-40B4-BE49-F238E27FC236}">
                    <a16:creationId xmlns:a16="http://schemas.microsoft.com/office/drawing/2014/main" id="{22EA613B-65BC-F936-5A3B-43147CBB3E00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63" name="直線接點 77">
                  <a:extLst>
                    <a:ext uri="{FF2B5EF4-FFF2-40B4-BE49-F238E27FC236}">
                      <a16:creationId xmlns:a16="http://schemas.microsoft.com/office/drawing/2014/main" id="{A4777BE7-2E05-1D44-06B7-CDD7FAE0812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4" name="文字方塊 78">
                  <a:extLst>
                    <a:ext uri="{FF2B5EF4-FFF2-40B4-BE49-F238E27FC236}">
                      <a16:creationId xmlns:a16="http://schemas.microsoft.com/office/drawing/2014/main" id="{0AC4E33C-FF2C-AD3D-4EA4-5E5DB3406C7C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53">
                  <a:extLst>
                    <a:ext uri="{FF2B5EF4-FFF2-40B4-BE49-F238E27FC236}">
                      <a16:creationId xmlns:a16="http://schemas.microsoft.com/office/drawing/2014/main" id="{C911988D-49E3-DE1E-5E3E-307B997B5069}"/>
                    </a:ext>
                  </a:extLst>
                </p:cNvPr>
                <p:cNvSpPr txBox="1"/>
                <p:nvPr/>
              </p:nvSpPr>
              <p:spPr>
                <a:xfrm>
                  <a:off x="1427577" y="372796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53">
                  <a:extLst>
                    <a:ext uri="{FF2B5EF4-FFF2-40B4-BE49-F238E27FC236}">
                      <a16:creationId xmlns:a16="http://schemas.microsoft.com/office/drawing/2014/main" id="{C911988D-49E3-DE1E-5E3E-307B997B5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577" y="3727965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8D768F20-C681-8E88-8FBA-1230A9BA1BE6}"/>
              </a:ext>
            </a:extLst>
          </p:cNvPr>
          <p:cNvGrpSpPr/>
          <p:nvPr/>
        </p:nvGrpSpPr>
        <p:grpSpPr>
          <a:xfrm>
            <a:off x="514684" y="4304680"/>
            <a:ext cx="1330151" cy="782994"/>
            <a:chOff x="514684" y="4304680"/>
            <a:chExt cx="1330151" cy="782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83">
                  <a:extLst>
                    <a:ext uri="{FF2B5EF4-FFF2-40B4-BE49-F238E27FC236}">
                      <a16:creationId xmlns:a16="http://schemas.microsoft.com/office/drawing/2014/main" id="{75A8371D-791B-B52F-D4DE-DCFC0BC34AB2}"/>
                    </a:ext>
                  </a:extLst>
                </p:cNvPr>
                <p:cNvSpPr txBox="1"/>
                <p:nvPr/>
              </p:nvSpPr>
              <p:spPr>
                <a:xfrm>
                  <a:off x="514684" y="4467053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3" name="文字方塊 83">
                  <a:extLst>
                    <a:ext uri="{FF2B5EF4-FFF2-40B4-BE49-F238E27FC236}">
                      <a16:creationId xmlns:a16="http://schemas.microsoft.com/office/drawing/2014/main" id="{75A8371D-791B-B52F-D4DE-DCFC0BC34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84" y="4467053"/>
                  <a:ext cx="328449" cy="4070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4" name="群組 74">
              <a:extLst>
                <a:ext uri="{FF2B5EF4-FFF2-40B4-BE49-F238E27FC236}">
                  <a16:creationId xmlns:a16="http://schemas.microsoft.com/office/drawing/2014/main" id="{D8F24DC6-F91A-5E93-0741-E4370519A049}"/>
                </a:ext>
              </a:extLst>
            </p:cNvPr>
            <p:cNvGrpSpPr/>
            <p:nvPr/>
          </p:nvGrpSpPr>
          <p:grpSpPr>
            <a:xfrm>
              <a:off x="853961" y="4304680"/>
              <a:ext cx="704039" cy="782994"/>
              <a:chOff x="2715725" y="4666143"/>
              <a:chExt cx="704039" cy="782994"/>
            </a:xfrm>
          </p:grpSpPr>
          <p:sp>
            <p:nvSpPr>
              <p:cNvPr id="75" name="文字方塊 75">
                <a:extLst>
                  <a:ext uri="{FF2B5EF4-FFF2-40B4-BE49-F238E27FC236}">
                    <a16:creationId xmlns:a16="http://schemas.microsoft.com/office/drawing/2014/main" id="{997229DC-3F3B-80ED-88E7-BB7809ABF2F4}"/>
                  </a:ext>
                </a:extLst>
              </p:cNvPr>
              <p:cNvSpPr txBox="1"/>
              <p:nvPr/>
            </p:nvSpPr>
            <p:spPr>
              <a:xfrm>
                <a:off x="2715725" y="4666143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128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76" name="群組 76">
                <a:extLst>
                  <a:ext uri="{FF2B5EF4-FFF2-40B4-BE49-F238E27FC236}">
                    <a16:creationId xmlns:a16="http://schemas.microsoft.com/office/drawing/2014/main" id="{625BDE48-4845-9517-250A-6E3EFE1443D1}"/>
                  </a:ext>
                </a:extLst>
              </p:cNvPr>
              <p:cNvGrpSpPr/>
              <p:nvPr/>
            </p:nvGrpSpPr>
            <p:grpSpPr>
              <a:xfrm>
                <a:off x="2771535" y="5032065"/>
                <a:ext cx="592418" cy="417072"/>
                <a:chOff x="2771535" y="5032065"/>
                <a:chExt cx="592418" cy="417072"/>
              </a:xfrm>
            </p:grpSpPr>
            <p:cxnSp>
              <p:nvCxnSpPr>
                <p:cNvPr id="77" name="直線接點 77">
                  <a:extLst>
                    <a:ext uri="{FF2B5EF4-FFF2-40B4-BE49-F238E27FC236}">
                      <a16:creationId xmlns:a16="http://schemas.microsoft.com/office/drawing/2014/main" id="{1F93EF6D-3505-4E29-B935-BFCAD0BCA71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771535" y="5032065"/>
                  <a:ext cx="592418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accent6">
                      <a:lumMod val="40000"/>
                      <a:lumOff val="6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78" name="文字方塊 78">
                  <a:extLst>
                    <a:ext uri="{FF2B5EF4-FFF2-40B4-BE49-F238E27FC236}">
                      <a16:creationId xmlns:a16="http://schemas.microsoft.com/office/drawing/2014/main" id="{10F0F4ED-179A-6818-E8B5-04D7B45F7ACE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52">
                  <a:extLst>
                    <a:ext uri="{FF2B5EF4-FFF2-40B4-BE49-F238E27FC236}">
                      <a16:creationId xmlns:a16="http://schemas.microsoft.com/office/drawing/2014/main" id="{A7E88F39-6987-519E-42CE-3077D1593921}"/>
                    </a:ext>
                  </a:extLst>
                </p:cNvPr>
                <p:cNvSpPr txBox="1"/>
                <p:nvPr/>
              </p:nvSpPr>
              <p:spPr>
                <a:xfrm>
                  <a:off x="1487044" y="4460733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52">
                  <a:extLst>
                    <a:ext uri="{FF2B5EF4-FFF2-40B4-BE49-F238E27FC236}">
                      <a16:creationId xmlns:a16="http://schemas.microsoft.com/office/drawing/2014/main" id="{A7E88F39-6987-519E-42CE-3077D1593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7044" y="4460733"/>
                  <a:ext cx="357791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群組 245">
            <a:extLst>
              <a:ext uri="{FF2B5EF4-FFF2-40B4-BE49-F238E27FC236}">
                <a16:creationId xmlns:a16="http://schemas.microsoft.com/office/drawing/2014/main" id="{5E5BBA8B-33D3-E0CF-D1E5-3FA4547B80BE}"/>
              </a:ext>
            </a:extLst>
          </p:cNvPr>
          <p:cNvGrpSpPr/>
          <p:nvPr/>
        </p:nvGrpSpPr>
        <p:grpSpPr>
          <a:xfrm>
            <a:off x="1812243" y="4412327"/>
            <a:ext cx="695743" cy="461825"/>
            <a:chOff x="2472626" y="4523351"/>
            <a:chExt cx="695743" cy="461825"/>
          </a:xfrm>
        </p:grpSpPr>
        <p:sp>
          <p:nvSpPr>
            <p:cNvPr id="84" name="文字方塊 249">
              <a:extLst>
                <a:ext uri="{FF2B5EF4-FFF2-40B4-BE49-F238E27FC236}">
                  <a16:creationId xmlns:a16="http://schemas.microsoft.com/office/drawing/2014/main" id="{D227339C-B240-E133-9179-3C2CF121AB93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85" name="文字方塊 247">
              <a:extLst>
                <a:ext uri="{FF2B5EF4-FFF2-40B4-BE49-F238E27FC236}">
                  <a16:creationId xmlns:a16="http://schemas.microsoft.com/office/drawing/2014/main" id="{19BD9D0F-C5F1-A5A7-7632-5BE87AA5FD86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86" name="TextBox 15">
            <a:extLst>
              <a:ext uri="{FF2B5EF4-FFF2-40B4-BE49-F238E27FC236}">
                <a16:creationId xmlns:a16="http://schemas.microsoft.com/office/drawing/2014/main" id="{C46583F4-F236-C7FE-DDE4-90FB319D083F}"/>
              </a:ext>
            </a:extLst>
          </p:cNvPr>
          <p:cNvSpPr txBox="1"/>
          <p:nvPr/>
        </p:nvSpPr>
        <p:spPr>
          <a:xfrm>
            <a:off x="4738887" y="1698894"/>
            <a:ext cx="3954229" cy="404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Volume of the cylinder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1D190EE8-6746-DC48-AF7A-FF11C97F3B34}"/>
              </a:ext>
            </a:extLst>
          </p:cNvPr>
          <p:cNvGrpSpPr/>
          <p:nvPr/>
        </p:nvGrpSpPr>
        <p:grpSpPr>
          <a:xfrm>
            <a:off x="4620409" y="2203540"/>
            <a:ext cx="3642722" cy="444879"/>
            <a:chOff x="4620409" y="2203540"/>
            <a:chExt cx="3642722" cy="4448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3">
                  <a:extLst>
                    <a:ext uri="{FF2B5EF4-FFF2-40B4-BE49-F238E27FC236}">
                      <a16:creationId xmlns:a16="http://schemas.microsoft.com/office/drawing/2014/main" id="{60DC4398-7E5C-CFA2-1A5F-819F5BB408F1}"/>
                    </a:ext>
                  </a:extLst>
                </p:cNvPr>
                <p:cNvSpPr txBox="1"/>
                <p:nvPr/>
              </p:nvSpPr>
              <p:spPr>
                <a:xfrm>
                  <a:off x="4620409" y="2241320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7" name="文字方塊 83">
                  <a:extLst>
                    <a:ext uri="{FF2B5EF4-FFF2-40B4-BE49-F238E27FC236}">
                      <a16:creationId xmlns:a16="http://schemas.microsoft.com/office/drawing/2014/main" id="{60DC4398-7E5C-CFA2-1A5F-819F5BB40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0409" y="2241320"/>
                  <a:ext cx="328449" cy="4070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15">
              <a:extLst>
                <a:ext uri="{FF2B5EF4-FFF2-40B4-BE49-F238E27FC236}">
                  <a16:creationId xmlns:a16="http://schemas.microsoft.com/office/drawing/2014/main" id="{BB7813A7-3F24-E722-6DFD-C6508A27099C}"/>
                </a:ext>
              </a:extLst>
            </p:cNvPr>
            <p:cNvSpPr txBox="1"/>
            <p:nvPr/>
          </p:nvSpPr>
          <p:spPr>
            <a:xfrm>
              <a:off x="4922328" y="2223954"/>
              <a:ext cx="1821523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Base area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53">
                  <a:extLst>
                    <a:ext uri="{FF2B5EF4-FFF2-40B4-BE49-F238E27FC236}">
                      <a16:creationId xmlns:a16="http://schemas.microsoft.com/office/drawing/2014/main" id="{29C210DF-3CA3-7945-B4B8-F56AF58DDD7B}"/>
                    </a:ext>
                  </a:extLst>
                </p:cNvPr>
                <p:cNvSpPr txBox="1"/>
                <p:nvPr/>
              </p:nvSpPr>
              <p:spPr>
                <a:xfrm>
                  <a:off x="6550743" y="22035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9" name="文字方塊 53">
                  <a:extLst>
                    <a:ext uri="{FF2B5EF4-FFF2-40B4-BE49-F238E27FC236}">
                      <a16:creationId xmlns:a16="http://schemas.microsoft.com/office/drawing/2014/main" id="{29C210DF-3CA3-7945-B4B8-F56AF58DD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0743" y="2203540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TextBox 15">
              <a:extLst>
                <a:ext uri="{FF2B5EF4-FFF2-40B4-BE49-F238E27FC236}">
                  <a16:creationId xmlns:a16="http://schemas.microsoft.com/office/drawing/2014/main" id="{B6225CB8-3003-FB82-BA47-AB53A3E76193}"/>
                </a:ext>
              </a:extLst>
            </p:cNvPr>
            <p:cNvSpPr txBox="1"/>
            <p:nvPr/>
          </p:nvSpPr>
          <p:spPr>
            <a:xfrm>
              <a:off x="6745807" y="2223953"/>
              <a:ext cx="1517324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Height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72" name="群組 171">
            <a:extLst>
              <a:ext uri="{FF2B5EF4-FFF2-40B4-BE49-F238E27FC236}">
                <a16:creationId xmlns:a16="http://schemas.microsoft.com/office/drawing/2014/main" id="{05A590E3-CA38-F4F7-CCF0-35D9B8B27ABC}"/>
              </a:ext>
            </a:extLst>
          </p:cNvPr>
          <p:cNvGrpSpPr/>
          <p:nvPr/>
        </p:nvGrpSpPr>
        <p:grpSpPr>
          <a:xfrm>
            <a:off x="4618508" y="2756509"/>
            <a:ext cx="3114355" cy="505925"/>
            <a:chOff x="4618508" y="2756509"/>
            <a:chExt cx="3114355" cy="5059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83">
                  <a:extLst>
                    <a:ext uri="{FF2B5EF4-FFF2-40B4-BE49-F238E27FC236}">
                      <a16:creationId xmlns:a16="http://schemas.microsoft.com/office/drawing/2014/main" id="{56147628-B194-6667-87B2-D4CEBB232A10}"/>
                    </a:ext>
                  </a:extLst>
                </p:cNvPr>
                <p:cNvSpPr txBox="1"/>
                <p:nvPr/>
              </p:nvSpPr>
              <p:spPr>
                <a:xfrm>
                  <a:off x="4618508" y="2837173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1" name="文字方塊 83">
                  <a:extLst>
                    <a:ext uri="{FF2B5EF4-FFF2-40B4-BE49-F238E27FC236}">
                      <a16:creationId xmlns:a16="http://schemas.microsoft.com/office/drawing/2014/main" id="{56147628-B194-6667-87B2-D4CEBB232A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8508" y="2837173"/>
                  <a:ext cx="328449" cy="407099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405">
                  <a:extLst>
                    <a:ext uri="{FF2B5EF4-FFF2-40B4-BE49-F238E27FC236}">
                      <a16:creationId xmlns:a16="http://schemas.microsoft.com/office/drawing/2014/main" id="{A68D7862-CEB0-8D4D-202C-B1C898F636FD}"/>
                    </a:ext>
                  </a:extLst>
                </p:cNvPr>
                <p:cNvSpPr txBox="1"/>
                <p:nvPr/>
              </p:nvSpPr>
              <p:spPr>
                <a:xfrm>
                  <a:off x="5065526" y="2855646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92" name="TextBox 405">
                  <a:extLst>
                    <a:ext uri="{FF2B5EF4-FFF2-40B4-BE49-F238E27FC236}">
                      <a16:creationId xmlns:a16="http://schemas.microsoft.com/office/drawing/2014/main" id="{A68D7862-CEB0-8D4D-202C-B1C898F63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5526" y="2855646"/>
                  <a:ext cx="357791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53">
                  <a:extLst>
                    <a:ext uri="{FF2B5EF4-FFF2-40B4-BE49-F238E27FC236}">
                      <a16:creationId xmlns:a16="http://schemas.microsoft.com/office/drawing/2014/main" id="{DFAC8427-AD19-EC24-0202-018BAE55AE92}"/>
                    </a:ext>
                  </a:extLst>
                </p:cNvPr>
                <p:cNvSpPr txBox="1"/>
                <p:nvPr/>
              </p:nvSpPr>
              <p:spPr>
                <a:xfrm>
                  <a:off x="5374401" y="2855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53">
                  <a:extLst>
                    <a:ext uri="{FF2B5EF4-FFF2-40B4-BE49-F238E27FC236}">
                      <a16:creationId xmlns:a16="http://schemas.microsoft.com/office/drawing/2014/main" id="{DFAC8427-AD19-EC24-0202-018BAE55A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4401" y="2855646"/>
                  <a:ext cx="29568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407">
                  <a:extLst>
                    <a:ext uri="{FF2B5EF4-FFF2-40B4-BE49-F238E27FC236}">
                      <a16:creationId xmlns:a16="http://schemas.microsoft.com/office/drawing/2014/main" id="{98D8E1C7-0668-9220-34BC-86F589DCEFE9}"/>
                    </a:ext>
                  </a:extLst>
                </p:cNvPr>
                <p:cNvSpPr txBox="1"/>
                <p:nvPr/>
              </p:nvSpPr>
              <p:spPr>
                <a:xfrm>
                  <a:off x="5609593" y="2854181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U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4" name="TextBox 407">
                  <a:extLst>
                    <a:ext uri="{FF2B5EF4-FFF2-40B4-BE49-F238E27FC236}">
                      <a16:creationId xmlns:a16="http://schemas.microsoft.com/office/drawing/2014/main" id="{98D8E1C7-0668-9220-34BC-86F589DCE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9593" y="2854181"/>
                  <a:ext cx="406207" cy="40395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文字方塊 106">
              <a:extLst>
                <a:ext uri="{FF2B5EF4-FFF2-40B4-BE49-F238E27FC236}">
                  <a16:creationId xmlns:a16="http://schemas.microsoft.com/office/drawing/2014/main" id="{5425320C-AF1E-E846-1A1D-7F44A0E65B88}"/>
                </a:ext>
              </a:extLst>
            </p:cNvPr>
            <p:cNvSpPr txBox="1"/>
            <p:nvPr/>
          </p:nvSpPr>
          <p:spPr>
            <a:xfrm>
              <a:off x="5856365" y="2756509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53">
                  <a:extLst>
                    <a:ext uri="{FF2B5EF4-FFF2-40B4-BE49-F238E27FC236}">
                      <a16:creationId xmlns:a16="http://schemas.microsoft.com/office/drawing/2014/main" id="{9751D8EB-0C52-CF4D-3592-72A27CBF7B74}"/>
                    </a:ext>
                  </a:extLst>
                </p:cNvPr>
                <p:cNvSpPr txBox="1"/>
                <p:nvPr/>
              </p:nvSpPr>
              <p:spPr>
                <a:xfrm>
                  <a:off x="6093518" y="286232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6" name="文字方塊 53">
                  <a:extLst>
                    <a:ext uri="{FF2B5EF4-FFF2-40B4-BE49-F238E27FC236}">
                      <a16:creationId xmlns:a16="http://schemas.microsoft.com/office/drawing/2014/main" id="{9751D8EB-0C52-CF4D-3592-72A27CBF7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3518" y="2862324"/>
                  <a:ext cx="295688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TextBox 15">
              <a:extLst>
                <a:ext uri="{FF2B5EF4-FFF2-40B4-BE49-F238E27FC236}">
                  <a16:creationId xmlns:a16="http://schemas.microsoft.com/office/drawing/2014/main" id="{6CB8C3C9-AE10-9E0F-4EA0-FE50FF4DAE4D}"/>
                </a:ext>
              </a:extLst>
            </p:cNvPr>
            <p:cNvSpPr txBox="1"/>
            <p:nvPr/>
          </p:nvSpPr>
          <p:spPr>
            <a:xfrm>
              <a:off x="6215539" y="2854181"/>
              <a:ext cx="1517324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Height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DC6522D0-30B3-817F-63D7-AB29FE54BC63}"/>
              </a:ext>
            </a:extLst>
          </p:cNvPr>
          <p:cNvGrpSpPr/>
          <p:nvPr/>
        </p:nvGrpSpPr>
        <p:grpSpPr>
          <a:xfrm>
            <a:off x="4633374" y="3335354"/>
            <a:ext cx="2420191" cy="521725"/>
            <a:chOff x="4633374" y="3335354"/>
            <a:chExt cx="2420191" cy="5217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83">
                  <a:extLst>
                    <a:ext uri="{FF2B5EF4-FFF2-40B4-BE49-F238E27FC236}">
                      <a16:creationId xmlns:a16="http://schemas.microsoft.com/office/drawing/2014/main" id="{F6A6B64C-5147-8E58-0F50-7AFC69EBB569}"/>
                    </a:ext>
                  </a:extLst>
                </p:cNvPr>
                <p:cNvSpPr txBox="1"/>
                <p:nvPr/>
              </p:nvSpPr>
              <p:spPr>
                <a:xfrm>
                  <a:off x="4633374" y="3416018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83">
                  <a:extLst>
                    <a:ext uri="{FF2B5EF4-FFF2-40B4-BE49-F238E27FC236}">
                      <a16:creationId xmlns:a16="http://schemas.microsoft.com/office/drawing/2014/main" id="{F6A6B64C-5147-8E58-0F50-7AFC69EBB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3374" y="3416018"/>
                  <a:ext cx="328449" cy="40709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405">
                  <a:extLst>
                    <a:ext uri="{FF2B5EF4-FFF2-40B4-BE49-F238E27FC236}">
                      <a16:creationId xmlns:a16="http://schemas.microsoft.com/office/drawing/2014/main" id="{B952ECAE-FBC3-391A-9649-166C0028E727}"/>
                    </a:ext>
                  </a:extLst>
                </p:cNvPr>
                <p:cNvSpPr txBox="1"/>
                <p:nvPr/>
              </p:nvSpPr>
              <p:spPr>
                <a:xfrm>
                  <a:off x="5080392" y="3434491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9" name="TextBox 405">
                  <a:extLst>
                    <a:ext uri="{FF2B5EF4-FFF2-40B4-BE49-F238E27FC236}">
                      <a16:creationId xmlns:a16="http://schemas.microsoft.com/office/drawing/2014/main" id="{B952ECAE-FBC3-391A-9649-166C0028E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0392" y="3434491"/>
                  <a:ext cx="357791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53">
                  <a:extLst>
                    <a:ext uri="{FF2B5EF4-FFF2-40B4-BE49-F238E27FC236}">
                      <a16:creationId xmlns:a16="http://schemas.microsoft.com/office/drawing/2014/main" id="{BE466BA6-4432-A578-88F7-8122E93081D8}"/>
                    </a:ext>
                  </a:extLst>
                </p:cNvPr>
                <p:cNvSpPr txBox="1"/>
                <p:nvPr/>
              </p:nvSpPr>
              <p:spPr>
                <a:xfrm>
                  <a:off x="5389267" y="343449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0" name="文字方塊 53">
                  <a:extLst>
                    <a:ext uri="{FF2B5EF4-FFF2-40B4-BE49-F238E27FC236}">
                      <a16:creationId xmlns:a16="http://schemas.microsoft.com/office/drawing/2014/main" id="{BE466BA6-4432-A578-88F7-8122E9308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9267" y="3434491"/>
                  <a:ext cx="295688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407">
                  <a:extLst>
                    <a:ext uri="{FF2B5EF4-FFF2-40B4-BE49-F238E27FC236}">
                      <a16:creationId xmlns:a16="http://schemas.microsoft.com/office/drawing/2014/main" id="{B3CC9222-E962-8D55-18AF-65DF2EDEC082}"/>
                    </a:ext>
                  </a:extLst>
                </p:cNvPr>
                <p:cNvSpPr txBox="1"/>
                <p:nvPr/>
              </p:nvSpPr>
              <p:spPr>
                <a:xfrm>
                  <a:off x="5624459" y="3433026"/>
                  <a:ext cx="406207" cy="4039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TextBox 407">
                  <a:extLst>
                    <a:ext uri="{FF2B5EF4-FFF2-40B4-BE49-F238E27FC236}">
                      <a16:creationId xmlns:a16="http://schemas.microsoft.com/office/drawing/2014/main" id="{B3CC9222-E962-8D55-18AF-65DF2EDEC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4459" y="3433026"/>
                  <a:ext cx="406207" cy="40395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文字方塊 106">
              <a:extLst>
                <a:ext uri="{FF2B5EF4-FFF2-40B4-BE49-F238E27FC236}">
                  <a16:creationId xmlns:a16="http://schemas.microsoft.com/office/drawing/2014/main" id="{FBE992DD-8792-D45A-5ACE-6CE04AE19846}"/>
                </a:ext>
              </a:extLst>
            </p:cNvPr>
            <p:cNvSpPr txBox="1"/>
            <p:nvPr/>
          </p:nvSpPr>
          <p:spPr>
            <a:xfrm>
              <a:off x="5871231" y="333535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字方塊 53">
                  <a:extLst>
                    <a:ext uri="{FF2B5EF4-FFF2-40B4-BE49-F238E27FC236}">
                      <a16:creationId xmlns:a16="http://schemas.microsoft.com/office/drawing/2014/main" id="{5D524546-4037-ECF8-9396-E7B686D2CB20}"/>
                    </a:ext>
                  </a:extLst>
                </p:cNvPr>
                <p:cNvSpPr txBox="1"/>
                <p:nvPr/>
              </p:nvSpPr>
              <p:spPr>
                <a:xfrm>
                  <a:off x="6108384" y="344116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3" name="文字方塊 53">
                  <a:extLst>
                    <a:ext uri="{FF2B5EF4-FFF2-40B4-BE49-F238E27FC236}">
                      <a16:creationId xmlns:a16="http://schemas.microsoft.com/office/drawing/2014/main" id="{5D524546-4037-ECF8-9396-E7B686D2C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8384" y="3441169"/>
                  <a:ext cx="295688" cy="40011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TextBox 15">
              <a:extLst>
                <a:ext uri="{FF2B5EF4-FFF2-40B4-BE49-F238E27FC236}">
                  <a16:creationId xmlns:a16="http://schemas.microsoft.com/office/drawing/2014/main" id="{0FB6508B-FC6D-C9C6-8D3C-27C1B16EDA5C}"/>
                </a:ext>
              </a:extLst>
            </p:cNvPr>
            <p:cNvSpPr txBox="1"/>
            <p:nvPr/>
          </p:nvSpPr>
          <p:spPr>
            <a:xfrm>
              <a:off x="6263853" y="3453028"/>
              <a:ext cx="78971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10</a:t>
              </a:r>
              <a:endParaRPr lang="zh-TW" altLang="en-US" sz="2000" b="1" dirty="0"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70A5888-079F-9B90-FB49-F1002FC33F70}"/>
              </a:ext>
            </a:extLst>
          </p:cNvPr>
          <p:cNvGrpSpPr/>
          <p:nvPr/>
        </p:nvGrpSpPr>
        <p:grpSpPr>
          <a:xfrm>
            <a:off x="4641057" y="3964842"/>
            <a:ext cx="1259474" cy="471494"/>
            <a:chOff x="4641057" y="3964842"/>
            <a:chExt cx="1259474" cy="471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83">
                  <a:extLst>
                    <a:ext uri="{FF2B5EF4-FFF2-40B4-BE49-F238E27FC236}">
                      <a16:creationId xmlns:a16="http://schemas.microsoft.com/office/drawing/2014/main" id="{34991B74-4E29-D428-9673-87278FDB51E4}"/>
                    </a:ext>
                  </a:extLst>
                </p:cNvPr>
                <p:cNvSpPr txBox="1"/>
                <p:nvPr/>
              </p:nvSpPr>
              <p:spPr>
                <a:xfrm>
                  <a:off x="4641057" y="3964842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5" name="文字方塊 83">
                  <a:extLst>
                    <a:ext uri="{FF2B5EF4-FFF2-40B4-BE49-F238E27FC236}">
                      <a16:creationId xmlns:a16="http://schemas.microsoft.com/office/drawing/2014/main" id="{34991B74-4E29-D428-9673-87278FDB5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057" y="3964842"/>
                  <a:ext cx="328449" cy="407099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405">
                  <a:extLst>
                    <a:ext uri="{FF2B5EF4-FFF2-40B4-BE49-F238E27FC236}">
                      <a16:creationId xmlns:a16="http://schemas.microsoft.com/office/drawing/2014/main" id="{77619CA0-B434-BDD2-E0ED-BFB5D3D530ED}"/>
                    </a:ext>
                  </a:extLst>
                </p:cNvPr>
                <p:cNvSpPr txBox="1"/>
                <p:nvPr/>
              </p:nvSpPr>
              <p:spPr>
                <a:xfrm>
                  <a:off x="5542740" y="4028133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405">
                  <a:extLst>
                    <a:ext uri="{FF2B5EF4-FFF2-40B4-BE49-F238E27FC236}">
                      <a16:creationId xmlns:a16="http://schemas.microsoft.com/office/drawing/2014/main" id="{77619CA0-B434-BDD2-E0ED-BFB5D3D5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740" y="4028133"/>
                  <a:ext cx="357791" cy="4001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TextBox 15">
              <a:extLst>
                <a:ext uri="{FF2B5EF4-FFF2-40B4-BE49-F238E27FC236}">
                  <a16:creationId xmlns:a16="http://schemas.microsoft.com/office/drawing/2014/main" id="{C8332570-9567-43EB-2DA5-62C16E214E8E}"/>
                </a:ext>
              </a:extLst>
            </p:cNvPr>
            <p:cNvSpPr txBox="1"/>
            <p:nvPr/>
          </p:nvSpPr>
          <p:spPr>
            <a:xfrm>
              <a:off x="4903109" y="4032285"/>
              <a:ext cx="78971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160</a:t>
              </a:r>
              <a:endParaRPr lang="zh-TW" altLang="en-US" sz="2000" b="1" dirty="0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12" name="群組 245">
            <a:extLst>
              <a:ext uri="{FF2B5EF4-FFF2-40B4-BE49-F238E27FC236}">
                <a16:creationId xmlns:a16="http://schemas.microsoft.com/office/drawing/2014/main" id="{06404211-983D-2233-8944-C99414815BAF}"/>
              </a:ext>
            </a:extLst>
          </p:cNvPr>
          <p:cNvGrpSpPr/>
          <p:nvPr/>
        </p:nvGrpSpPr>
        <p:grpSpPr>
          <a:xfrm>
            <a:off x="5902688" y="3976165"/>
            <a:ext cx="695743" cy="461825"/>
            <a:chOff x="2472626" y="4523351"/>
            <a:chExt cx="695743" cy="461825"/>
          </a:xfrm>
        </p:grpSpPr>
        <p:sp>
          <p:nvSpPr>
            <p:cNvPr id="113" name="文字方塊 249">
              <a:extLst>
                <a:ext uri="{FF2B5EF4-FFF2-40B4-BE49-F238E27FC236}">
                  <a16:creationId xmlns:a16="http://schemas.microsoft.com/office/drawing/2014/main" id="{07621A5B-D479-BDE5-59B6-B794E75DDC31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14" name="文字方塊 247">
              <a:extLst>
                <a:ext uri="{FF2B5EF4-FFF2-40B4-BE49-F238E27FC236}">
                  <a16:creationId xmlns:a16="http://schemas.microsoft.com/office/drawing/2014/main" id="{02DBBF7C-2349-EFD2-3F92-D3140C13DF1C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15" name="TextBox 15">
            <a:extLst>
              <a:ext uri="{FF2B5EF4-FFF2-40B4-BE49-F238E27FC236}">
                <a16:creationId xmlns:a16="http://schemas.microsoft.com/office/drawing/2014/main" id="{3E62F228-E79E-3172-5ADB-01098A7F8AC6}"/>
              </a:ext>
            </a:extLst>
          </p:cNvPr>
          <p:cNvSpPr txBox="1"/>
          <p:nvPr/>
        </p:nvSpPr>
        <p:spPr>
          <a:xfrm>
            <a:off x="3061990" y="4648552"/>
            <a:ext cx="3954229" cy="404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Volume of the component</a:t>
            </a:r>
            <a:endParaRPr lang="zh-TW" altLang="en-US" sz="2000" b="1" dirty="0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385BB3C6-7201-4455-FF70-7B61BB64D7B1}"/>
              </a:ext>
            </a:extLst>
          </p:cNvPr>
          <p:cNvGrpSpPr/>
          <p:nvPr/>
        </p:nvGrpSpPr>
        <p:grpSpPr>
          <a:xfrm>
            <a:off x="2811243" y="5110604"/>
            <a:ext cx="8023956" cy="442072"/>
            <a:chOff x="2811243" y="5110604"/>
            <a:chExt cx="8023956" cy="4420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83">
                  <a:extLst>
                    <a:ext uri="{FF2B5EF4-FFF2-40B4-BE49-F238E27FC236}">
                      <a16:creationId xmlns:a16="http://schemas.microsoft.com/office/drawing/2014/main" id="{4DE6719D-CF6B-D1D7-8E1C-E9049FCFC2DC}"/>
                    </a:ext>
                  </a:extLst>
                </p:cNvPr>
                <p:cNvSpPr txBox="1"/>
                <p:nvPr/>
              </p:nvSpPr>
              <p:spPr>
                <a:xfrm>
                  <a:off x="2811243" y="5110604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83">
                  <a:extLst>
                    <a:ext uri="{FF2B5EF4-FFF2-40B4-BE49-F238E27FC236}">
                      <a16:creationId xmlns:a16="http://schemas.microsoft.com/office/drawing/2014/main" id="{4DE6719D-CF6B-D1D7-8E1C-E9049FCFC2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1243" y="5110604"/>
                  <a:ext cx="328449" cy="407099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TextBox 15">
              <a:extLst>
                <a:ext uri="{FF2B5EF4-FFF2-40B4-BE49-F238E27FC236}">
                  <a16:creationId xmlns:a16="http://schemas.microsoft.com/office/drawing/2014/main" id="{31DE039B-642C-E430-0265-FAF0C8261C5C}"/>
                </a:ext>
              </a:extLst>
            </p:cNvPr>
            <p:cNvSpPr txBox="1"/>
            <p:nvPr/>
          </p:nvSpPr>
          <p:spPr>
            <a:xfrm>
              <a:off x="3019972" y="5148625"/>
              <a:ext cx="3954229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Volume of the hemisphere</a:t>
              </a:r>
              <a:endParaRPr lang="zh-TW" alt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18" name="TextBox 15">
              <a:extLst>
                <a:ext uri="{FF2B5EF4-FFF2-40B4-BE49-F238E27FC236}">
                  <a16:creationId xmlns:a16="http://schemas.microsoft.com/office/drawing/2014/main" id="{5313EB34-FD28-8E98-AD4F-DB8353B649FF}"/>
                </a:ext>
              </a:extLst>
            </p:cNvPr>
            <p:cNvSpPr txBox="1"/>
            <p:nvPr/>
          </p:nvSpPr>
          <p:spPr>
            <a:xfrm>
              <a:off x="6880970" y="5130739"/>
              <a:ext cx="3954229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Volume of the cylinder</a:t>
              </a:r>
              <a:endParaRPr lang="zh-TW" altLang="en-US" sz="2000" b="1" dirty="0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字方塊 128">
                  <a:extLst>
                    <a:ext uri="{FF2B5EF4-FFF2-40B4-BE49-F238E27FC236}">
                      <a16:creationId xmlns:a16="http://schemas.microsoft.com/office/drawing/2014/main" id="{E70654FD-2544-3F49-F72B-1E97E5A83CE3}"/>
                    </a:ext>
                  </a:extLst>
                </p:cNvPr>
                <p:cNvSpPr txBox="1"/>
                <p:nvPr/>
              </p:nvSpPr>
              <p:spPr>
                <a:xfrm>
                  <a:off x="6868375" y="511060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9" name="文字方塊 128">
                  <a:extLst>
                    <a:ext uri="{FF2B5EF4-FFF2-40B4-BE49-F238E27FC236}">
                      <a16:creationId xmlns:a16="http://schemas.microsoft.com/office/drawing/2014/main" id="{E70654FD-2544-3F49-F72B-1E97E5A83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8375" y="5110604"/>
                  <a:ext cx="295688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D4ADCB22-22B5-14FC-8449-4D0BB371D678}"/>
              </a:ext>
            </a:extLst>
          </p:cNvPr>
          <p:cNvGrpSpPr/>
          <p:nvPr/>
        </p:nvGrpSpPr>
        <p:grpSpPr>
          <a:xfrm>
            <a:off x="2818159" y="5592449"/>
            <a:ext cx="2632482" cy="782994"/>
            <a:chOff x="2818159" y="5592449"/>
            <a:chExt cx="2632482" cy="782994"/>
          </a:xfrm>
        </p:grpSpPr>
        <p:grpSp>
          <p:nvGrpSpPr>
            <p:cNvPr id="120" name="群組 74">
              <a:extLst>
                <a:ext uri="{FF2B5EF4-FFF2-40B4-BE49-F238E27FC236}">
                  <a16:creationId xmlns:a16="http://schemas.microsoft.com/office/drawing/2014/main" id="{B29D6658-7AD5-D37C-BF97-AF4F84A61F05}"/>
                </a:ext>
              </a:extLst>
            </p:cNvPr>
            <p:cNvGrpSpPr/>
            <p:nvPr/>
          </p:nvGrpSpPr>
          <p:grpSpPr>
            <a:xfrm>
              <a:off x="3221054" y="5592449"/>
              <a:ext cx="704039" cy="782994"/>
              <a:chOff x="2715725" y="4666143"/>
              <a:chExt cx="704039" cy="782994"/>
            </a:xfrm>
          </p:grpSpPr>
          <p:sp>
            <p:nvSpPr>
              <p:cNvPr id="121" name="文字方塊 75">
                <a:extLst>
                  <a:ext uri="{FF2B5EF4-FFF2-40B4-BE49-F238E27FC236}">
                    <a16:creationId xmlns:a16="http://schemas.microsoft.com/office/drawing/2014/main" id="{6256E19D-53FD-EED2-FB2A-31D453DAB4A8}"/>
                  </a:ext>
                </a:extLst>
              </p:cNvPr>
              <p:cNvSpPr txBox="1"/>
              <p:nvPr/>
            </p:nvSpPr>
            <p:spPr>
              <a:xfrm>
                <a:off x="2715725" y="4666143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128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22" name="群組 76">
                <a:extLst>
                  <a:ext uri="{FF2B5EF4-FFF2-40B4-BE49-F238E27FC236}">
                    <a16:creationId xmlns:a16="http://schemas.microsoft.com/office/drawing/2014/main" id="{7BF17251-D428-8E38-4078-0B711755A8EE}"/>
                  </a:ext>
                </a:extLst>
              </p:cNvPr>
              <p:cNvGrpSpPr/>
              <p:nvPr/>
            </p:nvGrpSpPr>
            <p:grpSpPr>
              <a:xfrm>
                <a:off x="2771535" y="5032065"/>
                <a:ext cx="592418" cy="417072"/>
                <a:chOff x="2771535" y="5032065"/>
                <a:chExt cx="592418" cy="417072"/>
              </a:xfrm>
            </p:grpSpPr>
            <p:cxnSp>
              <p:nvCxnSpPr>
                <p:cNvPr id="123" name="直線接點 77">
                  <a:extLst>
                    <a:ext uri="{FF2B5EF4-FFF2-40B4-BE49-F238E27FC236}">
                      <a16:creationId xmlns:a16="http://schemas.microsoft.com/office/drawing/2014/main" id="{DF098ED3-466D-91F3-AFA5-9C837A58D89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771535" y="5032065"/>
                  <a:ext cx="592418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accent6">
                      <a:lumMod val="40000"/>
                      <a:lumOff val="6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24" name="文字方塊 78">
                  <a:extLst>
                    <a:ext uri="{FF2B5EF4-FFF2-40B4-BE49-F238E27FC236}">
                      <a16:creationId xmlns:a16="http://schemas.microsoft.com/office/drawing/2014/main" id="{EFB53B75-7E71-97C0-B1DB-FAB9890B63DD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52">
                  <a:extLst>
                    <a:ext uri="{FF2B5EF4-FFF2-40B4-BE49-F238E27FC236}">
                      <a16:creationId xmlns:a16="http://schemas.microsoft.com/office/drawing/2014/main" id="{1AEB0ED8-4E5D-7A63-8B52-0D4DDA49DA13}"/>
                    </a:ext>
                  </a:extLst>
                </p:cNvPr>
                <p:cNvSpPr txBox="1"/>
                <p:nvPr/>
              </p:nvSpPr>
              <p:spPr>
                <a:xfrm>
                  <a:off x="3854137" y="5748502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52">
                  <a:extLst>
                    <a:ext uri="{FF2B5EF4-FFF2-40B4-BE49-F238E27FC236}">
                      <a16:creationId xmlns:a16="http://schemas.microsoft.com/office/drawing/2014/main" id="{1AEB0ED8-4E5D-7A63-8B52-0D4DDA49D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4137" y="5748502"/>
                  <a:ext cx="357791" cy="4001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83">
                  <a:extLst>
                    <a:ext uri="{FF2B5EF4-FFF2-40B4-BE49-F238E27FC236}">
                      <a16:creationId xmlns:a16="http://schemas.microsoft.com/office/drawing/2014/main" id="{F431EDF3-CCDF-F75D-075A-0704D4F9E52A}"/>
                    </a:ext>
                  </a:extLst>
                </p:cNvPr>
                <p:cNvSpPr txBox="1"/>
                <p:nvPr/>
              </p:nvSpPr>
              <p:spPr>
                <a:xfrm>
                  <a:off x="2818159" y="5748502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6" name="文字方塊 83">
                  <a:extLst>
                    <a:ext uri="{FF2B5EF4-FFF2-40B4-BE49-F238E27FC236}">
                      <a16:creationId xmlns:a16="http://schemas.microsoft.com/office/drawing/2014/main" id="{F431EDF3-CCDF-F75D-075A-0704D4F9E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159" y="5748502"/>
                  <a:ext cx="328449" cy="407099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405">
                  <a:extLst>
                    <a:ext uri="{FF2B5EF4-FFF2-40B4-BE49-F238E27FC236}">
                      <a16:creationId xmlns:a16="http://schemas.microsoft.com/office/drawing/2014/main" id="{480F97B6-B69D-E3AA-F6C7-546914C94442}"/>
                    </a:ext>
                  </a:extLst>
                </p:cNvPr>
                <p:cNvSpPr txBox="1"/>
                <p:nvPr/>
              </p:nvSpPr>
              <p:spPr>
                <a:xfrm>
                  <a:off x="5092850" y="5737013"/>
                  <a:ext cx="3577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m:oMathPara>
                  </a14:m>
                  <a:endParaRPr lang="en-US" sz="20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405">
                  <a:extLst>
                    <a:ext uri="{FF2B5EF4-FFF2-40B4-BE49-F238E27FC236}">
                      <a16:creationId xmlns:a16="http://schemas.microsoft.com/office/drawing/2014/main" id="{480F97B6-B69D-E3AA-F6C7-546914C94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850" y="5737013"/>
                  <a:ext cx="357791" cy="40011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TextBox 15">
              <a:extLst>
                <a:ext uri="{FF2B5EF4-FFF2-40B4-BE49-F238E27FC236}">
                  <a16:creationId xmlns:a16="http://schemas.microsoft.com/office/drawing/2014/main" id="{2D0C9AD9-AE8C-5B81-15C0-B867780F5940}"/>
                </a:ext>
              </a:extLst>
            </p:cNvPr>
            <p:cNvSpPr txBox="1"/>
            <p:nvPr/>
          </p:nvSpPr>
          <p:spPr>
            <a:xfrm>
              <a:off x="4453219" y="5741165"/>
              <a:ext cx="78971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160</a:t>
              </a:r>
              <a:endParaRPr lang="zh-TW" altLang="en-US" sz="2000" b="1" dirty="0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FB174A21-CFA9-4D55-BD90-BEB5694C1106}"/>
                    </a:ext>
                  </a:extLst>
                </p:cNvPr>
                <p:cNvSpPr txBox="1"/>
                <p:nvPr/>
              </p:nvSpPr>
              <p:spPr>
                <a:xfrm>
                  <a:off x="4190955" y="57370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FB174A21-CFA9-4D55-BD90-BEB5694C1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955" y="5737013"/>
                  <a:ext cx="295688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7" name="群組 176">
            <a:extLst>
              <a:ext uri="{FF2B5EF4-FFF2-40B4-BE49-F238E27FC236}">
                <a16:creationId xmlns:a16="http://schemas.microsoft.com/office/drawing/2014/main" id="{4C91257F-A808-BB8B-AEC9-94C0F0B1CB07}"/>
              </a:ext>
            </a:extLst>
          </p:cNvPr>
          <p:cNvGrpSpPr/>
          <p:nvPr/>
        </p:nvGrpSpPr>
        <p:grpSpPr>
          <a:xfrm>
            <a:off x="5600727" y="5736350"/>
            <a:ext cx="1154791" cy="408866"/>
            <a:chOff x="5600727" y="5736350"/>
            <a:chExt cx="1154791" cy="4088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83">
                  <a:extLst>
                    <a:ext uri="{FF2B5EF4-FFF2-40B4-BE49-F238E27FC236}">
                      <a16:creationId xmlns:a16="http://schemas.microsoft.com/office/drawing/2014/main" id="{EB14579D-7853-8992-E60F-57B6117A78B8}"/>
                    </a:ext>
                  </a:extLst>
                </p:cNvPr>
                <p:cNvSpPr txBox="1"/>
                <p:nvPr/>
              </p:nvSpPr>
              <p:spPr>
                <a:xfrm>
                  <a:off x="5600727" y="5736350"/>
                  <a:ext cx="328449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0" name="文字方塊 83">
                  <a:extLst>
                    <a:ext uri="{FF2B5EF4-FFF2-40B4-BE49-F238E27FC236}">
                      <a16:creationId xmlns:a16="http://schemas.microsoft.com/office/drawing/2014/main" id="{EB14579D-7853-8992-E60F-57B6117A7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0727" y="5736350"/>
                  <a:ext cx="328449" cy="407099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TextBox 15">
              <a:extLst>
                <a:ext uri="{FF2B5EF4-FFF2-40B4-BE49-F238E27FC236}">
                  <a16:creationId xmlns:a16="http://schemas.microsoft.com/office/drawing/2014/main" id="{5D57C25B-C262-3904-A8F6-536E47E438EC}"/>
                </a:ext>
              </a:extLst>
            </p:cNvPr>
            <p:cNvSpPr txBox="1"/>
            <p:nvPr/>
          </p:nvSpPr>
          <p:spPr>
            <a:xfrm>
              <a:off x="5965806" y="5741165"/>
              <a:ext cx="78971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637</a:t>
              </a:r>
              <a:endParaRPr lang="zh-TW" altLang="en-US" sz="2000" b="1" dirty="0">
                <a:solidFill>
                  <a:srgbClr val="FF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1CCCF09F-8FA6-C2B8-6BB6-FF9AAFF120F3}"/>
              </a:ext>
            </a:extLst>
          </p:cNvPr>
          <p:cNvGrpSpPr/>
          <p:nvPr/>
        </p:nvGrpSpPr>
        <p:grpSpPr>
          <a:xfrm>
            <a:off x="6661659" y="5693776"/>
            <a:ext cx="3657153" cy="461825"/>
            <a:chOff x="6661659" y="5693776"/>
            <a:chExt cx="3657153" cy="461825"/>
          </a:xfrm>
        </p:grpSpPr>
        <p:grpSp>
          <p:nvGrpSpPr>
            <p:cNvPr id="132" name="群組 245">
              <a:extLst>
                <a:ext uri="{FF2B5EF4-FFF2-40B4-BE49-F238E27FC236}">
                  <a16:creationId xmlns:a16="http://schemas.microsoft.com/office/drawing/2014/main" id="{99334CDD-A136-82AA-340D-6CB1A930FA17}"/>
                </a:ext>
              </a:extLst>
            </p:cNvPr>
            <p:cNvGrpSpPr/>
            <p:nvPr/>
          </p:nvGrpSpPr>
          <p:grpSpPr>
            <a:xfrm>
              <a:off x="6661659" y="5693776"/>
              <a:ext cx="695743" cy="461825"/>
              <a:chOff x="2472626" y="4523351"/>
              <a:chExt cx="695743" cy="461825"/>
            </a:xfrm>
          </p:grpSpPr>
          <p:sp>
            <p:nvSpPr>
              <p:cNvPr id="133" name="文字方塊 249">
                <a:extLst>
                  <a:ext uri="{FF2B5EF4-FFF2-40B4-BE49-F238E27FC236}">
                    <a16:creationId xmlns:a16="http://schemas.microsoft.com/office/drawing/2014/main" id="{ECE5DA20-6BD2-B6C4-BC5C-F9DF9F467DD4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  <p:sp>
            <p:nvSpPr>
              <p:cNvPr id="134" name="文字方塊 247">
                <a:extLst>
                  <a:ext uri="{FF2B5EF4-FFF2-40B4-BE49-F238E27FC236}">
                    <a16:creationId xmlns:a16="http://schemas.microsoft.com/office/drawing/2014/main" id="{DA733E3D-A15A-D267-443E-8FE88AABE4C0}"/>
                  </a:ext>
                </a:extLst>
              </p:cNvPr>
              <p:cNvSpPr txBox="1"/>
              <p:nvPr/>
            </p:nvSpPr>
            <p:spPr>
              <a:xfrm>
                <a:off x="2879507" y="4523351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35" name="TextBox 15">
              <a:extLst>
                <a:ext uri="{FF2B5EF4-FFF2-40B4-BE49-F238E27FC236}">
                  <a16:creationId xmlns:a16="http://schemas.microsoft.com/office/drawing/2014/main" id="{43CAD87F-C569-95D1-42B6-DC0E80075779}"/>
                </a:ext>
              </a:extLst>
            </p:cNvPr>
            <p:cNvSpPr txBox="1"/>
            <p:nvPr/>
          </p:nvSpPr>
          <p:spPr>
            <a:xfrm>
              <a:off x="7217880" y="5743339"/>
              <a:ext cx="3100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(correct to 3 sig. fig.)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79" name="群組 178">
            <a:extLst>
              <a:ext uri="{FF2B5EF4-FFF2-40B4-BE49-F238E27FC236}">
                <a16:creationId xmlns:a16="http://schemas.microsoft.com/office/drawing/2014/main" id="{D0712E68-A03C-0C92-FBFD-F15C5B405851}"/>
              </a:ext>
            </a:extLst>
          </p:cNvPr>
          <p:cNvGrpSpPr/>
          <p:nvPr/>
        </p:nvGrpSpPr>
        <p:grpSpPr>
          <a:xfrm>
            <a:off x="2781553" y="6284732"/>
            <a:ext cx="6245000" cy="497502"/>
            <a:chOff x="2781553" y="6284732"/>
            <a:chExt cx="6245000" cy="4975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字方塊 260">
                  <a:extLst>
                    <a:ext uri="{FF2B5EF4-FFF2-40B4-BE49-F238E27FC236}">
                      <a16:creationId xmlns:a16="http://schemas.microsoft.com/office/drawing/2014/main" id="{BC4E6C18-9B98-2647-47C4-A2EF950634CF}"/>
                    </a:ext>
                  </a:extLst>
                </p:cNvPr>
                <p:cNvSpPr txBox="1"/>
                <p:nvPr/>
              </p:nvSpPr>
              <p:spPr>
                <a:xfrm>
                  <a:off x="2781553" y="6320569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260">
                  <a:extLst>
                    <a:ext uri="{FF2B5EF4-FFF2-40B4-BE49-F238E27FC236}">
                      <a16:creationId xmlns:a16="http://schemas.microsoft.com/office/drawing/2014/main" id="{BC4E6C18-9B98-2647-47C4-A2EF95063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1553" y="6320569"/>
                  <a:ext cx="238419" cy="461665"/>
                </a:xfrm>
                <a:prstGeom prst="rect">
                  <a:avLst/>
                </a:prstGeom>
                <a:blipFill>
                  <a:blip r:embed="rId44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TextBox 15">
              <a:extLst>
                <a:ext uri="{FF2B5EF4-FFF2-40B4-BE49-F238E27FC236}">
                  <a16:creationId xmlns:a16="http://schemas.microsoft.com/office/drawing/2014/main" id="{13113B58-70BB-389D-5394-3823F29FC7FE}"/>
                </a:ext>
              </a:extLst>
            </p:cNvPr>
            <p:cNvSpPr txBox="1"/>
            <p:nvPr/>
          </p:nvSpPr>
          <p:spPr>
            <a:xfrm>
              <a:off x="2915464" y="6351347"/>
              <a:ext cx="61110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volume of the component is 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637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      . 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grpSp>
          <p:nvGrpSpPr>
            <p:cNvPr id="138" name="群組 245">
              <a:extLst>
                <a:ext uri="{FF2B5EF4-FFF2-40B4-BE49-F238E27FC236}">
                  <a16:creationId xmlns:a16="http://schemas.microsoft.com/office/drawing/2014/main" id="{4FD4372A-D223-E696-26E5-535C24C74EEF}"/>
                </a:ext>
              </a:extLst>
            </p:cNvPr>
            <p:cNvGrpSpPr/>
            <p:nvPr/>
          </p:nvGrpSpPr>
          <p:grpSpPr>
            <a:xfrm>
              <a:off x="7998026" y="6284732"/>
              <a:ext cx="798167" cy="477054"/>
              <a:chOff x="2472626" y="4508122"/>
              <a:chExt cx="798167" cy="477054"/>
            </a:xfrm>
          </p:grpSpPr>
          <p:sp>
            <p:nvSpPr>
              <p:cNvPr id="139" name="文字方塊 249">
                <a:extLst>
                  <a:ext uri="{FF2B5EF4-FFF2-40B4-BE49-F238E27FC236}">
                    <a16:creationId xmlns:a16="http://schemas.microsoft.com/office/drawing/2014/main" id="{D1C718A0-0235-1CFD-9818-C8285C3235D5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673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cm</a:t>
                </a:r>
              </a:p>
            </p:txBody>
          </p:sp>
          <p:sp>
            <p:nvSpPr>
              <p:cNvPr id="140" name="文字方塊 247">
                <a:extLst>
                  <a:ext uri="{FF2B5EF4-FFF2-40B4-BE49-F238E27FC236}">
                    <a16:creationId xmlns:a16="http://schemas.microsoft.com/office/drawing/2014/main" id="{3A7B5C31-55A7-1D78-D8E3-6AD19322DD30}"/>
                  </a:ext>
                </a:extLst>
              </p:cNvPr>
              <p:cNvSpPr txBox="1"/>
              <p:nvPr/>
            </p:nvSpPr>
            <p:spPr>
              <a:xfrm>
                <a:off x="2981931" y="450812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66" name="群組 165">
            <a:extLst>
              <a:ext uri="{FF2B5EF4-FFF2-40B4-BE49-F238E27FC236}">
                <a16:creationId xmlns:a16="http://schemas.microsoft.com/office/drawing/2014/main" id="{5AC4FB3E-1CE5-7883-9144-E98B4149DE76}"/>
              </a:ext>
            </a:extLst>
          </p:cNvPr>
          <p:cNvGrpSpPr/>
          <p:nvPr/>
        </p:nvGrpSpPr>
        <p:grpSpPr>
          <a:xfrm>
            <a:off x="1320922" y="722049"/>
            <a:ext cx="10566278" cy="3618010"/>
            <a:chOff x="1320922" y="722049"/>
            <a:chExt cx="10566278" cy="361801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" name="筆跡 4">
                  <a:extLst>
                    <a:ext uri="{FF2B5EF4-FFF2-40B4-BE49-F238E27FC236}">
                      <a16:creationId xmlns:a16="http://schemas.microsoft.com/office/drawing/2014/main" id="{09FB2A90-63C9-FC32-1FEC-61CA8A79F402}"/>
                    </a:ext>
                  </a:extLst>
                </p14:cNvPr>
                <p14:cNvContentPartPr/>
                <p14:nvPr/>
              </p14:nvContentPartPr>
              <p14:xfrm>
                <a:off x="5532539" y="744908"/>
                <a:ext cx="764898" cy="45719"/>
              </p14:xfrm>
            </p:contentPart>
          </mc:Choice>
          <mc:Fallback xmlns="">
            <p:pic>
              <p:nvPicPr>
                <p:cNvPr id="3" name="筆跡 4">
                  <a:extLst>
                    <a:ext uri="{FF2B5EF4-FFF2-40B4-BE49-F238E27FC236}">
                      <a16:creationId xmlns:a16="http://schemas.microsoft.com/office/drawing/2014/main" id="{09FB2A90-63C9-FC32-1FEC-61CA8A79F40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78521" y="-12970792"/>
                  <a:ext cx="872574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" name="筆跡 4">
                  <a:extLst>
                    <a:ext uri="{FF2B5EF4-FFF2-40B4-BE49-F238E27FC236}">
                      <a16:creationId xmlns:a16="http://schemas.microsoft.com/office/drawing/2014/main" id="{B4A46BDF-A082-DBBB-B77E-C714E3F70469}"/>
                    </a:ext>
                  </a:extLst>
                </p14:cNvPr>
                <p14:cNvContentPartPr/>
                <p14:nvPr/>
              </p14:nvContentPartPr>
              <p14:xfrm>
                <a:off x="6861193" y="722049"/>
                <a:ext cx="428840" cy="45719"/>
              </p14:xfrm>
            </p:contentPart>
          </mc:Choice>
          <mc:Fallback xmlns="">
            <p:pic>
              <p:nvPicPr>
                <p:cNvPr id="4" name="筆跡 4">
                  <a:extLst>
                    <a:ext uri="{FF2B5EF4-FFF2-40B4-BE49-F238E27FC236}">
                      <a16:creationId xmlns:a16="http://schemas.microsoft.com/office/drawing/2014/main" id="{B4A46BDF-A082-DBBB-B77E-C714E3F7046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07183" y="-12993651"/>
                  <a:ext cx="53650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" name="筆跡 11">
                  <a:extLst>
                    <a:ext uri="{FF2B5EF4-FFF2-40B4-BE49-F238E27FC236}">
                      <a16:creationId xmlns:a16="http://schemas.microsoft.com/office/drawing/2014/main" id="{E6032518-E781-C539-F5D6-A56BE46C90CC}"/>
                    </a:ext>
                  </a:extLst>
                </p14:cNvPr>
                <p14:cNvContentPartPr/>
                <p14:nvPr/>
              </p14:nvContentPartPr>
              <p14:xfrm>
                <a:off x="8265609" y="744908"/>
                <a:ext cx="1801180" cy="45719"/>
              </p14:xfrm>
            </p:contentPart>
          </mc:Choice>
          <mc:Fallback xmlns="">
            <p:pic>
              <p:nvPicPr>
                <p:cNvPr id="5" name="筆跡 11">
                  <a:extLst>
                    <a:ext uri="{FF2B5EF4-FFF2-40B4-BE49-F238E27FC236}">
                      <a16:creationId xmlns:a16="http://schemas.microsoft.com/office/drawing/2014/main" id="{E6032518-E781-C539-F5D6-A56BE46C90C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11574" y="-12970792"/>
                  <a:ext cx="1908891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" name="筆跡 4">
                  <a:extLst>
                    <a:ext uri="{FF2B5EF4-FFF2-40B4-BE49-F238E27FC236}">
                      <a16:creationId xmlns:a16="http://schemas.microsoft.com/office/drawing/2014/main" id="{7F8BBC87-E8BA-9097-F2BC-254A90A0C142}"/>
                    </a:ext>
                  </a:extLst>
                </p14:cNvPr>
                <p14:cNvContentPartPr/>
                <p14:nvPr/>
              </p14:nvContentPartPr>
              <p14:xfrm>
                <a:off x="2915465" y="1083497"/>
                <a:ext cx="2206014" cy="45719"/>
              </p14:xfrm>
            </p:contentPart>
          </mc:Choice>
          <mc:Fallback xmlns="">
            <p:pic>
              <p:nvPicPr>
                <p:cNvPr id="6" name="筆跡 4">
                  <a:extLst>
                    <a:ext uri="{FF2B5EF4-FFF2-40B4-BE49-F238E27FC236}">
                      <a16:creationId xmlns:a16="http://schemas.microsoft.com/office/drawing/2014/main" id="{7F8BBC87-E8BA-9097-F2BC-254A90A0C14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61458" y="-12632203"/>
                  <a:ext cx="2313668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" name="筆跡 11">
                  <a:extLst>
                    <a:ext uri="{FF2B5EF4-FFF2-40B4-BE49-F238E27FC236}">
                      <a16:creationId xmlns:a16="http://schemas.microsoft.com/office/drawing/2014/main" id="{526DFFC5-E168-54A6-9591-EC2C4B5A3790}"/>
                    </a:ext>
                  </a:extLst>
                </p14:cNvPr>
                <p14:cNvContentPartPr/>
                <p14:nvPr/>
              </p14:nvContentPartPr>
              <p14:xfrm>
                <a:off x="1320922" y="1060637"/>
                <a:ext cx="591767" cy="45719"/>
              </p14:xfrm>
            </p:contentPart>
          </mc:Choice>
          <mc:Fallback xmlns="">
            <p:pic>
              <p:nvPicPr>
                <p:cNvPr id="7" name="筆跡 11">
                  <a:extLst>
                    <a:ext uri="{FF2B5EF4-FFF2-40B4-BE49-F238E27FC236}">
                      <a16:creationId xmlns:a16="http://schemas.microsoft.com/office/drawing/2014/main" id="{526DFFC5-E168-54A6-9591-EC2C4B5A379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66896" y="-12655063"/>
                  <a:ext cx="699459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" name="筆跡 7">
                  <a:extLst>
                    <a:ext uri="{FF2B5EF4-FFF2-40B4-BE49-F238E27FC236}">
                      <a16:creationId xmlns:a16="http://schemas.microsoft.com/office/drawing/2014/main" id="{26FD8CEE-FD09-7E29-9488-FD96634A7CD2}"/>
                    </a:ext>
                  </a:extLst>
                </p14:cNvPr>
                <p14:cNvContentPartPr/>
                <p14:nvPr/>
              </p14:nvContentPartPr>
              <p14:xfrm>
                <a:off x="1320922" y="749277"/>
                <a:ext cx="956646" cy="45719"/>
              </p14:xfrm>
            </p:contentPart>
          </mc:Choice>
          <mc:Fallback xmlns="">
            <p:pic>
              <p:nvPicPr>
                <p:cNvPr id="10" name="筆跡 7">
                  <a:extLst>
                    <a:ext uri="{FF2B5EF4-FFF2-40B4-BE49-F238E27FC236}">
                      <a16:creationId xmlns:a16="http://schemas.microsoft.com/office/drawing/2014/main" id="{26FD8CEE-FD09-7E29-9488-FD96634A7CD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66915" y="-12966423"/>
                  <a:ext cx="106430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C79FEA21-7F56-5A1A-655F-237A36293FEB}"/>
                    </a:ext>
                  </a:extLst>
                </p14:cNvPr>
                <p14:cNvContentPartPr/>
                <p14:nvPr/>
              </p14:nvContentPartPr>
              <p14:xfrm>
                <a:off x="2979976" y="744907"/>
                <a:ext cx="645230" cy="45719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C79FEA21-7F56-5A1A-655F-237A36293FE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25967" y="-12970793"/>
                  <a:ext cx="752888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1" name="筆跡 4">
                  <a:extLst>
                    <a:ext uri="{FF2B5EF4-FFF2-40B4-BE49-F238E27FC236}">
                      <a16:creationId xmlns:a16="http://schemas.microsoft.com/office/drawing/2014/main" id="{19A727FF-015A-EDB4-8106-D68F01EE0AF4}"/>
                    </a:ext>
                  </a:extLst>
                </p14:cNvPr>
                <p14:cNvContentPartPr/>
                <p14:nvPr/>
              </p14:nvContentPartPr>
              <p14:xfrm>
                <a:off x="10647487" y="2486729"/>
                <a:ext cx="347270" cy="45719"/>
              </p14:xfrm>
            </p:contentPart>
          </mc:Choice>
          <mc:Fallback xmlns="">
            <p:pic>
              <p:nvPicPr>
                <p:cNvPr id="141" name="筆跡 4">
                  <a:extLst>
                    <a:ext uri="{FF2B5EF4-FFF2-40B4-BE49-F238E27FC236}">
                      <a16:creationId xmlns:a16="http://schemas.microsoft.com/office/drawing/2014/main" id="{19A727FF-015A-EDB4-8106-D68F01EE0A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93507" y="-11228971"/>
                  <a:ext cx="45487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2" name="筆跡 11">
                  <a:extLst>
                    <a:ext uri="{FF2B5EF4-FFF2-40B4-BE49-F238E27FC236}">
                      <a16:creationId xmlns:a16="http://schemas.microsoft.com/office/drawing/2014/main" id="{D262AB61-C610-8C47-B0D7-375F2455D9A0}"/>
                    </a:ext>
                  </a:extLst>
                </p14:cNvPr>
                <p14:cNvContentPartPr/>
                <p14:nvPr/>
              </p14:nvContentPartPr>
              <p14:xfrm>
                <a:off x="11370603" y="3366835"/>
                <a:ext cx="516597" cy="45719"/>
              </p14:xfrm>
            </p:contentPart>
          </mc:Choice>
          <mc:Fallback xmlns="">
            <p:pic>
              <p:nvPicPr>
                <p:cNvPr id="142" name="筆跡 11">
                  <a:extLst>
                    <a:ext uri="{FF2B5EF4-FFF2-40B4-BE49-F238E27FC236}">
                      <a16:creationId xmlns:a16="http://schemas.microsoft.com/office/drawing/2014/main" id="{D262AB61-C610-8C47-B0D7-375F2455D9A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316603" y="-10348865"/>
                  <a:ext cx="624236" cy="27431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43" name="Group 30">
              <a:extLst>
                <a:ext uri="{FF2B5EF4-FFF2-40B4-BE49-F238E27FC236}">
                  <a16:creationId xmlns:a16="http://schemas.microsoft.com/office/drawing/2014/main" id="{B60C3004-9686-313D-A1F4-BAD35AFEEE0F}"/>
                </a:ext>
              </a:extLst>
            </p:cNvPr>
            <p:cNvGrpSpPr/>
            <p:nvPr/>
          </p:nvGrpSpPr>
          <p:grpSpPr>
            <a:xfrm rot="10800000">
              <a:off x="8487969" y="2003495"/>
              <a:ext cx="1059040" cy="795923"/>
              <a:chOff x="9307191" y="1492738"/>
              <a:chExt cx="1649978" cy="1240043"/>
            </a:xfrm>
            <a:solidFill>
              <a:schemeClr val="accent6">
                <a:lumMod val="40000"/>
                <a:lumOff val="60000"/>
                <a:alpha val="20000"/>
              </a:schemeClr>
            </a:solidFill>
          </p:grpSpPr>
          <p:sp>
            <p:nvSpPr>
              <p:cNvPr id="144" name="Oval 31">
                <a:extLst>
                  <a:ext uri="{FF2B5EF4-FFF2-40B4-BE49-F238E27FC236}">
                    <a16:creationId xmlns:a16="http://schemas.microsoft.com/office/drawing/2014/main" id="{9EFB3DFE-E846-599E-793C-11DF6F7F94AE}"/>
                  </a:ext>
                </a:extLst>
              </p:cNvPr>
              <p:cNvSpPr/>
              <p:nvPr/>
            </p:nvSpPr>
            <p:spPr>
              <a:xfrm>
                <a:off x="9308122" y="1492738"/>
                <a:ext cx="1649047" cy="765908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Freeform: Shape 32">
                <a:extLst>
                  <a:ext uri="{FF2B5EF4-FFF2-40B4-BE49-F238E27FC236}">
                    <a16:creationId xmlns:a16="http://schemas.microsoft.com/office/drawing/2014/main" id="{FC21E268-03C0-8BFE-10E3-877F151CA5E4}"/>
                  </a:ext>
                </a:extLst>
              </p:cNvPr>
              <p:cNvSpPr/>
              <p:nvPr/>
            </p:nvSpPr>
            <p:spPr>
              <a:xfrm>
                <a:off x="9307191" y="1852614"/>
                <a:ext cx="1646696" cy="880167"/>
              </a:xfrm>
              <a:custGeom>
                <a:avLst/>
                <a:gdLst>
                  <a:gd name="connsiteX0" fmla="*/ 0 w 1673918"/>
                  <a:gd name="connsiteY0" fmla="*/ 0 h 893550"/>
                  <a:gd name="connsiteX1" fmla="*/ 0 w 1673918"/>
                  <a:gd name="connsiteY1" fmla="*/ 59570 h 893550"/>
                  <a:gd name="connsiteX2" fmla="*/ 5957 w 1673918"/>
                  <a:gd name="connsiteY2" fmla="*/ 154882 h 893550"/>
                  <a:gd name="connsiteX3" fmla="*/ 11914 w 1673918"/>
                  <a:gd name="connsiteY3" fmla="*/ 208495 h 893550"/>
                  <a:gd name="connsiteX4" fmla="*/ 20850 w 1673918"/>
                  <a:gd name="connsiteY4" fmla="*/ 259129 h 893550"/>
                  <a:gd name="connsiteX5" fmla="*/ 56592 w 1673918"/>
                  <a:gd name="connsiteY5" fmla="*/ 354441 h 893550"/>
                  <a:gd name="connsiteX6" fmla="*/ 86377 w 1673918"/>
                  <a:gd name="connsiteY6" fmla="*/ 419968 h 893550"/>
                  <a:gd name="connsiteX7" fmla="*/ 113183 w 1673918"/>
                  <a:gd name="connsiteY7" fmla="*/ 461667 h 893550"/>
                  <a:gd name="connsiteX8" fmla="*/ 160839 w 1673918"/>
                  <a:gd name="connsiteY8" fmla="*/ 548044 h 893550"/>
                  <a:gd name="connsiteX9" fmla="*/ 205517 w 1673918"/>
                  <a:gd name="connsiteY9" fmla="*/ 607614 h 893550"/>
                  <a:gd name="connsiteX10" fmla="*/ 288915 w 1673918"/>
                  <a:gd name="connsiteY10" fmla="*/ 676119 h 893550"/>
                  <a:gd name="connsiteX11" fmla="*/ 354442 w 1673918"/>
                  <a:gd name="connsiteY11" fmla="*/ 729732 h 893550"/>
                  <a:gd name="connsiteX12" fmla="*/ 431883 w 1673918"/>
                  <a:gd name="connsiteY12" fmla="*/ 780367 h 893550"/>
                  <a:gd name="connsiteX13" fmla="*/ 488474 w 1673918"/>
                  <a:gd name="connsiteY13" fmla="*/ 807173 h 893550"/>
                  <a:gd name="connsiteX14" fmla="*/ 580808 w 1673918"/>
                  <a:gd name="connsiteY14" fmla="*/ 845894 h 893550"/>
                  <a:gd name="connsiteX15" fmla="*/ 691012 w 1673918"/>
                  <a:gd name="connsiteY15" fmla="*/ 875679 h 893550"/>
                  <a:gd name="connsiteX16" fmla="*/ 801217 w 1673918"/>
                  <a:gd name="connsiteY16" fmla="*/ 884614 h 893550"/>
                  <a:gd name="connsiteX17" fmla="*/ 872701 w 1673918"/>
                  <a:gd name="connsiteY17" fmla="*/ 893550 h 893550"/>
                  <a:gd name="connsiteX18" fmla="*/ 988863 w 1673918"/>
                  <a:gd name="connsiteY18" fmla="*/ 872700 h 893550"/>
                  <a:gd name="connsiteX19" fmla="*/ 1084175 w 1673918"/>
                  <a:gd name="connsiteY19" fmla="*/ 839937 h 893550"/>
                  <a:gd name="connsiteX20" fmla="*/ 1233100 w 1673918"/>
                  <a:gd name="connsiteY20" fmla="*/ 792281 h 893550"/>
                  <a:gd name="connsiteX21" fmla="*/ 1352240 w 1673918"/>
                  <a:gd name="connsiteY21" fmla="*/ 717818 h 893550"/>
                  <a:gd name="connsiteX22" fmla="*/ 1417767 w 1673918"/>
                  <a:gd name="connsiteY22" fmla="*/ 643356 h 893550"/>
                  <a:gd name="connsiteX23" fmla="*/ 1501165 w 1673918"/>
                  <a:gd name="connsiteY23" fmla="*/ 565915 h 893550"/>
                  <a:gd name="connsiteX24" fmla="*/ 1551799 w 1673918"/>
                  <a:gd name="connsiteY24" fmla="*/ 476560 h 893550"/>
                  <a:gd name="connsiteX25" fmla="*/ 1632219 w 1673918"/>
                  <a:gd name="connsiteY25" fmla="*/ 327635 h 893550"/>
                  <a:gd name="connsiteX26" fmla="*/ 1644133 w 1673918"/>
                  <a:gd name="connsiteY26" fmla="*/ 217430 h 893550"/>
                  <a:gd name="connsiteX27" fmla="*/ 1673918 w 1673918"/>
                  <a:gd name="connsiteY27" fmla="*/ 71484 h 893550"/>
                  <a:gd name="connsiteX28" fmla="*/ 1620305 w 1673918"/>
                  <a:gd name="connsiteY28" fmla="*/ 175731 h 893550"/>
                  <a:gd name="connsiteX29" fmla="*/ 1575627 w 1673918"/>
                  <a:gd name="connsiteY29" fmla="*/ 217430 h 893550"/>
                  <a:gd name="connsiteX30" fmla="*/ 1474358 w 1673918"/>
                  <a:gd name="connsiteY30" fmla="*/ 285936 h 893550"/>
                  <a:gd name="connsiteX31" fmla="*/ 1268842 w 1673918"/>
                  <a:gd name="connsiteY31" fmla="*/ 354441 h 893550"/>
                  <a:gd name="connsiteX32" fmla="*/ 1108003 w 1673918"/>
                  <a:gd name="connsiteY32" fmla="*/ 399119 h 893550"/>
                  <a:gd name="connsiteX33" fmla="*/ 801217 w 1673918"/>
                  <a:gd name="connsiteY33" fmla="*/ 416990 h 893550"/>
                  <a:gd name="connsiteX34" fmla="*/ 601657 w 1673918"/>
                  <a:gd name="connsiteY34" fmla="*/ 408054 h 893550"/>
                  <a:gd name="connsiteX35" fmla="*/ 497410 w 1673918"/>
                  <a:gd name="connsiteY35" fmla="*/ 378269 h 893550"/>
                  <a:gd name="connsiteX36" fmla="*/ 265087 w 1673918"/>
                  <a:gd name="connsiteY36" fmla="*/ 312742 h 893550"/>
                  <a:gd name="connsiteX37" fmla="*/ 116162 w 1673918"/>
                  <a:gd name="connsiteY37" fmla="*/ 208495 h 893550"/>
                  <a:gd name="connsiteX38" fmla="*/ 41699 w 1673918"/>
                  <a:gd name="connsiteY38" fmla="*/ 98290 h 893550"/>
                  <a:gd name="connsiteX39" fmla="*/ 0 w 1673918"/>
                  <a:gd name="connsiteY39" fmla="*/ 0 h 893550"/>
                  <a:gd name="connsiteX0" fmla="*/ 0 w 1673918"/>
                  <a:gd name="connsiteY0" fmla="*/ 0 h 893550"/>
                  <a:gd name="connsiteX1" fmla="*/ 0 w 1673918"/>
                  <a:gd name="connsiteY1" fmla="*/ 59570 h 893550"/>
                  <a:gd name="connsiteX2" fmla="*/ 5957 w 1673918"/>
                  <a:gd name="connsiteY2" fmla="*/ 154882 h 893550"/>
                  <a:gd name="connsiteX3" fmla="*/ 11914 w 1673918"/>
                  <a:gd name="connsiteY3" fmla="*/ 208495 h 893550"/>
                  <a:gd name="connsiteX4" fmla="*/ 20850 w 1673918"/>
                  <a:gd name="connsiteY4" fmla="*/ 259129 h 893550"/>
                  <a:gd name="connsiteX5" fmla="*/ 56592 w 1673918"/>
                  <a:gd name="connsiteY5" fmla="*/ 354441 h 893550"/>
                  <a:gd name="connsiteX6" fmla="*/ 86377 w 1673918"/>
                  <a:gd name="connsiteY6" fmla="*/ 419968 h 893550"/>
                  <a:gd name="connsiteX7" fmla="*/ 113183 w 1673918"/>
                  <a:gd name="connsiteY7" fmla="*/ 461667 h 893550"/>
                  <a:gd name="connsiteX8" fmla="*/ 160839 w 1673918"/>
                  <a:gd name="connsiteY8" fmla="*/ 548044 h 893550"/>
                  <a:gd name="connsiteX9" fmla="*/ 205517 w 1673918"/>
                  <a:gd name="connsiteY9" fmla="*/ 607614 h 893550"/>
                  <a:gd name="connsiteX10" fmla="*/ 288915 w 1673918"/>
                  <a:gd name="connsiteY10" fmla="*/ 676119 h 893550"/>
                  <a:gd name="connsiteX11" fmla="*/ 354442 w 1673918"/>
                  <a:gd name="connsiteY11" fmla="*/ 729732 h 893550"/>
                  <a:gd name="connsiteX12" fmla="*/ 431883 w 1673918"/>
                  <a:gd name="connsiteY12" fmla="*/ 780367 h 893550"/>
                  <a:gd name="connsiteX13" fmla="*/ 488474 w 1673918"/>
                  <a:gd name="connsiteY13" fmla="*/ 807173 h 893550"/>
                  <a:gd name="connsiteX14" fmla="*/ 580808 w 1673918"/>
                  <a:gd name="connsiteY14" fmla="*/ 845894 h 893550"/>
                  <a:gd name="connsiteX15" fmla="*/ 691012 w 1673918"/>
                  <a:gd name="connsiteY15" fmla="*/ 875679 h 893550"/>
                  <a:gd name="connsiteX16" fmla="*/ 796757 w 1673918"/>
                  <a:gd name="connsiteY16" fmla="*/ 893535 h 893550"/>
                  <a:gd name="connsiteX17" fmla="*/ 872701 w 1673918"/>
                  <a:gd name="connsiteY17" fmla="*/ 893550 h 893550"/>
                  <a:gd name="connsiteX18" fmla="*/ 988863 w 1673918"/>
                  <a:gd name="connsiteY18" fmla="*/ 872700 h 893550"/>
                  <a:gd name="connsiteX19" fmla="*/ 1084175 w 1673918"/>
                  <a:gd name="connsiteY19" fmla="*/ 839937 h 893550"/>
                  <a:gd name="connsiteX20" fmla="*/ 1233100 w 1673918"/>
                  <a:gd name="connsiteY20" fmla="*/ 792281 h 893550"/>
                  <a:gd name="connsiteX21" fmla="*/ 1352240 w 1673918"/>
                  <a:gd name="connsiteY21" fmla="*/ 717818 h 893550"/>
                  <a:gd name="connsiteX22" fmla="*/ 1417767 w 1673918"/>
                  <a:gd name="connsiteY22" fmla="*/ 643356 h 893550"/>
                  <a:gd name="connsiteX23" fmla="*/ 1501165 w 1673918"/>
                  <a:gd name="connsiteY23" fmla="*/ 565915 h 893550"/>
                  <a:gd name="connsiteX24" fmla="*/ 1551799 w 1673918"/>
                  <a:gd name="connsiteY24" fmla="*/ 476560 h 893550"/>
                  <a:gd name="connsiteX25" fmla="*/ 1632219 w 1673918"/>
                  <a:gd name="connsiteY25" fmla="*/ 327635 h 893550"/>
                  <a:gd name="connsiteX26" fmla="*/ 1644133 w 1673918"/>
                  <a:gd name="connsiteY26" fmla="*/ 217430 h 893550"/>
                  <a:gd name="connsiteX27" fmla="*/ 1673918 w 1673918"/>
                  <a:gd name="connsiteY27" fmla="*/ 71484 h 893550"/>
                  <a:gd name="connsiteX28" fmla="*/ 1620305 w 1673918"/>
                  <a:gd name="connsiteY28" fmla="*/ 175731 h 893550"/>
                  <a:gd name="connsiteX29" fmla="*/ 1575627 w 1673918"/>
                  <a:gd name="connsiteY29" fmla="*/ 217430 h 893550"/>
                  <a:gd name="connsiteX30" fmla="*/ 1474358 w 1673918"/>
                  <a:gd name="connsiteY30" fmla="*/ 285936 h 893550"/>
                  <a:gd name="connsiteX31" fmla="*/ 1268842 w 1673918"/>
                  <a:gd name="connsiteY31" fmla="*/ 354441 h 893550"/>
                  <a:gd name="connsiteX32" fmla="*/ 1108003 w 1673918"/>
                  <a:gd name="connsiteY32" fmla="*/ 399119 h 893550"/>
                  <a:gd name="connsiteX33" fmla="*/ 801217 w 1673918"/>
                  <a:gd name="connsiteY33" fmla="*/ 416990 h 893550"/>
                  <a:gd name="connsiteX34" fmla="*/ 601657 w 1673918"/>
                  <a:gd name="connsiteY34" fmla="*/ 408054 h 893550"/>
                  <a:gd name="connsiteX35" fmla="*/ 497410 w 1673918"/>
                  <a:gd name="connsiteY35" fmla="*/ 378269 h 893550"/>
                  <a:gd name="connsiteX36" fmla="*/ 265087 w 1673918"/>
                  <a:gd name="connsiteY36" fmla="*/ 312742 h 893550"/>
                  <a:gd name="connsiteX37" fmla="*/ 116162 w 1673918"/>
                  <a:gd name="connsiteY37" fmla="*/ 208495 h 893550"/>
                  <a:gd name="connsiteX38" fmla="*/ 41699 w 1673918"/>
                  <a:gd name="connsiteY38" fmla="*/ 98290 h 893550"/>
                  <a:gd name="connsiteX39" fmla="*/ 0 w 1673918"/>
                  <a:gd name="connsiteY39" fmla="*/ 0 h 893550"/>
                  <a:gd name="connsiteX0" fmla="*/ 0 w 1673918"/>
                  <a:gd name="connsiteY0" fmla="*/ 0 h 893550"/>
                  <a:gd name="connsiteX1" fmla="*/ 0 w 1673918"/>
                  <a:gd name="connsiteY1" fmla="*/ 59570 h 893550"/>
                  <a:gd name="connsiteX2" fmla="*/ 5957 w 1673918"/>
                  <a:gd name="connsiteY2" fmla="*/ 154882 h 893550"/>
                  <a:gd name="connsiteX3" fmla="*/ 11914 w 1673918"/>
                  <a:gd name="connsiteY3" fmla="*/ 208495 h 893550"/>
                  <a:gd name="connsiteX4" fmla="*/ 20850 w 1673918"/>
                  <a:gd name="connsiteY4" fmla="*/ 259129 h 893550"/>
                  <a:gd name="connsiteX5" fmla="*/ 56592 w 1673918"/>
                  <a:gd name="connsiteY5" fmla="*/ 354441 h 893550"/>
                  <a:gd name="connsiteX6" fmla="*/ 86377 w 1673918"/>
                  <a:gd name="connsiteY6" fmla="*/ 419968 h 893550"/>
                  <a:gd name="connsiteX7" fmla="*/ 113183 w 1673918"/>
                  <a:gd name="connsiteY7" fmla="*/ 461667 h 893550"/>
                  <a:gd name="connsiteX8" fmla="*/ 160839 w 1673918"/>
                  <a:gd name="connsiteY8" fmla="*/ 548044 h 893550"/>
                  <a:gd name="connsiteX9" fmla="*/ 205517 w 1673918"/>
                  <a:gd name="connsiteY9" fmla="*/ 607614 h 893550"/>
                  <a:gd name="connsiteX10" fmla="*/ 288915 w 1673918"/>
                  <a:gd name="connsiteY10" fmla="*/ 676119 h 893550"/>
                  <a:gd name="connsiteX11" fmla="*/ 354442 w 1673918"/>
                  <a:gd name="connsiteY11" fmla="*/ 729732 h 893550"/>
                  <a:gd name="connsiteX12" fmla="*/ 431883 w 1673918"/>
                  <a:gd name="connsiteY12" fmla="*/ 780367 h 893550"/>
                  <a:gd name="connsiteX13" fmla="*/ 488474 w 1673918"/>
                  <a:gd name="connsiteY13" fmla="*/ 807173 h 893550"/>
                  <a:gd name="connsiteX14" fmla="*/ 580808 w 1673918"/>
                  <a:gd name="connsiteY14" fmla="*/ 845894 h 893550"/>
                  <a:gd name="connsiteX15" fmla="*/ 691012 w 1673918"/>
                  <a:gd name="connsiteY15" fmla="*/ 875679 h 893550"/>
                  <a:gd name="connsiteX16" fmla="*/ 796757 w 1673918"/>
                  <a:gd name="connsiteY16" fmla="*/ 893535 h 893550"/>
                  <a:gd name="connsiteX17" fmla="*/ 872701 w 1673918"/>
                  <a:gd name="connsiteY17" fmla="*/ 893550 h 893550"/>
                  <a:gd name="connsiteX18" fmla="*/ 988863 w 1673918"/>
                  <a:gd name="connsiteY18" fmla="*/ 872700 h 893550"/>
                  <a:gd name="connsiteX19" fmla="*/ 1090865 w 1673918"/>
                  <a:gd name="connsiteY19" fmla="*/ 844397 h 893550"/>
                  <a:gd name="connsiteX20" fmla="*/ 1233100 w 1673918"/>
                  <a:gd name="connsiteY20" fmla="*/ 792281 h 893550"/>
                  <a:gd name="connsiteX21" fmla="*/ 1352240 w 1673918"/>
                  <a:gd name="connsiteY21" fmla="*/ 717818 h 893550"/>
                  <a:gd name="connsiteX22" fmla="*/ 1417767 w 1673918"/>
                  <a:gd name="connsiteY22" fmla="*/ 643356 h 893550"/>
                  <a:gd name="connsiteX23" fmla="*/ 1501165 w 1673918"/>
                  <a:gd name="connsiteY23" fmla="*/ 565915 h 893550"/>
                  <a:gd name="connsiteX24" fmla="*/ 1551799 w 1673918"/>
                  <a:gd name="connsiteY24" fmla="*/ 476560 h 893550"/>
                  <a:gd name="connsiteX25" fmla="*/ 1632219 w 1673918"/>
                  <a:gd name="connsiteY25" fmla="*/ 327635 h 893550"/>
                  <a:gd name="connsiteX26" fmla="*/ 1644133 w 1673918"/>
                  <a:gd name="connsiteY26" fmla="*/ 217430 h 893550"/>
                  <a:gd name="connsiteX27" fmla="*/ 1673918 w 1673918"/>
                  <a:gd name="connsiteY27" fmla="*/ 71484 h 893550"/>
                  <a:gd name="connsiteX28" fmla="*/ 1620305 w 1673918"/>
                  <a:gd name="connsiteY28" fmla="*/ 175731 h 893550"/>
                  <a:gd name="connsiteX29" fmla="*/ 1575627 w 1673918"/>
                  <a:gd name="connsiteY29" fmla="*/ 217430 h 893550"/>
                  <a:gd name="connsiteX30" fmla="*/ 1474358 w 1673918"/>
                  <a:gd name="connsiteY30" fmla="*/ 285936 h 893550"/>
                  <a:gd name="connsiteX31" fmla="*/ 1268842 w 1673918"/>
                  <a:gd name="connsiteY31" fmla="*/ 354441 h 893550"/>
                  <a:gd name="connsiteX32" fmla="*/ 1108003 w 1673918"/>
                  <a:gd name="connsiteY32" fmla="*/ 399119 h 893550"/>
                  <a:gd name="connsiteX33" fmla="*/ 801217 w 1673918"/>
                  <a:gd name="connsiteY33" fmla="*/ 416990 h 893550"/>
                  <a:gd name="connsiteX34" fmla="*/ 601657 w 1673918"/>
                  <a:gd name="connsiteY34" fmla="*/ 408054 h 893550"/>
                  <a:gd name="connsiteX35" fmla="*/ 497410 w 1673918"/>
                  <a:gd name="connsiteY35" fmla="*/ 378269 h 893550"/>
                  <a:gd name="connsiteX36" fmla="*/ 265087 w 1673918"/>
                  <a:gd name="connsiteY36" fmla="*/ 312742 h 893550"/>
                  <a:gd name="connsiteX37" fmla="*/ 116162 w 1673918"/>
                  <a:gd name="connsiteY37" fmla="*/ 208495 h 893550"/>
                  <a:gd name="connsiteX38" fmla="*/ 41699 w 1673918"/>
                  <a:gd name="connsiteY38" fmla="*/ 98290 h 893550"/>
                  <a:gd name="connsiteX39" fmla="*/ 0 w 1673918"/>
                  <a:gd name="connsiteY39" fmla="*/ 0 h 893550"/>
                  <a:gd name="connsiteX0" fmla="*/ 0 w 1673918"/>
                  <a:gd name="connsiteY0" fmla="*/ 0 h 893550"/>
                  <a:gd name="connsiteX1" fmla="*/ 0 w 1673918"/>
                  <a:gd name="connsiteY1" fmla="*/ 59570 h 893550"/>
                  <a:gd name="connsiteX2" fmla="*/ 5957 w 1673918"/>
                  <a:gd name="connsiteY2" fmla="*/ 154882 h 893550"/>
                  <a:gd name="connsiteX3" fmla="*/ 11914 w 1673918"/>
                  <a:gd name="connsiteY3" fmla="*/ 208495 h 893550"/>
                  <a:gd name="connsiteX4" fmla="*/ 20850 w 1673918"/>
                  <a:gd name="connsiteY4" fmla="*/ 259129 h 893550"/>
                  <a:gd name="connsiteX5" fmla="*/ 56592 w 1673918"/>
                  <a:gd name="connsiteY5" fmla="*/ 354441 h 893550"/>
                  <a:gd name="connsiteX6" fmla="*/ 86377 w 1673918"/>
                  <a:gd name="connsiteY6" fmla="*/ 419968 h 893550"/>
                  <a:gd name="connsiteX7" fmla="*/ 113183 w 1673918"/>
                  <a:gd name="connsiteY7" fmla="*/ 461667 h 893550"/>
                  <a:gd name="connsiteX8" fmla="*/ 160839 w 1673918"/>
                  <a:gd name="connsiteY8" fmla="*/ 548044 h 893550"/>
                  <a:gd name="connsiteX9" fmla="*/ 205517 w 1673918"/>
                  <a:gd name="connsiteY9" fmla="*/ 607614 h 893550"/>
                  <a:gd name="connsiteX10" fmla="*/ 288915 w 1673918"/>
                  <a:gd name="connsiteY10" fmla="*/ 676119 h 893550"/>
                  <a:gd name="connsiteX11" fmla="*/ 354442 w 1673918"/>
                  <a:gd name="connsiteY11" fmla="*/ 729732 h 893550"/>
                  <a:gd name="connsiteX12" fmla="*/ 431883 w 1673918"/>
                  <a:gd name="connsiteY12" fmla="*/ 780367 h 893550"/>
                  <a:gd name="connsiteX13" fmla="*/ 488474 w 1673918"/>
                  <a:gd name="connsiteY13" fmla="*/ 807173 h 893550"/>
                  <a:gd name="connsiteX14" fmla="*/ 580808 w 1673918"/>
                  <a:gd name="connsiteY14" fmla="*/ 845894 h 893550"/>
                  <a:gd name="connsiteX15" fmla="*/ 691012 w 1673918"/>
                  <a:gd name="connsiteY15" fmla="*/ 875679 h 893550"/>
                  <a:gd name="connsiteX16" fmla="*/ 796757 w 1673918"/>
                  <a:gd name="connsiteY16" fmla="*/ 893535 h 893550"/>
                  <a:gd name="connsiteX17" fmla="*/ 872701 w 1673918"/>
                  <a:gd name="connsiteY17" fmla="*/ 893550 h 893550"/>
                  <a:gd name="connsiteX18" fmla="*/ 988863 w 1673918"/>
                  <a:gd name="connsiteY18" fmla="*/ 872700 h 893550"/>
                  <a:gd name="connsiteX19" fmla="*/ 1090865 w 1673918"/>
                  <a:gd name="connsiteY19" fmla="*/ 844397 h 893550"/>
                  <a:gd name="connsiteX20" fmla="*/ 1233100 w 1673918"/>
                  <a:gd name="connsiteY20" fmla="*/ 792281 h 893550"/>
                  <a:gd name="connsiteX21" fmla="*/ 1352240 w 1673918"/>
                  <a:gd name="connsiteY21" fmla="*/ 717818 h 893550"/>
                  <a:gd name="connsiteX22" fmla="*/ 1419997 w 1673918"/>
                  <a:gd name="connsiteY22" fmla="*/ 650047 h 893550"/>
                  <a:gd name="connsiteX23" fmla="*/ 1501165 w 1673918"/>
                  <a:gd name="connsiteY23" fmla="*/ 565915 h 893550"/>
                  <a:gd name="connsiteX24" fmla="*/ 1551799 w 1673918"/>
                  <a:gd name="connsiteY24" fmla="*/ 476560 h 893550"/>
                  <a:gd name="connsiteX25" fmla="*/ 1632219 w 1673918"/>
                  <a:gd name="connsiteY25" fmla="*/ 327635 h 893550"/>
                  <a:gd name="connsiteX26" fmla="*/ 1644133 w 1673918"/>
                  <a:gd name="connsiteY26" fmla="*/ 217430 h 893550"/>
                  <a:gd name="connsiteX27" fmla="*/ 1673918 w 1673918"/>
                  <a:gd name="connsiteY27" fmla="*/ 71484 h 893550"/>
                  <a:gd name="connsiteX28" fmla="*/ 1620305 w 1673918"/>
                  <a:gd name="connsiteY28" fmla="*/ 175731 h 893550"/>
                  <a:gd name="connsiteX29" fmla="*/ 1575627 w 1673918"/>
                  <a:gd name="connsiteY29" fmla="*/ 217430 h 893550"/>
                  <a:gd name="connsiteX30" fmla="*/ 1474358 w 1673918"/>
                  <a:gd name="connsiteY30" fmla="*/ 285936 h 893550"/>
                  <a:gd name="connsiteX31" fmla="*/ 1268842 w 1673918"/>
                  <a:gd name="connsiteY31" fmla="*/ 354441 h 893550"/>
                  <a:gd name="connsiteX32" fmla="*/ 1108003 w 1673918"/>
                  <a:gd name="connsiteY32" fmla="*/ 399119 h 893550"/>
                  <a:gd name="connsiteX33" fmla="*/ 801217 w 1673918"/>
                  <a:gd name="connsiteY33" fmla="*/ 416990 h 893550"/>
                  <a:gd name="connsiteX34" fmla="*/ 601657 w 1673918"/>
                  <a:gd name="connsiteY34" fmla="*/ 408054 h 893550"/>
                  <a:gd name="connsiteX35" fmla="*/ 497410 w 1673918"/>
                  <a:gd name="connsiteY35" fmla="*/ 378269 h 893550"/>
                  <a:gd name="connsiteX36" fmla="*/ 265087 w 1673918"/>
                  <a:gd name="connsiteY36" fmla="*/ 312742 h 893550"/>
                  <a:gd name="connsiteX37" fmla="*/ 116162 w 1673918"/>
                  <a:gd name="connsiteY37" fmla="*/ 208495 h 893550"/>
                  <a:gd name="connsiteX38" fmla="*/ 41699 w 1673918"/>
                  <a:gd name="connsiteY38" fmla="*/ 98290 h 893550"/>
                  <a:gd name="connsiteX39" fmla="*/ 0 w 1673918"/>
                  <a:gd name="connsiteY39" fmla="*/ 0 h 893550"/>
                  <a:gd name="connsiteX0" fmla="*/ 0 w 1673918"/>
                  <a:gd name="connsiteY0" fmla="*/ 0 h 893550"/>
                  <a:gd name="connsiteX1" fmla="*/ 0 w 1673918"/>
                  <a:gd name="connsiteY1" fmla="*/ 59570 h 893550"/>
                  <a:gd name="connsiteX2" fmla="*/ 5957 w 1673918"/>
                  <a:gd name="connsiteY2" fmla="*/ 154882 h 893550"/>
                  <a:gd name="connsiteX3" fmla="*/ 11914 w 1673918"/>
                  <a:gd name="connsiteY3" fmla="*/ 208495 h 893550"/>
                  <a:gd name="connsiteX4" fmla="*/ 20850 w 1673918"/>
                  <a:gd name="connsiteY4" fmla="*/ 259129 h 893550"/>
                  <a:gd name="connsiteX5" fmla="*/ 56592 w 1673918"/>
                  <a:gd name="connsiteY5" fmla="*/ 354441 h 893550"/>
                  <a:gd name="connsiteX6" fmla="*/ 86377 w 1673918"/>
                  <a:gd name="connsiteY6" fmla="*/ 419968 h 893550"/>
                  <a:gd name="connsiteX7" fmla="*/ 113183 w 1673918"/>
                  <a:gd name="connsiteY7" fmla="*/ 461667 h 893550"/>
                  <a:gd name="connsiteX8" fmla="*/ 160839 w 1673918"/>
                  <a:gd name="connsiteY8" fmla="*/ 548044 h 893550"/>
                  <a:gd name="connsiteX9" fmla="*/ 205517 w 1673918"/>
                  <a:gd name="connsiteY9" fmla="*/ 607614 h 893550"/>
                  <a:gd name="connsiteX10" fmla="*/ 288915 w 1673918"/>
                  <a:gd name="connsiteY10" fmla="*/ 676119 h 893550"/>
                  <a:gd name="connsiteX11" fmla="*/ 354442 w 1673918"/>
                  <a:gd name="connsiteY11" fmla="*/ 729732 h 893550"/>
                  <a:gd name="connsiteX12" fmla="*/ 431883 w 1673918"/>
                  <a:gd name="connsiteY12" fmla="*/ 780367 h 893550"/>
                  <a:gd name="connsiteX13" fmla="*/ 488474 w 1673918"/>
                  <a:gd name="connsiteY13" fmla="*/ 807173 h 893550"/>
                  <a:gd name="connsiteX14" fmla="*/ 580808 w 1673918"/>
                  <a:gd name="connsiteY14" fmla="*/ 845894 h 893550"/>
                  <a:gd name="connsiteX15" fmla="*/ 691012 w 1673918"/>
                  <a:gd name="connsiteY15" fmla="*/ 875679 h 893550"/>
                  <a:gd name="connsiteX16" fmla="*/ 796757 w 1673918"/>
                  <a:gd name="connsiteY16" fmla="*/ 893535 h 893550"/>
                  <a:gd name="connsiteX17" fmla="*/ 872701 w 1673918"/>
                  <a:gd name="connsiteY17" fmla="*/ 893550 h 893550"/>
                  <a:gd name="connsiteX18" fmla="*/ 988863 w 1673918"/>
                  <a:gd name="connsiteY18" fmla="*/ 872700 h 893550"/>
                  <a:gd name="connsiteX19" fmla="*/ 1090865 w 1673918"/>
                  <a:gd name="connsiteY19" fmla="*/ 844397 h 893550"/>
                  <a:gd name="connsiteX20" fmla="*/ 1233100 w 1673918"/>
                  <a:gd name="connsiteY20" fmla="*/ 792281 h 893550"/>
                  <a:gd name="connsiteX21" fmla="*/ 1352240 w 1673918"/>
                  <a:gd name="connsiteY21" fmla="*/ 717818 h 893550"/>
                  <a:gd name="connsiteX22" fmla="*/ 1419997 w 1673918"/>
                  <a:gd name="connsiteY22" fmla="*/ 650047 h 893550"/>
                  <a:gd name="connsiteX23" fmla="*/ 1501165 w 1673918"/>
                  <a:gd name="connsiteY23" fmla="*/ 565915 h 893550"/>
                  <a:gd name="connsiteX24" fmla="*/ 1551799 w 1673918"/>
                  <a:gd name="connsiteY24" fmla="*/ 476560 h 893550"/>
                  <a:gd name="connsiteX25" fmla="*/ 1632219 w 1673918"/>
                  <a:gd name="connsiteY25" fmla="*/ 327635 h 893550"/>
                  <a:gd name="connsiteX26" fmla="*/ 1653054 w 1673918"/>
                  <a:gd name="connsiteY26" fmla="*/ 217430 h 893550"/>
                  <a:gd name="connsiteX27" fmla="*/ 1673918 w 1673918"/>
                  <a:gd name="connsiteY27" fmla="*/ 71484 h 893550"/>
                  <a:gd name="connsiteX28" fmla="*/ 1620305 w 1673918"/>
                  <a:gd name="connsiteY28" fmla="*/ 175731 h 893550"/>
                  <a:gd name="connsiteX29" fmla="*/ 1575627 w 1673918"/>
                  <a:gd name="connsiteY29" fmla="*/ 217430 h 893550"/>
                  <a:gd name="connsiteX30" fmla="*/ 1474358 w 1673918"/>
                  <a:gd name="connsiteY30" fmla="*/ 285936 h 893550"/>
                  <a:gd name="connsiteX31" fmla="*/ 1268842 w 1673918"/>
                  <a:gd name="connsiteY31" fmla="*/ 354441 h 893550"/>
                  <a:gd name="connsiteX32" fmla="*/ 1108003 w 1673918"/>
                  <a:gd name="connsiteY32" fmla="*/ 399119 h 893550"/>
                  <a:gd name="connsiteX33" fmla="*/ 801217 w 1673918"/>
                  <a:gd name="connsiteY33" fmla="*/ 416990 h 893550"/>
                  <a:gd name="connsiteX34" fmla="*/ 601657 w 1673918"/>
                  <a:gd name="connsiteY34" fmla="*/ 408054 h 893550"/>
                  <a:gd name="connsiteX35" fmla="*/ 497410 w 1673918"/>
                  <a:gd name="connsiteY35" fmla="*/ 378269 h 893550"/>
                  <a:gd name="connsiteX36" fmla="*/ 265087 w 1673918"/>
                  <a:gd name="connsiteY36" fmla="*/ 312742 h 893550"/>
                  <a:gd name="connsiteX37" fmla="*/ 116162 w 1673918"/>
                  <a:gd name="connsiteY37" fmla="*/ 208495 h 893550"/>
                  <a:gd name="connsiteX38" fmla="*/ 41699 w 1673918"/>
                  <a:gd name="connsiteY38" fmla="*/ 98290 h 893550"/>
                  <a:gd name="connsiteX39" fmla="*/ 0 w 1673918"/>
                  <a:gd name="connsiteY39" fmla="*/ 0 h 893550"/>
                  <a:gd name="connsiteX0" fmla="*/ 0 w 1673918"/>
                  <a:gd name="connsiteY0" fmla="*/ 0 h 893550"/>
                  <a:gd name="connsiteX1" fmla="*/ 0 w 1673918"/>
                  <a:gd name="connsiteY1" fmla="*/ 59570 h 893550"/>
                  <a:gd name="connsiteX2" fmla="*/ 5957 w 1673918"/>
                  <a:gd name="connsiteY2" fmla="*/ 154882 h 893550"/>
                  <a:gd name="connsiteX3" fmla="*/ 11914 w 1673918"/>
                  <a:gd name="connsiteY3" fmla="*/ 208495 h 893550"/>
                  <a:gd name="connsiteX4" fmla="*/ 20850 w 1673918"/>
                  <a:gd name="connsiteY4" fmla="*/ 259129 h 893550"/>
                  <a:gd name="connsiteX5" fmla="*/ 56592 w 1673918"/>
                  <a:gd name="connsiteY5" fmla="*/ 354441 h 893550"/>
                  <a:gd name="connsiteX6" fmla="*/ 86377 w 1673918"/>
                  <a:gd name="connsiteY6" fmla="*/ 419968 h 893550"/>
                  <a:gd name="connsiteX7" fmla="*/ 113183 w 1673918"/>
                  <a:gd name="connsiteY7" fmla="*/ 461667 h 893550"/>
                  <a:gd name="connsiteX8" fmla="*/ 160839 w 1673918"/>
                  <a:gd name="connsiteY8" fmla="*/ 548044 h 893550"/>
                  <a:gd name="connsiteX9" fmla="*/ 205517 w 1673918"/>
                  <a:gd name="connsiteY9" fmla="*/ 607614 h 893550"/>
                  <a:gd name="connsiteX10" fmla="*/ 288915 w 1673918"/>
                  <a:gd name="connsiteY10" fmla="*/ 676119 h 893550"/>
                  <a:gd name="connsiteX11" fmla="*/ 354442 w 1673918"/>
                  <a:gd name="connsiteY11" fmla="*/ 729732 h 893550"/>
                  <a:gd name="connsiteX12" fmla="*/ 431883 w 1673918"/>
                  <a:gd name="connsiteY12" fmla="*/ 780367 h 893550"/>
                  <a:gd name="connsiteX13" fmla="*/ 488474 w 1673918"/>
                  <a:gd name="connsiteY13" fmla="*/ 807173 h 893550"/>
                  <a:gd name="connsiteX14" fmla="*/ 580808 w 1673918"/>
                  <a:gd name="connsiteY14" fmla="*/ 845894 h 893550"/>
                  <a:gd name="connsiteX15" fmla="*/ 691012 w 1673918"/>
                  <a:gd name="connsiteY15" fmla="*/ 875679 h 893550"/>
                  <a:gd name="connsiteX16" fmla="*/ 796757 w 1673918"/>
                  <a:gd name="connsiteY16" fmla="*/ 893535 h 893550"/>
                  <a:gd name="connsiteX17" fmla="*/ 872701 w 1673918"/>
                  <a:gd name="connsiteY17" fmla="*/ 893550 h 893550"/>
                  <a:gd name="connsiteX18" fmla="*/ 988863 w 1673918"/>
                  <a:gd name="connsiteY18" fmla="*/ 872700 h 893550"/>
                  <a:gd name="connsiteX19" fmla="*/ 1090865 w 1673918"/>
                  <a:gd name="connsiteY19" fmla="*/ 844397 h 893550"/>
                  <a:gd name="connsiteX20" fmla="*/ 1233100 w 1673918"/>
                  <a:gd name="connsiteY20" fmla="*/ 792281 h 893550"/>
                  <a:gd name="connsiteX21" fmla="*/ 1352240 w 1673918"/>
                  <a:gd name="connsiteY21" fmla="*/ 717818 h 893550"/>
                  <a:gd name="connsiteX22" fmla="*/ 1419997 w 1673918"/>
                  <a:gd name="connsiteY22" fmla="*/ 650047 h 893550"/>
                  <a:gd name="connsiteX23" fmla="*/ 1501165 w 1673918"/>
                  <a:gd name="connsiteY23" fmla="*/ 565915 h 893550"/>
                  <a:gd name="connsiteX24" fmla="*/ 1558490 w 1673918"/>
                  <a:gd name="connsiteY24" fmla="*/ 483251 h 893550"/>
                  <a:gd name="connsiteX25" fmla="*/ 1632219 w 1673918"/>
                  <a:gd name="connsiteY25" fmla="*/ 327635 h 893550"/>
                  <a:gd name="connsiteX26" fmla="*/ 1653054 w 1673918"/>
                  <a:gd name="connsiteY26" fmla="*/ 217430 h 893550"/>
                  <a:gd name="connsiteX27" fmla="*/ 1673918 w 1673918"/>
                  <a:gd name="connsiteY27" fmla="*/ 71484 h 893550"/>
                  <a:gd name="connsiteX28" fmla="*/ 1620305 w 1673918"/>
                  <a:gd name="connsiteY28" fmla="*/ 175731 h 893550"/>
                  <a:gd name="connsiteX29" fmla="*/ 1575627 w 1673918"/>
                  <a:gd name="connsiteY29" fmla="*/ 217430 h 893550"/>
                  <a:gd name="connsiteX30" fmla="*/ 1474358 w 1673918"/>
                  <a:gd name="connsiteY30" fmla="*/ 285936 h 893550"/>
                  <a:gd name="connsiteX31" fmla="*/ 1268842 w 1673918"/>
                  <a:gd name="connsiteY31" fmla="*/ 354441 h 893550"/>
                  <a:gd name="connsiteX32" fmla="*/ 1108003 w 1673918"/>
                  <a:gd name="connsiteY32" fmla="*/ 399119 h 893550"/>
                  <a:gd name="connsiteX33" fmla="*/ 801217 w 1673918"/>
                  <a:gd name="connsiteY33" fmla="*/ 416990 h 893550"/>
                  <a:gd name="connsiteX34" fmla="*/ 601657 w 1673918"/>
                  <a:gd name="connsiteY34" fmla="*/ 408054 h 893550"/>
                  <a:gd name="connsiteX35" fmla="*/ 497410 w 1673918"/>
                  <a:gd name="connsiteY35" fmla="*/ 378269 h 893550"/>
                  <a:gd name="connsiteX36" fmla="*/ 265087 w 1673918"/>
                  <a:gd name="connsiteY36" fmla="*/ 312742 h 893550"/>
                  <a:gd name="connsiteX37" fmla="*/ 116162 w 1673918"/>
                  <a:gd name="connsiteY37" fmla="*/ 208495 h 893550"/>
                  <a:gd name="connsiteX38" fmla="*/ 41699 w 1673918"/>
                  <a:gd name="connsiteY38" fmla="*/ 98290 h 893550"/>
                  <a:gd name="connsiteX39" fmla="*/ 0 w 1673918"/>
                  <a:gd name="connsiteY39" fmla="*/ 0 h 893550"/>
                  <a:gd name="connsiteX0" fmla="*/ 0 w 1673918"/>
                  <a:gd name="connsiteY0" fmla="*/ 0 h 893550"/>
                  <a:gd name="connsiteX1" fmla="*/ 0 w 1673918"/>
                  <a:gd name="connsiteY1" fmla="*/ 59570 h 893550"/>
                  <a:gd name="connsiteX2" fmla="*/ 5957 w 1673918"/>
                  <a:gd name="connsiteY2" fmla="*/ 154882 h 893550"/>
                  <a:gd name="connsiteX3" fmla="*/ 11914 w 1673918"/>
                  <a:gd name="connsiteY3" fmla="*/ 208495 h 893550"/>
                  <a:gd name="connsiteX4" fmla="*/ 20850 w 1673918"/>
                  <a:gd name="connsiteY4" fmla="*/ 259129 h 893550"/>
                  <a:gd name="connsiteX5" fmla="*/ 56592 w 1673918"/>
                  <a:gd name="connsiteY5" fmla="*/ 354441 h 893550"/>
                  <a:gd name="connsiteX6" fmla="*/ 86377 w 1673918"/>
                  <a:gd name="connsiteY6" fmla="*/ 419968 h 893550"/>
                  <a:gd name="connsiteX7" fmla="*/ 113183 w 1673918"/>
                  <a:gd name="connsiteY7" fmla="*/ 461667 h 893550"/>
                  <a:gd name="connsiteX8" fmla="*/ 160839 w 1673918"/>
                  <a:gd name="connsiteY8" fmla="*/ 548044 h 893550"/>
                  <a:gd name="connsiteX9" fmla="*/ 205517 w 1673918"/>
                  <a:gd name="connsiteY9" fmla="*/ 607614 h 893550"/>
                  <a:gd name="connsiteX10" fmla="*/ 288915 w 1673918"/>
                  <a:gd name="connsiteY10" fmla="*/ 676119 h 893550"/>
                  <a:gd name="connsiteX11" fmla="*/ 354442 w 1673918"/>
                  <a:gd name="connsiteY11" fmla="*/ 729732 h 893550"/>
                  <a:gd name="connsiteX12" fmla="*/ 431883 w 1673918"/>
                  <a:gd name="connsiteY12" fmla="*/ 780367 h 893550"/>
                  <a:gd name="connsiteX13" fmla="*/ 488474 w 1673918"/>
                  <a:gd name="connsiteY13" fmla="*/ 807173 h 893550"/>
                  <a:gd name="connsiteX14" fmla="*/ 580808 w 1673918"/>
                  <a:gd name="connsiteY14" fmla="*/ 845894 h 893550"/>
                  <a:gd name="connsiteX15" fmla="*/ 691012 w 1673918"/>
                  <a:gd name="connsiteY15" fmla="*/ 875679 h 893550"/>
                  <a:gd name="connsiteX16" fmla="*/ 796757 w 1673918"/>
                  <a:gd name="connsiteY16" fmla="*/ 891304 h 893550"/>
                  <a:gd name="connsiteX17" fmla="*/ 872701 w 1673918"/>
                  <a:gd name="connsiteY17" fmla="*/ 893550 h 893550"/>
                  <a:gd name="connsiteX18" fmla="*/ 988863 w 1673918"/>
                  <a:gd name="connsiteY18" fmla="*/ 872700 h 893550"/>
                  <a:gd name="connsiteX19" fmla="*/ 1090865 w 1673918"/>
                  <a:gd name="connsiteY19" fmla="*/ 844397 h 893550"/>
                  <a:gd name="connsiteX20" fmla="*/ 1233100 w 1673918"/>
                  <a:gd name="connsiteY20" fmla="*/ 792281 h 893550"/>
                  <a:gd name="connsiteX21" fmla="*/ 1352240 w 1673918"/>
                  <a:gd name="connsiteY21" fmla="*/ 717818 h 893550"/>
                  <a:gd name="connsiteX22" fmla="*/ 1419997 w 1673918"/>
                  <a:gd name="connsiteY22" fmla="*/ 650047 h 893550"/>
                  <a:gd name="connsiteX23" fmla="*/ 1501165 w 1673918"/>
                  <a:gd name="connsiteY23" fmla="*/ 565915 h 893550"/>
                  <a:gd name="connsiteX24" fmla="*/ 1558490 w 1673918"/>
                  <a:gd name="connsiteY24" fmla="*/ 483251 h 893550"/>
                  <a:gd name="connsiteX25" fmla="*/ 1632219 w 1673918"/>
                  <a:gd name="connsiteY25" fmla="*/ 327635 h 893550"/>
                  <a:gd name="connsiteX26" fmla="*/ 1653054 w 1673918"/>
                  <a:gd name="connsiteY26" fmla="*/ 217430 h 893550"/>
                  <a:gd name="connsiteX27" fmla="*/ 1673918 w 1673918"/>
                  <a:gd name="connsiteY27" fmla="*/ 71484 h 893550"/>
                  <a:gd name="connsiteX28" fmla="*/ 1620305 w 1673918"/>
                  <a:gd name="connsiteY28" fmla="*/ 175731 h 893550"/>
                  <a:gd name="connsiteX29" fmla="*/ 1575627 w 1673918"/>
                  <a:gd name="connsiteY29" fmla="*/ 217430 h 893550"/>
                  <a:gd name="connsiteX30" fmla="*/ 1474358 w 1673918"/>
                  <a:gd name="connsiteY30" fmla="*/ 285936 h 893550"/>
                  <a:gd name="connsiteX31" fmla="*/ 1268842 w 1673918"/>
                  <a:gd name="connsiteY31" fmla="*/ 354441 h 893550"/>
                  <a:gd name="connsiteX32" fmla="*/ 1108003 w 1673918"/>
                  <a:gd name="connsiteY32" fmla="*/ 399119 h 893550"/>
                  <a:gd name="connsiteX33" fmla="*/ 801217 w 1673918"/>
                  <a:gd name="connsiteY33" fmla="*/ 416990 h 893550"/>
                  <a:gd name="connsiteX34" fmla="*/ 601657 w 1673918"/>
                  <a:gd name="connsiteY34" fmla="*/ 408054 h 893550"/>
                  <a:gd name="connsiteX35" fmla="*/ 497410 w 1673918"/>
                  <a:gd name="connsiteY35" fmla="*/ 378269 h 893550"/>
                  <a:gd name="connsiteX36" fmla="*/ 265087 w 1673918"/>
                  <a:gd name="connsiteY36" fmla="*/ 312742 h 893550"/>
                  <a:gd name="connsiteX37" fmla="*/ 116162 w 1673918"/>
                  <a:gd name="connsiteY37" fmla="*/ 208495 h 893550"/>
                  <a:gd name="connsiteX38" fmla="*/ 41699 w 1673918"/>
                  <a:gd name="connsiteY38" fmla="*/ 98290 h 893550"/>
                  <a:gd name="connsiteX39" fmla="*/ 0 w 1673918"/>
                  <a:gd name="connsiteY39" fmla="*/ 0 h 893550"/>
                  <a:gd name="connsiteX0" fmla="*/ 0 w 1673918"/>
                  <a:gd name="connsiteY0" fmla="*/ 0 h 891304"/>
                  <a:gd name="connsiteX1" fmla="*/ 0 w 1673918"/>
                  <a:gd name="connsiteY1" fmla="*/ 59570 h 891304"/>
                  <a:gd name="connsiteX2" fmla="*/ 5957 w 1673918"/>
                  <a:gd name="connsiteY2" fmla="*/ 154882 h 891304"/>
                  <a:gd name="connsiteX3" fmla="*/ 11914 w 1673918"/>
                  <a:gd name="connsiteY3" fmla="*/ 208495 h 891304"/>
                  <a:gd name="connsiteX4" fmla="*/ 20850 w 1673918"/>
                  <a:gd name="connsiteY4" fmla="*/ 259129 h 891304"/>
                  <a:gd name="connsiteX5" fmla="*/ 56592 w 1673918"/>
                  <a:gd name="connsiteY5" fmla="*/ 354441 h 891304"/>
                  <a:gd name="connsiteX6" fmla="*/ 86377 w 1673918"/>
                  <a:gd name="connsiteY6" fmla="*/ 419968 h 891304"/>
                  <a:gd name="connsiteX7" fmla="*/ 113183 w 1673918"/>
                  <a:gd name="connsiteY7" fmla="*/ 461667 h 891304"/>
                  <a:gd name="connsiteX8" fmla="*/ 160839 w 1673918"/>
                  <a:gd name="connsiteY8" fmla="*/ 548044 h 891304"/>
                  <a:gd name="connsiteX9" fmla="*/ 205517 w 1673918"/>
                  <a:gd name="connsiteY9" fmla="*/ 607614 h 891304"/>
                  <a:gd name="connsiteX10" fmla="*/ 288915 w 1673918"/>
                  <a:gd name="connsiteY10" fmla="*/ 676119 h 891304"/>
                  <a:gd name="connsiteX11" fmla="*/ 354442 w 1673918"/>
                  <a:gd name="connsiteY11" fmla="*/ 729732 h 891304"/>
                  <a:gd name="connsiteX12" fmla="*/ 431883 w 1673918"/>
                  <a:gd name="connsiteY12" fmla="*/ 780367 h 891304"/>
                  <a:gd name="connsiteX13" fmla="*/ 488474 w 1673918"/>
                  <a:gd name="connsiteY13" fmla="*/ 807173 h 891304"/>
                  <a:gd name="connsiteX14" fmla="*/ 580808 w 1673918"/>
                  <a:gd name="connsiteY14" fmla="*/ 845894 h 891304"/>
                  <a:gd name="connsiteX15" fmla="*/ 691012 w 1673918"/>
                  <a:gd name="connsiteY15" fmla="*/ 875679 h 891304"/>
                  <a:gd name="connsiteX16" fmla="*/ 796757 w 1673918"/>
                  <a:gd name="connsiteY16" fmla="*/ 891304 h 891304"/>
                  <a:gd name="connsiteX17" fmla="*/ 877161 w 1673918"/>
                  <a:gd name="connsiteY17" fmla="*/ 886859 h 891304"/>
                  <a:gd name="connsiteX18" fmla="*/ 988863 w 1673918"/>
                  <a:gd name="connsiteY18" fmla="*/ 872700 h 891304"/>
                  <a:gd name="connsiteX19" fmla="*/ 1090865 w 1673918"/>
                  <a:gd name="connsiteY19" fmla="*/ 844397 h 891304"/>
                  <a:gd name="connsiteX20" fmla="*/ 1233100 w 1673918"/>
                  <a:gd name="connsiteY20" fmla="*/ 792281 h 891304"/>
                  <a:gd name="connsiteX21" fmla="*/ 1352240 w 1673918"/>
                  <a:gd name="connsiteY21" fmla="*/ 717818 h 891304"/>
                  <a:gd name="connsiteX22" fmla="*/ 1419997 w 1673918"/>
                  <a:gd name="connsiteY22" fmla="*/ 650047 h 891304"/>
                  <a:gd name="connsiteX23" fmla="*/ 1501165 w 1673918"/>
                  <a:gd name="connsiteY23" fmla="*/ 565915 h 891304"/>
                  <a:gd name="connsiteX24" fmla="*/ 1558490 w 1673918"/>
                  <a:gd name="connsiteY24" fmla="*/ 483251 h 891304"/>
                  <a:gd name="connsiteX25" fmla="*/ 1632219 w 1673918"/>
                  <a:gd name="connsiteY25" fmla="*/ 327635 h 891304"/>
                  <a:gd name="connsiteX26" fmla="*/ 1653054 w 1673918"/>
                  <a:gd name="connsiteY26" fmla="*/ 217430 h 891304"/>
                  <a:gd name="connsiteX27" fmla="*/ 1673918 w 1673918"/>
                  <a:gd name="connsiteY27" fmla="*/ 71484 h 891304"/>
                  <a:gd name="connsiteX28" fmla="*/ 1620305 w 1673918"/>
                  <a:gd name="connsiteY28" fmla="*/ 175731 h 891304"/>
                  <a:gd name="connsiteX29" fmla="*/ 1575627 w 1673918"/>
                  <a:gd name="connsiteY29" fmla="*/ 217430 h 891304"/>
                  <a:gd name="connsiteX30" fmla="*/ 1474358 w 1673918"/>
                  <a:gd name="connsiteY30" fmla="*/ 285936 h 891304"/>
                  <a:gd name="connsiteX31" fmla="*/ 1268842 w 1673918"/>
                  <a:gd name="connsiteY31" fmla="*/ 354441 h 891304"/>
                  <a:gd name="connsiteX32" fmla="*/ 1108003 w 1673918"/>
                  <a:gd name="connsiteY32" fmla="*/ 399119 h 891304"/>
                  <a:gd name="connsiteX33" fmla="*/ 801217 w 1673918"/>
                  <a:gd name="connsiteY33" fmla="*/ 416990 h 891304"/>
                  <a:gd name="connsiteX34" fmla="*/ 601657 w 1673918"/>
                  <a:gd name="connsiteY34" fmla="*/ 408054 h 891304"/>
                  <a:gd name="connsiteX35" fmla="*/ 497410 w 1673918"/>
                  <a:gd name="connsiteY35" fmla="*/ 378269 h 891304"/>
                  <a:gd name="connsiteX36" fmla="*/ 265087 w 1673918"/>
                  <a:gd name="connsiteY36" fmla="*/ 312742 h 891304"/>
                  <a:gd name="connsiteX37" fmla="*/ 116162 w 1673918"/>
                  <a:gd name="connsiteY37" fmla="*/ 208495 h 891304"/>
                  <a:gd name="connsiteX38" fmla="*/ 41699 w 1673918"/>
                  <a:gd name="connsiteY38" fmla="*/ 98290 h 891304"/>
                  <a:gd name="connsiteX39" fmla="*/ 0 w 1673918"/>
                  <a:gd name="connsiteY39" fmla="*/ 0 h 891304"/>
                  <a:gd name="connsiteX0" fmla="*/ 0 w 1673918"/>
                  <a:gd name="connsiteY0" fmla="*/ 0 h 895780"/>
                  <a:gd name="connsiteX1" fmla="*/ 0 w 1673918"/>
                  <a:gd name="connsiteY1" fmla="*/ 59570 h 895780"/>
                  <a:gd name="connsiteX2" fmla="*/ 5957 w 1673918"/>
                  <a:gd name="connsiteY2" fmla="*/ 154882 h 895780"/>
                  <a:gd name="connsiteX3" fmla="*/ 11914 w 1673918"/>
                  <a:gd name="connsiteY3" fmla="*/ 208495 h 895780"/>
                  <a:gd name="connsiteX4" fmla="*/ 20850 w 1673918"/>
                  <a:gd name="connsiteY4" fmla="*/ 259129 h 895780"/>
                  <a:gd name="connsiteX5" fmla="*/ 56592 w 1673918"/>
                  <a:gd name="connsiteY5" fmla="*/ 354441 h 895780"/>
                  <a:gd name="connsiteX6" fmla="*/ 86377 w 1673918"/>
                  <a:gd name="connsiteY6" fmla="*/ 419968 h 895780"/>
                  <a:gd name="connsiteX7" fmla="*/ 113183 w 1673918"/>
                  <a:gd name="connsiteY7" fmla="*/ 461667 h 895780"/>
                  <a:gd name="connsiteX8" fmla="*/ 160839 w 1673918"/>
                  <a:gd name="connsiteY8" fmla="*/ 548044 h 895780"/>
                  <a:gd name="connsiteX9" fmla="*/ 205517 w 1673918"/>
                  <a:gd name="connsiteY9" fmla="*/ 607614 h 895780"/>
                  <a:gd name="connsiteX10" fmla="*/ 288915 w 1673918"/>
                  <a:gd name="connsiteY10" fmla="*/ 676119 h 895780"/>
                  <a:gd name="connsiteX11" fmla="*/ 354442 w 1673918"/>
                  <a:gd name="connsiteY11" fmla="*/ 729732 h 895780"/>
                  <a:gd name="connsiteX12" fmla="*/ 431883 w 1673918"/>
                  <a:gd name="connsiteY12" fmla="*/ 780367 h 895780"/>
                  <a:gd name="connsiteX13" fmla="*/ 488474 w 1673918"/>
                  <a:gd name="connsiteY13" fmla="*/ 807173 h 895780"/>
                  <a:gd name="connsiteX14" fmla="*/ 580808 w 1673918"/>
                  <a:gd name="connsiteY14" fmla="*/ 845894 h 895780"/>
                  <a:gd name="connsiteX15" fmla="*/ 691012 w 1673918"/>
                  <a:gd name="connsiteY15" fmla="*/ 875679 h 895780"/>
                  <a:gd name="connsiteX16" fmla="*/ 796757 w 1673918"/>
                  <a:gd name="connsiteY16" fmla="*/ 891304 h 895780"/>
                  <a:gd name="connsiteX17" fmla="*/ 883852 w 1673918"/>
                  <a:gd name="connsiteY17" fmla="*/ 895780 h 895780"/>
                  <a:gd name="connsiteX18" fmla="*/ 988863 w 1673918"/>
                  <a:gd name="connsiteY18" fmla="*/ 872700 h 895780"/>
                  <a:gd name="connsiteX19" fmla="*/ 1090865 w 1673918"/>
                  <a:gd name="connsiteY19" fmla="*/ 844397 h 895780"/>
                  <a:gd name="connsiteX20" fmla="*/ 1233100 w 1673918"/>
                  <a:gd name="connsiteY20" fmla="*/ 792281 h 895780"/>
                  <a:gd name="connsiteX21" fmla="*/ 1352240 w 1673918"/>
                  <a:gd name="connsiteY21" fmla="*/ 717818 h 895780"/>
                  <a:gd name="connsiteX22" fmla="*/ 1419997 w 1673918"/>
                  <a:gd name="connsiteY22" fmla="*/ 650047 h 895780"/>
                  <a:gd name="connsiteX23" fmla="*/ 1501165 w 1673918"/>
                  <a:gd name="connsiteY23" fmla="*/ 565915 h 895780"/>
                  <a:gd name="connsiteX24" fmla="*/ 1558490 w 1673918"/>
                  <a:gd name="connsiteY24" fmla="*/ 483251 h 895780"/>
                  <a:gd name="connsiteX25" fmla="*/ 1632219 w 1673918"/>
                  <a:gd name="connsiteY25" fmla="*/ 327635 h 895780"/>
                  <a:gd name="connsiteX26" fmla="*/ 1653054 w 1673918"/>
                  <a:gd name="connsiteY26" fmla="*/ 217430 h 895780"/>
                  <a:gd name="connsiteX27" fmla="*/ 1673918 w 1673918"/>
                  <a:gd name="connsiteY27" fmla="*/ 71484 h 895780"/>
                  <a:gd name="connsiteX28" fmla="*/ 1620305 w 1673918"/>
                  <a:gd name="connsiteY28" fmla="*/ 175731 h 895780"/>
                  <a:gd name="connsiteX29" fmla="*/ 1575627 w 1673918"/>
                  <a:gd name="connsiteY29" fmla="*/ 217430 h 895780"/>
                  <a:gd name="connsiteX30" fmla="*/ 1474358 w 1673918"/>
                  <a:gd name="connsiteY30" fmla="*/ 285936 h 895780"/>
                  <a:gd name="connsiteX31" fmla="*/ 1268842 w 1673918"/>
                  <a:gd name="connsiteY31" fmla="*/ 354441 h 895780"/>
                  <a:gd name="connsiteX32" fmla="*/ 1108003 w 1673918"/>
                  <a:gd name="connsiteY32" fmla="*/ 399119 h 895780"/>
                  <a:gd name="connsiteX33" fmla="*/ 801217 w 1673918"/>
                  <a:gd name="connsiteY33" fmla="*/ 416990 h 895780"/>
                  <a:gd name="connsiteX34" fmla="*/ 601657 w 1673918"/>
                  <a:gd name="connsiteY34" fmla="*/ 408054 h 895780"/>
                  <a:gd name="connsiteX35" fmla="*/ 497410 w 1673918"/>
                  <a:gd name="connsiteY35" fmla="*/ 378269 h 895780"/>
                  <a:gd name="connsiteX36" fmla="*/ 265087 w 1673918"/>
                  <a:gd name="connsiteY36" fmla="*/ 312742 h 895780"/>
                  <a:gd name="connsiteX37" fmla="*/ 116162 w 1673918"/>
                  <a:gd name="connsiteY37" fmla="*/ 208495 h 895780"/>
                  <a:gd name="connsiteX38" fmla="*/ 41699 w 1673918"/>
                  <a:gd name="connsiteY38" fmla="*/ 98290 h 895780"/>
                  <a:gd name="connsiteX39" fmla="*/ 0 w 1673918"/>
                  <a:gd name="connsiteY39" fmla="*/ 0 h 895780"/>
                  <a:gd name="connsiteX0" fmla="*/ 0 w 1673918"/>
                  <a:gd name="connsiteY0" fmla="*/ 0 h 895780"/>
                  <a:gd name="connsiteX1" fmla="*/ 0 w 1673918"/>
                  <a:gd name="connsiteY1" fmla="*/ 59570 h 895780"/>
                  <a:gd name="connsiteX2" fmla="*/ 5957 w 1673918"/>
                  <a:gd name="connsiteY2" fmla="*/ 154882 h 895780"/>
                  <a:gd name="connsiteX3" fmla="*/ 11914 w 1673918"/>
                  <a:gd name="connsiteY3" fmla="*/ 208495 h 895780"/>
                  <a:gd name="connsiteX4" fmla="*/ 20850 w 1673918"/>
                  <a:gd name="connsiteY4" fmla="*/ 259129 h 895780"/>
                  <a:gd name="connsiteX5" fmla="*/ 56592 w 1673918"/>
                  <a:gd name="connsiteY5" fmla="*/ 354441 h 895780"/>
                  <a:gd name="connsiteX6" fmla="*/ 86377 w 1673918"/>
                  <a:gd name="connsiteY6" fmla="*/ 419968 h 895780"/>
                  <a:gd name="connsiteX7" fmla="*/ 113183 w 1673918"/>
                  <a:gd name="connsiteY7" fmla="*/ 461667 h 895780"/>
                  <a:gd name="connsiteX8" fmla="*/ 160839 w 1673918"/>
                  <a:gd name="connsiteY8" fmla="*/ 548044 h 895780"/>
                  <a:gd name="connsiteX9" fmla="*/ 205517 w 1673918"/>
                  <a:gd name="connsiteY9" fmla="*/ 607614 h 895780"/>
                  <a:gd name="connsiteX10" fmla="*/ 288915 w 1673918"/>
                  <a:gd name="connsiteY10" fmla="*/ 676119 h 895780"/>
                  <a:gd name="connsiteX11" fmla="*/ 354442 w 1673918"/>
                  <a:gd name="connsiteY11" fmla="*/ 729732 h 895780"/>
                  <a:gd name="connsiteX12" fmla="*/ 431883 w 1673918"/>
                  <a:gd name="connsiteY12" fmla="*/ 780367 h 895780"/>
                  <a:gd name="connsiteX13" fmla="*/ 488474 w 1673918"/>
                  <a:gd name="connsiteY13" fmla="*/ 807173 h 895780"/>
                  <a:gd name="connsiteX14" fmla="*/ 580808 w 1673918"/>
                  <a:gd name="connsiteY14" fmla="*/ 845894 h 895780"/>
                  <a:gd name="connsiteX15" fmla="*/ 691012 w 1673918"/>
                  <a:gd name="connsiteY15" fmla="*/ 875679 h 895780"/>
                  <a:gd name="connsiteX16" fmla="*/ 796757 w 1673918"/>
                  <a:gd name="connsiteY16" fmla="*/ 891304 h 895780"/>
                  <a:gd name="connsiteX17" fmla="*/ 883852 w 1673918"/>
                  <a:gd name="connsiteY17" fmla="*/ 895780 h 895780"/>
                  <a:gd name="connsiteX18" fmla="*/ 988863 w 1673918"/>
                  <a:gd name="connsiteY18" fmla="*/ 872700 h 895780"/>
                  <a:gd name="connsiteX19" fmla="*/ 1090865 w 1673918"/>
                  <a:gd name="connsiteY19" fmla="*/ 844397 h 895780"/>
                  <a:gd name="connsiteX20" fmla="*/ 1233100 w 1673918"/>
                  <a:gd name="connsiteY20" fmla="*/ 792281 h 895780"/>
                  <a:gd name="connsiteX21" fmla="*/ 1352240 w 1673918"/>
                  <a:gd name="connsiteY21" fmla="*/ 717818 h 895780"/>
                  <a:gd name="connsiteX22" fmla="*/ 1419997 w 1673918"/>
                  <a:gd name="connsiteY22" fmla="*/ 650047 h 895780"/>
                  <a:gd name="connsiteX23" fmla="*/ 1501165 w 1673918"/>
                  <a:gd name="connsiteY23" fmla="*/ 565915 h 895780"/>
                  <a:gd name="connsiteX24" fmla="*/ 1558490 w 1673918"/>
                  <a:gd name="connsiteY24" fmla="*/ 483251 h 895780"/>
                  <a:gd name="connsiteX25" fmla="*/ 1632219 w 1673918"/>
                  <a:gd name="connsiteY25" fmla="*/ 327635 h 895780"/>
                  <a:gd name="connsiteX26" fmla="*/ 1653054 w 1673918"/>
                  <a:gd name="connsiteY26" fmla="*/ 217430 h 895780"/>
                  <a:gd name="connsiteX27" fmla="*/ 1673918 w 1673918"/>
                  <a:gd name="connsiteY27" fmla="*/ 71484 h 895780"/>
                  <a:gd name="connsiteX28" fmla="*/ 1620305 w 1673918"/>
                  <a:gd name="connsiteY28" fmla="*/ 175731 h 895780"/>
                  <a:gd name="connsiteX29" fmla="*/ 1575627 w 1673918"/>
                  <a:gd name="connsiteY29" fmla="*/ 217430 h 895780"/>
                  <a:gd name="connsiteX30" fmla="*/ 1474358 w 1673918"/>
                  <a:gd name="connsiteY30" fmla="*/ 285936 h 895780"/>
                  <a:gd name="connsiteX31" fmla="*/ 1268842 w 1673918"/>
                  <a:gd name="connsiteY31" fmla="*/ 354441 h 895780"/>
                  <a:gd name="connsiteX32" fmla="*/ 1108003 w 1673918"/>
                  <a:gd name="connsiteY32" fmla="*/ 399119 h 895780"/>
                  <a:gd name="connsiteX33" fmla="*/ 801217 w 1673918"/>
                  <a:gd name="connsiteY33" fmla="*/ 416990 h 895780"/>
                  <a:gd name="connsiteX34" fmla="*/ 601657 w 1673918"/>
                  <a:gd name="connsiteY34" fmla="*/ 408054 h 895780"/>
                  <a:gd name="connsiteX35" fmla="*/ 497410 w 1673918"/>
                  <a:gd name="connsiteY35" fmla="*/ 378269 h 895780"/>
                  <a:gd name="connsiteX36" fmla="*/ 265087 w 1673918"/>
                  <a:gd name="connsiteY36" fmla="*/ 312742 h 895780"/>
                  <a:gd name="connsiteX37" fmla="*/ 116162 w 1673918"/>
                  <a:gd name="connsiteY37" fmla="*/ 208495 h 895780"/>
                  <a:gd name="connsiteX38" fmla="*/ 41699 w 1673918"/>
                  <a:gd name="connsiteY38" fmla="*/ 98290 h 895780"/>
                  <a:gd name="connsiteX39" fmla="*/ 0 w 1673918"/>
                  <a:gd name="connsiteY39" fmla="*/ 0 h 895780"/>
                  <a:gd name="connsiteX0" fmla="*/ 0 w 1673918"/>
                  <a:gd name="connsiteY0" fmla="*/ 0 h 906931"/>
                  <a:gd name="connsiteX1" fmla="*/ 0 w 1673918"/>
                  <a:gd name="connsiteY1" fmla="*/ 59570 h 906931"/>
                  <a:gd name="connsiteX2" fmla="*/ 5957 w 1673918"/>
                  <a:gd name="connsiteY2" fmla="*/ 154882 h 906931"/>
                  <a:gd name="connsiteX3" fmla="*/ 11914 w 1673918"/>
                  <a:gd name="connsiteY3" fmla="*/ 208495 h 906931"/>
                  <a:gd name="connsiteX4" fmla="*/ 20850 w 1673918"/>
                  <a:gd name="connsiteY4" fmla="*/ 259129 h 906931"/>
                  <a:gd name="connsiteX5" fmla="*/ 56592 w 1673918"/>
                  <a:gd name="connsiteY5" fmla="*/ 354441 h 906931"/>
                  <a:gd name="connsiteX6" fmla="*/ 86377 w 1673918"/>
                  <a:gd name="connsiteY6" fmla="*/ 419968 h 906931"/>
                  <a:gd name="connsiteX7" fmla="*/ 113183 w 1673918"/>
                  <a:gd name="connsiteY7" fmla="*/ 461667 h 906931"/>
                  <a:gd name="connsiteX8" fmla="*/ 160839 w 1673918"/>
                  <a:gd name="connsiteY8" fmla="*/ 548044 h 906931"/>
                  <a:gd name="connsiteX9" fmla="*/ 205517 w 1673918"/>
                  <a:gd name="connsiteY9" fmla="*/ 607614 h 906931"/>
                  <a:gd name="connsiteX10" fmla="*/ 288915 w 1673918"/>
                  <a:gd name="connsiteY10" fmla="*/ 676119 h 906931"/>
                  <a:gd name="connsiteX11" fmla="*/ 354442 w 1673918"/>
                  <a:gd name="connsiteY11" fmla="*/ 729732 h 906931"/>
                  <a:gd name="connsiteX12" fmla="*/ 431883 w 1673918"/>
                  <a:gd name="connsiteY12" fmla="*/ 780367 h 906931"/>
                  <a:gd name="connsiteX13" fmla="*/ 488474 w 1673918"/>
                  <a:gd name="connsiteY13" fmla="*/ 807173 h 906931"/>
                  <a:gd name="connsiteX14" fmla="*/ 580808 w 1673918"/>
                  <a:gd name="connsiteY14" fmla="*/ 845894 h 906931"/>
                  <a:gd name="connsiteX15" fmla="*/ 691012 w 1673918"/>
                  <a:gd name="connsiteY15" fmla="*/ 875679 h 906931"/>
                  <a:gd name="connsiteX16" fmla="*/ 796757 w 1673918"/>
                  <a:gd name="connsiteY16" fmla="*/ 891304 h 906931"/>
                  <a:gd name="connsiteX17" fmla="*/ 886083 w 1673918"/>
                  <a:gd name="connsiteY17" fmla="*/ 906931 h 906931"/>
                  <a:gd name="connsiteX18" fmla="*/ 988863 w 1673918"/>
                  <a:gd name="connsiteY18" fmla="*/ 872700 h 906931"/>
                  <a:gd name="connsiteX19" fmla="*/ 1090865 w 1673918"/>
                  <a:gd name="connsiteY19" fmla="*/ 844397 h 906931"/>
                  <a:gd name="connsiteX20" fmla="*/ 1233100 w 1673918"/>
                  <a:gd name="connsiteY20" fmla="*/ 792281 h 906931"/>
                  <a:gd name="connsiteX21" fmla="*/ 1352240 w 1673918"/>
                  <a:gd name="connsiteY21" fmla="*/ 717818 h 906931"/>
                  <a:gd name="connsiteX22" fmla="*/ 1419997 w 1673918"/>
                  <a:gd name="connsiteY22" fmla="*/ 650047 h 906931"/>
                  <a:gd name="connsiteX23" fmla="*/ 1501165 w 1673918"/>
                  <a:gd name="connsiteY23" fmla="*/ 565915 h 906931"/>
                  <a:gd name="connsiteX24" fmla="*/ 1558490 w 1673918"/>
                  <a:gd name="connsiteY24" fmla="*/ 483251 h 906931"/>
                  <a:gd name="connsiteX25" fmla="*/ 1632219 w 1673918"/>
                  <a:gd name="connsiteY25" fmla="*/ 327635 h 906931"/>
                  <a:gd name="connsiteX26" fmla="*/ 1653054 w 1673918"/>
                  <a:gd name="connsiteY26" fmla="*/ 217430 h 906931"/>
                  <a:gd name="connsiteX27" fmla="*/ 1673918 w 1673918"/>
                  <a:gd name="connsiteY27" fmla="*/ 71484 h 906931"/>
                  <a:gd name="connsiteX28" fmla="*/ 1620305 w 1673918"/>
                  <a:gd name="connsiteY28" fmla="*/ 175731 h 906931"/>
                  <a:gd name="connsiteX29" fmla="*/ 1575627 w 1673918"/>
                  <a:gd name="connsiteY29" fmla="*/ 217430 h 906931"/>
                  <a:gd name="connsiteX30" fmla="*/ 1474358 w 1673918"/>
                  <a:gd name="connsiteY30" fmla="*/ 285936 h 906931"/>
                  <a:gd name="connsiteX31" fmla="*/ 1268842 w 1673918"/>
                  <a:gd name="connsiteY31" fmla="*/ 354441 h 906931"/>
                  <a:gd name="connsiteX32" fmla="*/ 1108003 w 1673918"/>
                  <a:gd name="connsiteY32" fmla="*/ 399119 h 906931"/>
                  <a:gd name="connsiteX33" fmla="*/ 801217 w 1673918"/>
                  <a:gd name="connsiteY33" fmla="*/ 416990 h 906931"/>
                  <a:gd name="connsiteX34" fmla="*/ 601657 w 1673918"/>
                  <a:gd name="connsiteY34" fmla="*/ 408054 h 906931"/>
                  <a:gd name="connsiteX35" fmla="*/ 497410 w 1673918"/>
                  <a:gd name="connsiteY35" fmla="*/ 378269 h 906931"/>
                  <a:gd name="connsiteX36" fmla="*/ 265087 w 1673918"/>
                  <a:gd name="connsiteY36" fmla="*/ 312742 h 906931"/>
                  <a:gd name="connsiteX37" fmla="*/ 116162 w 1673918"/>
                  <a:gd name="connsiteY37" fmla="*/ 208495 h 906931"/>
                  <a:gd name="connsiteX38" fmla="*/ 41699 w 1673918"/>
                  <a:gd name="connsiteY38" fmla="*/ 98290 h 906931"/>
                  <a:gd name="connsiteX39" fmla="*/ 0 w 1673918"/>
                  <a:gd name="connsiteY39" fmla="*/ 0 h 906931"/>
                  <a:gd name="connsiteX0" fmla="*/ 0 w 1673918"/>
                  <a:gd name="connsiteY0" fmla="*/ 0 h 906931"/>
                  <a:gd name="connsiteX1" fmla="*/ 0 w 1673918"/>
                  <a:gd name="connsiteY1" fmla="*/ 59570 h 906931"/>
                  <a:gd name="connsiteX2" fmla="*/ 5957 w 1673918"/>
                  <a:gd name="connsiteY2" fmla="*/ 154882 h 906931"/>
                  <a:gd name="connsiteX3" fmla="*/ 11914 w 1673918"/>
                  <a:gd name="connsiteY3" fmla="*/ 208495 h 906931"/>
                  <a:gd name="connsiteX4" fmla="*/ 20850 w 1673918"/>
                  <a:gd name="connsiteY4" fmla="*/ 259129 h 906931"/>
                  <a:gd name="connsiteX5" fmla="*/ 56592 w 1673918"/>
                  <a:gd name="connsiteY5" fmla="*/ 354441 h 906931"/>
                  <a:gd name="connsiteX6" fmla="*/ 86377 w 1673918"/>
                  <a:gd name="connsiteY6" fmla="*/ 419968 h 906931"/>
                  <a:gd name="connsiteX7" fmla="*/ 113183 w 1673918"/>
                  <a:gd name="connsiteY7" fmla="*/ 461667 h 906931"/>
                  <a:gd name="connsiteX8" fmla="*/ 160839 w 1673918"/>
                  <a:gd name="connsiteY8" fmla="*/ 548044 h 906931"/>
                  <a:gd name="connsiteX9" fmla="*/ 205517 w 1673918"/>
                  <a:gd name="connsiteY9" fmla="*/ 607614 h 906931"/>
                  <a:gd name="connsiteX10" fmla="*/ 288915 w 1673918"/>
                  <a:gd name="connsiteY10" fmla="*/ 676119 h 906931"/>
                  <a:gd name="connsiteX11" fmla="*/ 354442 w 1673918"/>
                  <a:gd name="connsiteY11" fmla="*/ 729732 h 906931"/>
                  <a:gd name="connsiteX12" fmla="*/ 431883 w 1673918"/>
                  <a:gd name="connsiteY12" fmla="*/ 780367 h 906931"/>
                  <a:gd name="connsiteX13" fmla="*/ 488474 w 1673918"/>
                  <a:gd name="connsiteY13" fmla="*/ 807173 h 906931"/>
                  <a:gd name="connsiteX14" fmla="*/ 580808 w 1673918"/>
                  <a:gd name="connsiteY14" fmla="*/ 845894 h 906931"/>
                  <a:gd name="connsiteX15" fmla="*/ 691012 w 1673918"/>
                  <a:gd name="connsiteY15" fmla="*/ 875679 h 906931"/>
                  <a:gd name="connsiteX16" fmla="*/ 796757 w 1673918"/>
                  <a:gd name="connsiteY16" fmla="*/ 891304 h 906931"/>
                  <a:gd name="connsiteX17" fmla="*/ 886083 w 1673918"/>
                  <a:gd name="connsiteY17" fmla="*/ 906931 h 906931"/>
                  <a:gd name="connsiteX18" fmla="*/ 988863 w 1673918"/>
                  <a:gd name="connsiteY18" fmla="*/ 872700 h 906931"/>
                  <a:gd name="connsiteX19" fmla="*/ 1090865 w 1673918"/>
                  <a:gd name="connsiteY19" fmla="*/ 844397 h 906931"/>
                  <a:gd name="connsiteX20" fmla="*/ 1233100 w 1673918"/>
                  <a:gd name="connsiteY20" fmla="*/ 792281 h 906931"/>
                  <a:gd name="connsiteX21" fmla="*/ 1352240 w 1673918"/>
                  <a:gd name="connsiteY21" fmla="*/ 717818 h 906931"/>
                  <a:gd name="connsiteX22" fmla="*/ 1419997 w 1673918"/>
                  <a:gd name="connsiteY22" fmla="*/ 650047 h 906931"/>
                  <a:gd name="connsiteX23" fmla="*/ 1501165 w 1673918"/>
                  <a:gd name="connsiteY23" fmla="*/ 565915 h 906931"/>
                  <a:gd name="connsiteX24" fmla="*/ 1558490 w 1673918"/>
                  <a:gd name="connsiteY24" fmla="*/ 483251 h 906931"/>
                  <a:gd name="connsiteX25" fmla="*/ 1632219 w 1673918"/>
                  <a:gd name="connsiteY25" fmla="*/ 327635 h 906931"/>
                  <a:gd name="connsiteX26" fmla="*/ 1653054 w 1673918"/>
                  <a:gd name="connsiteY26" fmla="*/ 217430 h 906931"/>
                  <a:gd name="connsiteX27" fmla="*/ 1673918 w 1673918"/>
                  <a:gd name="connsiteY27" fmla="*/ 71484 h 906931"/>
                  <a:gd name="connsiteX28" fmla="*/ 1620305 w 1673918"/>
                  <a:gd name="connsiteY28" fmla="*/ 175731 h 906931"/>
                  <a:gd name="connsiteX29" fmla="*/ 1575627 w 1673918"/>
                  <a:gd name="connsiteY29" fmla="*/ 217430 h 906931"/>
                  <a:gd name="connsiteX30" fmla="*/ 1474358 w 1673918"/>
                  <a:gd name="connsiteY30" fmla="*/ 285936 h 906931"/>
                  <a:gd name="connsiteX31" fmla="*/ 1268842 w 1673918"/>
                  <a:gd name="connsiteY31" fmla="*/ 354441 h 906931"/>
                  <a:gd name="connsiteX32" fmla="*/ 1108003 w 1673918"/>
                  <a:gd name="connsiteY32" fmla="*/ 399119 h 906931"/>
                  <a:gd name="connsiteX33" fmla="*/ 801217 w 1673918"/>
                  <a:gd name="connsiteY33" fmla="*/ 416990 h 906931"/>
                  <a:gd name="connsiteX34" fmla="*/ 601657 w 1673918"/>
                  <a:gd name="connsiteY34" fmla="*/ 408054 h 906931"/>
                  <a:gd name="connsiteX35" fmla="*/ 497410 w 1673918"/>
                  <a:gd name="connsiteY35" fmla="*/ 378269 h 906931"/>
                  <a:gd name="connsiteX36" fmla="*/ 265087 w 1673918"/>
                  <a:gd name="connsiteY36" fmla="*/ 312742 h 906931"/>
                  <a:gd name="connsiteX37" fmla="*/ 116162 w 1673918"/>
                  <a:gd name="connsiteY37" fmla="*/ 208495 h 906931"/>
                  <a:gd name="connsiteX38" fmla="*/ 41699 w 1673918"/>
                  <a:gd name="connsiteY38" fmla="*/ 98290 h 906931"/>
                  <a:gd name="connsiteX39" fmla="*/ 0 w 1673918"/>
                  <a:gd name="connsiteY39" fmla="*/ 0 h 906931"/>
                  <a:gd name="connsiteX0" fmla="*/ 0 w 1673918"/>
                  <a:gd name="connsiteY0" fmla="*/ 0 h 891304"/>
                  <a:gd name="connsiteX1" fmla="*/ 0 w 1673918"/>
                  <a:gd name="connsiteY1" fmla="*/ 59570 h 891304"/>
                  <a:gd name="connsiteX2" fmla="*/ 5957 w 1673918"/>
                  <a:gd name="connsiteY2" fmla="*/ 154882 h 891304"/>
                  <a:gd name="connsiteX3" fmla="*/ 11914 w 1673918"/>
                  <a:gd name="connsiteY3" fmla="*/ 208495 h 891304"/>
                  <a:gd name="connsiteX4" fmla="*/ 20850 w 1673918"/>
                  <a:gd name="connsiteY4" fmla="*/ 259129 h 891304"/>
                  <a:gd name="connsiteX5" fmla="*/ 56592 w 1673918"/>
                  <a:gd name="connsiteY5" fmla="*/ 354441 h 891304"/>
                  <a:gd name="connsiteX6" fmla="*/ 86377 w 1673918"/>
                  <a:gd name="connsiteY6" fmla="*/ 419968 h 891304"/>
                  <a:gd name="connsiteX7" fmla="*/ 113183 w 1673918"/>
                  <a:gd name="connsiteY7" fmla="*/ 461667 h 891304"/>
                  <a:gd name="connsiteX8" fmla="*/ 160839 w 1673918"/>
                  <a:gd name="connsiteY8" fmla="*/ 548044 h 891304"/>
                  <a:gd name="connsiteX9" fmla="*/ 205517 w 1673918"/>
                  <a:gd name="connsiteY9" fmla="*/ 607614 h 891304"/>
                  <a:gd name="connsiteX10" fmla="*/ 288915 w 1673918"/>
                  <a:gd name="connsiteY10" fmla="*/ 676119 h 891304"/>
                  <a:gd name="connsiteX11" fmla="*/ 354442 w 1673918"/>
                  <a:gd name="connsiteY11" fmla="*/ 729732 h 891304"/>
                  <a:gd name="connsiteX12" fmla="*/ 431883 w 1673918"/>
                  <a:gd name="connsiteY12" fmla="*/ 780367 h 891304"/>
                  <a:gd name="connsiteX13" fmla="*/ 488474 w 1673918"/>
                  <a:gd name="connsiteY13" fmla="*/ 807173 h 891304"/>
                  <a:gd name="connsiteX14" fmla="*/ 580808 w 1673918"/>
                  <a:gd name="connsiteY14" fmla="*/ 845894 h 891304"/>
                  <a:gd name="connsiteX15" fmla="*/ 691012 w 1673918"/>
                  <a:gd name="connsiteY15" fmla="*/ 875679 h 891304"/>
                  <a:gd name="connsiteX16" fmla="*/ 796757 w 1673918"/>
                  <a:gd name="connsiteY16" fmla="*/ 891304 h 891304"/>
                  <a:gd name="connsiteX17" fmla="*/ 886083 w 1673918"/>
                  <a:gd name="connsiteY17" fmla="*/ 882398 h 891304"/>
                  <a:gd name="connsiteX18" fmla="*/ 988863 w 1673918"/>
                  <a:gd name="connsiteY18" fmla="*/ 872700 h 891304"/>
                  <a:gd name="connsiteX19" fmla="*/ 1090865 w 1673918"/>
                  <a:gd name="connsiteY19" fmla="*/ 844397 h 891304"/>
                  <a:gd name="connsiteX20" fmla="*/ 1233100 w 1673918"/>
                  <a:gd name="connsiteY20" fmla="*/ 792281 h 891304"/>
                  <a:gd name="connsiteX21" fmla="*/ 1352240 w 1673918"/>
                  <a:gd name="connsiteY21" fmla="*/ 717818 h 891304"/>
                  <a:gd name="connsiteX22" fmla="*/ 1419997 w 1673918"/>
                  <a:gd name="connsiteY22" fmla="*/ 650047 h 891304"/>
                  <a:gd name="connsiteX23" fmla="*/ 1501165 w 1673918"/>
                  <a:gd name="connsiteY23" fmla="*/ 565915 h 891304"/>
                  <a:gd name="connsiteX24" fmla="*/ 1558490 w 1673918"/>
                  <a:gd name="connsiteY24" fmla="*/ 483251 h 891304"/>
                  <a:gd name="connsiteX25" fmla="*/ 1632219 w 1673918"/>
                  <a:gd name="connsiteY25" fmla="*/ 327635 h 891304"/>
                  <a:gd name="connsiteX26" fmla="*/ 1653054 w 1673918"/>
                  <a:gd name="connsiteY26" fmla="*/ 217430 h 891304"/>
                  <a:gd name="connsiteX27" fmla="*/ 1673918 w 1673918"/>
                  <a:gd name="connsiteY27" fmla="*/ 71484 h 891304"/>
                  <a:gd name="connsiteX28" fmla="*/ 1620305 w 1673918"/>
                  <a:gd name="connsiteY28" fmla="*/ 175731 h 891304"/>
                  <a:gd name="connsiteX29" fmla="*/ 1575627 w 1673918"/>
                  <a:gd name="connsiteY29" fmla="*/ 217430 h 891304"/>
                  <a:gd name="connsiteX30" fmla="*/ 1474358 w 1673918"/>
                  <a:gd name="connsiteY30" fmla="*/ 285936 h 891304"/>
                  <a:gd name="connsiteX31" fmla="*/ 1268842 w 1673918"/>
                  <a:gd name="connsiteY31" fmla="*/ 354441 h 891304"/>
                  <a:gd name="connsiteX32" fmla="*/ 1108003 w 1673918"/>
                  <a:gd name="connsiteY32" fmla="*/ 399119 h 891304"/>
                  <a:gd name="connsiteX33" fmla="*/ 801217 w 1673918"/>
                  <a:gd name="connsiteY33" fmla="*/ 416990 h 891304"/>
                  <a:gd name="connsiteX34" fmla="*/ 601657 w 1673918"/>
                  <a:gd name="connsiteY34" fmla="*/ 408054 h 891304"/>
                  <a:gd name="connsiteX35" fmla="*/ 497410 w 1673918"/>
                  <a:gd name="connsiteY35" fmla="*/ 378269 h 891304"/>
                  <a:gd name="connsiteX36" fmla="*/ 265087 w 1673918"/>
                  <a:gd name="connsiteY36" fmla="*/ 312742 h 891304"/>
                  <a:gd name="connsiteX37" fmla="*/ 116162 w 1673918"/>
                  <a:gd name="connsiteY37" fmla="*/ 208495 h 891304"/>
                  <a:gd name="connsiteX38" fmla="*/ 41699 w 1673918"/>
                  <a:gd name="connsiteY38" fmla="*/ 98290 h 891304"/>
                  <a:gd name="connsiteX39" fmla="*/ 0 w 1673918"/>
                  <a:gd name="connsiteY39" fmla="*/ 0 h 891304"/>
                  <a:gd name="connsiteX0" fmla="*/ 0 w 1673918"/>
                  <a:gd name="connsiteY0" fmla="*/ 0 h 891304"/>
                  <a:gd name="connsiteX1" fmla="*/ 0 w 1673918"/>
                  <a:gd name="connsiteY1" fmla="*/ 59570 h 891304"/>
                  <a:gd name="connsiteX2" fmla="*/ 5957 w 1673918"/>
                  <a:gd name="connsiteY2" fmla="*/ 154882 h 891304"/>
                  <a:gd name="connsiteX3" fmla="*/ 11914 w 1673918"/>
                  <a:gd name="connsiteY3" fmla="*/ 208495 h 891304"/>
                  <a:gd name="connsiteX4" fmla="*/ 20850 w 1673918"/>
                  <a:gd name="connsiteY4" fmla="*/ 259129 h 891304"/>
                  <a:gd name="connsiteX5" fmla="*/ 56592 w 1673918"/>
                  <a:gd name="connsiteY5" fmla="*/ 354441 h 891304"/>
                  <a:gd name="connsiteX6" fmla="*/ 86377 w 1673918"/>
                  <a:gd name="connsiteY6" fmla="*/ 419968 h 891304"/>
                  <a:gd name="connsiteX7" fmla="*/ 113183 w 1673918"/>
                  <a:gd name="connsiteY7" fmla="*/ 461667 h 891304"/>
                  <a:gd name="connsiteX8" fmla="*/ 160839 w 1673918"/>
                  <a:gd name="connsiteY8" fmla="*/ 548044 h 891304"/>
                  <a:gd name="connsiteX9" fmla="*/ 205517 w 1673918"/>
                  <a:gd name="connsiteY9" fmla="*/ 607614 h 891304"/>
                  <a:gd name="connsiteX10" fmla="*/ 288915 w 1673918"/>
                  <a:gd name="connsiteY10" fmla="*/ 676119 h 891304"/>
                  <a:gd name="connsiteX11" fmla="*/ 354442 w 1673918"/>
                  <a:gd name="connsiteY11" fmla="*/ 729732 h 891304"/>
                  <a:gd name="connsiteX12" fmla="*/ 431883 w 1673918"/>
                  <a:gd name="connsiteY12" fmla="*/ 780367 h 891304"/>
                  <a:gd name="connsiteX13" fmla="*/ 488474 w 1673918"/>
                  <a:gd name="connsiteY13" fmla="*/ 807173 h 891304"/>
                  <a:gd name="connsiteX14" fmla="*/ 580808 w 1673918"/>
                  <a:gd name="connsiteY14" fmla="*/ 845894 h 891304"/>
                  <a:gd name="connsiteX15" fmla="*/ 691012 w 1673918"/>
                  <a:gd name="connsiteY15" fmla="*/ 875679 h 891304"/>
                  <a:gd name="connsiteX16" fmla="*/ 796757 w 1673918"/>
                  <a:gd name="connsiteY16" fmla="*/ 891304 h 891304"/>
                  <a:gd name="connsiteX17" fmla="*/ 886083 w 1673918"/>
                  <a:gd name="connsiteY17" fmla="*/ 889088 h 891304"/>
                  <a:gd name="connsiteX18" fmla="*/ 988863 w 1673918"/>
                  <a:gd name="connsiteY18" fmla="*/ 872700 h 891304"/>
                  <a:gd name="connsiteX19" fmla="*/ 1090865 w 1673918"/>
                  <a:gd name="connsiteY19" fmla="*/ 844397 h 891304"/>
                  <a:gd name="connsiteX20" fmla="*/ 1233100 w 1673918"/>
                  <a:gd name="connsiteY20" fmla="*/ 792281 h 891304"/>
                  <a:gd name="connsiteX21" fmla="*/ 1352240 w 1673918"/>
                  <a:gd name="connsiteY21" fmla="*/ 717818 h 891304"/>
                  <a:gd name="connsiteX22" fmla="*/ 1419997 w 1673918"/>
                  <a:gd name="connsiteY22" fmla="*/ 650047 h 891304"/>
                  <a:gd name="connsiteX23" fmla="*/ 1501165 w 1673918"/>
                  <a:gd name="connsiteY23" fmla="*/ 565915 h 891304"/>
                  <a:gd name="connsiteX24" fmla="*/ 1558490 w 1673918"/>
                  <a:gd name="connsiteY24" fmla="*/ 483251 h 891304"/>
                  <a:gd name="connsiteX25" fmla="*/ 1632219 w 1673918"/>
                  <a:gd name="connsiteY25" fmla="*/ 327635 h 891304"/>
                  <a:gd name="connsiteX26" fmla="*/ 1653054 w 1673918"/>
                  <a:gd name="connsiteY26" fmla="*/ 217430 h 891304"/>
                  <a:gd name="connsiteX27" fmla="*/ 1673918 w 1673918"/>
                  <a:gd name="connsiteY27" fmla="*/ 71484 h 891304"/>
                  <a:gd name="connsiteX28" fmla="*/ 1620305 w 1673918"/>
                  <a:gd name="connsiteY28" fmla="*/ 175731 h 891304"/>
                  <a:gd name="connsiteX29" fmla="*/ 1575627 w 1673918"/>
                  <a:gd name="connsiteY29" fmla="*/ 217430 h 891304"/>
                  <a:gd name="connsiteX30" fmla="*/ 1474358 w 1673918"/>
                  <a:gd name="connsiteY30" fmla="*/ 285936 h 891304"/>
                  <a:gd name="connsiteX31" fmla="*/ 1268842 w 1673918"/>
                  <a:gd name="connsiteY31" fmla="*/ 354441 h 891304"/>
                  <a:gd name="connsiteX32" fmla="*/ 1108003 w 1673918"/>
                  <a:gd name="connsiteY32" fmla="*/ 399119 h 891304"/>
                  <a:gd name="connsiteX33" fmla="*/ 801217 w 1673918"/>
                  <a:gd name="connsiteY33" fmla="*/ 416990 h 891304"/>
                  <a:gd name="connsiteX34" fmla="*/ 601657 w 1673918"/>
                  <a:gd name="connsiteY34" fmla="*/ 408054 h 891304"/>
                  <a:gd name="connsiteX35" fmla="*/ 497410 w 1673918"/>
                  <a:gd name="connsiteY35" fmla="*/ 378269 h 891304"/>
                  <a:gd name="connsiteX36" fmla="*/ 265087 w 1673918"/>
                  <a:gd name="connsiteY36" fmla="*/ 312742 h 891304"/>
                  <a:gd name="connsiteX37" fmla="*/ 116162 w 1673918"/>
                  <a:gd name="connsiteY37" fmla="*/ 208495 h 891304"/>
                  <a:gd name="connsiteX38" fmla="*/ 41699 w 1673918"/>
                  <a:gd name="connsiteY38" fmla="*/ 98290 h 891304"/>
                  <a:gd name="connsiteX39" fmla="*/ 0 w 1673918"/>
                  <a:gd name="connsiteY39" fmla="*/ 0 h 891304"/>
                  <a:gd name="connsiteX0" fmla="*/ 0 w 1673918"/>
                  <a:gd name="connsiteY0" fmla="*/ 0 h 889088"/>
                  <a:gd name="connsiteX1" fmla="*/ 0 w 1673918"/>
                  <a:gd name="connsiteY1" fmla="*/ 59570 h 889088"/>
                  <a:gd name="connsiteX2" fmla="*/ 5957 w 1673918"/>
                  <a:gd name="connsiteY2" fmla="*/ 154882 h 889088"/>
                  <a:gd name="connsiteX3" fmla="*/ 11914 w 1673918"/>
                  <a:gd name="connsiteY3" fmla="*/ 208495 h 889088"/>
                  <a:gd name="connsiteX4" fmla="*/ 20850 w 1673918"/>
                  <a:gd name="connsiteY4" fmla="*/ 259129 h 889088"/>
                  <a:gd name="connsiteX5" fmla="*/ 56592 w 1673918"/>
                  <a:gd name="connsiteY5" fmla="*/ 354441 h 889088"/>
                  <a:gd name="connsiteX6" fmla="*/ 86377 w 1673918"/>
                  <a:gd name="connsiteY6" fmla="*/ 419968 h 889088"/>
                  <a:gd name="connsiteX7" fmla="*/ 113183 w 1673918"/>
                  <a:gd name="connsiteY7" fmla="*/ 461667 h 889088"/>
                  <a:gd name="connsiteX8" fmla="*/ 160839 w 1673918"/>
                  <a:gd name="connsiteY8" fmla="*/ 548044 h 889088"/>
                  <a:gd name="connsiteX9" fmla="*/ 205517 w 1673918"/>
                  <a:gd name="connsiteY9" fmla="*/ 607614 h 889088"/>
                  <a:gd name="connsiteX10" fmla="*/ 288915 w 1673918"/>
                  <a:gd name="connsiteY10" fmla="*/ 676119 h 889088"/>
                  <a:gd name="connsiteX11" fmla="*/ 354442 w 1673918"/>
                  <a:gd name="connsiteY11" fmla="*/ 729732 h 889088"/>
                  <a:gd name="connsiteX12" fmla="*/ 431883 w 1673918"/>
                  <a:gd name="connsiteY12" fmla="*/ 780367 h 889088"/>
                  <a:gd name="connsiteX13" fmla="*/ 488474 w 1673918"/>
                  <a:gd name="connsiteY13" fmla="*/ 807173 h 889088"/>
                  <a:gd name="connsiteX14" fmla="*/ 580808 w 1673918"/>
                  <a:gd name="connsiteY14" fmla="*/ 845894 h 889088"/>
                  <a:gd name="connsiteX15" fmla="*/ 691012 w 1673918"/>
                  <a:gd name="connsiteY15" fmla="*/ 875679 h 889088"/>
                  <a:gd name="connsiteX16" fmla="*/ 803448 w 1673918"/>
                  <a:gd name="connsiteY16" fmla="*/ 886844 h 889088"/>
                  <a:gd name="connsiteX17" fmla="*/ 886083 w 1673918"/>
                  <a:gd name="connsiteY17" fmla="*/ 889088 h 889088"/>
                  <a:gd name="connsiteX18" fmla="*/ 988863 w 1673918"/>
                  <a:gd name="connsiteY18" fmla="*/ 872700 h 889088"/>
                  <a:gd name="connsiteX19" fmla="*/ 1090865 w 1673918"/>
                  <a:gd name="connsiteY19" fmla="*/ 844397 h 889088"/>
                  <a:gd name="connsiteX20" fmla="*/ 1233100 w 1673918"/>
                  <a:gd name="connsiteY20" fmla="*/ 792281 h 889088"/>
                  <a:gd name="connsiteX21" fmla="*/ 1352240 w 1673918"/>
                  <a:gd name="connsiteY21" fmla="*/ 717818 h 889088"/>
                  <a:gd name="connsiteX22" fmla="*/ 1419997 w 1673918"/>
                  <a:gd name="connsiteY22" fmla="*/ 650047 h 889088"/>
                  <a:gd name="connsiteX23" fmla="*/ 1501165 w 1673918"/>
                  <a:gd name="connsiteY23" fmla="*/ 565915 h 889088"/>
                  <a:gd name="connsiteX24" fmla="*/ 1558490 w 1673918"/>
                  <a:gd name="connsiteY24" fmla="*/ 483251 h 889088"/>
                  <a:gd name="connsiteX25" fmla="*/ 1632219 w 1673918"/>
                  <a:gd name="connsiteY25" fmla="*/ 327635 h 889088"/>
                  <a:gd name="connsiteX26" fmla="*/ 1653054 w 1673918"/>
                  <a:gd name="connsiteY26" fmla="*/ 217430 h 889088"/>
                  <a:gd name="connsiteX27" fmla="*/ 1673918 w 1673918"/>
                  <a:gd name="connsiteY27" fmla="*/ 71484 h 889088"/>
                  <a:gd name="connsiteX28" fmla="*/ 1620305 w 1673918"/>
                  <a:gd name="connsiteY28" fmla="*/ 175731 h 889088"/>
                  <a:gd name="connsiteX29" fmla="*/ 1575627 w 1673918"/>
                  <a:gd name="connsiteY29" fmla="*/ 217430 h 889088"/>
                  <a:gd name="connsiteX30" fmla="*/ 1474358 w 1673918"/>
                  <a:gd name="connsiteY30" fmla="*/ 285936 h 889088"/>
                  <a:gd name="connsiteX31" fmla="*/ 1268842 w 1673918"/>
                  <a:gd name="connsiteY31" fmla="*/ 354441 h 889088"/>
                  <a:gd name="connsiteX32" fmla="*/ 1108003 w 1673918"/>
                  <a:gd name="connsiteY32" fmla="*/ 399119 h 889088"/>
                  <a:gd name="connsiteX33" fmla="*/ 801217 w 1673918"/>
                  <a:gd name="connsiteY33" fmla="*/ 416990 h 889088"/>
                  <a:gd name="connsiteX34" fmla="*/ 601657 w 1673918"/>
                  <a:gd name="connsiteY34" fmla="*/ 408054 h 889088"/>
                  <a:gd name="connsiteX35" fmla="*/ 497410 w 1673918"/>
                  <a:gd name="connsiteY35" fmla="*/ 378269 h 889088"/>
                  <a:gd name="connsiteX36" fmla="*/ 265087 w 1673918"/>
                  <a:gd name="connsiteY36" fmla="*/ 312742 h 889088"/>
                  <a:gd name="connsiteX37" fmla="*/ 116162 w 1673918"/>
                  <a:gd name="connsiteY37" fmla="*/ 208495 h 889088"/>
                  <a:gd name="connsiteX38" fmla="*/ 41699 w 1673918"/>
                  <a:gd name="connsiteY38" fmla="*/ 98290 h 889088"/>
                  <a:gd name="connsiteX39" fmla="*/ 0 w 1673918"/>
                  <a:gd name="connsiteY39" fmla="*/ 0 h 889088"/>
                  <a:gd name="connsiteX0" fmla="*/ 0 w 1669457"/>
                  <a:gd name="connsiteY0" fmla="*/ 0 h 889088"/>
                  <a:gd name="connsiteX1" fmla="*/ 0 w 1669457"/>
                  <a:gd name="connsiteY1" fmla="*/ 59570 h 889088"/>
                  <a:gd name="connsiteX2" fmla="*/ 5957 w 1669457"/>
                  <a:gd name="connsiteY2" fmla="*/ 154882 h 889088"/>
                  <a:gd name="connsiteX3" fmla="*/ 11914 w 1669457"/>
                  <a:gd name="connsiteY3" fmla="*/ 208495 h 889088"/>
                  <a:gd name="connsiteX4" fmla="*/ 20850 w 1669457"/>
                  <a:gd name="connsiteY4" fmla="*/ 259129 h 889088"/>
                  <a:gd name="connsiteX5" fmla="*/ 56592 w 1669457"/>
                  <a:gd name="connsiteY5" fmla="*/ 354441 h 889088"/>
                  <a:gd name="connsiteX6" fmla="*/ 86377 w 1669457"/>
                  <a:gd name="connsiteY6" fmla="*/ 419968 h 889088"/>
                  <a:gd name="connsiteX7" fmla="*/ 113183 w 1669457"/>
                  <a:gd name="connsiteY7" fmla="*/ 461667 h 889088"/>
                  <a:gd name="connsiteX8" fmla="*/ 160839 w 1669457"/>
                  <a:gd name="connsiteY8" fmla="*/ 548044 h 889088"/>
                  <a:gd name="connsiteX9" fmla="*/ 205517 w 1669457"/>
                  <a:gd name="connsiteY9" fmla="*/ 607614 h 889088"/>
                  <a:gd name="connsiteX10" fmla="*/ 288915 w 1669457"/>
                  <a:gd name="connsiteY10" fmla="*/ 676119 h 889088"/>
                  <a:gd name="connsiteX11" fmla="*/ 354442 w 1669457"/>
                  <a:gd name="connsiteY11" fmla="*/ 729732 h 889088"/>
                  <a:gd name="connsiteX12" fmla="*/ 431883 w 1669457"/>
                  <a:gd name="connsiteY12" fmla="*/ 780367 h 889088"/>
                  <a:gd name="connsiteX13" fmla="*/ 488474 w 1669457"/>
                  <a:gd name="connsiteY13" fmla="*/ 807173 h 889088"/>
                  <a:gd name="connsiteX14" fmla="*/ 580808 w 1669457"/>
                  <a:gd name="connsiteY14" fmla="*/ 845894 h 889088"/>
                  <a:gd name="connsiteX15" fmla="*/ 691012 w 1669457"/>
                  <a:gd name="connsiteY15" fmla="*/ 875679 h 889088"/>
                  <a:gd name="connsiteX16" fmla="*/ 803448 w 1669457"/>
                  <a:gd name="connsiteY16" fmla="*/ 886844 h 889088"/>
                  <a:gd name="connsiteX17" fmla="*/ 886083 w 1669457"/>
                  <a:gd name="connsiteY17" fmla="*/ 889088 h 889088"/>
                  <a:gd name="connsiteX18" fmla="*/ 988863 w 1669457"/>
                  <a:gd name="connsiteY18" fmla="*/ 872700 h 889088"/>
                  <a:gd name="connsiteX19" fmla="*/ 1090865 w 1669457"/>
                  <a:gd name="connsiteY19" fmla="*/ 844397 h 889088"/>
                  <a:gd name="connsiteX20" fmla="*/ 1233100 w 1669457"/>
                  <a:gd name="connsiteY20" fmla="*/ 792281 h 889088"/>
                  <a:gd name="connsiteX21" fmla="*/ 1352240 w 1669457"/>
                  <a:gd name="connsiteY21" fmla="*/ 717818 h 889088"/>
                  <a:gd name="connsiteX22" fmla="*/ 1419997 w 1669457"/>
                  <a:gd name="connsiteY22" fmla="*/ 650047 h 889088"/>
                  <a:gd name="connsiteX23" fmla="*/ 1501165 w 1669457"/>
                  <a:gd name="connsiteY23" fmla="*/ 565915 h 889088"/>
                  <a:gd name="connsiteX24" fmla="*/ 1558490 w 1669457"/>
                  <a:gd name="connsiteY24" fmla="*/ 483251 h 889088"/>
                  <a:gd name="connsiteX25" fmla="*/ 1632219 w 1669457"/>
                  <a:gd name="connsiteY25" fmla="*/ 327635 h 889088"/>
                  <a:gd name="connsiteX26" fmla="*/ 1653054 w 1669457"/>
                  <a:gd name="connsiteY26" fmla="*/ 217430 h 889088"/>
                  <a:gd name="connsiteX27" fmla="*/ 1669457 w 1669457"/>
                  <a:gd name="connsiteY27" fmla="*/ 73714 h 889088"/>
                  <a:gd name="connsiteX28" fmla="*/ 1620305 w 1669457"/>
                  <a:gd name="connsiteY28" fmla="*/ 175731 h 889088"/>
                  <a:gd name="connsiteX29" fmla="*/ 1575627 w 1669457"/>
                  <a:gd name="connsiteY29" fmla="*/ 217430 h 889088"/>
                  <a:gd name="connsiteX30" fmla="*/ 1474358 w 1669457"/>
                  <a:gd name="connsiteY30" fmla="*/ 285936 h 889088"/>
                  <a:gd name="connsiteX31" fmla="*/ 1268842 w 1669457"/>
                  <a:gd name="connsiteY31" fmla="*/ 354441 h 889088"/>
                  <a:gd name="connsiteX32" fmla="*/ 1108003 w 1669457"/>
                  <a:gd name="connsiteY32" fmla="*/ 399119 h 889088"/>
                  <a:gd name="connsiteX33" fmla="*/ 801217 w 1669457"/>
                  <a:gd name="connsiteY33" fmla="*/ 416990 h 889088"/>
                  <a:gd name="connsiteX34" fmla="*/ 601657 w 1669457"/>
                  <a:gd name="connsiteY34" fmla="*/ 408054 h 889088"/>
                  <a:gd name="connsiteX35" fmla="*/ 497410 w 1669457"/>
                  <a:gd name="connsiteY35" fmla="*/ 378269 h 889088"/>
                  <a:gd name="connsiteX36" fmla="*/ 265087 w 1669457"/>
                  <a:gd name="connsiteY36" fmla="*/ 312742 h 889088"/>
                  <a:gd name="connsiteX37" fmla="*/ 116162 w 1669457"/>
                  <a:gd name="connsiteY37" fmla="*/ 208495 h 889088"/>
                  <a:gd name="connsiteX38" fmla="*/ 41699 w 1669457"/>
                  <a:gd name="connsiteY38" fmla="*/ 98290 h 889088"/>
                  <a:gd name="connsiteX39" fmla="*/ 0 w 1669457"/>
                  <a:gd name="connsiteY39" fmla="*/ 0 h 889088"/>
                  <a:gd name="connsiteX0" fmla="*/ 0 w 1662766"/>
                  <a:gd name="connsiteY0" fmla="*/ 0 h 889088"/>
                  <a:gd name="connsiteX1" fmla="*/ 0 w 1662766"/>
                  <a:gd name="connsiteY1" fmla="*/ 59570 h 889088"/>
                  <a:gd name="connsiteX2" fmla="*/ 5957 w 1662766"/>
                  <a:gd name="connsiteY2" fmla="*/ 154882 h 889088"/>
                  <a:gd name="connsiteX3" fmla="*/ 11914 w 1662766"/>
                  <a:gd name="connsiteY3" fmla="*/ 208495 h 889088"/>
                  <a:gd name="connsiteX4" fmla="*/ 20850 w 1662766"/>
                  <a:gd name="connsiteY4" fmla="*/ 259129 h 889088"/>
                  <a:gd name="connsiteX5" fmla="*/ 56592 w 1662766"/>
                  <a:gd name="connsiteY5" fmla="*/ 354441 h 889088"/>
                  <a:gd name="connsiteX6" fmla="*/ 86377 w 1662766"/>
                  <a:gd name="connsiteY6" fmla="*/ 419968 h 889088"/>
                  <a:gd name="connsiteX7" fmla="*/ 113183 w 1662766"/>
                  <a:gd name="connsiteY7" fmla="*/ 461667 h 889088"/>
                  <a:gd name="connsiteX8" fmla="*/ 160839 w 1662766"/>
                  <a:gd name="connsiteY8" fmla="*/ 548044 h 889088"/>
                  <a:gd name="connsiteX9" fmla="*/ 205517 w 1662766"/>
                  <a:gd name="connsiteY9" fmla="*/ 607614 h 889088"/>
                  <a:gd name="connsiteX10" fmla="*/ 288915 w 1662766"/>
                  <a:gd name="connsiteY10" fmla="*/ 676119 h 889088"/>
                  <a:gd name="connsiteX11" fmla="*/ 354442 w 1662766"/>
                  <a:gd name="connsiteY11" fmla="*/ 729732 h 889088"/>
                  <a:gd name="connsiteX12" fmla="*/ 431883 w 1662766"/>
                  <a:gd name="connsiteY12" fmla="*/ 780367 h 889088"/>
                  <a:gd name="connsiteX13" fmla="*/ 488474 w 1662766"/>
                  <a:gd name="connsiteY13" fmla="*/ 807173 h 889088"/>
                  <a:gd name="connsiteX14" fmla="*/ 580808 w 1662766"/>
                  <a:gd name="connsiteY14" fmla="*/ 845894 h 889088"/>
                  <a:gd name="connsiteX15" fmla="*/ 691012 w 1662766"/>
                  <a:gd name="connsiteY15" fmla="*/ 875679 h 889088"/>
                  <a:gd name="connsiteX16" fmla="*/ 803448 w 1662766"/>
                  <a:gd name="connsiteY16" fmla="*/ 886844 h 889088"/>
                  <a:gd name="connsiteX17" fmla="*/ 886083 w 1662766"/>
                  <a:gd name="connsiteY17" fmla="*/ 889088 h 889088"/>
                  <a:gd name="connsiteX18" fmla="*/ 988863 w 1662766"/>
                  <a:gd name="connsiteY18" fmla="*/ 872700 h 889088"/>
                  <a:gd name="connsiteX19" fmla="*/ 1090865 w 1662766"/>
                  <a:gd name="connsiteY19" fmla="*/ 844397 h 889088"/>
                  <a:gd name="connsiteX20" fmla="*/ 1233100 w 1662766"/>
                  <a:gd name="connsiteY20" fmla="*/ 792281 h 889088"/>
                  <a:gd name="connsiteX21" fmla="*/ 1352240 w 1662766"/>
                  <a:gd name="connsiteY21" fmla="*/ 717818 h 889088"/>
                  <a:gd name="connsiteX22" fmla="*/ 1419997 w 1662766"/>
                  <a:gd name="connsiteY22" fmla="*/ 650047 h 889088"/>
                  <a:gd name="connsiteX23" fmla="*/ 1501165 w 1662766"/>
                  <a:gd name="connsiteY23" fmla="*/ 565915 h 889088"/>
                  <a:gd name="connsiteX24" fmla="*/ 1558490 w 1662766"/>
                  <a:gd name="connsiteY24" fmla="*/ 483251 h 889088"/>
                  <a:gd name="connsiteX25" fmla="*/ 1632219 w 1662766"/>
                  <a:gd name="connsiteY25" fmla="*/ 327635 h 889088"/>
                  <a:gd name="connsiteX26" fmla="*/ 1653054 w 1662766"/>
                  <a:gd name="connsiteY26" fmla="*/ 217430 h 889088"/>
                  <a:gd name="connsiteX27" fmla="*/ 1662766 w 1662766"/>
                  <a:gd name="connsiteY27" fmla="*/ 73714 h 889088"/>
                  <a:gd name="connsiteX28" fmla="*/ 1620305 w 1662766"/>
                  <a:gd name="connsiteY28" fmla="*/ 175731 h 889088"/>
                  <a:gd name="connsiteX29" fmla="*/ 1575627 w 1662766"/>
                  <a:gd name="connsiteY29" fmla="*/ 217430 h 889088"/>
                  <a:gd name="connsiteX30" fmla="*/ 1474358 w 1662766"/>
                  <a:gd name="connsiteY30" fmla="*/ 285936 h 889088"/>
                  <a:gd name="connsiteX31" fmla="*/ 1268842 w 1662766"/>
                  <a:gd name="connsiteY31" fmla="*/ 354441 h 889088"/>
                  <a:gd name="connsiteX32" fmla="*/ 1108003 w 1662766"/>
                  <a:gd name="connsiteY32" fmla="*/ 399119 h 889088"/>
                  <a:gd name="connsiteX33" fmla="*/ 801217 w 1662766"/>
                  <a:gd name="connsiteY33" fmla="*/ 416990 h 889088"/>
                  <a:gd name="connsiteX34" fmla="*/ 601657 w 1662766"/>
                  <a:gd name="connsiteY34" fmla="*/ 408054 h 889088"/>
                  <a:gd name="connsiteX35" fmla="*/ 497410 w 1662766"/>
                  <a:gd name="connsiteY35" fmla="*/ 378269 h 889088"/>
                  <a:gd name="connsiteX36" fmla="*/ 265087 w 1662766"/>
                  <a:gd name="connsiteY36" fmla="*/ 312742 h 889088"/>
                  <a:gd name="connsiteX37" fmla="*/ 116162 w 1662766"/>
                  <a:gd name="connsiteY37" fmla="*/ 208495 h 889088"/>
                  <a:gd name="connsiteX38" fmla="*/ 41699 w 1662766"/>
                  <a:gd name="connsiteY38" fmla="*/ 98290 h 889088"/>
                  <a:gd name="connsiteX39" fmla="*/ 0 w 1662766"/>
                  <a:gd name="connsiteY39" fmla="*/ 0 h 889088"/>
                  <a:gd name="connsiteX0" fmla="*/ 15612 w 1662766"/>
                  <a:gd name="connsiteY0" fmla="*/ 0 h 880167"/>
                  <a:gd name="connsiteX1" fmla="*/ 0 w 1662766"/>
                  <a:gd name="connsiteY1" fmla="*/ 50649 h 880167"/>
                  <a:gd name="connsiteX2" fmla="*/ 5957 w 1662766"/>
                  <a:gd name="connsiteY2" fmla="*/ 145961 h 880167"/>
                  <a:gd name="connsiteX3" fmla="*/ 11914 w 1662766"/>
                  <a:gd name="connsiteY3" fmla="*/ 199574 h 880167"/>
                  <a:gd name="connsiteX4" fmla="*/ 20850 w 1662766"/>
                  <a:gd name="connsiteY4" fmla="*/ 250208 h 880167"/>
                  <a:gd name="connsiteX5" fmla="*/ 56592 w 1662766"/>
                  <a:gd name="connsiteY5" fmla="*/ 345520 h 880167"/>
                  <a:gd name="connsiteX6" fmla="*/ 86377 w 1662766"/>
                  <a:gd name="connsiteY6" fmla="*/ 411047 h 880167"/>
                  <a:gd name="connsiteX7" fmla="*/ 113183 w 1662766"/>
                  <a:gd name="connsiteY7" fmla="*/ 452746 h 880167"/>
                  <a:gd name="connsiteX8" fmla="*/ 160839 w 1662766"/>
                  <a:gd name="connsiteY8" fmla="*/ 539123 h 880167"/>
                  <a:gd name="connsiteX9" fmla="*/ 205517 w 1662766"/>
                  <a:gd name="connsiteY9" fmla="*/ 598693 h 880167"/>
                  <a:gd name="connsiteX10" fmla="*/ 288915 w 1662766"/>
                  <a:gd name="connsiteY10" fmla="*/ 667198 h 880167"/>
                  <a:gd name="connsiteX11" fmla="*/ 354442 w 1662766"/>
                  <a:gd name="connsiteY11" fmla="*/ 720811 h 880167"/>
                  <a:gd name="connsiteX12" fmla="*/ 431883 w 1662766"/>
                  <a:gd name="connsiteY12" fmla="*/ 771446 h 880167"/>
                  <a:gd name="connsiteX13" fmla="*/ 488474 w 1662766"/>
                  <a:gd name="connsiteY13" fmla="*/ 798252 h 880167"/>
                  <a:gd name="connsiteX14" fmla="*/ 580808 w 1662766"/>
                  <a:gd name="connsiteY14" fmla="*/ 836973 h 880167"/>
                  <a:gd name="connsiteX15" fmla="*/ 691012 w 1662766"/>
                  <a:gd name="connsiteY15" fmla="*/ 866758 h 880167"/>
                  <a:gd name="connsiteX16" fmla="*/ 803448 w 1662766"/>
                  <a:gd name="connsiteY16" fmla="*/ 877923 h 880167"/>
                  <a:gd name="connsiteX17" fmla="*/ 886083 w 1662766"/>
                  <a:gd name="connsiteY17" fmla="*/ 880167 h 880167"/>
                  <a:gd name="connsiteX18" fmla="*/ 988863 w 1662766"/>
                  <a:gd name="connsiteY18" fmla="*/ 863779 h 880167"/>
                  <a:gd name="connsiteX19" fmla="*/ 1090865 w 1662766"/>
                  <a:gd name="connsiteY19" fmla="*/ 835476 h 880167"/>
                  <a:gd name="connsiteX20" fmla="*/ 1233100 w 1662766"/>
                  <a:gd name="connsiteY20" fmla="*/ 783360 h 880167"/>
                  <a:gd name="connsiteX21" fmla="*/ 1352240 w 1662766"/>
                  <a:gd name="connsiteY21" fmla="*/ 708897 h 880167"/>
                  <a:gd name="connsiteX22" fmla="*/ 1419997 w 1662766"/>
                  <a:gd name="connsiteY22" fmla="*/ 641126 h 880167"/>
                  <a:gd name="connsiteX23" fmla="*/ 1501165 w 1662766"/>
                  <a:gd name="connsiteY23" fmla="*/ 556994 h 880167"/>
                  <a:gd name="connsiteX24" fmla="*/ 1558490 w 1662766"/>
                  <a:gd name="connsiteY24" fmla="*/ 474330 h 880167"/>
                  <a:gd name="connsiteX25" fmla="*/ 1632219 w 1662766"/>
                  <a:gd name="connsiteY25" fmla="*/ 318714 h 880167"/>
                  <a:gd name="connsiteX26" fmla="*/ 1653054 w 1662766"/>
                  <a:gd name="connsiteY26" fmla="*/ 208509 h 880167"/>
                  <a:gd name="connsiteX27" fmla="*/ 1662766 w 1662766"/>
                  <a:gd name="connsiteY27" fmla="*/ 64793 h 880167"/>
                  <a:gd name="connsiteX28" fmla="*/ 1620305 w 1662766"/>
                  <a:gd name="connsiteY28" fmla="*/ 166810 h 880167"/>
                  <a:gd name="connsiteX29" fmla="*/ 1575627 w 1662766"/>
                  <a:gd name="connsiteY29" fmla="*/ 208509 h 880167"/>
                  <a:gd name="connsiteX30" fmla="*/ 1474358 w 1662766"/>
                  <a:gd name="connsiteY30" fmla="*/ 277015 h 880167"/>
                  <a:gd name="connsiteX31" fmla="*/ 1268842 w 1662766"/>
                  <a:gd name="connsiteY31" fmla="*/ 345520 h 880167"/>
                  <a:gd name="connsiteX32" fmla="*/ 1108003 w 1662766"/>
                  <a:gd name="connsiteY32" fmla="*/ 390198 h 880167"/>
                  <a:gd name="connsiteX33" fmla="*/ 801217 w 1662766"/>
                  <a:gd name="connsiteY33" fmla="*/ 408069 h 880167"/>
                  <a:gd name="connsiteX34" fmla="*/ 601657 w 1662766"/>
                  <a:gd name="connsiteY34" fmla="*/ 399133 h 880167"/>
                  <a:gd name="connsiteX35" fmla="*/ 497410 w 1662766"/>
                  <a:gd name="connsiteY35" fmla="*/ 369348 h 880167"/>
                  <a:gd name="connsiteX36" fmla="*/ 265087 w 1662766"/>
                  <a:gd name="connsiteY36" fmla="*/ 303821 h 880167"/>
                  <a:gd name="connsiteX37" fmla="*/ 116162 w 1662766"/>
                  <a:gd name="connsiteY37" fmla="*/ 199574 h 880167"/>
                  <a:gd name="connsiteX38" fmla="*/ 41699 w 1662766"/>
                  <a:gd name="connsiteY38" fmla="*/ 89369 h 880167"/>
                  <a:gd name="connsiteX39" fmla="*/ 15612 w 1662766"/>
                  <a:gd name="connsiteY39" fmla="*/ 0 h 880167"/>
                  <a:gd name="connsiteX0" fmla="*/ 15612 w 1669457"/>
                  <a:gd name="connsiteY0" fmla="*/ 0 h 880167"/>
                  <a:gd name="connsiteX1" fmla="*/ 0 w 1669457"/>
                  <a:gd name="connsiteY1" fmla="*/ 50649 h 880167"/>
                  <a:gd name="connsiteX2" fmla="*/ 5957 w 1669457"/>
                  <a:gd name="connsiteY2" fmla="*/ 145961 h 880167"/>
                  <a:gd name="connsiteX3" fmla="*/ 11914 w 1669457"/>
                  <a:gd name="connsiteY3" fmla="*/ 199574 h 880167"/>
                  <a:gd name="connsiteX4" fmla="*/ 20850 w 1669457"/>
                  <a:gd name="connsiteY4" fmla="*/ 250208 h 880167"/>
                  <a:gd name="connsiteX5" fmla="*/ 56592 w 1669457"/>
                  <a:gd name="connsiteY5" fmla="*/ 345520 h 880167"/>
                  <a:gd name="connsiteX6" fmla="*/ 86377 w 1669457"/>
                  <a:gd name="connsiteY6" fmla="*/ 411047 h 880167"/>
                  <a:gd name="connsiteX7" fmla="*/ 113183 w 1669457"/>
                  <a:gd name="connsiteY7" fmla="*/ 452746 h 880167"/>
                  <a:gd name="connsiteX8" fmla="*/ 160839 w 1669457"/>
                  <a:gd name="connsiteY8" fmla="*/ 539123 h 880167"/>
                  <a:gd name="connsiteX9" fmla="*/ 205517 w 1669457"/>
                  <a:gd name="connsiteY9" fmla="*/ 598693 h 880167"/>
                  <a:gd name="connsiteX10" fmla="*/ 288915 w 1669457"/>
                  <a:gd name="connsiteY10" fmla="*/ 667198 h 880167"/>
                  <a:gd name="connsiteX11" fmla="*/ 354442 w 1669457"/>
                  <a:gd name="connsiteY11" fmla="*/ 720811 h 880167"/>
                  <a:gd name="connsiteX12" fmla="*/ 431883 w 1669457"/>
                  <a:gd name="connsiteY12" fmla="*/ 771446 h 880167"/>
                  <a:gd name="connsiteX13" fmla="*/ 488474 w 1669457"/>
                  <a:gd name="connsiteY13" fmla="*/ 798252 h 880167"/>
                  <a:gd name="connsiteX14" fmla="*/ 580808 w 1669457"/>
                  <a:gd name="connsiteY14" fmla="*/ 836973 h 880167"/>
                  <a:gd name="connsiteX15" fmla="*/ 691012 w 1669457"/>
                  <a:gd name="connsiteY15" fmla="*/ 866758 h 880167"/>
                  <a:gd name="connsiteX16" fmla="*/ 803448 w 1669457"/>
                  <a:gd name="connsiteY16" fmla="*/ 877923 h 880167"/>
                  <a:gd name="connsiteX17" fmla="*/ 886083 w 1669457"/>
                  <a:gd name="connsiteY17" fmla="*/ 880167 h 880167"/>
                  <a:gd name="connsiteX18" fmla="*/ 988863 w 1669457"/>
                  <a:gd name="connsiteY18" fmla="*/ 863779 h 880167"/>
                  <a:gd name="connsiteX19" fmla="*/ 1090865 w 1669457"/>
                  <a:gd name="connsiteY19" fmla="*/ 835476 h 880167"/>
                  <a:gd name="connsiteX20" fmla="*/ 1233100 w 1669457"/>
                  <a:gd name="connsiteY20" fmla="*/ 783360 h 880167"/>
                  <a:gd name="connsiteX21" fmla="*/ 1352240 w 1669457"/>
                  <a:gd name="connsiteY21" fmla="*/ 708897 h 880167"/>
                  <a:gd name="connsiteX22" fmla="*/ 1419997 w 1669457"/>
                  <a:gd name="connsiteY22" fmla="*/ 641126 h 880167"/>
                  <a:gd name="connsiteX23" fmla="*/ 1501165 w 1669457"/>
                  <a:gd name="connsiteY23" fmla="*/ 556994 h 880167"/>
                  <a:gd name="connsiteX24" fmla="*/ 1558490 w 1669457"/>
                  <a:gd name="connsiteY24" fmla="*/ 474330 h 880167"/>
                  <a:gd name="connsiteX25" fmla="*/ 1632219 w 1669457"/>
                  <a:gd name="connsiteY25" fmla="*/ 318714 h 880167"/>
                  <a:gd name="connsiteX26" fmla="*/ 1653054 w 1669457"/>
                  <a:gd name="connsiteY26" fmla="*/ 208509 h 880167"/>
                  <a:gd name="connsiteX27" fmla="*/ 1669457 w 1669457"/>
                  <a:gd name="connsiteY27" fmla="*/ 75944 h 880167"/>
                  <a:gd name="connsiteX28" fmla="*/ 1620305 w 1669457"/>
                  <a:gd name="connsiteY28" fmla="*/ 166810 h 880167"/>
                  <a:gd name="connsiteX29" fmla="*/ 1575627 w 1669457"/>
                  <a:gd name="connsiteY29" fmla="*/ 208509 h 880167"/>
                  <a:gd name="connsiteX30" fmla="*/ 1474358 w 1669457"/>
                  <a:gd name="connsiteY30" fmla="*/ 277015 h 880167"/>
                  <a:gd name="connsiteX31" fmla="*/ 1268842 w 1669457"/>
                  <a:gd name="connsiteY31" fmla="*/ 345520 h 880167"/>
                  <a:gd name="connsiteX32" fmla="*/ 1108003 w 1669457"/>
                  <a:gd name="connsiteY32" fmla="*/ 390198 h 880167"/>
                  <a:gd name="connsiteX33" fmla="*/ 801217 w 1669457"/>
                  <a:gd name="connsiteY33" fmla="*/ 408069 h 880167"/>
                  <a:gd name="connsiteX34" fmla="*/ 601657 w 1669457"/>
                  <a:gd name="connsiteY34" fmla="*/ 399133 h 880167"/>
                  <a:gd name="connsiteX35" fmla="*/ 497410 w 1669457"/>
                  <a:gd name="connsiteY35" fmla="*/ 369348 h 880167"/>
                  <a:gd name="connsiteX36" fmla="*/ 265087 w 1669457"/>
                  <a:gd name="connsiteY36" fmla="*/ 303821 h 880167"/>
                  <a:gd name="connsiteX37" fmla="*/ 116162 w 1669457"/>
                  <a:gd name="connsiteY37" fmla="*/ 199574 h 880167"/>
                  <a:gd name="connsiteX38" fmla="*/ 41699 w 1669457"/>
                  <a:gd name="connsiteY38" fmla="*/ 89369 h 880167"/>
                  <a:gd name="connsiteX39" fmla="*/ 15612 w 1669457"/>
                  <a:gd name="connsiteY39" fmla="*/ 0 h 880167"/>
                  <a:gd name="connsiteX0" fmla="*/ 28312 w 1669457"/>
                  <a:gd name="connsiteY0" fmla="*/ 0 h 880167"/>
                  <a:gd name="connsiteX1" fmla="*/ 0 w 1669457"/>
                  <a:gd name="connsiteY1" fmla="*/ 50649 h 880167"/>
                  <a:gd name="connsiteX2" fmla="*/ 5957 w 1669457"/>
                  <a:gd name="connsiteY2" fmla="*/ 145961 h 880167"/>
                  <a:gd name="connsiteX3" fmla="*/ 11914 w 1669457"/>
                  <a:gd name="connsiteY3" fmla="*/ 199574 h 880167"/>
                  <a:gd name="connsiteX4" fmla="*/ 20850 w 1669457"/>
                  <a:gd name="connsiteY4" fmla="*/ 250208 h 880167"/>
                  <a:gd name="connsiteX5" fmla="*/ 56592 w 1669457"/>
                  <a:gd name="connsiteY5" fmla="*/ 345520 h 880167"/>
                  <a:gd name="connsiteX6" fmla="*/ 86377 w 1669457"/>
                  <a:gd name="connsiteY6" fmla="*/ 411047 h 880167"/>
                  <a:gd name="connsiteX7" fmla="*/ 113183 w 1669457"/>
                  <a:gd name="connsiteY7" fmla="*/ 452746 h 880167"/>
                  <a:gd name="connsiteX8" fmla="*/ 160839 w 1669457"/>
                  <a:gd name="connsiteY8" fmla="*/ 539123 h 880167"/>
                  <a:gd name="connsiteX9" fmla="*/ 205517 w 1669457"/>
                  <a:gd name="connsiteY9" fmla="*/ 598693 h 880167"/>
                  <a:gd name="connsiteX10" fmla="*/ 288915 w 1669457"/>
                  <a:gd name="connsiteY10" fmla="*/ 667198 h 880167"/>
                  <a:gd name="connsiteX11" fmla="*/ 354442 w 1669457"/>
                  <a:gd name="connsiteY11" fmla="*/ 720811 h 880167"/>
                  <a:gd name="connsiteX12" fmla="*/ 431883 w 1669457"/>
                  <a:gd name="connsiteY12" fmla="*/ 771446 h 880167"/>
                  <a:gd name="connsiteX13" fmla="*/ 488474 w 1669457"/>
                  <a:gd name="connsiteY13" fmla="*/ 798252 h 880167"/>
                  <a:gd name="connsiteX14" fmla="*/ 580808 w 1669457"/>
                  <a:gd name="connsiteY14" fmla="*/ 836973 h 880167"/>
                  <a:gd name="connsiteX15" fmla="*/ 691012 w 1669457"/>
                  <a:gd name="connsiteY15" fmla="*/ 866758 h 880167"/>
                  <a:gd name="connsiteX16" fmla="*/ 803448 w 1669457"/>
                  <a:gd name="connsiteY16" fmla="*/ 877923 h 880167"/>
                  <a:gd name="connsiteX17" fmla="*/ 886083 w 1669457"/>
                  <a:gd name="connsiteY17" fmla="*/ 880167 h 880167"/>
                  <a:gd name="connsiteX18" fmla="*/ 988863 w 1669457"/>
                  <a:gd name="connsiteY18" fmla="*/ 863779 h 880167"/>
                  <a:gd name="connsiteX19" fmla="*/ 1090865 w 1669457"/>
                  <a:gd name="connsiteY19" fmla="*/ 835476 h 880167"/>
                  <a:gd name="connsiteX20" fmla="*/ 1233100 w 1669457"/>
                  <a:gd name="connsiteY20" fmla="*/ 783360 h 880167"/>
                  <a:gd name="connsiteX21" fmla="*/ 1352240 w 1669457"/>
                  <a:gd name="connsiteY21" fmla="*/ 708897 h 880167"/>
                  <a:gd name="connsiteX22" fmla="*/ 1419997 w 1669457"/>
                  <a:gd name="connsiteY22" fmla="*/ 641126 h 880167"/>
                  <a:gd name="connsiteX23" fmla="*/ 1501165 w 1669457"/>
                  <a:gd name="connsiteY23" fmla="*/ 556994 h 880167"/>
                  <a:gd name="connsiteX24" fmla="*/ 1558490 w 1669457"/>
                  <a:gd name="connsiteY24" fmla="*/ 474330 h 880167"/>
                  <a:gd name="connsiteX25" fmla="*/ 1632219 w 1669457"/>
                  <a:gd name="connsiteY25" fmla="*/ 318714 h 880167"/>
                  <a:gd name="connsiteX26" fmla="*/ 1653054 w 1669457"/>
                  <a:gd name="connsiteY26" fmla="*/ 208509 h 880167"/>
                  <a:gd name="connsiteX27" fmla="*/ 1669457 w 1669457"/>
                  <a:gd name="connsiteY27" fmla="*/ 75944 h 880167"/>
                  <a:gd name="connsiteX28" fmla="*/ 1620305 w 1669457"/>
                  <a:gd name="connsiteY28" fmla="*/ 166810 h 880167"/>
                  <a:gd name="connsiteX29" fmla="*/ 1575627 w 1669457"/>
                  <a:gd name="connsiteY29" fmla="*/ 208509 h 880167"/>
                  <a:gd name="connsiteX30" fmla="*/ 1474358 w 1669457"/>
                  <a:gd name="connsiteY30" fmla="*/ 277015 h 880167"/>
                  <a:gd name="connsiteX31" fmla="*/ 1268842 w 1669457"/>
                  <a:gd name="connsiteY31" fmla="*/ 345520 h 880167"/>
                  <a:gd name="connsiteX32" fmla="*/ 1108003 w 1669457"/>
                  <a:gd name="connsiteY32" fmla="*/ 390198 h 880167"/>
                  <a:gd name="connsiteX33" fmla="*/ 801217 w 1669457"/>
                  <a:gd name="connsiteY33" fmla="*/ 408069 h 880167"/>
                  <a:gd name="connsiteX34" fmla="*/ 601657 w 1669457"/>
                  <a:gd name="connsiteY34" fmla="*/ 399133 h 880167"/>
                  <a:gd name="connsiteX35" fmla="*/ 497410 w 1669457"/>
                  <a:gd name="connsiteY35" fmla="*/ 369348 h 880167"/>
                  <a:gd name="connsiteX36" fmla="*/ 265087 w 1669457"/>
                  <a:gd name="connsiteY36" fmla="*/ 303821 h 880167"/>
                  <a:gd name="connsiteX37" fmla="*/ 116162 w 1669457"/>
                  <a:gd name="connsiteY37" fmla="*/ 199574 h 880167"/>
                  <a:gd name="connsiteX38" fmla="*/ 41699 w 1669457"/>
                  <a:gd name="connsiteY38" fmla="*/ 89369 h 880167"/>
                  <a:gd name="connsiteX39" fmla="*/ 28312 w 1669457"/>
                  <a:gd name="connsiteY39" fmla="*/ 0 h 880167"/>
                  <a:gd name="connsiteX0" fmla="*/ 22355 w 1663500"/>
                  <a:gd name="connsiteY0" fmla="*/ 0 h 880167"/>
                  <a:gd name="connsiteX1" fmla="*/ 11823 w 1663500"/>
                  <a:gd name="connsiteY1" fmla="*/ 53189 h 880167"/>
                  <a:gd name="connsiteX2" fmla="*/ 0 w 1663500"/>
                  <a:gd name="connsiteY2" fmla="*/ 145961 h 880167"/>
                  <a:gd name="connsiteX3" fmla="*/ 5957 w 1663500"/>
                  <a:gd name="connsiteY3" fmla="*/ 199574 h 880167"/>
                  <a:gd name="connsiteX4" fmla="*/ 14893 w 1663500"/>
                  <a:gd name="connsiteY4" fmla="*/ 250208 h 880167"/>
                  <a:gd name="connsiteX5" fmla="*/ 50635 w 1663500"/>
                  <a:gd name="connsiteY5" fmla="*/ 345520 h 880167"/>
                  <a:gd name="connsiteX6" fmla="*/ 80420 w 1663500"/>
                  <a:gd name="connsiteY6" fmla="*/ 411047 h 880167"/>
                  <a:gd name="connsiteX7" fmla="*/ 107226 w 1663500"/>
                  <a:gd name="connsiteY7" fmla="*/ 452746 h 880167"/>
                  <a:gd name="connsiteX8" fmla="*/ 154882 w 1663500"/>
                  <a:gd name="connsiteY8" fmla="*/ 539123 h 880167"/>
                  <a:gd name="connsiteX9" fmla="*/ 199560 w 1663500"/>
                  <a:gd name="connsiteY9" fmla="*/ 598693 h 880167"/>
                  <a:gd name="connsiteX10" fmla="*/ 282958 w 1663500"/>
                  <a:gd name="connsiteY10" fmla="*/ 667198 h 880167"/>
                  <a:gd name="connsiteX11" fmla="*/ 348485 w 1663500"/>
                  <a:gd name="connsiteY11" fmla="*/ 720811 h 880167"/>
                  <a:gd name="connsiteX12" fmla="*/ 425926 w 1663500"/>
                  <a:gd name="connsiteY12" fmla="*/ 771446 h 880167"/>
                  <a:gd name="connsiteX13" fmla="*/ 482517 w 1663500"/>
                  <a:gd name="connsiteY13" fmla="*/ 798252 h 880167"/>
                  <a:gd name="connsiteX14" fmla="*/ 574851 w 1663500"/>
                  <a:gd name="connsiteY14" fmla="*/ 836973 h 880167"/>
                  <a:gd name="connsiteX15" fmla="*/ 685055 w 1663500"/>
                  <a:gd name="connsiteY15" fmla="*/ 866758 h 880167"/>
                  <a:gd name="connsiteX16" fmla="*/ 797491 w 1663500"/>
                  <a:gd name="connsiteY16" fmla="*/ 877923 h 880167"/>
                  <a:gd name="connsiteX17" fmla="*/ 880126 w 1663500"/>
                  <a:gd name="connsiteY17" fmla="*/ 880167 h 880167"/>
                  <a:gd name="connsiteX18" fmla="*/ 982906 w 1663500"/>
                  <a:gd name="connsiteY18" fmla="*/ 863779 h 880167"/>
                  <a:gd name="connsiteX19" fmla="*/ 1084908 w 1663500"/>
                  <a:gd name="connsiteY19" fmla="*/ 835476 h 880167"/>
                  <a:gd name="connsiteX20" fmla="*/ 1227143 w 1663500"/>
                  <a:gd name="connsiteY20" fmla="*/ 783360 h 880167"/>
                  <a:gd name="connsiteX21" fmla="*/ 1346283 w 1663500"/>
                  <a:gd name="connsiteY21" fmla="*/ 708897 h 880167"/>
                  <a:gd name="connsiteX22" fmla="*/ 1414040 w 1663500"/>
                  <a:gd name="connsiteY22" fmla="*/ 641126 h 880167"/>
                  <a:gd name="connsiteX23" fmla="*/ 1495208 w 1663500"/>
                  <a:gd name="connsiteY23" fmla="*/ 556994 h 880167"/>
                  <a:gd name="connsiteX24" fmla="*/ 1552533 w 1663500"/>
                  <a:gd name="connsiteY24" fmla="*/ 474330 h 880167"/>
                  <a:gd name="connsiteX25" fmla="*/ 1626262 w 1663500"/>
                  <a:gd name="connsiteY25" fmla="*/ 318714 h 880167"/>
                  <a:gd name="connsiteX26" fmla="*/ 1647097 w 1663500"/>
                  <a:gd name="connsiteY26" fmla="*/ 208509 h 880167"/>
                  <a:gd name="connsiteX27" fmla="*/ 1663500 w 1663500"/>
                  <a:gd name="connsiteY27" fmla="*/ 75944 h 880167"/>
                  <a:gd name="connsiteX28" fmla="*/ 1614348 w 1663500"/>
                  <a:gd name="connsiteY28" fmla="*/ 166810 h 880167"/>
                  <a:gd name="connsiteX29" fmla="*/ 1569670 w 1663500"/>
                  <a:gd name="connsiteY29" fmla="*/ 208509 h 880167"/>
                  <a:gd name="connsiteX30" fmla="*/ 1468401 w 1663500"/>
                  <a:gd name="connsiteY30" fmla="*/ 277015 h 880167"/>
                  <a:gd name="connsiteX31" fmla="*/ 1262885 w 1663500"/>
                  <a:gd name="connsiteY31" fmla="*/ 345520 h 880167"/>
                  <a:gd name="connsiteX32" fmla="*/ 1102046 w 1663500"/>
                  <a:gd name="connsiteY32" fmla="*/ 390198 h 880167"/>
                  <a:gd name="connsiteX33" fmla="*/ 795260 w 1663500"/>
                  <a:gd name="connsiteY33" fmla="*/ 408069 h 880167"/>
                  <a:gd name="connsiteX34" fmla="*/ 595700 w 1663500"/>
                  <a:gd name="connsiteY34" fmla="*/ 399133 h 880167"/>
                  <a:gd name="connsiteX35" fmla="*/ 491453 w 1663500"/>
                  <a:gd name="connsiteY35" fmla="*/ 369348 h 880167"/>
                  <a:gd name="connsiteX36" fmla="*/ 259130 w 1663500"/>
                  <a:gd name="connsiteY36" fmla="*/ 303821 h 880167"/>
                  <a:gd name="connsiteX37" fmla="*/ 110205 w 1663500"/>
                  <a:gd name="connsiteY37" fmla="*/ 199574 h 880167"/>
                  <a:gd name="connsiteX38" fmla="*/ 35742 w 1663500"/>
                  <a:gd name="connsiteY38" fmla="*/ 89369 h 880167"/>
                  <a:gd name="connsiteX39" fmla="*/ 22355 w 1663500"/>
                  <a:gd name="connsiteY39" fmla="*/ 0 h 880167"/>
                  <a:gd name="connsiteX0" fmla="*/ 16398 w 1657543"/>
                  <a:gd name="connsiteY0" fmla="*/ 0 h 880167"/>
                  <a:gd name="connsiteX1" fmla="*/ 5866 w 1657543"/>
                  <a:gd name="connsiteY1" fmla="*/ 53189 h 880167"/>
                  <a:gd name="connsiteX2" fmla="*/ 4203 w 1657543"/>
                  <a:gd name="connsiteY2" fmla="*/ 145961 h 880167"/>
                  <a:gd name="connsiteX3" fmla="*/ 0 w 1657543"/>
                  <a:gd name="connsiteY3" fmla="*/ 199574 h 880167"/>
                  <a:gd name="connsiteX4" fmla="*/ 8936 w 1657543"/>
                  <a:gd name="connsiteY4" fmla="*/ 250208 h 880167"/>
                  <a:gd name="connsiteX5" fmla="*/ 44678 w 1657543"/>
                  <a:gd name="connsiteY5" fmla="*/ 345520 h 880167"/>
                  <a:gd name="connsiteX6" fmla="*/ 74463 w 1657543"/>
                  <a:gd name="connsiteY6" fmla="*/ 411047 h 880167"/>
                  <a:gd name="connsiteX7" fmla="*/ 101269 w 1657543"/>
                  <a:gd name="connsiteY7" fmla="*/ 452746 h 880167"/>
                  <a:gd name="connsiteX8" fmla="*/ 148925 w 1657543"/>
                  <a:gd name="connsiteY8" fmla="*/ 539123 h 880167"/>
                  <a:gd name="connsiteX9" fmla="*/ 193603 w 1657543"/>
                  <a:gd name="connsiteY9" fmla="*/ 598693 h 880167"/>
                  <a:gd name="connsiteX10" fmla="*/ 277001 w 1657543"/>
                  <a:gd name="connsiteY10" fmla="*/ 667198 h 880167"/>
                  <a:gd name="connsiteX11" fmla="*/ 342528 w 1657543"/>
                  <a:gd name="connsiteY11" fmla="*/ 720811 h 880167"/>
                  <a:gd name="connsiteX12" fmla="*/ 419969 w 1657543"/>
                  <a:gd name="connsiteY12" fmla="*/ 771446 h 880167"/>
                  <a:gd name="connsiteX13" fmla="*/ 476560 w 1657543"/>
                  <a:gd name="connsiteY13" fmla="*/ 798252 h 880167"/>
                  <a:gd name="connsiteX14" fmla="*/ 568894 w 1657543"/>
                  <a:gd name="connsiteY14" fmla="*/ 836973 h 880167"/>
                  <a:gd name="connsiteX15" fmla="*/ 679098 w 1657543"/>
                  <a:gd name="connsiteY15" fmla="*/ 866758 h 880167"/>
                  <a:gd name="connsiteX16" fmla="*/ 791534 w 1657543"/>
                  <a:gd name="connsiteY16" fmla="*/ 877923 h 880167"/>
                  <a:gd name="connsiteX17" fmla="*/ 874169 w 1657543"/>
                  <a:gd name="connsiteY17" fmla="*/ 880167 h 880167"/>
                  <a:gd name="connsiteX18" fmla="*/ 976949 w 1657543"/>
                  <a:gd name="connsiteY18" fmla="*/ 863779 h 880167"/>
                  <a:gd name="connsiteX19" fmla="*/ 1078951 w 1657543"/>
                  <a:gd name="connsiteY19" fmla="*/ 835476 h 880167"/>
                  <a:gd name="connsiteX20" fmla="*/ 1221186 w 1657543"/>
                  <a:gd name="connsiteY20" fmla="*/ 783360 h 880167"/>
                  <a:gd name="connsiteX21" fmla="*/ 1340326 w 1657543"/>
                  <a:gd name="connsiteY21" fmla="*/ 708897 h 880167"/>
                  <a:gd name="connsiteX22" fmla="*/ 1408083 w 1657543"/>
                  <a:gd name="connsiteY22" fmla="*/ 641126 h 880167"/>
                  <a:gd name="connsiteX23" fmla="*/ 1489251 w 1657543"/>
                  <a:gd name="connsiteY23" fmla="*/ 556994 h 880167"/>
                  <a:gd name="connsiteX24" fmla="*/ 1546576 w 1657543"/>
                  <a:gd name="connsiteY24" fmla="*/ 474330 h 880167"/>
                  <a:gd name="connsiteX25" fmla="*/ 1620305 w 1657543"/>
                  <a:gd name="connsiteY25" fmla="*/ 318714 h 880167"/>
                  <a:gd name="connsiteX26" fmla="*/ 1641140 w 1657543"/>
                  <a:gd name="connsiteY26" fmla="*/ 208509 h 880167"/>
                  <a:gd name="connsiteX27" fmla="*/ 1657543 w 1657543"/>
                  <a:gd name="connsiteY27" fmla="*/ 75944 h 880167"/>
                  <a:gd name="connsiteX28" fmla="*/ 1608391 w 1657543"/>
                  <a:gd name="connsiteY28" fmla="*/ 166810 h 880167"/>
                  <a:gd name="connsiteX29" fmla="*/ 1563713 w 1657543"/>
                  <a:gd name="connsiteY29" fmla="*/ 208509 h 880167"/>
                  <a:gd name="connsiteX30" fmla="*/ 1462444 w 1657543"/>
                  <a:gd name="connsiteY30" fmla="*/ 277015 h 880167"/>
                  <a:gd name="connsiteX31" fmla="*/ 1256928 w 1657543"/>
                  <a:gd name="connsiteY31" fmla="*/ 345520 h 880167"/>
                  <a:gd name="connsiteX32" fmla="*/ 1096089 w 1657543"/>
                  <a:gd name="connsiteY32" fmla="*/ 390198 h 880167"/>
                  <a:gd name="connsiteX33" fmla="*/ 789303 w 1657543"/>
                  <a:gd name="connsiteY33" fmla="*/ 408069 h 880167"/>
                  <a:gd name="connsiteX34" fmla="*/ 589743 w 1657543"/>
                  <a:gd name="connsiteY34" fmla="*/ 399133 h 880167"/>
                  <a:gd name="connsiteX35" fmla="*/ 485496 w 1657543"/>
                  <a:gd name="connsiteY35" fmla="*/ 369348 h 880167"/>
                  <a:gd name="connsiteX36" fmla="*/ 253173 w 1657543"/>
                  <a:gd name="connsiteY36" fmla="*/ 303821 h 880167"/>
                  <a:gd name="connsiteX37" fmla="*/ 104248 w 1657543"/>
                  <a:gd name="connsiteY37" fmla="*/ 199574 h 880167"/>
                  <a:gd name="connsiteX38" fmla="*/ 29785 w 1657543"/>
                  <a:gd name="connsiteY38" fmla="*/ 89369 h 880167"/>
                  <a:gd name="connsiteX39" fmla="*/ 16398 w 1657543"/>
                  <a:gd name="connsiteY39" fmla="*/ 0 h 880167"/>
                  <a:gd name="connsiteX0" fmla="*/ 12195 w 1653340"/>
                  <a:gd name="connsiteY0" fmla="*/ 0 h 880167"/>
                  <a:gd name="connsiteX1" fmla="*/ 1663 w 1653340"/>
                  <a:gd name="connsiteY1" fmla="*/ 53189 h 880167"/>
                  <a:gd name="connsiteX2" fmla="*/ 0 w 1653340"/>
                  <a:gd name="connsiteY2" fmla="*/ 145961 h 880167"/>
                  <a:gd name="connsiteX3" fmla="*/ 13577 w 1653340"/>
                  <a:gd name="connsiteY3" fmla="*/ 199574 h 880167"/>
                  <a:gd name="connsiteX4" fmla="*/ 4733 w 1653340"/>
                  <a:gd name="connsiteY4" fmla="*/ 250208 h 880167"/>
                  <a:gd name="connsiteX5" fmla="*/ 40475 w 1653340"/>
                  <a:gd name="connsiteY5" fmla="*/ 345520 h 880167"/>
                  <a:gd name="connsiteX6" fmla="*/ 70260 w 1653340"/>
                  <a:gd name="connsiteY6" fmla="*/ 411047 h 880167"/>
                  <a:gd name="connsiteX7" fmla="*/ 97066 w 1653340"/>
                  <a:gd name="connsiteY7" fmla="*/ 452746 h 880167"/>
                  <a:gd name="connsiteX8" fmla="*/ 144722 w 1653340"/>
                  <a:gd name="connsiteY8" fmla="*/ 539123 h 880167"/>
                  <a:gd name="connsiteX9" fmla="*/ 189400 w 1653340"/>
                  <a:gd name="connsiteY9" fmla="*/ 598693 h 880167"/>
                  <a:gd name="connsiteX10" fmla="*/ 272798 w 1653340"/>
                  <a:gd name="connsiteY10" fmla="*/ 667198 h 880167"/>
                  <a:gd name="connsiteX11" fmla="*/ 338325 w 1653340"/>
                  <a:gd name="connsiteY11" fmla="*/ 720811 h 880167"/>
                  <a:gd name="connsiteX12" fmla="*/ 415766 w 1653340"/>
                  <a:gd name="connsiteY12" fmla="*/ 771446 h 880167"/>
                  <a:gd name="connsiteX13" fmla="*/ 472357 w 1653340"/>
                  <a:gd name="connsiteY13" fmla="*/ 798252 h 880167"/>
                  <a:gd name="connsiteX14" fmla="*/ 564691 w 1653340"/>
                  <a:gd name="connsiteY14" fmla="*/ 836973 h 880167"/>
                  <a:gd name="connsiteX15" fmla="*/ 674895 w 1653340"/>
                  <a:gd name="connsiteY15" fmla="*/ 866758 h 880167"/>
                  <a:gd name="connsiteX16" fmla="*/ 787331 w 1653340"/>
                  <a:gd name="connsiteY16" fmla="*/ 877923 h 880167"/>
                  <a:gd name="connsiteX17" fmla="*/ 869966 w 1653340"/>
                  <a:gd name="connsiteY17" fmla="*/ 880167 h 880167"/>
                  <a:gd name="connsiteX18" fmla="*/ 972746 w 1653340"/>
                  <a:gd name="connsiteY18" fmla="*/ 863779 h 880167"/>
                  <a:gd name="connsiteX19" fmla="*/ 1074748 w 1653340"/>
                  <a:gd name="connsiteY19" fmla="*/ 835476 h 880167"/>
                  <a:gd name="connsiteX20" fmla="*/ 1216983 w 1653340"/>
                  <a:gd name="connsiteY20" fmla="*/ 783360 h 880167"/>
                  <a:gd name="connsiteX21" fmla="*/ 1336123 w 1653340"/>
                  <a:gd name="connsiteY21" fmla="*/ 708897 h 880167"/>
                  <a:gd name="connsiteX22" fmla="*/ 1403880 w 1653340"/>
                  <a:gd name="connsiteY22" fmla="*/ 641126 h 880167"/>
                  <a:gd name="connsiteX23" fmla="*/ 1485048 w 1653340"/>
                  <a:gd name="connsiteY23" fmla="*/ 556994 h 880167"/>
                  <a:gd name="connsiteX24" fmla="*/ 1542373 w 1653340"/>
                  <a:gd name="connsiteY24" fmla="*/ 474330 h 880167"/>
                  <a:gd name="connsiteX25" fmla="*/ 1616102 w 1653340"/>
                  <a:gd name="connsiteY25" fmla="*/ 318714 h 880167"/>
                  <a:gd name="connsiteX26" fmla="*/ 1636937 w 1653340"/>
                  <a:gd name="connsiteY26" fmla="*/ 208509 h 880167"/>
                  <a:gd name="connsiteX27" fmla="*/ 1653340 w 1653340"/>
                  <a:gd name="connsiteY27" fmla="*/ 75944 h 880167"/>
                  <a:gd name="connsiteX28" fmla="*/ 1604188 w 1653340"/>
                  <a:gd name="connsiteY28" fmla="*/ 166810 h 880167"/>
                  <a:gd name="connsiteX29" fmla="*/ 1559510 w 1653340"/>
                  <a:gd name="connsiteY29" fmla="*/ 208509 h 880167"/>
                  <a:gd name="connsiteX30" fmla="*/ 1458241 w 1653340"/>
                  <a:gd name="connsiteY30" fmla="*/ 277015 h 880167"/>
                  <a:gd name="connsiteX31" fmla="*/ 1252725 w 1653340"/>
                  <a:gd name="connsiteY31" fmla="*/ 345520 h 880167"/>
                  <a:gd name="connsiteX32" fmla="*/ 1091886 w 1653340"/>
                  <a:gd name="connsiteY32" fmla="*/ 390198 h 880167"/>
                  <a:gd name="connsiteX33" fmla="*/ 785100 w 1653340"/>
                  <a:gd name="connsiteY33" fmla="*/ 408069 h 880167"/>
                  <a:gd name="connsiteX34" fmla="*/ 585540 w 1653340"/>
                  <a:gd name="connsiteY34" fmla="*/ 399133 h 880167"/>
                  <a:gd name="connsiteX35" fmla="*/ 481293 w 1653340"/>
                  <a:gd name="connsiteY35" fmla="*/ 369348 h 880167"/>
                  <a:gd name="connsiteX36" fmla="*/ 248970 w 1653340"/>
                  <a:gd name="connsiteY36" fmla="*/ 303821 h 880167"/>
                  <a:gd name="connsiteX37" fmla="*/ 100045 w 1653340"/>
                  <a:gd name="connsiteY37" fmla="*/ 199574 h 880167"/>
                  <a:gd name="connsiteX38" fmla="*/ 25582 w 1653340"/>
                  <a:gd name="connsiteY38" fmla="*/ 89369 h 880167"/>
                  <a:gd name="connsiteX39" fmla="*/ 12195 w 1653340"/>
                  <a:gd name="connsiteY39" fmla="*/ 0 h 880167"/>
                  <a:gd name="connsiteX0" fmla="*/ 12195 w 1653340"/>
                  <a:gd name="connsiteY0" fmla="*/ 0 h 880167"/>
                  <a:gd name="connsiteX1" fmla="*/ 1663 w 1653340"/>
                  <a:gd name="connsiteY1" fmla="*/ 53189 h 880167"/>
                  <a:gd name="connsiteX2" fmla="*/ 0 w 1653340"/>
                  <a:gd name="connsiteY2" fmla="*/ 145961 h 880167"/>
                  <a:gd name="connsiteX3" fmla="*/ 13577 w 1653340"/>
                  <a:gd name="connsiteY3" fmla="*/ 199574 h 880167"/>
                  <a:gd name="connsiteX4" fmla="*/ 14893 w 1653340"/>
                  <a:gd name="connsiteY4" fmla="*/ 245128 h 880167"/>
                  <a:gd name="connsiteX5" fmla="*/ 40475 w 1653340"/>
                  <a:gd name="connsiteY5" fmla="*/ 345520 h 880167"/>
                  <a:gd name="connsiteX6" fmla="*/ 70260 w 1653340"/>
                  <a:gd name="connsiteY6" fmla="*/ 411047 h 880167"/>
                  <a:gd name="connsiteX7" fmla="*/ 97066 w 1653340"/>
                  <a:gd name="connsiteY7" fmla="*/ 452746 h 880167"/>
                  <a:gd name="connsiteX8" fmla="*/ 144722 w 1653340"/>
                  <a:gd name="connsiteY8" fmla="*/ 539123 h 880167"/>
                  <a:gd name="connsiteX9" fmla="*/ 189400 w 1653340"/>
                  <a:gd name="connsiteY9" fmla="*/ 598693 h 880167"/>
                  <a:gd name="connsiteX10" fmla="*/ 272798 w 1653340"/>
                  <a:gd name="connsiteY10" fmla="*/ 667198 h 880167"/>
                  <a:gd name="connsiteX11" fmla="*/ 338325 w 1653340"/>
                  <a:gd name="connsiteY11" fmla="*/ 720811 h 880167"/>
                  <a:gd name="connsiteX12" fmla="*/ 415766 w 1653340"/>
                  <a:gd name="connsiteY12" fmla="*/ 771446 h 880167"/>
                  <a:gd name="connsiteX13" fmla="*/ 472357 w 1653340"/>
                  <a:gd name="connsiteY13" fmla="*/ 798252 h 880167"/>
                  <a:gd name="connsiteX14" fmla="*/ 564691 w 1653340"/>
                  <a:gd name="connsiteY14" fmla="*/ 836973 h 880167"/>
                  <a:gd name="connsiteX15" fmla="*/ 674895 w 1653340"/>
                  <a:gd name="connsiteY15" fmla="*/ 866758 h 880167"/>
                  <a:gd name="connsiteX16" fmla="*/ 787331 w 1653340"/>
                  <a:gd name="connsiteY16" fmla="*/ 877923 h 880167"/>
                  <a:gd name="connsiteX17" fmla="*/ 869966 w 1653340"/>
                  <a:gd name="connsiteY17" fmla="*/ 880167 h 880167"/>
                  <a:gd name="connsiteX18" fmla="*/ 972746 w 1653340"/>
                  <a:gd name="connsiteY18" fmla="*/ 863779 h 880167"/>
                  <a:gd name="connsiteX19" fmla="*/ 1074748 w 1653340"/>
                  <a:gd name="connsiteY19" fmla="*/ 835476 h 880167"/>
                  <a:gd name="connsiteX20" fmla="*/ 1216983 w 1653340"/>
                  <a:gd name="connsiteY20" fmla="*/ 783360 h 880167"/>
                  <a:gd name="connsiteX21" fmla="*/ 1336123 w 1653340"/>
                  <a:gd name="connsiteY21" fmla="*/ 708897 h 880167"/>
                  <a:gd name="connsiteX22" fmla="*/ 1403880 w 1653340"/>
                  <a:gd name="connsiteY22" fmla="*/ 641126 h 880167"/>
                  <a:gd name="connsiteX23" fmla="*/ 1485048 w 1653340"/>
                  <a:gd name="connsiteY23" fmla="*/ 556994 h 880167"/>
                  <a:gd name="connsiteX24" fmla="*/ 1542373 w 1653340"/>
                  <a:gd name="connsiteY24" fmla="*/ 474330 h 880167"/>
                  <a:gd name="connsiteX25" fmla="*/ 1616102 w 1653340"/>
                  <a:gd name="connsiteY25" fmla="*/ 318714 h 880167"/>
                  <a:gd name="connsiteX26" fmla="*/ 1636937 w 1653340"/>
                  <a:gd name="connsiteY26" fmla="*/ 208509 h 880167"/>
                  <a:gd name="connsiteX27" fmla="*/ 1653340 w 1653340"/>
                  <a:gd name="connsiteY27" fmla="*/ 75944 h 880167"/>
                  <a:gd name="connsiteX28" fmla="*/ 1604188 w 1653340"/>
                  <a:gd name="connsiteY28" fmla="*/ 166810 h 880167"/>
                  <a:gd name="connsiteX29" fmla="*/ 1559510 w 1653340"/>
                  <a:gd name="connsiteY29" fmla="*/ 208509 h 880167"/>
                  <a:gd name="connsiteX30" fmla="*/ 1458241 w 1653340"/>
                  <a:gd name="connsiteY30" fmla="*/ 277015 h 880167"/>
                  <a:gd name="connsiteX31" fmla="*/ 1252725 w 1653340"/>
                  <a:gd name="connsiteY31" fmla="*/ 345520 h 880167"/>
                  <a:gd name="connsiteX32" fmla="*/ 1091886 w 1653340"/>
                  <a:gd name="connsiteY32" fmla="*/ 390198 h 880167"/>
                  <a:gd name="connsiteX33" fmla="*/ 785100 w 1653340"/>
                  <a:gd name="connsiteY33" fmla="*/ 408069 h 880167"/>
                  <a:gd name="connsiteX34" fmla="*/ 585540 w 1653340"/>
                  <a:gd name="connsiteY34" fmla="*/ 399133 h 880167"/>
                  <a:gd name="connsiteX35" fmla="*/ 481293 w 1653340"/>
                  <a:gd name="connsiteY35" fmla="*/ 369348 h 880167"/>
                  <a:gd name="connsiteX36" fmla="*/ 248970 w 1653340"/>
                  <a:gd name="connsiteY36" fmla="*/ 303821 h 880167"/>
                  <a:gd name="connsiteX37" fmla="*/ 100045 w 1653340"/>
                  <a:gd name="connsiteY37" fmla="*/ 199574 h 880167"/>
                  <a:gd name="connsiteX38" fmla="*/ 25582 w 1653340"/>
                  <a:gd name="connsiteY38" fmla="*/ 89369 h 880167"/>
                  <a:gd name="connsiteX39" fmla="*/ 12195 w 1653340"/>
                  <a:gd name="connsiteY39" fmla="*/ 0 h 880167"/>
                  <a:gd name="connsiteX0" fmla="*/ 10556 w 1651701"/>
                  <a:gd name="connsiteY0" fmla="*/ 0 h 880167"/>
                  <a:gd name="connsiteX1" fmla="*/ 24 w 1651701"/>
                  <a:gd name="connsiteY1" fmla="*/ 53189 h 880167"/>
                  <a:gd name="connsiteX2" fmla="*/ 8521 w 1651701"/>
                  <a:gd name="connsiteY2" fmla="*/ 151041 h 880167"/>
                  <a:gd name="connsiteX3" fmla="*/ 11938 w 1651701"/>
                  <a:gd name="connsiteY3" fmla="*/ 199574 h 880167"/>
                  <a:gd name="connsiteX4" fmla="*/ 13254 w 1651701"/>
                  <a:gd name="connsiteY4" fmla="*/ 245128 h 880167"/>
                  <a:gd name="connsiteX5" fmla="*/ 38836 w 1651701"/>
                  <a:gd name="connsiteY5" fmla="*/ 345520 h 880167"/>
                  <a:gd name="connsiteX6" fmla="*/ 68621 w 1651701"/>
                  <a:gd name="connsiteY6" fmla="*/ 411047 h 880167"/>
                  <a:gd name="connsiteX7" fmla="*/ 95427 w 1651701"/>
                  <a:gd name="connsiteY7" fmla="*/ 452746 h 880167"/>
                  <a:gd name="connsiteX8" fmla="*/ 143083 w 1651701"/>
                  <a:gd name="connsiteY8" fmla="*/ 539123 h 880167"/>
                  <a:gd name="connsiteX9" fmla="*/ 187761 w 1651701"/>
                  <a:gd name="connsiteY9" fmla="*/ 598693 h 880167"/>
                  <a:gd name="connsiteX10" fmla="*/ 271159 w 1651701"/>
                  <a:gd name="connsiteY10" fmla="*/ 667198 h 880167"/>
                  <a:gd name="connsiteX11" fmla="*/ 336686 w 1651701"/>
                  <a:gd name="connsiteY11" fmla="*/ 720811 h 880167"/>
                  <a:gd name="connsiteX12" fmla="*/ 414127 w 1651701"/>
                  <a:gd name="connsiteY12" fmla="*/ 771446 h 880167"/>
                  <a:gd name="connsiteX13" fmla="*/ 470718 w 1651701"/>
                  <a:gd name="connsiteY13" fmla="*/ 798252 h 880167"/>
                  <a:gd name="connsiteX14" fmla="*/ 563052 w 1651701"/>
                  <a:gd name="connsiteY14" fmla="*/ 836973 h 880167"/>
                  <a:gd name="connsiteX15" fmla="*/ 673256 w 1651701"/>
                  <a:gd name="connsiteY15" fmla="*/ 866758 h 880167"/>
                  <a:gd name="connsiteX16" fmla="*/ 785692 w 1651701"/>
                  <a:gd name="connsiteY16" fmla="*/ 877923 h 880167"/>
                  <a:gd name="connsiteX17" fmla="*/ 868327 w 1651701"/>
                  <a:gd name="connsiteY17" fmla="*/ 880167 h 880167"/>
                  <a:gd name="connsiteX18" fmla="*/ 971107 w 1651701"/>
                  <a:gd name="connsiteY18" fmla="*/ 863779 h 880167"/>
                  <a:gd name="connsiteX19" fmla="*/ 1073109 w 1651701"/>
                  <a:gd name="connsiteY19" fmla="*/ 835476 h 880167"/>
                  <a:gd name="connsiteX20" fmla="*/ 1215344 w 1651701"/>
                  <a:gd name="connsiteY20" fmla="*/ 783360 h 880167"/>
                  <a:gd name="connsiteX21" fmla="*/ 1334484 w 1651701"/>
                  <a:gd name="connsiteY21" fmla="*/ 708897 h 880167"/>
                  <a:gd name="connsiteX22" fmla="*/ 1402241 w 1651701"/>
                  <a:gd name="connsiteY22" fmla="*/ 641126 h 880167"/>
                  <a:gd name="connsiteX23" fmla="*/ 1483409 w 1651701"/>
                  <a:gd name="connsiteY23" fmla="*/ 556994 h 880167"/>
                  <a:gd name="connsiteX24" fmla="*/ 1540734 w 1651701"/>
                  <a:gd name="connsiteY24" fmla="*/ 474330 h 880167"/>
                  <a:gd name="connsiteX25" fmla="*/ 1614463 w 1651701"/>
                  <a:gd name="connsiteY25" fmla="*/ 318714 h 880167"/>
                  <a:gd name="connsiteX26" fmla="*/ 1635298 w 1651701"/>
                  <a:gd name="connsiteY26" fmla="*/ 208509 h 880167"/>
                  <a:gd name="connsiteX27" fmla="*/ 1651701 w 1651701"/>
                  <a:gd name="connsiteY27" fmla="*/ 75944 h 880167"/>
                  <a:gd name="connsiteX28" fmla="*/ 1602549 w 1651701"/>
                  <a:gd name="connsiteY28" fmla="*/ 166810 h 880167"/>
                  <a:gd name="connsiteX29" fmla="*/ 1557871 w 1651701"/>
                  <a:gd name="connsiteY29" fmla="*/ 208509 h 880167"/>
                  <a:gd name="connsiteX30" fmla="*/ 1456602 w 1651701"/>
                  <a:gd name="connsiteY30" fmla="*/ 277015 h 880167"/>
                  <a:gd name="connsiteX31" fmla="*/ 1251086 w 1651701"/>
                  <a:gd name="connsiteY31" fmla="*/ 345520 h 880167"/>
                  <a:gd name="connsiteX32" fmla="*/ 1090247 w 1651701"/>
                  <a:gd name="connsiteY32" fmla="*/ 390198 h 880167"/>
                  <a:gd name="connsiteX33" fmla="*/ 783461 w 1651701"/>
                  <a:gd name="connsiteY33" fmla="*/ 408069 h 880167"/>
                  <a:gd name="connsiteX34" fmla="*/ 583901 w 1651701"/>
                  <a:gd name="connsiteY34" fmla="*/ 399133 h 880167"/>
                  <a:gd name="connsiteX35" fmla="*/ 479654 w 1651701"/>
                  <a:gd name="connsiteY35" fmla="*/ 369348 h 880167"/>
                  <a:gd name="connsiteX36" fmla="*/ 247331 w 1651701"/>
                  <a:gd name="connsiteY36" fmla="*/ 303821 h 880167"/>
                  <a:gd name="connsiteX37" fmla="*/ 98406 w 1651701"/>
                  <a:gd name="connsiteY37" fmla="*/ 199574 h 880167"/>
                  <a:gd name="connsiteX38" fmla="*/ 23943 w 1651701"/>
                  <a:gd name="connsiteY38" fmla="*/ 89369 h 880167"/>
                  <a:gd name="connsiteX39" fmla="*/ 10556 w 1651701"/>
                  <a:gd name="connsiteY39" fmla="*/ 0 h 880167"/>
                  <a:gd name="connsiteX0" fmla="*/ 10556 w 1651701"/>
                  <a:gd name="connsiteY0" fmla="*/ 0 h 880167"/>
                  <a:gd name="connsiteX1" fmla="*/ 24 w 1651701"/>
                  <a:gd name="connsiteY1" fmla="*/ 53189 h 880167"/>
                  <a:gd name="connsiteX2" fmla="*/ 8521 w 1651701"/>
                  <a:gd name="connsiteY2" fmla="*/ 151041 h 880167"/>
                  <a:gd name="connsiteX3" fmla="*/ 11938 w 1651701"/>
                  <a:gd name="connsiteY3" fmla="*/ 199574 h 880167"/>
                  <a:gd name="connsiteX4" fmla="*/ 25954 w 1651701"/>
                  <a:gd name="connsiteY4" fmla="*/ 245128 h 880167"/>
                  <a:gd name="connsiteX5" fmla="*/ 38836 w 1651701"/>
                  <a:gd name="connsiteY5" fmla="*/ 345520 h 880167"/>
                  <a:gd name="connsiteX6" fmla="*/ 68621 w 1651701"/>
                  <a:gd name="connsiteY6" fmla="*/ 411047 h 880167"/>
                  <a:gd name="connsiteX7" fmla="*/ 95427 w 1651701"/>
                  <a:gd name="connsiteY7" fmla="*/ 452746 h 880167"/>
                  <a:gd name="connsiteX8" fmla="*/ 143083 w 1651701"/>
                  <a:gd name="connsiteY8" fmla="*/ 539123 h 880167"/>
                  <a:gd name="connsiteX9" fmla="*/ 187761 w 1651701"/>
                  <a:gd name="connsiteY9" fmla="*/ 598693 h 880167"/>
                  <a:gd name="connsiteX10" fmla="*/ 271159 w 1651701"/>
                  <a:gd name="connsiteY10" fmla="*/ 667198 h 880167"/>
                  <a:gd name="connsiteX11" fmla="*/ 336686 w 1651701"/>
                  <a:gd name="connsiteY11" fmla="*/ 720811 h 880167"/>
                  <a:gd name="connsiteX12" fmla="*/ 414127 w 1651701"/>
                  <a:gd name="connsiteY12" fmla="*/ 771446 h 880167"/>
                  <a:gd name="connsiteX13" fmla="*/ 470718 w 1651701"/>
                  <a:gd name="connsiteY13" fmla="*/ 798252 h 880167"/>
                  <a:gd name="connsiteX14" fmla="*/ 563052 w 1651701"/>
                  <a:gd name="connsiteY14" fmla="*/ 836973 h 880167"/>
                  <a:gd name="connsiteX15" fmla="*/ 673256 w 1651701"/>
                  <a:gd name="connsiteY15" fmla="*/ 866758 h 880167"/>
                  <a:gd name="connsiteX16" fmla="*/ 785692 w 1651701"/>
                  <a:gd name="connsiteY16" fmla="*/ 877923 h 880167"/>
                  <a:gd name="connsiteX17" fmla="*/ 868327 w 1651701"/>
                  <a:gd name="connsiteY17" fmla="*/ 880167 h 880167"/>
                  <a:gd name="connsiteX18" fmla="*/ 971107 w 1651701"/>
                  <a:gd name="connsiteY18" fmla="*/ 863779 h 880167"/>
                  <a:gd name="connsiteX19" fmla="*/ 1073109 w 1651701"/>
                  <a:gd name="connsiteY19" fmla="*/ 835476 h 880167"/>
                  <a:gd name="connsiteX20" fmla="*/ 1215344 w 1651701"/>
                  <a:gd name="connsiteY20" fmla="*/ 783360 h 880167"/>
                  <a:gd name="connsiteX21" fmla="*/ 1334484 w 1651701"/>
                  <a:gd name="connsiteY21" fmla="*/ 708897 h 880167"/>
                  <a:gd name="connsiteX22" fmla="*/ 1402241 w 1651701"/>
                  <a:gd name="connsiteY22" fmla="*/ 641126 h 880167"/>
                  <a:gd name="connsiteX23" fmla="*/ 1483409 w 1651701"/>
                  <a:gd name="connsiteY23" fmla="*/ 556994 h 880167"/>
                  <a:gd name="connsiteX24" fmla="*/ 1540734 w 1651701"/>
                  <a:gd name="connsiteY24" fmla="*/ 474330 h 880167"/>
                  <a:gd name="connsiteX25" fmla="*/ 1614463 w 1651701"/>
                  <a:gd name="connsiteY25" fmla="*/ 318714 h 880167"/>
                  <a:gd name="connsiteX26" fmla="*/ 1635298 w 1651701"/>
                  <a:gd name="connsiteY26" fmla="*/ 208509 h 880167"/>
                  <a:gd name="connsiteX27" fmla="*/ 1651701 w 1651701"/>
                  <a:gd name="connsiteY27" fmla="*/ 75944 h 880167"/>
                  <a:gd name="connsiteX28" fmla="*/ 1602549 w 1651701"/>
                  <a:gd name="connsiteY28" fmla="*/ 166810 h 880167"/>
                  <a:gd name="connsiteX29" fmla="*/ 1557871 w 1651701"/>
                  <a:gd name="connsiteY29" fmla="*/ 208509 h 880167"/>
                  <a:gd name="connsiteX30" fmla="*/ 1456602 w 1651701"/>
                  <a:gd name="connsiteY30" fmla="*/ 277015 h 880167"/>
                  <a:gd name="connsiteX31" fmla="*/ 1251086 w 1651701"/>
                  <a:gd name="connsiteY31" fmla="*/ 345520 h 880167"/>
                  <a:gd name="connsiteX32" fmla="*/ 1090247 w 1651701"/>
                  <a:gd name="connsiteY32" fmla="*/ 390198 h 880167"/>
                  <a:gd name="connsiteX33" fmla="*/ 783461 w 1651701"/>
                  <a:gd name="connsiteY33" fmla="*/ 408069 h 880167"/>
                  <a:gd name="connsiteX34" fmla="*/ 583901 w 1651701"/>
                  <a:gd name="connsiteY34" fmla="*/ 399133 h 880167"/>
                  <a:gd name="connsiteX35" fmla="*/ 479654 w 1651701"/>
                  <a:gd name="connsiteY35" fmla="*/ 369348 h 880167"/>
                  <a:gd name="connsiteX36" fmla="*/ 247331 w 1651701"/>
                  <a:gd name="connsiteY36" fmla="*/ 303821 h 880167"/>
                  <a:gd name="connsiteX37" fmla="*/ 98406 w 1651701"/>
                  <a:gd name="connsiteY37" fmla="*/ 199574 h 880167"/>
                  <a:gd name="connsiteX38" fmla="*/ 23943 w 1651701"/>
                  <a:gd name="connsiteY38" fmla="*/ 89369 h 880167"/>
                  <a:gd name="connsiteX39" fmla="*/ 10556 w 1651701"/>
                  <a:gd name="connsiteY39" fmla="*/ 0 h 880167"/>
                  <a:gd name="connsiteX0" fmla="*/ 8023 w 1649168"/>
                  <a:gd name="connsiteY0" fmla="*/ 0 h 880167"/>
                  <a:gd name="connsiteX1" fmla="*/ 31 w 1649168"/>
                  <a:gd name="connsiteY1" fmla="*/ 83669 h 880167"/>
                  <a:gd name="connsiteX2" fmla="*/ 5988 w 1649168"/>
                  <a:gd name="connsiteY2" fmla="*/ 151041 h 880167"/>
                  <a:gd name="connsiteX3" fmla="*/ 9405 w 1649168"/>
                  <a:gd name="connsiteY3" fmla="*/ 199574 h 880167"/>
                  <a:gd name="connsiteX4" fmla="*/ 23421 w 1649168"/>
                  <a:gd name="connsiteY4" fmla="*/ 245128 h 880167"/>
                  <a:gd name="connsiteX5" fmla="*/ 36303 w 1649168"/>
                  <a:gd name="connsiteY5" fmla="*/ 345520 h 880167"/>
                  <a:gd name="connsiteX6" fmla="*/ 66088 w 1649168"/>
                  <a:gd name="connsiteY6" fmla="*/ 411047 h 880167"/>
                  <a:gd name="connsiteX7" fmla="*/ 92894 w 1649168"/>
                  <a:gd name="connsiteY7" fmla="*/ 452746 h 880167"/>
                  <a:gd name="connsiteX8" fmla="*/ 140550 w 1649168"/>
                  <a:gd name="connsiteY8" fmla="*/ 539123 h 880167"/>
                  <a:gd name="connsiteX9" fmla="*/ 185228 w 1649168"/>
                  <a:gd name="connsiteY9" fmla="*/ 598693 h 880167"/>
                  <a:gd name="connsiteX10" fmla="*/ 268626 w 1649168"/>
                  <a:gd name="connsiteY10" fmla="*/ 667198 h 880167"/>
                  <a:gd name="connsiteX11" fmla="*/ 334153 w 1649168"/>
                  <a:gd name="connsiteY11" fmla="*/ 720811 h 880167"/>
                  <a:gd name="connsiteX12" fmla="*/ 411594 w 1649168"/>
                  <a:gd name="connsiteY12" fmla="*/ 771446 h 880167"/>
                  <a:gd name="connsiteX13" fmla="*/ 468185 w 1649168"/>
                  <a:gd name="connsiteY13" fmla="*/ 798252 h 880167"/>
                  <a:gd name="connsiteX14" fmla="*/ 560519 w 1649168"/>
                  <a:gd name="connsiteY14" fmla="*/ 836973 h 880167"/>
                  <a:gd name="connsiteX15" fmla="*/ 670723 w 1649168"/>
                  <a:gd name="connsiteY15" fmla="*/ 866758 h 880167"/>
                  <a:gd name="connsiteX16" fmla="*/ 783159 w 1649168"/>
                  <a:gd name="connsiteY16" fmla="*/ 877923 h 880167"/>
                  <a:gd name="connsiteX17" fmla="*/ 865794 w 1649168"/>
                  <a:gd name="connsiteY17" fmla="*/ 880167 h 880167"/>
                  <a:gd name="connsiteX18" fmla="*/ 968574 w 1649168"/>
                  <a:gd name="connsiteY18" fmla="*/ 863779 h 880167"/>
                  <a:gd name="connsiteX19" fmla="*/ 1070576 w 1649168"/>
                  <a:gd name="connsiteY19" fmla="*/ 835476 h 880167"/>
                  <a:gd name="connsiteX20" fmla="*/ 1212811 w 1649168"/>
                  <a:gd name="connsiteY20" fmla="*/ 783360 h 880167"/>
                  <a:gd name="connsiteX21" fmla="*/ 1331951 w 1649168"/>
                  <a:gd name="connsiteY21" fmla="*/ 708897 h 880167"/>
                  <a:gd name="connsiteX22" fmla="*/ 1399708 w 1649168"/>
                  <a:gd name="connsiteY22" fmla="*/ 641126 h 880167"/>
                  <a:gd name="connsiteX23" fmla="*/ 1480876 w 1649168"/>
                  <a:gd name="connsiteY23" fmla="*/ 556994 h 880167"/>
                  <a:gd name="connsiteX24" fmla="*/ 1538201 w 1649168"/>
                  <a:gd name="connsiteY24" fmla="*/ 474330 h 880167"/>
                  <a:gd name="connsiteX25" fmla="*/ 1611930 w 1649168"/>
                  <a:gd name="connsiteY25" fmla="*/ 318714 h 880167"/>
                  <a:gd name="connsiteX26" fmla="*/ 1632765 w 1649168"/>
                  <a:gd name="connsiteY26" fmla="*/ 208509 h 880167"/>
                  <a:gd name="connsiteX27" fmla="*/ 1649168 w 1649168"/>
                  <a:gd name="connsiteY27" fmla="*/ 75944 h 880167"/>
                  <a:gd name="connsiteX28" fmla="*/ 1600016 w 1649168"/>
                  <a:gd name="connsiteY28" fmla="*/ 166810 h 880167"/>
                  <a:gd name="connsiteX29" fmla="*/ 1555338 w 1649168"/>
                  <a:gd name="connsiteY29" fmla="*/ 208509 h 880167"/>
                  <a:gd name="connsiteX30" fmla="*/ 1454069 w 1649168"/>
                  <a:gd name="connsiteY30" fmla="*/ 277015 h 880167"/>
                  <a:gd name="connsiteX31" fmla="*/ 1248553 w 1649168"/>
                  <a:gd name="connsiteY31" fmla="*/ 345520 h 880167"/>
                  <a:gd name="connsiteX32" fmla="*/ 1087714 w 1649168"/>
                  <a:gd name="connsiteY32" fmla="*/ 390198 h 880167"/>
                  <a:gd name="connsiteX33" fmla="*/ 780928 w 1649168"/>
                  <a:gd name="connsiteY33" fmla="*/ 408069 h 880167"/>
                  <a:gd name="connsiteX34" fmla="*/ 581368 w 1649168"/>
                  <a:gd name="connsiteY34" fmla="*/ 399133 h 880167"/>
                  <a:gd name="connsiteX35" fmla="*/ 477121 w 1649168"/>
                  <a:gd name="connsiteY35" fmla="*/ 369348 h 880167"/>
                  <a:gd name="connsiteX36" fmla="*/ 244798 w 1649168"/>
                  <a:gd name="connsiteY36" fmla="*/ 303821 h 880167"/>
                  <a:gd name="connsiteX37" fmla="*/ 95873 w 1649168"/>
                  <a:gd name="connsiteY37" fmla="*/ 199574 h 880167"/>
                  <a:gd name="connsiteX38" fmla="*/ 21410 w 1649168"/>
                  <a:gd name="connsiteY38" fmla="*/ 89369 h 880167"/>
                  <a:gd name="connsiteX39" fmla="*/ 8023 w 1649168"/>
                  <a:gd name="connsiteY39" fmla="*/ 0 h 880167"/>
                  <a:gd name="connsiteX0" fmla="*/ 8023 w 1649168"/>
                  <a:gd name="connsiteY0" fmla="*/ 0 h 880167"/>
                  <a:gd name="connsiteX1" fmla="*/ 31 w 1649168"/>
                  <a:gd name="connsiteY1" fmla="*/ 83669 h 880167"/>
                  <a:gd name="connsiteX2" fmla="*/ 5988 w 1649168"/>
                  <a:gd name="connsiteY2" fmla="*/ 151041 h 880167"/>
                  <a:gd name="connsiteX3" fmla="*/ 9405 w 1649168"/>
                  <a:gd name="connsiteY3" fmla="*/ 199574 h 880167"/>
                  <a:gd name="connsiteX4" fmla="*/ 15801 w 1649168"/>
                  <a:gd name="connsiteY4" fmla="*/ 255288 h 880167"/>
                  <a:gd name="connsiteX5" fmla="*/ 36303 w 1649168"/>
                  <a:gd name="connsiteY5" fmla="*/ 345520 h 880167"/>
                  <a:gd name="connsiteX6" fmla="*/ 66088 w 1649168"/>
                  <a:gd name="connsiteY6" fmla="*/ 411047 h 880167"/>
                  <a:gd name="connsiteX7" fmla="*/ 92894 w 1649168"/>
                  <a:gd name="connsiteY7" fmla="*/ 452746 h 880167"/>
                  <a:gd name="connsiteX8" fmla="*/ 140550 w 1649168"/>
                  <a:gd name="connsiteY8" fmla="*/ 539123 h 880167"/>
                  <a:gd name="connsiteX9" fmla="*/ 185228 w 1649168"/>
                  <a:gd name="connsiteY9" fmla="*/ 598693 h 880167"/>
                  <a:gd name="connsiteX10" fmla="*/ 268626 w 1649168"/>
                  <a:gd name="connsiteY10" fmla="*/ 667198 h 880167"/>
                  <a:gd name="connsiteX11" fmla="*/ 334153 w 1649168"/>
                  <a:gd name="connsiteY11" fmla="*/ 720811 h 880167"/>
                  <a:gd name="connsiteX12" fmla="*/ 411594 w 1649168"/>
                  <a:gd name="connsiteY12" fmla="*/ 771446 h 880167"/>
                  <a:gd name="connsiteX13" fmla="*/ 468185 w 1649168"/>
                  <a:gd name="connsiteY13" fmla="*/ 798252 h 880167"/>
                  <a:gd name="connsiteX14" fmla="*/ 560519 w 1649168"/>
                  <a:gd name="connsiteY14" fmla="*/ 836973 h 880167"/>
                  <a:gd name="connsiteX15" fmla="*/ 670723 w 1649168"/>
                  <a:gd name="connsiteY15" fmla="*/ 866758 h 880167"/>
                  <a:gd name="connsiteX16" fmla="*/ 783159 w 1649168"/>
                  <a:gd name="connsiteY16" fmla="*/ 877923 h 880167"/>
                  <a:gd name="connsiteX17" fmla="*/ 865794 w 1649168"/>
                  <a:gd name="connsiteY17" fmla="*/ 880167 h 880167"/>
                  <a:gd name="connsiteX18" fmla="*/ 968574 w 1649168"/>
                  <a:gd name="connsiteY18" fmla="*/ 863779 h 880167"/>
                  <a:gd name="connsiteX19" fmla="*/ 1070576 w 1649168"/>
                  <a:gd name="connsiteY19" fmla="*/ 835476 h 880167"/>
                  <a:gd name="connsiteX20" fmla="*/ 1212811 w 1649168"/>
                  <a:gd name="connsiteY20" fmla="*/ 783360 h 880167"/>
                  <a:gd name="connsiteX21" fmla="*/ 1331951 w 1649168"/>
                  <a:gd name="connsiteY21" fmla="*/ 708897 h 880167"/>
                  <a:gd name="connsiteX22" fmla="*/ 1399708 w 1649168"/>
                  <a:gd name="connsiteY22" fmla="*/ 641126 h 880167"/>
                  <a:gd name="connsiteX23" fmla="*/ 1480876 w 1649168"/>
                  <a:gd name="connsiteY23" fmla="*/ 556994 h 880167"/>
                  <a:gd name="connsiteX24" fmla="*/ 1538201 w 1649168"/>
                  <a:gd name="connsiteY24" fmla="*/ 474330 h 880167"/>
                  <a:gd name="connsiteX25" fmla="*/ 1611930 w 1649168"/>
                  <a:gd name="connsiteY25" fmla="*/ 318714 h 880167"/>
                  <a:gd name="connsiteX26" fmla="*/ 1632765 w 1649168"/>
                  <a:gd name="connsiteY26" fmla="*/ 208509 h 880167"/>
                  <a:gd name="connsiteX27" fmla="*/ 1649168 w 1649168"/>
                  <a:gd name="connsiteY27" fmla="*/ 75944 h 880167"/>
                  <a:gd name="connsiteX28" fmla="*/ 1600016 w 1649168"/>
                  <a:gd name="connsiteY28" fmla="*/ 166810 h 880167"/>
                  <a:gd name="connsiteX29" fmla="*/ 1555338 w 1649168"/>
                  <a:gd name="connsiteY29" fmla="*/ 208509 h 880167"/>
                  <a:gd name="connsiteX30" fmla="*/ 1454069 w 1649168"/>
                  <a:gd name="connsiteY30" fmla="*/ 277015 h 880167"/>
                  <a:gd name="connsiteX31" fmla="*/ 1248553 w 1649168"/>
                  <a:gd name="connsiteY31" fmla="*/ 345520 h 880167"/>
                  <a:gd name="connsiteX32" fmla="*/ 1087714 w 1649168"/>
                  <a:gd name="connsiteY32" fmla="*/ 390198 h 880167"/>
                  <a:gd name="connsiteX33" fmla="*/ 780928 w 1649168"/>
                  <a:gd name="connsiteY33" fmla="*/ 408069 h 880167"/>
                  <a:gd name="connsiteX34" fmla="*/ 581368 w 1649168"/>
                  <a:gd name="connsiteY34" fmla="*/ 399133 h 880167"/>
                  <a:gd name="connsiteX35" fmla="*/ 477121 w 1649168"/>
                  <a:gd name="connsiteY35" fmla="*/ 369348 h 880167"/>
                  <a:gd name="connsiteX36" fmla="*/ 244798 w 1649168"/>
                  <a:gd name="connsiteY36" fmla="*/ 303821 h 880167"/>
                  <a:gd name="connsiteX37" fmla="*/ 95873 w 1649168"/>
                  <a:gd name="connsiteY37" fmla="*/ 199574 h 880167"/>
                  <a:gd name="connsiteX38" fmla="*/ 21410 w 1649168"/>
                  <a:gd name="connsiteY38" fmla="*/ 89369 h 880167"/>
                  <a:gd name="connsiteX39" fmla="*/ 8023 w 1649168"/>
                  <a:gd name="connsiteY39" fmla="*/ 0 h 880167"/>
                  <a:gd name="connsiteX0" fmla="*/ 12195 w 1653340"/>
                  <a:gd name="connsiteY0" fmla="*/ 0 h 880167"/>
                  <a:gd name="connsiteX1" fmla="*/ 4203 w 1653340"/>
                  <a:gd name="connsiteY1" fmla="*/ 83669 h 880167"/>
                  <a:gd name="connsiteX2" fmla="*/ 0 w 1653340"/>
                  <a:gd name="connsiteY2" fmla="*/ 156121 h 880167"/>
                  <a:gd name="connsiteX3" fmla="*/ 13577 w 1653340"/>
                  <a:gd name="connsiteY3" fmla="*/ 199574 h 880167"/>
                  <a:gd name="connsiteX4" fmla="*/ 19973 w 1653340"/>
                  <a:gd name="connsiteY4" fmla="*/ 255288 h 880167"/>
                  <a:gd name="connsiteX5" fmla="*/ 40475 w 1653340"/>
                  <a:gd name="connsiteY5" fmla="*/ 345520 h 880167"/>
                  <a:gd name="connsiteX6" fmla="*/ 70260 w 1653340"/>
                  <a:gd name="connsiteY6" fmla="*/ 411047 h 880167"/>
                  <a:gd name="connsiteX7" fmla="*/ 97066 w 1653340"/>
                  <a:gd name="connsiteY7" fmla="*/ 452746 h 880167"/>
                  <a:gd name="connsiteX8" fmla="*/ 144722 w 1653340"/>
                  <a:gd name="connsiteY8" fmla="*/ 539123 h 880167"/>
                  <a:gd name="connsiteX9" fmla="*/ 189400 w 1653340"/>
                  <a:gd name="connsiteY9" fmla="*/ 598693 h 880167"/>
                  <a:gd name="connsiteX10" fmla="*/ 272798 w 1653340"/>
                  <a:gd name="connsiteY10" fmla="*/ 667198 h 880167"/>
                  <a:gd name="connsiteX11" fmla="*/ 338325 w 1653340"/>
                  <a:gd name="connsiteY11" fmla="*/ 720811 h 880167"/>
                  <a:gd name="connsiteX12" fmla="*/ 415766 w 1653340"/>
                  <a:gd name="connsiteY12" fmla="*/ 771446 h 880167"/>
                  <a:gd name="connsiteX13" fmla="*/ 472357 w 1653340"/>
                  <a:gd name="connsiteY13" fmla="*/ 798252 h 880167"/>
                  <a:gd name="connsiteX14" fmla="*/ 564691 w 1653340"/>
                  <a:gd name="connsiteY14" fmla="*/ 836973 h 880167"/>
                  <a:gd name="connsiteX15" fmla="*/ 674895 w 1653340"/>
                  <a:gd name="connsiteY15" fmla="*/ 866758 h 880167"/>
                  <a:gd name="connsiteX16" fmla="*/ 787331 w 1653340"/>
                  <a:gd name="connsiteY16" fmla="*/ 877923 h 880167"/>
                  <a:gd name="connsiteX17" fmla="*/ 869966 w 1653340"/>
                  <a:gd name="connsiteY17" fmla="*/ 880167 h 880167"/>
                  <a:gd name="connsiteX18" fmla="*/ 972746 w 1653340"/>
                  <a:gd name="connsiteY18" fmla="*/ 863779 h 880167"/>
                  <a:gd name="connsiteX19" fmla="*/ 1074748 w 1653340"/>
                  <a:gd name="connsiteY19" fmla="*/ 835476 h 880167"/>
                  <a:gd name="connsiteX20" fmla="*/ 1216983 w 1653340"/>
                  <a:gd name="connsiteY20" fmla="*/ 783360 h 880167"/>
                  <a:gd name="connsiteX21" fmla="*/ 1336123 w 1653340"/>
                  <a:gd name="connsiteY21" fmla="*/ 708897 h 880167"/>
                  <a:gd name="connsiteX22" fmla="*/ 1403880 w 1653340"/>
                  <a:gd name="connsiteY22" fmla="*/ 641126 h 880167"/>
                  <a:gd name="connsiteX23" fmla="*/ 1485048 w 1653340"/>
                  <a:gd name="connsiteY23" fmla="*/ 556994 h 880167"/>
                  <a:gd name="connsiteX24" fmla="*/ 1542373 w 1653340"/>
                  <a:gd name="connsiteY24" fmla="*/ 474330 h 880167"/>
                  <a:gd name="connsiteX25" fmla="*/ 1616102 w 1653340"/>
                  <a:gd name="connsiteY25" fmla="*/ 318714 h 880167"/>
                  <a:gd name="connsiteX26" fmla="*/ 1636937 w 1653340"/>
                  <a:gd name="connsiteY26" fmla="*/ 208509 h 880167"/>
                  <a:gd name="connsiteX27" fmla="*/ 1653340 w 1653340"/>
                  <a:gd name="connsiteY27" fmla="*/ 75944 h 880167"/>
                  <a:gd name="connsiteX28" fmla="*/ 1604188 w 1653340"/>
                  <a:gd name="connsiteY28" fmla="*/ 166810 h 880167"/>
                  <a:gd name="connsiteX29" fmla="*/ 1559510 w 1653340"/>
                  <a:gd name="connsiteY29" fmla="*/ 208509 h 880167"/>
                  <a:gd name="connsiteX30" fmla="*/ 1458241 w 1653340"/>
                  <a:gd name="connsiteY30" fmla="*/ 277015 h 880167"/>
                  <a:gd name="connsiteX31" fmla="*/ 1252725 w 1653340"/>
                  <a:gd name="connsiteY31" fmla="*/ 345520 h 880167"/>
                  <a:gd name="connsiteX32" fmla="*/ 1091886 w 1653340"/>
                  <a:gd name="connsiteY32" fmla="*/ 390198 h 880167"/>
                  <a:gd name="connsiteX33" fmla="*/ 785100 w 1653340"/>
                  <a:gd name="connsiteY33" fmla="*/ 408069 h 880167"/>
                  <a:gd name="connsiteX34" fmla="*/ 585540 w 1653340"/>
                  <a:gd name="connsiteY34" fmla="*/ 399133 h 880167"/>
                  <a:gd name="connsiteX35" fmla="*/ 481293 w 1653340"/>
                  <a:gd name="connsiteY35" fmla="*/ 369348 h 880167"/>
                  <a:gd name="connsiteX36" fmla="*/ 248970 w 1653340"/>
                  <a:gd name="connsiteY36" fmla="*/ 303821 h 880167"/>
                  <a:gd name="connsiteX37" fmla="*/ 100045 w 1653340"/>
                  <a:gd name="connsiteY37" fmla="*/ 199574 h 880167"/>
                  <a:gd name="connsiteX38" fmla="*/ 25582 w 1653340"/>
                  <a:gd name="connsiteY38" fmla="*/ 89369 h 880167"/>
                  <a:gd name="connsiteX39" fmla="*/ 12195 w 1653340"/>
                  <a:gd name="connsiteY39" fmla="*/ 0 h 880167"/>
                  <a:gd name="connsiteX0" fmla="*/ 8091 w 1649236"/>
                  <a:gd name="connsiteY0" fmla="*/ 0 h 880167"/>
                  <a:gd name="connsiteX1" fmla="*/ 99 w 1649236"/>
                  <a:gd name="connsiteY1" fmla="*/ 83669 h 880167"/>
                  <a:gd name="connsiteX2" fmla="*/ 976 w 1649236"/>
                  <a:gd name="connsiteY2" fmla="*/ 158661 h 880167"/>
                  <a:gd name="connsiteX3" fmla="*/ 9473 w 1649236"/>
                  <a:gd name="connsiteY3" fmla="*/ 199574 h 880167"/>
                  <a:gd name="connsiteX4" fmla="*/ 15869 w 1649236"/>
                  <a:gd name="connsiteY4" fmla="*/ 255288 h 880167"/>
                  <a:gd name="connsiteX5" fmla="*/ 36371 w 1649236"/>
                  <a:gd name="connsiteY5" fmla="*/ 345520 h 880167"/>
                  <a:gd name="connsiteX6" fmla="*/ 66156 w 1649236"/>
                  <a:gd name="connsiteY6" fmla="*/ 411047 h 880167"/>
                  <a:gd name="connsiteX7" fmla="*/ 92962 w 1649236"/>
                  <a:gd name="connsiteY7" fmla="*/ 452746 h 880167"/>
                  <a:gd name="connsiteX8" fmla="*/ 140618 w 1649236"/>
                  <a:gd name="connsiteY8" fmla="*/ 539123 h 880167"/>
                  <a:gd name="connsiteX9" fmla="*/ 185296 w 1649236"/>
                  <a:gd name="connsiteY9" fmla="*/ 598693 h 880167"/>
                  <a:gd name="connsiteX10" fmla="*/ 268694 w 1649236"/>
                  <a:gd name="connsiteY10" fmla="*/ 667198 h 880167"/>
                  <a:gd name="connsiteX11" fmla="*/ 334221 w 1649236"/>
                  <a:gd name="connsiteY11" fmla="*/ 720811 h 880167"/>
                  <a:gd name="connsiteX12" fmla="*/ 411662 w 1649236"/>
                  <a:gd name="connsiteY12" fmla="*/ 771446 h 880167"/>
                  <a:gd name="connsiteX13" fmla="*/ 468253 w 1649236"/>
                  <a:gd name="connsiteY13" fmla="*/ 798252 h 880167"/>
                  <a:gd name="connsiteX14" fmla="*/ 560587 w 1649236"/>
                  <a:gd name="connsiteY14" fmla="*/ 836973 h 880167"/>
                  <a:gd name="connsiteX15" fmla="*/ 670791 w 1649236"/>
                  <a:gd name="connsiteY15" fmla="*/ 866758 h 880167"/>
                  <a:gd name="connsiteX16" fmla="*/ 783227 w 1649236"/>
                  <a:gd name="connsiteY16" fmla="*/ 877923 h 880167"/>
                  <a:gd name="connsiteX17" fmla="*/ 865862 w 1649236"/>
                  <a:gd name="connsiteY17" fmla="*/ 880167 h 880167"/>
                  <a:gd name="connsiteX18" fmla="*/ 968642 w 1649236"/>
                  <a:gd name="connsiteY18" fmla="*/ 863779 h 880167"/>
                  <a:gd name="connsiteX19" fmla="*/ 1070644 w 1649236"/>
                  <a:gd name="connsiteY19" fmla="*/ 835476 h 880167"/>
                  <a:gd name="connsiteX20" fmla="*/ 1212879 w 1649236"/>
                  <a:gd name="connsiteY20" fmla="*/ 783360 h 880167"/>
                  <a:gd name="connsiteX21" fmla="*/ 1332019 w 1649236"/>
                  <a:gd name="connsiteY21" fmla="*/ 708897 h 880167"/>
                  <a:gd name="connsiteX22" fmla="*/ 1399776 w 1649236"/>
                  <a:gd name="connsiteY22" fmla="*/ 641126 h 880167"/>
                  <a:gd name="connsiteX23" fmla="*/ 1480944 w 1649236"/>
                  <a:gd name="connsiteY23" fmla="*/ 556994 h 880167"/>
                  <a:gd name="connsiteX24" fmla="*/ 1538269 w 1649236"/>
                  <a:gd name="connsiteY24" fmla="*/ 474330 h 880167"/>
                  <a:gd name="connsiteX25" fmla="*/ 1611998 w 1649236"/>
                  <a:gd name="connsiteY25" fmla="*/ 318714 h 880167"/>
                  <a:gd name="connsiteX26" fmla="*/ 1632833 w 1649236"/>
                  <a:gd name="connsiteY26" fmla="*/ 208509 h 880167"/>
                  <a:gd name="connsiteX27" fmla="*/ 1649236 w 1649236"/>
                  <a:gd name="connsiteY27" fmla="*/ 75944 h 880167"/>
                  <a:gd name="connsiteX28" fmla="*/ 1600084 w 1649236"/>
                  <a:gd name="connsiteY28" fmla="*/ 166810 h 880167"/>
                  <a:gd name="connsiteX29" fmla="*/ 1555406 w 1649236"/>
                  <a:gd name="connsiteY29" fmla="*/ 208509 h 880167"/>
                  <a:gd name="connsiteX30" fmla="*/ 1454137 w 1649236"/>
                  <a:gd name="connsiteY30" fmla="*/ 277015 h 880167"/>
                  <a:gd name="connsiteX31" fmla="*/ 1248621 w 1649236"/>
                  <a:gd name="connsiteY31" fmla="*/ 345520 h 880167"/>
                  <a:gd name="connsiteX32" fmla="*/ 1087782 w 1649236"/>
                  <a:gd name="connsiteY32" fmla="*/ 390198 h 880167"/>
                  <a:gd name="connsiteX33" fmla="*/ 780996 w 1649236"/>
                  <a:gd name="connsiteY33" fmla="*/ 408069 h 880167"/>
                  <a:gd name="connsiteX34" fmla="*/ 581436 w 1649236"/>
                  <a:gd name="connsiteY34" fmla="*/ 399133 h 880167"/>
                  <a:gd name="connsiteX35" fmla="*/ 477189 w 1649236"/>
                  <a:gd name="connsiteY35" fmla="*/ 369348 h 880167"/>
                  <a:gd name="connsiteX36" fmla="*/ 244866 w 1649236"/>
                  <a:gd name="connsiteY36" fmla="*/ 303821 h 880167"/>
                  <a:gd name="connsiteX37" fmla="*/ 95941 w 1649236"/>
                  <a:gd name="connsiteY37" fmla="*/ 199574 h 880167"/>
                  <a:gd name="connsiteX38" fmla="*/ 21478 w 1649236"/>
                  <a:gd name="connsiteY38" fmla="*/ 89369 h 880167"/>
                  <a:gd name="connsiteX39" fmla="*/ 8091 w 1649236"/>
                  <a:gd name="connsiteY39" fmla="*/ 0 h 880167"/>
                  <a:gd name="connsiteX0" fmla="*/ 8091 w 1639076"/>
                  <a:gd name="connsiteY0" fmla="*/ 0 h 880167"/>
                  <a:gd name="connsiteX1" fmla="*/ 99 w 1639076"/>
                  <a:gd name="connsiteY1" fmla="*/ 83669 h 880167"/>
                  <a:gd name="connsiteX2" fmla="*/ 976 w 1639076"/>
                  <a:gd name="connsiteY2" fmla="*/ 158661 h 880167"/>
                  <a:gd name="connsiteX3" fmla="*/ 9473 w 1639076"/>
                  <a:gd name="connsiteY3" fmla="*/ 199574 h 880167"/>
                  <a:gd name="connsiteX4" fmla="*/ 15869 w 1639076"/>
                  <a:gd name="connsiteY4" fmla="*/ 255288 h 880167"/>
                  <a:gd name="connsiteX5" fmla="*/ 36371 w 1639076"/>
                  <a:gd name="connsiteY5" fmla="*/ 345520 h 880167"/>
                  <a:gd name="connsiteX6" fmla="*/ 66156 w 1639076"/>
                  <a:gd name="connsiteY6" fmla="*/ 411047 h 880167"/>
                  <a:gd name="connsiteX7" fmla="*/ 92962 w 1639076"/>
                  <a:gd name="connsiteY7" fmla="*/ 452746 h 880167"/>
                  <a:gd name="connsiteX8" fmla="*/ 140618 w 1639076"/>
                  <a:gd name="connsiteY8" fmla="*/ 539123 h 880167"/>
                  <a:gd name="connsiteX9" fmla="*/ 185296 w 1639076"/>
                  <a:gd name="connsiteY9" fmla="*/ 598693 h 880167"/>
                  <a:gd name="connsiteX10" fmla="*/ 268694 w 1639076"/>
                  <a:gd name="connsiteY10" fmla="*/ 667198 h 880167"/>
                  <a:gd name="connsiteX11" fmla="*/ 334221 w 1639076"/>
                  <a:gd name="connsiteY11" fmla="*/ 720811 h 880167"/>
                  <a:gd name="connsiteX12" fmla="*/ 411662 w 1639076"/>
                  <a:gd name="connsiteY12" fmla="*/ 771446 h 880167"/>
                  <a:gd name="connsiteX13" fmla="*/ 468253 w 1639076"/>
                  <a:gd name="connsiteY13" fmla="*/ 798252 h 880167"/>
                  <a:gd name="connsiteX14" fmla="*/ 560587 w 1639076"/>
                  <a:gd name="connsiteY14" fmla="*/ 836973 h 880167"/>
                  <a:gd name="connsiteX15" fmla="*/ 670791 w 1639076"/>
                  <a:gd name="connsiteY15" fmla="*/ 866758 h 880167"/>
                  <a:gd name="connsiteX16" fmla="*/ 783227 w 1639076"/>
                  <a:gd name="connsiteY16" fmla="*/ 877923 h 880167"/>
                  <a:gd name="connsiteX17" fmla="*/ 865862 w 1639076"/>
                  <a:gd name="connsiteY17" fmla="*/ 880167 h 880167"/>
                  <a:gd name="connsiteX18" fmla="*/ 968642 w 1639076"/>
                  <a:gd name="connsiteY18" fmla="*/ 863779 h 880167"/>
                  <a:gd name="connsiteX19" fmla="*/ 1070644 w 1639076"/>
                  <a:gd name="connsiteY19" fmla="*/ 835476 h 880167"/>
                  <a:gd name="connsiteX20" fmla="*/ 1212879 w 1639076"/>
                  <a:gd name="connsiteY20" fmla="*/ 783360 h 880167"/>
                  <a:gd name="connsiteX21" fmla="*/ 1332019 w 1639076"/>
                  <a:gd name="connsiteY21" fmla="*/ 708897 h 880167"/>
                  <a:gd name="connsiteX22" fmla="*/ 1399776 w 1639076"/>
                  <a:gd name="connsiteY22" fmla="*/ 641126 h 880167"/>
                  <a:gd name="connsiteX23" fmla="*/ 1480944 w 1639076"/>
                  <a:gd name="connsiteY23" fmla="*/ 556994 h 880167"/>
                  <a:gd name="connsiteX24" fmla="*/ 1538269 w 1639076"/>
                  <a:gd name="connsiteY24" fmla="*/ 474330 h 880167"/>
                  <a:gd name="connsiteX25" fmla="*/ 1611998 w 1639076"/>
                  <a:gd name="connsiteY25" fmla="*/ 318714 h 880167"/>
                  <a:gd name="connsiteX26" fmla="*/ 1632833 w 1639076"/>
                  <a:gd name="connsiteY26" fmla="*/ 208509 h 880167"/>
                  <a:gd name="connsiteX27" fmla="*/ 1639076 w 1639076"/>
                  <a:gd name="connsiteY27" fmla="*/ 75944 h 880167"/>
                  <a:gd name="connsiteX28" fmla="*/ 1600084 w 1639076"/>
                  <a:gd name="connsiteY28" fmla="*/ 166810 h 880167"/>
                  <a:gd name="connsiteX29" fmla="*/ 1555406 w 1639076"/>
                  <a:gd name="connsiteY29" fmla="*/ 208509 h 880167"/>
                  <a:gd name="connsiteX30" fmla="*/ 1454137 w 1639076"/>
                  <a:gd name="connsiteY30" fmla="*/ 277015 h 880167"/>
                  <a:gd name="connsiteX31" fmla="*/ 1248621 w 1639076"/>
                  <a:gd name="connsiteY31" fmla="*/ 345520 h 880167"/>
                  <a:gd name="connsiteX32" fmla="*/ 1087782 w 1639076"/>
                  <a:gd name="connsiteY32" fmla="*/ 390198 h 880167"/>
                  <a:gd name="connsiteX33" fmla="*/ 780996 w 1639076"/>
                  <a:gd name="connsiteY33" fmla="*/ 408069 h 880167"/>
                  <a:gd name="connsiteX34" fmla="*/ 581436 w 1639076"/>
                  <a:gd name="connsiteY34" fmla="*/ 399133 h 880167"/>
                  <a:gd name="connsiteX35" fmla="*/ 477189 w 1639076"/>
                  <a:gd name="connsiteY35" fmla="*/ 369348 h 880167"/>
                  <a:gd name="connsiteX36" fmla="*/ 244866 w 1639076"/>
                  <a:gd name="connsiteY36" fmla="*/ 303821 h 880167"/>
                  <a:gd name="connsiteX37" fmla="*/ 95941 w 1639076"/>
                  <a:gd name="connsiteY37" fmla="*/ 199574 h 880167"/>
                  <a:gd name="connsiteX38" fmla="*/ 21478 w 1639076"/>
                  <a:gd name="connsiteY38" fmla="*/ 89369 h 880167"/>
                  <a:gd name="connsiteX39" fmla="*/ 8091 w 1639076"/>
                  <a:gd name="connsiteY39" fmla="*/ 0 h 880167"/>
                  <a:gd name="connsiteX0" fmla="*/ 8091 w 1646696"/>
                  <a:gd name="connsiteY0" fmla="*/ 0 h 880167"/>
                  <a:gd name="connsiteX1" fmla="*/ 99 w 1646696"/>
                  <a:gd name="connsiteY1" fmla="*/ 83669 h 880167"/>
                  <a:gd name="connsiteX2" fmla="*/ 976 w 1646696"/>
                  <a:gd name="connsiteY2" fmla="*/ 158661 h 880167"/>
                  <a:gd name="connsiteX3" fmla="*/ 9473 w 1646696"/>
                  <a:gd name="connsiteY3" fmla="*/ 199574 h 880167"/>
                  <a:gd name="connsiteX4" fmla="*/ 15869 w 1646696"/>
                  <a:gd name="connsiteY4" fmla="*/ 255288 h 880167"/>
                  <a:gd name="connsiteX5" fmla="*/ 36371 w 1646696"/>
                  <a:gd name="connsiteY5" fmla="*/ 345520 h 880167"/>
                  <a:gd name="connsiteX6" fmla="*/ 66156 w 1646696"/>
                  <a:gd name="connsiteY6" fmla="*/ 411047 h 880167"/>
                  <a:gd name="connsiteX7" fmla="*/ 92962 w 1646696"/>
                  <a:gd name="connsiteY7" fmla="*/ 452746 h 880167"/>
                  <a:gd name="connsiteX8" fmla="*/ 140618 w 1646696"/>
                  <a:gd name="connsiteY8" fmla="*/ 539123 h 880167"/>
                  <a:gd name="connsiteX9" fmla="*/ 185296 w 1646696"/>
                  <a:gd name="connsiteY9" fmla="*/ 598693 h 880167"/>
                  <a:gd name="connsiteX10" fmla="*/ 268694 w 1646696"/>
                  <a:gd name="connsiteY10" fmla="*/ 667198 h 880167"/>
                  <a:gd name="connsiteX11" fmla="*/ 334221 w 1646696"/>
                  <a:gd name="connsiteY11" fmla="*/ 720811 h 880167"/>
                  <a:gd name="connsiteX12" fmla="*/ 411662 w 1646696"/>
                  <a:gd name="connsiteY12" fmla="*/ 771446 h 880167"/>
                  <a:gd name="connsiteX13" fmla="*/ 468253 w 1646696"/>
                  <a:gd name="connsiteY13" fmla="*/ 798252 h 880167"/>
                  <a:gd name="connsiteX14" fmla="*/ 560587 w 1646696"/>
                  <a:gd name="connsiteY14" fmla="*/ 836973 h 880167"/>
                  <a:gd name="connsiteX15" fmla="*/ 670791 w 1646696"/>
                  <a:gd name="connsiteY15" fmla="*/ 866758 h 880167"/>
                  <a:gd name="connsiteX16" fmla="*/ 783227 w 1646696"/>
                  <a:gd name="connsiteY16" fmla="*/ 877923 h 880167"/>
                  <a:gd name="connsiteX17" fmla="*/ 865862 w 1646696"/>
                  <a:gd name="connsiteY17" fmla="*/ 880167 h 880167"/>
                  <a:gd name="connsiteX18" fmla="*/ 968642 w 1646696"/>
                  <a:gd name="connsiteY18" fmla="*/ 863779 h 880167"/>
                  <a:gd name="connsiteX19" fmla="*/ 1070644 w 1646696"/>
                  <a:gd name="connsiteY19" fmla="*/ 835476 h 880167"/>
                  <a:gd name="connsiteX20" fmla="*/ 1212879 w 1646696"/>
                  <a:gd name="connsiteY20" fmla="*/ 783360 h 880167"/>
                  <a:gd name="connsiteX21" fmla="*/ 1332019 w 1646696"/>
                  <a:gd name="connsiteY21" fmla="*/ 708897 h 880167"/>
                  <a:gd name="connsiteX22" fmla="*/ 1399776 w 1646696"/>
                  <a:gd name="connsiteY22" fmla="*/ 641126 h 880167"/>
                  <a:gd name="connsiteX23" fmla="*/ 1480944 w 1646696"/>
                  <a:gd name="connsiteY23" fmla="*/ 556994 h 880167"/>
                  <a:gd name="connsiteX24" fmla="*/ 1538269 w 1646696"/>
                  <a:gd name="connsiteY24" fmla="*/ 474330 h 880167"/>
                  <a:gd name="connsiteX25" fmla="*/ 1611998 w 1646696"/>
                  <a:gd name="connsiteY25" fmla="*/ 318714 h 880167"/>
                  <a:gd name="connsiteX26" fmla="*/ 1632833 w 1646696"/>
                  <a:gd name="connsiteY26" fmla="*/ 208509 h 880167"/>
                  <a:gd name="connsiteX27" fmla="*/ 1646696 w 1646696"/>
                  <a:gd name="connsiteY27" fmla="*/ 78484 h 880167"/>
                  <a:gd name="connsiteX28" fmla="*/ 1600084 w 1646696"/>
                  <a:gd name="connsiteY28" fmla="*/ 166810 h 880167"/>
                  <a:gd name="connsiteX29" fmla="*/ 1555406 w 1646696"/>
                  <a:gd name="connsiteY29" fmla="*/ 208509 h 880167"/>
                  <a:gd name="connsiteX30" fmla="*/ 1454137 w 1646696"/>
                  <a:gd name="connsiteY30" fmla="*/ 277015 h 880167"/>
                  <a:gd name="connsiteX31" fmla="*/ 1248621 w 1646696"/>
                  <a:gd name="connsiteY31" fmla="*/ 345520 h 880167"/>
                  <a:gd name="connsiteX32" fmla="*/ 1087782 w 1646696"/>
                  <a:gd name="connsiteY32" fmla="*/ 390198 h 880167"/>
                  <a:gd name="connsiteX33" fmla="*/ 780996 w 1646696"/>
                  <a:gd name="connsiteY33" fmla="*/ 408069 h 880167"/>
                  <a:gd name="connsiteX34" fmla="*/ 581436 w 1646696"/>
                  <a:gd name="connsiteY34" fmla="*/ 399133 h 880167"/>
                  <a:gd name="connsiteX35" fmla="*/ 477189 w 1646696"/>
                  <a:gd name="connsiteY35" fmla="*/ 369348 h 880167"/>
                  <a:gd name="connsiteX36" fmla="*/ 244866 w 1646696"/>
                  <a:gd name="connsiteY36" fmla="*/ 303821 h 880167"/>
                  <a:gd name="connsiteX37" fmla="*/ 95941 w 1646696"/>
                  <a:gd name="connsiteY37" fmla="*/ 199574 h 880167"/>
                  <a:gd name="connsiteX38" fmla="*/ 21478 w 1646696"/>
                  <a:gd name="connsiteY38" fmla="*/ 89369 h 880167"/>
                  <a:gd name="connsiteX39" fmla="*/ 8091 w 1646696"/>
                  <a:gd name="connsiteY39" fmla="*/ 0 h 880167"/>
                  <a:gd name="connsiteX0" fmla="*/ 8091 w 1639076"/>
                  <a:gd name="connsiteY0" fmla="*/ 0 h 880167"/>
                  <a:gd name="connsiteX1" fmla="*/ 99 w 1639076"/>
                  <a:gd name="connsiteY1" fmla="*/ 83669 h 880167"/>
                  <a:gd name="connsiteX2" fmla="*/ 976 w 1639076"/>
                  <a:gd name="connsiteY2" fmla="*/ 158661 h 880167"/>
                  <a:gd name="connsiteX3" fmla="*/ 9473 w 1639076"/>
                  <a:gd name="connsiteY3" fmla="*/ 199574 h 880167"/>
                  <a:gd name="connsiteX4" fmla="*/ 15869 w 1639076"/>
                  <a:gd name="connsiteY4" fmla="*/ 255288 h 880167"/>
                  <a:gd name="connsiteX5" fmla="*/ 36371 w 1639076"/>
                  <a:gd name="connsiteY5" fmla="*/ 345520 h 880167"/>
                  <a:gd name="connsiteX6" fmla="*/ 66156 w 1639076"/>
                  <a:gd name="connsiteY6" fmla="*/ 411047 h 880167"/>
                  <a:gd name="connsiteX7" fmla="*/ 92962 w 1639076"/>
                  <a:gd name="connsiteY7" fmla="*/ 452746 h 880167"/>
                  <a:gd name="connsiteX8" fmla="*/ 140618 w 1639076"/>
                  <a:gd name="connsiteY8" fmla="*/ 539123 h 880167"/>
                  <a:gd name="connsiteX9" fmla="*/ 185296 w 1639076"/>
                  <a:gd name="connsiteY9" fmla="*/ 598693 h 880167"/>
                  <a:gd name="connsiteX10" fmla="*/ 268694 w 1639076"/>
                  <a:gd name="connsiteY10" fmla="*/ 667198 h 880167"/>
                  <a:gd name="connsiteX11" fmla="*/ 334221 w 1639076"/>
                  <a:gd name="connsiteY11" fmla="*/ 720811 h 880167"/>
                  <a:gd name="connsiteX12" fmla="*/ 411662 w 1639076"/>
                  <a:gd name="connsiteY12" fmla="*/ 771446 h 880167"/>
                  <a:gd name="connsiteX13" fmla="*/ 468253 w 1639076"/>
                  <a:gd name="connsiteY13" fmla="*/ 798252 h 880167"/>
                  <a:gd name="connsiteX14" fmla="*/ 560587 w 1639076"/>
                  <a:gd name="connsiteY14" fmla="*/ 836973 h 880167"/>
                  <a:gd name="connsiteX15" fmla="*/ 670791 w 1639076"/>
                  <a:gd name="connsiteY15" fmla="*/ 866758 h 880167"/>
                  <a:gd name="connsiteX16" fmla="*/ 783227 w 1639076"/>
                  <a:gd name="connsiteY16" fmla="*/ 877923 h 880167"/>
                  <a:gd name="connsiteX17" fmla="*/ 865862 w 1639076"/>
                  <a:gd name="connsiteY17" fmla="*/ 880167 h 880167"/>
                  <a:gd name="connsiteX18" fmla="*/ 968642 w 1639076"/>
                  <a:gd name="connsiteY18" fmla="*/ 863779 h 880167"/>
                  <a:gd name="connsiteX19" fmla="*/ 1070644 w 1639076"/>
                  <a:gd name="connsiteY19" fmla="*/ 835476 h 880167"/>
                  <a:gd name="connsiteX20" fmla="*/ 1212879 w 1639076"/>
                  <a:gd name="connsiteY20" fmla="*/ 783360 h 880167"/>
                  <a:gd name="connsiteX21" fmla="*/ 1332019 w 1639076"/>
                  <a:gd name="connsiteY21" fmla="*/ 708897 h 880167"/>
                  <a:gd name="connsiteX22" fmla="*/ 1399776 w 1639076"/>
                  <a:gd name="connsiteY22" fmla="*/ 641126 h 880167"/>
                  <a:gd name="connsiteX23" fmla="*/ 1480944 w 1639076"/>
                  <a:gd name="connsiteY23" fmla="*/ 556994 h 880167"/>
                  <a:gd name="connsiteX24" fmla="*/ 1538269 w 1639076"/>
                  <a:gd name="connsiteY24" fmla="*/ 474330 h 880167"/>
                  <a:gd name="connsiteX25" fmla="*/ 1611998 w 1639076"/>
                  <a:gd name="connsiteY25" fmla="*/ 318714 h 880167"/>
                  <a:gd name="connsiteX26" fmla="*/ 1632833 w 1639076"/>
                  <a:gd name="connsiteY26" fmla="*/ 208509 h 880167"/>
                  <a:gd name="connsiteX27" fmla="*/ 1639076 w 1639076"/>
                  <a:gd name="connsiteY27" fmla="*/ 83564 h 880167"/>
                  <a:gd name="connsiteX28" fmla="*/ 1600084 w 1639076"/>
                  <a:gd name="connsiteY28" fmla="*/ 166810 h 880167"/>
                  <a:gd name="connsiteX29" fmla="*/ 1555406 w 1639076"/>
                  <a:gd name="connsiteY29" fmla="*/ 208509 h 880167"/>
                  <a:gd name="connsiteX30" fmla="*/ 1454137 w 1639076"/>
                  <a:gd name="connsiteY30" fmla="*/ 277015 h 880167"/>
                  <a:gd name="connsiteX31" fmla="*/ 1248621 w 1639076"/>
                  <a:gd name="connsiteY31" fmla="*/ 345520 h 880167"/>
                  <a:gd name="connsiteX32" fmla="*/ 1087782 w 1639076"/>
                  <a:gd name="connsiteY32" fmla="*/ 390198 h 880167"/>
                  <a:gd name="connsiteX33" fmla="*/ 780996 w 1639076"/>
                  <a:gd name="connsiteY33" fmla="*/ 408069 h 880167"/>
                  <a:gd name="connsiteX34" fmla="*/ 581436 w 1639076"/>
                  <a:gd name="connsiteY34" fmla="*/ 399133 h 880167"/>
                  <a:gd name="connsiteX35" fmla="*/ 477189 w 1639076"/>
                  <a:gd name="connsiteY35" fmla="*/ 369348 h 880167"/>
                  <a:gd name="connsiteX36" fmla="*/ 244866 w 1639076"/>
                  <a:gd name="connsiteY36" fmla="*/ 303821 h 880167"/>
                  <a:gd name="connsiteX37" fmla="*/ 95941 w 1639076"/>
                  <a:gd name="connsiteY37" fmla="*/ 199574 h 880167"/>
                  <a:gd name="connsiteX38" fmla="*/ 21478 w 1639076"/>
                  <a:gd name="connsiteY38" fmla="*/ 89369 h 880167"/>
                  <a:gd name="connsiteX39" fmla="*/ 8091 w 1639076"/>
                  <a:gd name="connsiteY39" fmla="*/ 0 h 880167"/>
                  <a:gd name="connsiteX0" fmla="*/ 8091 w 1639799"/>
                  <a:gd name="connsiteY0" fmla="*/ 0 h 880167"/>
                  <a:gd name="connsiteX1" fmla="*/ 99 w 1639799"/>
                  <a:gd name="connsiteY1" fmla="*/ 83669 h 880167"/>
                  <a:gd name="connsiteX2" fmla="*/ 976 w 1639799"/>
                  <a:gd name="connsiteY2" fmla="*/ 158661 h 880167"/>
                  <a:gd name="connsiteX3" fmla="*/ 9473 w 1639799"/>
                  <a:gd name="connsiteY3" fmla="*/ 199574 h 880167"/>
                  <a:gd name="connsiteX4" fmla="*/ 15869 w 1639799"/>
                  <a:gd name="connsiteY4" fmla="*/ 255288 h 880167"/>
                  <a:gd name="connsiteX5" fmla="*/ 36371 w 1639799"/>
                  <a:gd name="connsiteY5" fmla="*/ 345520 h 880167"/>
                  <a:gd name="connsiteX6" fmla="*/ 66156 w 1639799"/>
                  <a:gd name="connsiteY6" fmla="*/ 411047 h 880167"/>
                  <a:gd name="connsiteX7" fmla="*/ 92962 w 1639799"/>
                  <a:gd name="connsiteY7" fmla="*/ 452746 h 880167"/>
                  <a:gd name="connsiteX8" fmla="*/ 140618 w 1639799"/>
                  <a:gd name="connsiteY8" fmla="*/ 539123 h 880167"/>
                  <a:gd name="connsiteX9" fmla="*/ 185296 w 1639799"/>
                  <a:gd name="connsiteY9" fmla="*/ 598693 h 880167"/>
                  <a:gd name="connsiteX10" fmla="*/ 268694 w 1639799"/>
                  <a:gd name="connsiteY10" fmla="*/ 667198 h 880167"/>
                  <a:gd name="connsiteX11" fmla="*/ 334221 w 1639799"/>
                  <a:gd name="connsiteY11" fmla="*/ 720811 h 880167"/>
                  <a:gd name="connsiteX12" fmla="*/ 411662 w 1639799"/>
                  <a:gd name="connsiteY12" fmla="*/ 771446 h 880167"/>
                  <a:gd name="connsiteX13" fmla="*/ 468253 w 1639799"/>
                  <a:gd name="connsiteY13" fmla="*/ 798252 h 880167"/>
                  <a:gd name="connsiteX14" fmla="*/ 560587 w 1639799"/>
                  <a:gd name="connsiteY14" fmla="*/ 836973 h 880167"/>
                  <a:gd name="connsiteX15" fmla="*/ 670791 w 1639799"/>
                  <a:gd name="connsiteY15" fmla="*/ 866758 h 880167"/>
                  <a:gd name="connsiteX16" fmla="*/ 783227 w 1639799"/>
                  <a:gd name="connsiteY16" fmla="*/ 877923 h 880167"/>
                  <a:gd name="connsiteX17" fmla="*/ 865862 w 1639799"/>
                  <a:gd name="connsiteY17" fmla="*/ 880167 h 880167"/>
                  <a:gd name="connsiteX18" fmla="*/ 968642 w 1639799"/>
                  <a:gd name="connsiteY18" fmla="*/ 863779 h 880167"/>
                  <a:gd name="connsiteX19" fmla="*/ 1070644 w 1639799"/>
                  <a:gd name="connsiteY19" fmla="*/ 835476 h 880167"/>
                  <a:gd name="connsiteX20" fmla="*/ 1212879 w 1639799"/>
                  <a:gd name="connsiteY20" fmla="*/ 783360 h 880167"/>
                  <a:gd name="connsiteX21" fmla="*/ 1332019 w 1639799"/>
                  <a:gd name="connsiteY21" fmla="*/ 708897 h 880167"/>
                  <a:gd name="connsiteX22" fmla="*/ 1399776 w 1639799"/>
                  <a:gd name="connsiteY22" fmla="*/ 641126 h 880167"/>
                  <a:gd name="connsiteX23" fmla="*/ 1480944 w 1639799"/>
                  <a:gd name="connsiteY23" fmla="*/ 556994 h 880167"/>
                  <a:gd name="connsiteX24" fmla="*/ 1538269 w 1639799"/>
                  <a:gd name="connsiteY24" fmla="*/ 474330 h 880167"/>
                  <a:gd name="connsiteX25" fmla="*/ 1611998 w 1639799"/>
                  <a:gd name="connsiteY25" fmla="*/ 318714 h 880167"/>
                  <a:gd name="connsiteX26" fmla="*/ 1632833 w 1639799"/>
                  <a:gd name="connsiteY26" fmla="*/ 208509 h 880167"/>
                  <a:gd name="connsiteX27" fmla="*/ 1639076 w 1639799"/>
                  <a:gd name="connsiteY27" fmla="*/ 83564 h 880167"/>
                  <a:gd name="connsiteX28" fmla="*/ 1600084 w 1639799"/>
                  <a:gd name="connsiteY28" fmla="*/ 166810 h 880167"/>
                  <a:gd name="connsiteX29" fmla="*/ 1555406 w 1639799"/>
                  <a:gd name="connsiteY29" fmla="*/ 208509 h 880167"/>
                  <a:gd name="connsiteX30" fmla="*/ 1454137 w 1639799"/>
                  <a:gd name="connsiteY30" fmla="*/ 277015 h 880167"/>
                  <a:gd name="connsiteX31" fmla="*/ 1248621 w 1639799"/>
                  <a:gd name="connsiteY31" fmla="*/ 345520 h 880167"/>
                  <a:gd name="connsiteX32" fmla="*/ 1087782 w 1639799"/>
                  <a:gd name="connsiteY32" fmla="*/ 390198 h 880167"/>
                  <a:gd name="connsiteX33" fmla="*/ 780996 w 1639799"/>
                  <a:gd name="connsiteY33" fmla="*/ 408069 h 880167"/>
                  <a:gd name="connsiteX34" fmla="*/ 581436 w 1639799"/>
                  <a:gd name="connsiteY34" fmla="*/ 399133 h 880167"/>
                  <a:gd name="connsiteX35" fmla="*/ 477189 w 1639799"/>
                  <a:gd name="connsiteY35" fmla="*/ 369348 h 880167"/>
                  <a:gd name="connsiteX36" fmla="*/ 244866 w 1639799"/>
                  <a:gd name="connsiteY36" fmla="*/ 303821 h 880167"/>
                  <a:gd name="connsiteX37" fmla="*/ 95941 w 1639799"/>
                  <a:gd name="connsiteY37" fmla="*/ 199574 h 880167"/>
                  <a:gd name="connsiteX38" fmla="*/ 21478 w 1639799"/>
                  <a:gd name="connsiteY38" fmla="*/ 89369 h 880167"/>
                  <a:gd name="connsiteX39" fmla="*/ 8091 w 1639799"/>
                  <a:gd name="connsiteY39" fmla="*/ 0 h 880167"/>
                  <a:gd name="connsiteX0" fmla="*/ 8091 w 1647095"/>
                  <a:gd name="connsiteY0" fmla="*/ 0 h 880167"/>
                  <a:gd name="connsiteX1" fmla="*/ 99 w 1647095"/>
                  <a:gd name="connsiteY1" fmla="*/ 83669 h 880167"/>
                  <a:gd name="connsiteX2" fmla="*/ 976 w 1647095"/>
                  <a:gd name="connsiteY2" fmla="*/ 158661 h 880167"/>
                  <a:gd name="connsiteX3" fmla="*/ 9473 w 1647095"/>
                  <a:gd name="connsiteY3" fmla="*/ 199574 h 880167"/>
                  <a:gd name="connsiteX4" fmla="*/ 15869 w 1647095"/>
                  <a:gd name="connsiteY4" fmla="*/ 255288 h 880167"/>
                  <a:gd name="connsiteX5" fmla="*/ 36371 w 1647095"/>
                  <a:gd name="connsiteY5" fmla="*/ 345520 h 880167"/>
                  <a:gd name="connsiteX6" fmla="*/ 66156 w 1647095"/>
                  <a:gd name="connsiteY6" fmla="*/ 411047 h 880167"/>
                  <a:gd name="connsiteX7" fmla="*/ 92962 w 1647095"/>
                  <a:gd name="connsiteY7" fmla="*/ 452746 h 880167"/>
                  <a:gd name="connsiteX8" fmla="*/ 140618 w 1647095"/>
                  <a:gd name="connsiteY8" fmla="*/ 539123 h 880167"/>
                  <a:gd name="connsiteX9" fmla="*/ 185296 w 1647095"/>
                  <a:gd name="connsiteY9" fmla="*/ 598693 h 880167"/>
                  <a:gd name="connsiteX10" fmla="*/ 268694 w 1647095"/>
                  <a:gd name="connsiteY10" fmla="*/ 667198 h 880167"/>
                  <a:gd name="connsiteX11" fmla="*/ 334221 w 1647095"/>
                  <a:gd name="connsiteY11" fmla="*/ 720811 h 880167"/>
                  <a:gd name="connsiteX12" fmla="*/ 411662 w 1647095"/>
                  <a:gd name="connsiteY12" fmla="*/ 771446 h 880167"/>
                  <a:gd name="connsiteX13" fmla="*/ 468253 w 1647095"/>
                  <a:gd name="connsiteY13" fmla="*/ 798252 h 880167"/>
                  <a:gd name="connsiteX14" fmla="*/ 560587 w 1647095"/>
                  <a:gd name="connsiteY14" fmla="*/ 836973 h 880167"/>
                  <a:gd name="connsiteX15" fmla="*/ 670791 w 1647095"/>
                  <a:gd name="connsiteY15" fmla="*/ 866758 h 880167"/>
                  <a:gd name="connsiteX16" fmla="*/ 783227 w 1647095"/>
                  <a:gd name="connsiteY16" fmla="*/ 877923 h 880167"/>
                  <a:gd name="connsiteX17" fmla="*/ 865862 w 1647095"/>
                  <a:gd name="connsiteY17" fmla="*/ 880167 h 880167"/>
                  <a:gd name="connsiteX18" fmla="*/ 968642 w 1647095"/>
                  <a:gd name="connsiteY18" fmla="*/ 863779 h 880167"/>
                  <a:gd name="connsiteX19" fmla="*/ 1070644 w 1647095"/>
                  <a:gd name="connsiteY19" fmla="*/ 835476 h 880167"/>
                  <a:gd name="connsiteX20" fmla="*/ 1212879 w 1647095"/>
                  <a:gd name="connsiteY20" fmla="*/ 783360 h 880167"/>
                  <a:gd name="connsiteX21" fmla="*/ 1332019 w 1647095"/>
                  <a:gd name="connsiteY21" fmla="*/ 708897 h 880167"/>
                  <a:gd name="connsiteX22" fmla="*/ 1399776 w 1647095"/>
                  <a:gd name="connsiteY22" fmla="*/ 641126 h 880167"/>
                  <a:gd name="connsiteX23" fmla="*/ 1480944 w 1647095"/>
                  <a:gd name="connsiteY23" fmla="*/ 556994 h 880167"/>
                  <a:gd name="connsiteX24" fmla="*/ 1538269 w 1647095"/>
                  <a:gd name="connsiteY24" fmla="*/ 474330 h 880167"/>
                  <a:gd name="connsiteX25" fmla="*/ 1611998 w 1647095"/>
                  <a:gd name="connsiteY25" fmla="*/ 318714 h 880167"/>
                  <a:gd name="connsiteX26" fmla="*/ 1632833 w 1647095"/>
                  <a:gd name="connsiteY26" fmla="*/ 208509 h 880167"/>
                  <a:gd name="connsiteX27" fmla="*/ 1646696 w 1647095"/>
                  <a:gd name="connsiteY27" fmla="*/ 83564 h 880167"/>
                  <a:gd name="connsiteX28" fmla="*/ 1600084 w 1647095"/>
                  <a:gd name="connsiteY28" fmla="*/ 166810 h 880167"/>
                  <a:gd name="connsiteX29" fmla="*/ 1555406 w 1647095"/>
                  <a:gd name="connsiteY29" fmla="*/ 208509 h 880167"/>
                  <a:gd name="connsiteX30" fmla="*/ 1454137 w 1647095"/>
                  <a:gd name="connsiteY30" fmla="*/ 277015 h 880167"/>
                  <a:gd name="connsiteX31" fmla="*/ 1248621 w 1647095"/>
                  <a:gd name="connsiteY31" fmla="*/ 345520 h 880167"/>
                  <a:gd name="connsiteX32" fmla="*/ 1087782 w 1647095"/>
                  <a:gd name="connsiteY32" fmla="*/ 390198 h 880167"/>
                  <a:gd name="connsiteX33" fmla="*/ 780996 w 1647095"/>
                  <a:gd name="connsiteY33" fmla="*/ 408069 h 880167"/>
                  <a:gd name="connsiteX34" fmla="*/ 581436 w 1647095"/>
                  <a:gd name="connsiteY34" fmla="*/ 399133 h 880167"/>
                  <a:gd name="connsiteX35" fmla="*/ 477189 w 1647095"/>
                  <a:gd name="connsiteY35" fmla="*/ 369348 h 880167"/>
                  <a:gd name="connsiteX36" fmla="*/ 244866 w 1647095"/>
                  <a:gd name="connsiteY36" fmla="*/ 303821 h 880167"/>
                  <a:gd name="connsiteX37" fmla="*/ 95941 w 1647095"/>
                  <a:gd name="connsiteY37" fmla="*/ 199574 h 880167"/>
                  <a:gd name="connsiteX38" fmla="*/ 21478 w 1647095"/>
                  <a:gd name="connsiteY38" fmla="*/ 89369 h 880167"/>
                  <a:gd name="connsiteX39" fmla="*/ 8091 w 1647095"/>
                  <a:gd name="connsiteY39" fmla="*/ 0 h 880167"/>
                  <a:gd name="connsiteX0" fmla="*/ 8091 w 1646696"/>
                  <a:gd name="connsiteY0" fmla="*/ 0 h 880167"/>
                  <a:gd name="connsiteX1" fmla="*/ 99 w 1646696"/>
                  <a:gd name="connsiteY1" fmla="*/ 83669 h 880167"/>
                  <a:gd name="connsiteX2" fmla="*/ 976 w 1646696"/>
                  <a:gd name="connsiteY2" fmla="*/ 158661 h 880167"/>
                  <a:gd name="connsiteX3" fmla="*/ 9473 w 1646696"/>
                  <a:gd name="connsiteY3" fmla="*/ 199574 h 880167"/>
                  <a:gd name="connsiteX4" fmla="*/ 15869 w 1646696"/>
                  <a:gd name="connsiteY4" fmla="*/ 255288 h 880167"/>
                  <a:gd name="connsiteX5" fmla="*/ 36371 w 1646696"/>
                  <a:gd name="connsiteY5" fmla="*/ 345520 h 880167"/>
                  <a:gd name="connsiteX6" fmla="*/ 66156 w 1646696"/>
                  <a:gd name="connsiteY6" fmla="*/ 411047 h 880167"/>
                  <a:gd name="connsiteX7" fmla="*/ 92962 w 1646696"/>
                  <a:gd name="connsiteY7" fmla="*/ 452746 h 880167"/>
                  <a:gd name="connsiteX8" fmla="*/ 140618 w 1646696"/>
                  <a:gd name="connsiteY8" fmla="*/ 539123 h 880167"/>
                  <a:gd name="connsiteX9" fmla="*/ 185296 w 1646696"/>
                  <a:gd name="connsiteY9" fmla="*/ 598693 h 880167"/>
                  <a:gd name="connsiteX10" fmla="*/ 268694 w 1646696"/>
                  <a:gd name="connsiteY10" fmla="*/ 667198 h 880167"/>
                  <a:gd name="connsiteX11" fmla="*/ 334221 w 1646696"/>
                  <a:gd name="connsiteY11" fmla="*/ 720811 h 880167"/>
                  <a:gd name="connsiteX12" fmla="*/ 411662 w 1646696"/>
                  <a:gd name="connsiteY12" fmla="*/ 771446 h 880167"/>
                  <a:gd name="connsiteX13" fmla="*/ 468253 w 1646696"/>
                  <a:gd name="connsiteY13" fmla="*/ 798252 h 880167"/>
                  <a:gd name="connsiteX14" fmla="*/ 560587 w 1646696"/>
                  <a:gd name="connsiteY14" fmla="*/ 836973 h 880167"/>
                  <a:gd name="connsiteX15" fmla="*/ 670791 w 1646696"/>
                  <a:gd name="connsiteY15" fmla="*/ 866758 h 880167"/>
                  <a:gd name="connsiteX16" fmla="*/ 783227 w 1646696"/>
                  <a:gd name="connsiteY16" fmla="*/ 877923 h 880167"/>
                  <a:gd name="connsiteX17" fmla="*/ 865862 w 1646696"/>
                  <a:gd name="connsiteY17" fmla="*/ 880167 h 880167"/>
                  <a:gd name="connsiteX18" fmla="*/ 968642 w 1646696"/>
                  <a:gd name="connsiteY18" fmla="*/ 863779 h 880167"/>
                  <a:gd name="connsiteX19" fmla="*/ 1070644 w 1646696"/>
                  <a:gd name="connsiteY19" fmla="*/ 835476 h 880167"/>
                  <a:gd name="connsiteX20" fmla="*/ 1212879 w 1646696"/>
                  <a:gd name="connsiteY20" fmla="*/ 783360 h 880167"/>
                  <a:gd name="connsiteX21" fmla="*/ 1332019 w 1646696"/>
                  <a:gd name="connsiteY21" fmla="*/ 708897 h 880167"/>
                  <a:gd name="connsiteX22" fmla="*/ 1399776 w 1646696"/>
                  <a:gd name="connsiteY22" fmla="*/ 641126 h 880167"/>
                  <a:gd name="connsiteX23" fmla="*/ 1480944 w 1646696"/>
                  <a:gd name="connsiteY23" fmla="*/ 556994 h 880167"/>
                  <a:gd name="connsiteX24" fmla="*/ 1538269 w 1646696"/>
                  <a:gd name="connsiteY24" fmla="*/ 474330 h 880167"/>
                  <a:gd name="connsiteX25" fmla="*/ 1611998 w 1646696"/>
                  <a:gd name="connsiteY25" fmla="*/ 318714 h 880167"/>
                  <a:gd name="connsiteX26" fmla="*/ 1632833 w 1646696"/>
                  <a:gd name="connsiteY26" fmla="*/ 208509 h 880167"/>
                  <a:gd name="connsiteX27" fmla="*/ 1646696 w 1646696"/>
                  <a:gd name="connsiteY27" fmla="*/ 83564 h 880167"/>
                  <a:gd name="connsiteX28" fmla="*/ 1600084 w 1646696"/>
                  <a:gd name="connsiteY28" fmla="*/ 166810 h 880167"/>
                  <a:gd name="connsiteX29" fmla="*/ 1555406 w 1646696"/>
                  <a:gd name="connsiteY29" fmla="*/ 208509 h 880167"/>
                  <a:gd name="connsiteX30" fmla="*/ 1454137 w 1646696"/>
                  <a:gd name="connsiteY30" fmla="*/ 277015 h 880167"/>
                  <a:gd name="connsiteX31" fmla="*/ 1248621 w 1646696"/>
                  <a:gd name="connsiteY31" fmla="*/ 345520 h 880167"/>
                  <a:gd name="connsiteX32" fmla="*/ 1087782 w 1646696"/>
                  <a:gd name="connsiteY32" fmla="*/ 390198 h 880167"/>
                  <a:gd name="connsiteX33" fmla="*/ 780996 w 1646696"/>
                  <a:gd name="connsiteY33" fmla="*/ 408069 h 880167"/>
                  <a:gd name="connsiteX34" fmla="*/ 581436 w 1646696"/>
                  <a:gd name="connsiteY34" fmla="*/ 399133 h 880167"/>
                  <a:gd name="connsiteX35" fmla="*/ 477189 w 1646696"/>
                  <a:gd name="connsiteY35" fmla="*/ 369348 h 880167"/>
                  <a:gd name="connsiteX36" fmla="*/ 244866 w 1646696"/>
                  <a:gd name="connsiteY36" fmla="*/ 303821 h 880167"/>
                  <a:gd name="connsiteX37" fmla="*/ 95941 w 1646696"/>
                  <a:gd name="connsiteY37" fmla="*/ 199574 h 880167"/>
                  <a:gd name="connsiteX38" fmla="*/ 21478 w 1646696"/>
                  <a:gd name="connsiteY38" fmla="*/ 89369 h 880167"/>
                  <a:gd name="connsiteX39" fmla="*/ 8091 w 1646696"/>
                  <a:gd name="connsiteY39" fmla="*/ 0 h 880167"/>
                  <a:gd name="connsiteX0" fmla="*/ 8091 w 1646696"/>
                  <a:gd name="connsiteY0" fmla="*/ 0 h 880167"/>
                  <a:gd name="connsiteX1" fmla="*/ 99 w 1646696"/>
                  <a:gd name="connsiteY1" fmla="*/ 83669 h 880167"/>
                  <a:gd name="connsiteX2" fmla="*/ 976 w 1646696"/>
                  <a:gd name="connsiteY2" fmla="*/ 158661 h 880167"/>
                  <a:gd name="connsiteX3" fmla="*/ 9473 w 1646696"/>
                  <a:gd name="connsiteY3" fmla="*/ 199574 h 880167"/>
                  <a:gd name="connsiteX4" fmla="*/ 15869 w 1646696"/>
                  <a:gd name="connsiteY4" fmla="*/ 255288 h 880167"/>
                  <a:gd name="connsiteX5" fmla="*/ 36371 w 1646696"/>
                  <a:gd name="connsiteY5" fmla="*/ 345520 h 880167"/>
                  <a:gd name="connsiteX6" fmla="*/ 66156 w 1646696"/>
                  <a:gd name="connsiteY6" fmla="*/ 411047 h 880167"/>
                  <a:gd name="connsiteX7" fmla="*/ 92962 w 1646696"/>
                  <a:gd name="connsiteY7" fmla="*/ 452746 h 880167"/>
                  <a:gd name="connsiteX8" fmla="*/ 140618 w 1646696"/>
                  <a:gd name="connsiteY8" fmla="*/ 539123 h 880167"/>
                  <a:gd name="connsiteX9" fmla="*/ 185296 w 1646696"/>
                  <a:gd name="connsiteY9" fmla="*/ 598693 h 880167"/>
                  <a:gd name="connsiteX10" fmla="*/ 268694 w 1646696"/>
                  <a:gd name="connsiteY10" fmla="*/ 667198 h 880167"/>
                  <a:gd name="connsiteX11" fmla="*/ 334221 w 1646696"/>
                  <a:gd name="connsiteY11" fmla="*/ 720811 h 880167"/>
                  <a:gd name="connsiteX12" fmla="*/ 411662 w 1646696"/>
                  <a:gd name="connsiteY12" fmla="*/ 771446 h 880167"/>
                  <a:gd name="connsiteX13" fmla="*/ 468253 w 1646696"/>
                  <a:gd name="connsiteY13" fmla="*/ 798252 h 880167"/>
                  <a:gd name="connsiteX14" fmla="*/ 560587 w 1646696"/>
                  <a:gd name="connsiteY14" fmla="*/ 836973 h 880167"/>
                  <a:gd name="connsiteX15" fmla="*/ 670791 w 1646696"/>
                  <a:gd name="connsiteY15" fmla="*/ 866758 h 880167"/>
                  <a:gd name="connsiteX16" fmla="*/ 783227 w 1646696"/>
                  <a:gd name="connsiteY16" fmla="*/ 877923 h 880167"/>
                  <a:gd name="connsiteX17" fmla="*/ 865862 w 1646696"/>
                  <a:gd name="connsiteY17" fmla="*/ 880167 h 880167"/>
                  <a:gd name="connsiteX18" fmla="*/ 968642 w 1646696"/>
                  <a:gd name="connsiteY18" fmla="*/ 863779 h 880167"/>
                  <a:gd name="connsiteX19" fmla="*/ 1070644 w 1646696"/>
                  <a:gd name="connsiteY19" fmla="*/ 835476 h 880167"/>
                  <a:gd name="connsiteX20" fmla="*/ 1212879 w 1646696"/>
                  <a:gd name="connsiteY20" fmla="*/ 783360 h 880167"/>
                  <a:gd name="connsiteX21" fmla="*/ 1332019 w 1646696"/>
                  <a:gd name="connsiteY21" fmla="*/ 708897 h 880167"/>
                  <a:gd name="connsiteX22" fmla="*/ 1399776 w 1646696"/>
                  <a:gd name="connsiteY22" fmla="*/ 641126 h 880167"/>
                  <a:gd name="connsiteX23" fmla="*/ 1480944 w 1646696"/>
                  <a:gd name="connsiteY23" fmla="*/ 556994 h 880167"/>
                  <a:gd name="connsiteX24" fmla="*/ 1538269 w 1646696"/>
                  <a:gd name="connsiteY24" fmla="*/ 474330 h 880167"/>
                  <a:gd name="connsiteX25" fmla="*/ 1605834 w 1646696"/>
                  <a:gd name="connsiteY25" fmla="*/ 318714 h 880167"/>
                  <a:gd name="connsiteX26" fmla="*/ 1632833 w 1646696"/>
                  <a:gd name="connsiteY26" fmla="*/ 208509 h 880167"/>
                  <a:gd name="connsiteX27" fmla="*/ 1646696 w 1646696"/>
                  <a:gd name="connsiteY27" fmla="*/ 83564 h 880167"/>
                  <a:gd name="connsiteX28" fmla="*/ 1600084 w 1646696"/>
                  <a:gd name="connsiteY28" fmla="*/ 166810 h 880167"/>
                  <a:gd name="connsiteX29" fmla="*/ 1555406 w 1646696"/>
                  <a:gd name="connsiteY29" fmla="*/ 208509 h 880167"/>
                  <a:gd name="connsiteX30" fmla="*/ 1454137 w 1646696"/>
                  <a:gd name="connsiteY30" fmla="*/ 277015 h 880167"/>
                  <a:gd name="connsiteX31" fmla="*/ 1248621 w 1646696"/>
                  <a:gd name="connsiteY31" fmla="*/ 345520 h 880167"/>
                  <a:gd name="connsiteX32" fmla="*/ 1087782 w 1646696"/>
                  <a:gd name="connsiteY32" fmla="*/ 390198 h 880167"/>
                  <a:gd name="connsiteX33" fmla="*/ 780996 w 1646696"/>
                  <a:gd name="connsiteY33" fmla="*/ 408069 h 880167"/>
                  <a:gd name="connsiteX34" fmla="*/ 581436 w 1646696"/>
                  <a:gd name="connsiteY34" fmla="*/ 399133 h 880167"/>
                  <a:gd name="connsiteX35" fmla="*/ 477189 w 1646696"/>
                  <a:gd name="connsiteY35" fmla="*/ 369348 h 880167"/>
                  <a:gd name="connsiteX36" fmla="*/ 244866 w 1646696"/>
                  <a:gd name="connsiteY36" fmla="*/ 303821 h 880167"/>
                  <a:gd name="connsiteX37" fmla="*/ 95941 w 1646696"/>
                  <a:gd name="connsiteY37" fmla="*/ 199574 h 880167"/>
                  <a:gd name="connsiteX38" fmla="*/ 21478 w 1646696"/>
                  <a:gd name="connsiteY38" fmla="*/ 89369 h 880167"/>
                  <a:gd name="connsiteX39" fmla="*/ 8091 w 1646696"/>
                  <a:gd name="connsiteY39" fmla="*/ 0 h 880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646696" h="880167">
                    <a:moveTo>
                      <a:pt x="8091" y="0"/>
                    </a:moveTo>
                    <a:lnTo>
                      <a:pt x="99" y="83669"/>
                    </a:lnTo>
                    <a:cubicBezTo>
                      <a:pt x="-455" y="114593"/>
                      <a:pt x="1530" y="127737"/>
                      <a:pt x="976" y="158661"/>
                    </a:cubicBezTo>
                    <a:lnTo>
                      <a:pt x="9473" y="199574"/>
                    </a:lnTo>
                    <a:cubicBezTo>
                      <a:pt x="9912" y="214759"/>
                      <a:pt x="15430" y="240103"/>
                      <a:pt x="15869" y="255288"/>
                    </a:cubicBezTo>
                    <a:lnTo>
                      <a:pt x="36371" y="345520"/>
                    </a:lnTo>
                    <a:lnTo>
                      <a:pt x="66156" y="411047"/>
                    </a:lnTo>
                    <a:lnTo>
                      <a:pt x="92962" y="452746"/>
                    </a:lnTo>
                    <a:lnTo>
                      <a:pt x="140618" y="539123"/>
                    </a:lnTo>
                    <a:lnTo>
                      <a:pt x="185296" y="598693"/>
                    </a:lnTo>
                    <a:lnTo>
                      <a:pt x="268694" y="667198"/>
                    </a:lnTo>
                    <a:lnTo>
                      <a:pt x="334221" y="720811"/>
                    </a:lnTo>
                    <a:lnTo>
                      <a:pt x="411662" y="771446"/>
                    </a:lnTo>
                    <a:lnTo>
                      <a:pt x="468253" y="798252"/>
                    </a:lnTo>
                    <a:lnTo>
                      <a:pt x="560587" y="836973"/>
                    </a:lnTo>
                    <a:lnTo>
                      <a:pt x="670791" y="866758"/>
                    </a:lnTo>
                    <a:lnTo>
                      <a:pt x="783227" y="877923"/>
                    </a:lnTo>
                    <a:lnTo>
                      <a:pt x="865862" y="880167"/>
                    </a:lnTo>
                    <a:cubicBezTo>
                      <a:pt x="925399" y="876935"/>
                      <a:pt x="933638" y="871472"/>
                      <a:pt x="968642" y="863779"/>
                    </a:cubicBezTo>
                    <a:lnTo>
                      <a:pt x="1070644" y="835476"/>
                    </a:lnTo>
                    <a:lnTo>
                      <a:pt x="1212879" y="783360"/>
                    </a:lnTo>
                    <a:lnTo>
                      <a:pt x="1332019" y="708897"/>
                    </a:lnTo>
                    <a:lnTo>
                      <a:pt x="1399776" y="641126"/>
                    </a:lnTo>
                    <a:lnTo>
                      <a:pt x="1480944" y="556994"/>
                    </a:lnTo>
                    <a:lnTo>
                      <a:pt x="1538269" y="474330"/>
                    </a:lnTo>
                    <a:lnTo>
                      <a:pt x="1605834" y="318714"/>
                    </a:lnTo>
                    <a:lnTo>
                      <a:pt x="1632833" y="208509"/>
                    </a:lnTo>
                    <a:cubicBezTo>
                      <a:pt x="1634914" y="166861"/>
                      <a:pt x="1642075" y="142992"/>
                      <a:pt x="1646696" y="83564"/>
                    </a:cubicBezTo>
                    <a:lnTo>
                      <a:pt x="1600084" y="166810"/>
                    </a:lnTo>
                    <a:lnTo>
                      <a:pt x="1555406" y="208509"/>
                    </a:lnTo>
                    <a:lnTo>
                      <a:pt x="1454137" y="277015"/>
                    </a:lnTo>
                    <a:lnTo>
                      <a:pt x="1248621" y="345520"/>
                    </a:lnTo>
                    <a:lnTo>
                      <a:pt x="1087782" y="390198"/>
                    </a:lnTo>
                    <a:lnTo>
                      <a:pt x="780996" y="408069"/>
                    </a:lnTo>
                    <a:lnTo>
                      <a:pt x="581436" y="399133"/>
                    </a:lnTo>
                    <a:lnTo>
                      <a:pt x="477189" y="369348"/>
                    </a:lnTo>
                    <a:lnTo>
                      <a:pt x="244866" y="303821"/>
                    </a:lnTo>
                    <a:lnTo>
                      <a:pt x="95941" y="199574"/>
                    </a:lnTo>
                    <a:lnTo>
                      <a:pt x="21478" y="89369"/>
                    </a:lnTo>
                    <a:lnTo>
                      <a:pt x="8091" y="0"/>
                    </a:lnTo>
                    <a:close/>
                  </a:path>
                </a:pathLst>
              </a:cu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6" name="Flowchart: Magnetic Disk 3">
              <a:extLst>
                <a:ext uri="{FF2B5EF4-FFF2-40B4-BE49-F238E27FC236}">
                  <a16:creationId xmlns:a16="http://schemas.microsoft.com/office/drawing/2014/main" id="{21FFB94F-45C8-A82E-826B-61C8F65C022A}"/>
                </a:ext>
              </a:extLst>
            </p:cNvPr>
            <p:cNvSpPr/>
            <p:nvPr/>
          </p:nvSpPr>
          <p:spPr>
            <a:xfrm>
              <a:off x="8495642" y="2983548"/>
              <a:ext cx="1045437" cy="1352918"/>
            </a:xfrm>
            <a:prstGeom prst="flowChartMagneticDisk">
              <a:avLst/>
            </a:prstGeom>
            <a:solidFill>
              <a:schemeClr val="accent4">
                <a:lumMod val="20000"/>
                <a:lumOff val="80000"/>
                <a:alpha val="6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A9D5113E-21D5-BDD1-7C02-6445E9803560}"/>
                </a:ext>
              </a:extLst>
            </p:cNvPr>
            <p:cNvCxnSpPr>
              <a:cxnSpLocks/>
            </p:cNvCxnSpPr>
            <p:nvPr/>
          </p:nvCxnSpPr>
          <p:spPr>
            <a:xfrm>
              <a:off x="9026553" y="3217681"/>
              <a:ext cx="0" cy="970808"/>
            </a:xfrm>
            <a:prstGeom prst="line">
              <a:avLst/>
            </a:prstGeom>
            <a:ln w="28575">
              <a:solidFill>
                <a:srgbClr val="FFC000">
                  <a:alpha val="49000"/>
                </a:srgb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F059764D-9421-729C-B367-8C14B6450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4306" y="3217681"/>
              <a:ext cx="516773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8A65CBAF-177D-5587-6818-7B157832D4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4306" y="2543867"/>
              <a:ext cx="516773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">
              <a:extLst>
                <a:ext uri="{FF2B5EF4-FFF2-40B4-BE49-F238E27FC236}">
                  <a16:creationId xmlns:a16="http://schemas.microsoft.com/office/drawing/2014/main" id="{F0DFC17E-AEEE-70B2-2412-05FD7B2F70B9}"/>
                </a:ext>
              </a:extLst>
            </p:cNvPr>
            <p:cNvSpPr txBox="1"/>
            <p:nvPr/>
          </p:nvSpPr>
          <p:spPr>
            <a:xfrm>
              <a:off x="8883914" y="3655053"/>
              <a:ext cx="9084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m</a:t>
              </a:r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m</a:t>
              </a:r>
              <a:endParaRPr lang="zh-TW" altLang="en-US" sz="1200" b="1" dirty="0"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55" name="TextBox 15">
              <a:extLst>
                <a:ext uri="{FF2B5EF4-FFF2-40B4-BE49-F238E27FC236}">
                  <a16:creationId xmlns:a16="http://schemas.microsoft.com/office/drawing/2014/main" id="{251E4140-C3E6-025A-F03E-027B9AB7AF67}"/>
                </a:ext>
              </a:extLst>
            </p:cNvPr>
            <p:cNvSpPr txBox="1"/>
            <p:nvPr/>
          </p:nvSpPr>
          <p:spPr>
            <a:xfrm>
              <a:off x="8888061" y="2961218"/>
              <a:ext cx="9084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m</a:t>
              </a:r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m</a:t>
              </a:r>
              <a:endParaRPr lang="zh-TW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56" name="TextBox 15">
              <a:extLst>
                <a:ext uri="{FF2B5EF4-FFF2-40B4-BE49-F238E27FC236}">
                  <a16:creationId xmlns:a16="http://schemas.microsoft.com/office/drawing/2014/main" id="{94272F4F-3A31-0BF8-17B9-1E64F57E3919}"/>
                </a:ext>
              </a:extLst>
            </p:cNvPr>
            <p:cNvSpPr txBox="1"/>
            <p:nvPr/>
          </p:nvSpPr>
          <p:spPr>
            <a:xfrm>
              <a:off x="8827286" y="2306369"/>
              <a:ext cx="9084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m</a:t>
              </a:r>
              <a:r>
                <a:rPr lang="en-US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m</a:t>
              </a:r>
              <a:endParaRPr lang="zh-TW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B03132C9-F752-0DAB-A43B-23D89AB7E8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5427" y="4157715"/>
              <a:ext cx="1010056" cy="0"/>
            </a:xfrm>
            <a:prstGeom prst="line">
              <a:avLst/>
            </a:prstGeom>
            <a:ln w="28575">
              <a:solidFill>
                <a:schemeClr val="tx1">
                  <a:alpha val="49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接點: 肘形 31">
              <a:extLst>
                <a:ext uri="{FF2B5EF4-FFF2-40B4-BE49-F238E27FC236}">
                  <a16:creationId xmlns:a16="http://schemas.microsoft.com/office/drawing/2014/main" id="{37A43938-066B-C584-C0FB-FF29CE88B5E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026553" y="4013884"/>
              <a:ext cx="158374" cy="127500"/>
            </a:xfrm>
            <a:prstGeom prst="bentConnector3">
              <a:avLst>
                <a:gd name="adj1" fmla="val 36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2" name="Arc 9">
              <a:extLst>
                <a:ext uri="{FF2B5EF4-FFF2-40B4-BE49-F238E27FC236}">
                  <a16:creationId xmlns:a16="http://schemas.microsoft.com/office/drawing/2014/main" id="{62A27900-10CD-43D4-235A-2AF5DB3216D7}"/>
                </a:ext>
              </a:extLst>
            </p:cNvPr>
            <p:cNvSpPr/>
            <p:nvPr/>
          </p:nvSpPr>
          <p:spPr>
            <a:xfrm>
              <a:off x="8499454" y="3892176"/>
              <a:ext cx="1041618" cy="447883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927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6" grpId="0"/>
      <p:bldP spid="1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群組 269">
            <a:extLst>
              <a:ext uri="{FF2B5EF4-FFF2-40B4-BE49-F238E27FC236}">
                <a16:creationId xmlns:a16="http://schemas.microsoft.com/office/drawing/2014/main" id="{DED26DA0-B4B2-F7D1-76FD-664EC48D7E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82213" y="233321"/>
            <a:ext cx="10621857" cy="2941471"/>
            <a:chOff x="582213" y="233321"/>
            <a:chExt cx="10621857" cy="2941471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F0494FBA-6FE5-262A-928D-F8EB524601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t="6749" b="72437"/>
            <a:stretch>
              <a:fillRect/>
            </a:stretch>
          </p:blipFill>
          <p:spPr>
            <a:xfrm>
              <a:off x="582213" y="233321"/>
              <a:ext cx="10621857" cy="703901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F2580C1F-3BEF-CE4F-7E69-A6304BCFB6D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rcRect l="73372" t="27437" r="1913"/>
            <a:stretch>
              <a:fillRect/>
            </a:stretch>
          </p:blipFill>
          <p:spPr>
            <a:xfrm>
              <a:off x="7179415" y="720843"/>
              <a:ext cx="2625203" cy="2453949"/>
            </a:xfrm>
            <a:prstGeom prst="rect">
              <a:avLst/>
            </a:prstGeom>
          </p:spPr>
        </p:pic>
      </p:grpSp>
      <p:grpSp>
        <p:nvGrpSpPr>
          <p:cNvPr id="272" name="群組 271">
            <a:extLst>
              <a:ext uri="{FF2B5EF4-FFF2-40B4-BE49-F238E27FC236}">
                <a16:creationId xmlns:a16="http://schemas.microsoft.com/office/drawing/2014/main" id="{8DF827A8-1E78-CE26-0833-1EB80B08F000}"/>
              </a:ext>
            </a:extLst>
          </p:cNvPr>
          <p:cNvGrpSpPr/>
          <p:nvPr/>
        </p:nvGrpSpPr>
        <p:grpSpPr>
          <a:xfrm>
            <a:off x="165796" y="1017311"/>
            <a:ext cx="7531869" cy="487269"/>
            <a:chOff x="165796" y="1017311"/>
            <a:chExt cx="7531869" cy="4872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54">
                  <a:extLst>
                    <a:ext uri="{FF2B5EF4-FFF2-40B4-BE49-F238E27FC236}">
                      <a16:creationId xmlns:a16="http://schemas.microsoft.com/office/drawing/2014/main" id="{57CA9B96-2375-E881-374C-4E669C6EB1D1}"/>
                    </a:ext>
                  </a:extLst>
                </p:cNvPr>
                <p:cNvSpPr txBox="1"/>
                <p:nvPr/>
              </p:nvSpPr>
              <p:spPr>
                <a:xfrm>
                  <a:off x="165796" y="1017311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" name="文字方塊 54">
                  <a:extLst>
                    <a:ext uri="{FF2B5EF4-FFF2-40B4-BE49-F238E27FC236}">
                      <a16:creationId xmlns:a16="http://schemas.microsoft.com/office/drawing/2014/main" id="{57CA9B96-2375-E881-374C-4E669C6EB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96" y="1017311"/>
                  <a:ext cx="29568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5">
              <a:extLst>
                <a:ext uri="{FF2B5EF4-FFF2-40B4-BE49-F238E27FC236}">
                  <a16:creationId xmlns:a16="http://schemas.microsoft.com/office/drawing/2014/main" id="{6652F689-E19A-4913-1B30-BED9FD096C39}"/>
                </a:ext>
              </a:extLst>
            </p:cNvPr>
            <p:cNvSpPr txBox="1"/>
            <p:nvPr/>
          </p:nvSpPr>
          <p:spPr>
            <a:xfrm>
              <a:off x="493677" y="1104470"/>
              <a:ext cx="72039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base of the right pyramid (ABCD) is a square. 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273" name="群組 272">
            <a:extLst>
              <a:ext uri="{FF2B5EF4-FFF2-40B4-BE49-F238E27FC236}">
                <a16:creationId xmlns:a16="http://schemas.microsoft.com/office/drawing/2014/main" id="{13B1FA20-7C2C-E690-6D30-4DB02D8CD48F}"/>
              </a:ext>
            </a:extLst>
          </p:cNvPr>
          <p:cNvGrpSpPr/>
          <p:nvPr/>
        </p:nvGrpSpPr>
        <p:grpSpPr>
          <a:xfrm>
            <a:off x="165796" y="1566135"/>
            <a:ext cx="2837748" cy="467840"/>
            <a:chOff x="165796" y="1566135"/>
            <a:chExt cx="2837748" cy="467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260">
                  <a:extLst>
                    <a:ext uri="{FF2B5EF4-FFF2-40B4-BE49-F238E27FC236}">
                      <a16:creationId xmlns:a16="http://schemas.microsoft.com/office/drawing/2014/main" id="{0FA346EC-F90C-8F58-268E-DAAA3316EBE0}"/>
                    </a:ext>
                  </a:extLst>
                </p:cNvPr>
                <p:cNvSpPr txBox="1"/>
                <p:nvPr/>
              </p:nvSpPr>
              <p:spPr>
                <a:xfrm>
                  <a:off x="165796" y="1566135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" name="文字方塊 260">
                  <a:extLst>
                    <a:ext uri="{FF2B5EF4-FFF2-40B4-BE49-F238E27FC236}">
                      <a16:creationId xmlns:a16="http://schemas.microsoft.com/office/drawing/2014/main" id="{0FA346EC-F90C-8F58-268E-DAAA3316EB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96" y="1566135"/>
                  <a:ext cx="238419" cy="461665"/>
                </a:xfrm>
                <a:prstGeom prst="rect">
                  <a:avLst/>
                </a:prstGeom>
                <a:blipFill>
                  <a:blip r:embed="rId5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42F30BAC-453E-1E14-C5A3-E404D59DE55B}"/>
                </a:ext>
              </a:extLst>
            </p:cNvPr>
            <p:cNvSpPr txBox="1"/>
            <p:nvPr/>
          </p:nvSpPr>
          <p:spPr>
            <a:xfrm>
              <a:off x="1230692" y="1619808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OM</a:t>
              </a:r>
              <a:endParaRPr lang="zh-TW" altLang="en-US" sz="2000" b="1" dirty="0"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56D57AC5-0E8E-9D26-3C5E-483311B0D5B1}"/>
                </a:ext>
              </a:extLst>
            </p:cNvPr>
            <p:cNvSpPr txBox="1"/>
            <p:nvPr/>
          </p:nvSpPr>
          <p:spPr>
            <a:xfrm>
              <a:off x="2264962" y="1619807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CD</a:t>
              </a:r>
              <a:endParaRPr lang="zh-TW" altLang="en-US" sz="2000" b="1" dirty="0">
                <a:solidFill>
                  <a:srgbClr val="FF00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A4A3F97-4165-006E-B225-90821D14563C}"/>
                    </a:ext>
                  </a:extLst>
                </p:cNvPr>
                <p:cNvSpPr txBox="1"/>
                <p:nvPr/>
              </p:nvSpPr>
              <p:spPr>
                <a:xfrm>
                  <a:off x="1969274" y="159750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A4A3F97-4165-006E-B225-90821D145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9274" y="1597501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F8A793-8680-E0DB-3020-78FD3B0958F2}"/>
                </a:ext>
              </a:extLst>
            </p:cNvPr>
            <p:cNvSpPr txBox="1"/>
            <p:nvPr/>
          </p:nvSpPr>
          <p:spPr>
            <a:xfrm>
              <a:off x="625866" y="1629924"/>
              <a:ext cx="376227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53">
                  <a:extLst>
                    <a:ext uri="{FF2B5EF4-FFF2-40B4-BE49-F238E27FC236}">
                      <a16:creationId xmlns:a16="http://schemas.microsoft.com/office/drawing/2014/main" id="{01C95666-BA08-82BC-7E50-14C54EEE782A}"/>
                    </a:ext>
                  </a:extLst>
                </p:cNvPr>
                <p:cNvSpPr txBox="1"/>
                <p:nvPr/>
              </p:nvSpPr>
              <p:spPr>
                <a:xfrm>
                  <a:off x="972146" y="16237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" name="文字方塊 53">
                  <a:extLst>
                    <a:ext uri="{FF2B5EF4-FFF2-40B4-BE49-F238E27FC236}">
                      <a16:creationId xmlns:a16="http://schemas.microsoft.com/office/drawing/2014/main" id="{01C95666-BA08-82BC-7E50-14C54EEE7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146" y="1623749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4" name="群組 273">
            <a:extLst>
              <a:ext uri="{FF2B5EF4-FFF2-40B4-BE49-F238E27FC236}">
                <a16:creationId xmlns:a16="http://schemas.microsoft.com/office/drawing/2014/main" id="{2BCCD8CA-BDA0-C5E6-57A5-CE132C89CD52}"/>
              </a:ext>
            </a:extLst>
          </p:cNvPr>
          <p:cNvGrpSpPr/>
          <p:nvPr/>
        </p:nvGrpSpPr>
        <p:grpSpPr>
          <a:xfrm>
            <a:off x="625866" y="2018742"/>
            <a:ext cx="2347731" cy="436474"/>
            <a:chOff x="625866" y="2018742"/>
            <a:chExt cx="2347731" cy="436474"/>
          </a:xfrm>
        </p:grpSpPr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052C2F4C-D2E0-5688-0D5C-2D662A70820D}"/>
                </a:ext>
              </a:extLst>
            </p:cNvPr>
            <p:cNvSpPr txBox="1"/>
            <p:nvPr/>
          </p:nvSpPr>
          <p:spPr>
            <a:xfrm>
              <a:off x="1230692" y="2041049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OM</a:t>
              </a:r>
              <a:endParaRPr lang="zh-TW" altLang="en-US" sz="2000" b="1" dirty="0"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4B5920F7-DF9B-008C-A97D-382B0E3C1ADB}"/>
                </a:ext>
              </a:extLst>
            </p:cNvPr>
            <p:cNvSpPr txBox="1"/>
            <p:nvPr/>
          </p:nvSpPr>
          <p:spPr>
            <a:xfrm>
              <a:off x="2235015" y="2041049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1648F20-8F78-DAE5-4ACE-CCFF98104569}"/>
                    </a:ext>
                  </a:extLst>
                </p:cNvPr>
                <p:cNvSpPr txBox="1"/>
                <p:nvPr/>
              </p:nvSpPr>
              <p:spPr>
                <a:xfrm>
                  <a:off x="1969274" y="201874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1648F20-8F78-DAE5-4ACE-CCFF98104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9274" y="201874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829C1FC7-42EA-1B8F-7457-B65A15DED709}"/>
                </a:ext>
              </a:extLst>
            </p:cNvPr>
            <p:cNvSpPr txBox="1"/>
            <p:nvPr/>
          </p:nvSpPr>
          <p:spPr>
            <a:xfrm>
              <a:off x="625866" y="2051165"/>
              <a:ext cx="376227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53">
                  <a:extLst>
                    <a:ext uri="{FF2B5EF4-FFF2-40B4-BE49-F238E27FC236}">
                      <a16:creationId xmlns:a16="http://schemas.microsoft.com/office/drawing/2014/main" id="{E90EAE32-4D85-9665-A01D-6C95A42A494E}"/>
                    </a:ext>
                  </a:extLst>
                </p:cNvPr>
                <p:cNvSpPr txBox="1"/>
                <p:nvPr/>
              </p:nvSpPr>
              <p:spPr>
                <a:xfrm>
                  <a:off x="972146" y="204499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53">
                  <a:extLst>
                    <a:ext uri="{FF2B5EF4-FFF2-40B4-BE49-F238E27FC236}">
                      <a16:creationId xmlns:a16="http://schemas.microsoft.com/office/drawing/2014/main" id="{E90EAE32-4D85-9665-A01D-6C95A42A4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146" y="2044990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5" name="群組 274">
            <a:extLst>
              <a:ext uri="{FF2B5EF4-FFF2-40B4-BE49-F238E27FC236}">
                <a16:creationId xmlns:a16="http://schemas.microsoft.com/office/drawing/2014/main" id="{49058FE7-A9EB-67F8-F98C-D2234480A8A2}"/>
              </a:ext>
            </a:extLst>
          </p:cNvPr>
          <p:cNvGrpSpPr/>
          <p:nvPr/>
        </p:nvGrpSpPr>
        <p:grpSpPr>
          <a:xfrm>
            <a:off x="1232488" y="2433808"/>
            <a:ext cx="1495421" cy="426358"/>
            <a:chOff x="1232488" y="2433808"/>
            <a:chExt cx="1495421" cy="426358"/>
          </a:xfrm>
        </p:grpSpPr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D49DD1FD-6D51-BC5B-F410-2A748075D0E4}"/>
                </a:ext>
              </a:extLst>
            </p:cNvPr>
            <p:cNvSpPr txBox="1"/>
            <p:nvPr/>
          </p:nvSpPr>
          <p:spPr>
            <a:xfrm>
              <a:off x="1232488" y="2456115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OM</a:t>
              </a:r>
              <a:endParaRPr lang="zh-TW" altLang="en-US" sz="2000" b="1" dirty="0">
                <a:solidFill>
                  <a:srgbClr val="FFC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F321465A-3CE5-A861-43C9-1B97559CE0FD}"/>
                </a:ext>
              </a:extLst>
            </p:cNvPr>
            <p:cNvSpPr txBox="1"/>
            <p:nvPr/>
          </p:nvSpPr>
          <p:spPr>
            <a:xfrm>
              <a:off x="2426822" y="2456115"/>
              <a:ext cx="301087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6C228A11-A12D-FF54-408E-4B6D2EEA0B7C}"/>
                    </a:ext>
                  </a:extLst>
                </p:cNvPr>
                <p:cNvSpPr txBox="1"/>
                <p:nvPr/>
              </p:nvSpPr>
              <p:spPr>
                <a:xfrm>
                  <a:off x="1971070" y="243380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6C228A11-A12D-FF54-408E-4B6D2EEA0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1070" y="2433808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文字方塊 249">
            <a:extLst>
              <a:ext uri="{FF2B5EF4-FFF2-40B4-BE49-F238E27FC236}">
                <a16:creationId xmlns:a16="http://schemas.microsoft.com/office/drawing/2014/main" id="{CA77DD5C-994D-62F2-3713-3A573A96581C}"/>
              </a:ext>
            </a:extLst>
          </p:cNvPr>
          <p:cNvSpPr txBox="1"/>
          <p:nvPr/>
        </p:nvSpPr>
        <p:spPr>
          <a:xfrm>
            <a:off x="2709232" y="247107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1">
                <a:extLst>
                  <a:ext uri="{FF2B5EF4-FFF2-40B4-BE49-F238E27FC236}">
                    <a16:creationId xmlns:a16="http://schemas.microsoft.com/office/drawing/2014/main" id="{4E505F9E-C046-3C22-49E2-397E1AF6CC9D}"/>
                  </a:ext>
                </a:extLst>
              </p:cNvPr>
              <p:cNvSpPr txBox="1"/>
              <p:nvPr/>
            </p:nvSpPr>
            <p:spPr>
              <a:xfrm>
                <a:off x="519443" y="2811611"/>
                <a:ext cx="14607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𝑽𝑶𝑴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1">
                <a:extLst>
                  <a:ext uri="{FF2B5EF4-FFF2-40B4-BE49-F238E27FC236}">
                    <a16:creationId xmlns:a16="http://schemas.microsoft.com/office/drawing/2014/main" id="{4E505F9E-C046-3C22-49E2-397E1AF6C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43" y="2811611"/>
                <a:ext cx="146072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6" name="群組 275">
            <a:extLst>
              <a:ext uri="{FF2B5EF4-FFF2-40B4-BE49-F238E27FC236}">
                <a16:creationId xmlns:a16="http://schemas.microsoft.com/office/drawing/2014/main" id="{7CFD7116-9307-6F6E-1761-D233782BA269}"/>
              </a:ext>
            </a:extLst>
          </p:cNvPr>
          <p:cNvGrpSpPr/>
          <p:nvPr/>
        </p:nvGrpSpPr>
        <p:grpSpPr>
          <a:xfrm>
            <a:off x="349153" y="3095247"/>
            <a:ext cx="2856264" cy="571039"/>
            <a:chOff x="349153" y="3095247"/>
            <a:chExt cx="2856264" cy="571039"/>
          </a:xfrm>
        </p:grpSpPr>
        <p:sp>
          <p:nvSpPr>
            <p:cNvPr id="29" name="文字方塊 109">
              <a:extLst>
                <a:ext uri="{FF2B5EF4-FFF2-40B4-BE49-F238E27FC236}">
                  <a16:creationId xmlns:a16="http://schemas.microsoft.com/office/drawing/2014/main" id="{EE440E90-18A8-4075-FCFE-545C30ADE840}"/>
                </a:ext>
              </a:extLst>
            </p:cNvPr>
            <p:cNvSpPr txBox="1"/>
            <p:nvPr/>
          </p:nvSpPr>
          <p:spPr>
            <a:xfrm>
              <a:off x="2307469" y="3254255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VM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101">
                  <a:extLst>
                    <a:ext uri="{FF2B5EF4-FFF2-40B4-BE49-F238E27FC236}">
                      <a16:creationId xmlns:a16="http://schemas.microsoft.com/office/drawing/2014/main" id="{DC508847-7946-5810-BCA5-DB1DD9A342A2}"/>
                    </a:ext>
                  </a:extLst>
                </p:cNvPr>
                <p:cNvSpPr txBox="1"/>
                <p:nvPr/>
              </p:nvSpPr>
              <p:spPr>
                <a:xfrm>
                  <a:off x="2007916" y="3233747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101">
                  <a:extLst>
                    <a:ext uri="{FF2B5EF4-FFF2-40B4-BE49-F238E27FC236}">
                      <a16:creationId xmlns:a16="http://schemas.microsoft.com/office/drawing/2014/main" id="{DC508847-7946-5810-BCA5-DB1DD9A34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7916" y="3233747"/>
                  <a:ext cx="379583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群組 102">
              <a:extLst>
                <a:ext uri="{FF2B5EF4-FFF2-40B4-BE49-F238E27FC236}">
                  <a16:creationId xmlns:a16="http://schemas.microsoft.com/office/drawing/2014/main" id="{5B4342E6-1B8E-9BC8-F81B-D7A75BC9DB1D}"/>
                </a:ext>
              </a:extLst>
            </p:cNvPr>
            <p:cNvGrpSpPr/>
            <p:nvPr/>
          </p:nvGrpSpPr>
          <p:grpSpPr>
            <a:xfrm>
              <a:off x="349153" y="3156803"/>
              <a:ext cx="898672" cy="497562"/>
              <a:chOff x="6049863" y="617143"/>
              <a:chExt cx="700049" cy="497562"/>
            </a:xfrm>
          </p:grpSpPr>
          <p:sp>
            <p:nvSpPr>
              <p:cNvPr id="32" name="文字方塊 107">
                <a:extLst>
                  <a:ext uri="{FF2B5EF4-FFF2-40B4-BE49-F238E27FC236}">
                    <a16:creationId xmlns:a16="http://schemas.microsoft.com/office/drawing/2014/main" id="{C70E0EC0-5B0A-9FFD-CA39-62C8D684BC99}"/>
                  </a:ext>
                </a:extLst>
              </p:cNvPr>
              <p:cNvSpPr txBox="1"/>
              <p:nvPr/>
            </p:nvSpPr>
            <p:spPr>
              <a:xfrm>
                <a:off x="6049863" y="714595"/>
                <a:ext cx="5260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OM</a:t>
                </a:r>
              </a:p>
            </p:txBody>
          </p:sp>
          <p:sp>
            <p:nvSpPr>
              <p:cNvPr id="33" name="文字方塊 108">
                <a:extLst>
                  <a:ext uri="{FF2B5EF4-FFF2-40B4-BE49-F238E27FC236}">
                    <a16:creationId xmlns:a16="http://schemas.microsoft.com/office/drawing/2014/main" id="{021C9DCE-F181-B745-C498-46EB6AF78152}"/>
                  </a:ext>
                </a:extLst>
              </p:cNvPr>
              <p:cNvSpPr txBox="1"/>
              <p:nvPr/>
            </p:nvSpPr>
            <p:spPr>
              <a:xfrm>
                <a:off x="6461050" y="617143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103">
                  <a:extLst>
                    <a:ext uri="{FF2B5EF4-FFF2-40B4-BE49-F238E27FC236}">
                      <a16:creationId xmlns:a16="http://schemas.microsoft.com/office/drawing/2014/main" id="{0B3FDF6F-1DE7-D3AD-DCCB-AAACCA009FEA}"/>
                    </a:ext>
                  </a:extLst>
                </p:cNvPr>
                <p:cNvSpPr txBox="1"/>
                <p:nvPr/>
              </p:nvSpPr>
              <p:spPr>
                <a:xfrm>
                  <a:off x="1029792" y="3266176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4" name="文字方塊 103">
                  <a:extLst>
                    <a:ext uri="{FF2B5EF4-FFF2-40B4-BE49-F238E27FC236}">
                      <a16:creationId xmlns:a16="http://schemas.microsoft.com/office/drawing/2014/main" id="{0B3FDF6F-1DE7-D3AD-DCCB-AAACCA009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792" y="3266176"/>
                  <a:ext cx="379583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群組 104">
              <a:extLst>
                <a:ext uri="{FF2B5EF4-FFF2-40B4-BE49-F238E27FC236}">
                  <a16:creationId xmlns:a16="http://schemas.microsoft.com/office/drawing/2014/main" id="{3B760177-DC93-7845-8BE9-AF2AA58F5D53}"/>
                </a:ext>
              </a:extLst>
            </p:cNvPr>
            <p:cNvGrpSpPr/>
            <p:nvPr/>
          </p:nvGrpSpPr>
          <p:grpSpPr>
            <a:xfrm>
              <a:off x="1287440" y="3127676"/>
              <a:ext cx="830527" cy="530522"/>
              <a:chOff x="5929431" y="584344"/>
              <a:chExt cx="646965" cy="530522"/>
            </a:xfrm>
          </p:grpSpPr>
          <p:sp>
            <p:nvSpPr>
              <p:cNvPr id="36" name="文字方塊 105">
                <a:extLst>
                  <a:ext uri="{FF2B5EF4-FFF2-40B4-BE49-F238E27FC236}">
                    <a16:creationId xmlns:a16="http://schemas.microsoft.com/office/drawing/2014/main" id="{2D736AEE-0D2F-96F3-3FA3-82F48CC8B3BB}"/>
                  </a:ext>
                </a:extLst>
              </p:cNvPr>
              <p:cNvSpPr txBox="1"/>
              <p:nvPr/>
            </p:nvSpPr>
            <p:spPr>
              <a:xfrm>
                <a:off x="5929431" y="714756"/>
                <a:ext cx="4785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VO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FF783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37" name="文字方塊 106">
                <a:extLst>
                  <a:ext uri="{FF2B5EF4-FFF2-40B4-BE49-F238E27FC236}">
                    <a16:creationId xmlns:a16="http://schemas.microsoft.com/office/drawing/2014/main" id="{968AE0DF-8356-34ED-9062-BB7F9120456A}"/>
                  </a:ext>
                </a:extLst>
              </p:cNvPr>
              <p:cNvSpPr txBox="1"/>
              <p:nvPr/>
            </p:nvSpPr>
            <p:spPr>
              <a:xfrm>
                <a:off x="6287534" y="584344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42" name="文字方塊 106">
              <a:extLst>
                <a:ext uri="{FF2B5EF4-FFF2-40B4-BE49-F238E27FC236}">
                  <a16:creationId xmlns:a16="http://schemas.microsoft.com/office/drawing/2014/main" id="{765AD4C7-A0B5-05F7-09E6-CD36FD1BBABC}"/>
                </a:ext>
              </a:extLst>
            </p:cNvPr>
            <p:cNvSpPr txBox="1"/>
            <p:nvPr/>
          </p:nvSpPr>
          <p:spPr>
            <a:xfrm>
              <a:off x="2834597" y="3095247"/>
              <a:ext cx="370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43" name="TextBox 15">
            <a:extLst>
              <a:ext uri="{FF2B5EF4-FFF2-40B4-BE49-F238E27FC236}">
                <a16:creationId xmlns:a16="http://schemas.microsoft.com/office/drawing/2014/main" id="{13B0F62B-1A76-11BE-CEF7-74251A3081AA}"/>
              </a:ext>
            </a:extLst>
          </p:cNvPr>
          <p:cNvSpPr txBox="1"/>
          <p:nvPr/>
        </p:nvSpPr>
        <p:spPr>
          <a:xfrm>
            <a:off x="3149875" y="3247596"/>
            <a:ext cx="2405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US" altLang="zh-TW" sz="2000" b="1" dirty="0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Pyth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. theorem)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grpSp>
        <p:nvGrpSpPr>
          <p:cNvPr id="277" name="群組 276">
            <a:extLst>
              <a:ext uri="{FF2B5EF4-FFF2-40B4-BE49-F238E27FC236}">
                <a16:creationId xmlns:a16="http://schemas.microsoft.com/office/drawing/2014/main" id="{B9953D73-F5EB-AA5B-653A-0C28550494E7}"/>
              </a:ext>
            </a:extLst>
          </p:cNvPr>
          <p:cNvGrpSpPr/>
          <p:nvPr/>
        </p:nvGrpSpPr>
        <p:grpSpPr>
          <a:xfrm>
            <a:off x="502473" y="3661555"/>
            <a:ext cx="2702944" cy="572493"/>
            <a:chOff x="502473" y="3661555"/>
            <a:chExt cx="2702944" cy="572493"/>
          </a:xfrm>
        </p:grpSpPr>
        <p:grpSp>
          <p:nvGrpSpPr>
            <p:cNvPr id="48" name="群組 116">
              <a:extLst>
                <a:ext uri="{FF2B5EF4-FFF2-40B4-BE49-F238E27FC236}">
                  <a16:creationId xmlns:a16="http://schemas.microsoft.com/office/drawing/2014/main" id="{DC0A8AF4-8ED5-66A6-13B0-D074B05F50A8}"/>
                </a:ext>
              </a:extLst>
            </p:cNvPr>
            <p:cNvGrpSpPr/>
            <p:nvPr/>
          </p:nvGrpSpPr>
          <p:grpSpPr>
            <a:xfrm>
              <a:off x="502473" y="3760185"/>
              <a:ext cx="582993" cy="470310"/>
              <a:chOff x="7374201" y="5101272"/>
              <a:chExt cx="582993" cy="4703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字方塊 119">
                    <a:extLst>
                      <a:ext uri="{FF2B5EF4-FFF2-40B4-BE49-F238E27FC236}">
                        <a16:creationId xmlns:a16="http://schemas.microsoft.com/office/drawing/2014/main" id="{5C1C9791-B9D4-FB0A-408C-09914439F421}"/>
                      </a:ext>
                    </a:extLst>
                  </p:cNvPr>
                  <p:cNvSpPr txBox="1"/>
                  <p:nvPr/>
                </p:nvSpPr>
                <p:spPr>
                  <a:xfrm>
                    <a:off x="7374201" y="5171472"/>
                    <a:ext cx="48953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Lucida Handwriting" panose="03010101010101010101" pitchFamily="66" charset="0"/>
                            </a:rPr>
                            <m:t>5</m:t>
                          </m:r>
                        </m:oMath>
                      </m:oMathPara>
                    </a14:m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9" name="文字方塊 119">
                    <a:extLst>
                      <a:ext uri="{FF2B5EF4-FFF2-40B4-BE49-F238E27FC236}">
                        <a16:creationId xmlns:a16="http://schemas.microsoft.com/office/drawing/2014/main" id="{5C1C9791-B9D4-FB0A-408C-09914439F4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4201" y="5171472"/>
                    <a:ext cx="489536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文字方塊 118">
                <a:extLst>
                  <a:ext uri="{FF2B5EF4-FFF2-40B4-BE49-F238E27FC236}">
                    <a16:creationId xmlns:a16="http://schemas.microsoft.com/office/drawing/2014/main" id="{17B07135-4824-A75B-3703-D29D57283F7E}"/>
                  </a:ext>
                </a:extLst>
              </p:cNvPr>
              <p:cNvSpPr txBox="1"/>
              <p:nvPr/>
            </p:nvSpPr>
            <p:spPr>
              <a:xfrm>
                <a:off x="7668332" y="510127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</p:grpSp>
        <p:grpSp>
          <p:nvGrpSpPr>
            <p:cNvPr id="51" name="群組 116">
              <a:extLst>
                <a:ext uri="{FF2B5EF4-FFF2-40B4-BE49-F238E27FC236}">
                  <a16:creationId xmlns:a16="http://schemas.microsoft.com/office/drawing/2014/main" id="{F8BDA6E3-35E2-622B-8A9B-7227735AD8B5}"/>
                </a:ext>
              </a:extLst>
            </p:cNvPr>
            <p:cNvGrpSpPr/>
            <p:nvPr/>
          </p:nvGrpSpPr>
          <p:grpSpPr>
            <a:xfrm>
              <a:off x="1297713" y="3763738"/>
              <a:ext cx="680476" cy="470310"/>
              <a:chOff x="7276718" y="5101272"/>
              <a:chExt cx="680476" cy="4703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119">
                    <a:extLst>
                      <a:ext uri="{FF2B5EF4-FFF2-40B4-BE49-F238E27FC236}">
                        <a16:creationId xmlns:a16="http://schemas.microsoft.com/office/drawing/2014/main" id="{5659662F-7C96-1C84-22D5-0165309BD419}"/>
                      </a:ext>
                    </a:extLst>
                  </p:cNvPr>
                  <p:cNvSpPr txBox="1"/>
                  <p:nvPr/>
                </p:nvSpPr>
                <p:spPr>
                  <a:xfrm>
                    <a:off x="7276718" y="5171472"/>
                    <a:ext cx="58701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Lucida Handwriting" panose="03010101010101010101" pitchFamily="66" charset="0"/>
                            </a:rPr>
                            <m:t>12</m:t>
                          </m:r>
                        </m:oMath>
                      </m:oMathPara>
                    </a14:m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2" name="文字方塊 119">
                    <a:extLst>
                      <a:ext uri="{FF2B5EF4-FFF2-40B4-BE49-F238E27FC236}">
                        <a16:creationId xmlns:a16="http://schemas.microsoft.com/office/drawing/2014/main" id="{5659662F-7C96-1C84-22D5-0165309BD4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76718" y="5171472"/>
                    <a:ext cx="587019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文字方塊 118">
                <a:extLst>
                  <a:ext uri="{FF2B5EF4-FFF2-40B4-BE49-F238E27FC236}">
                    <a16:creationId xmlns:a16="http://schemas.microsoft.com/office/drawing/2014/main" id="{5C5CF3EA-06CB-8101-472C-77B0EDFA94D6}"/>
                  </a:ext>
                </a:extLst>
              </p:cNvPr>
              <p:cNvSpPr txBox="1"/>
              <p:nvPr/>
            </p:nvSpPr>
            <p:spPr>
              <a:xfrm>
                <a:off x="7668332" y="510127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103">
                  <a:extLst>
                    <a:ext uri="{FF2B5EF4-FFF2-40B4-BE49-F238E27FC236}">
                      <a16:creationId xmlns:a16="http://schemas.microsoft.com/office/drawing/2014/main" id="{3F11251E-86ED-35EC-8ED8-70E67569AC3E}"/>
                    </a:ext>
                  </a:extLst>
                </p:cNvPr>
                <p:cNvSpPr txBox="1"/>
                <p:nvPr/>
              </p:nvSpPr>
              <p:spPr>
                <a:xfrm>
                  <a:off x="1025705" y="3830385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103">
                  <a:extLst>
                    <a:ext uri="{FF2B5EF4-FFF2-40B4-BE49-F238E27FC236}">
                      <a16:creationId xmlns:a16="http://schemas.microsoft.com/office/drawing/2014/main" id="{3F11251E-86ED-35EC-8ED8-70E67569A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705" y="3830385"/>
                  <a:ext cx="379583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文字方塊 109">
              <a:extLst>
                <a:ext uri="{FF2B5EF4-FFF2-40B4-BE49-F238E27FC236}">
                  <a16:creationId xmlns:a16="http://schemas.microsoft.com/office/drawing/2014/main" id="{57F105BC-DA3D-B18D-7608-3816D3381EFB}"/>
                </a:ext>
              </a:extLst>
            </p:cNvPr>
            <p:cNvSpPr txBox="1"/>
            <p:nvPr/>
          </p:nvSpPr>
          <p:spPr>
            <a:xfrm>
              <a:off x="2307469" y="3820563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VM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101">
                  <a:extLst>
                    <a:ext uri="{FF2B5EF4-FFF2-40B4-BE49-F238E27FC236}">
                      <a16:creationId xmlns:a16="http://schemas.microsoft.com/office/drawing/2014/main" id="{5C96A3B2-8421-B893-2C8C-32DBF9763F28}"/>
                    </a:ext>
                  </a:extLst>
                </p:cNvPr>
                <p:cNvSpPr txBox="1"/>
                <p:nvPr/>
              </p:nvSpPr>
              <p:spPr>
                <a:xfrm>
                  <a:off x="2007916" y="3800055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6" name="文字方塊 101">
                  <a:extLst>
                    <a:ext uri="{FF2B5EF4-FFF2-40B4-BE49-F238E27FC236}">
                      <a16:creationId xmlns:a16="http://schemas.microsoft.com/office/drawing/2014/main" id="{5C96A3B2-8421-B893-2C8C-32DBF9763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7916" y="3800055"/>
                  <a:ext cx="379583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文字方塊 106">
              <a:extLst>
                <a:ext uri="{FF2B5EF4-FFF2-40B4-BE49-F238E27FC236}">
                  <a16:creationId xmlns:a16="http://schemas.microsoft.com/office/drawing/2014/main" id="{926F6093-E519-5C89-70D6-FABD3E61F8BC}"/>
                </a:ext>
              </a:extLst>
            </p:cNvPr>
            <p:cNvSpPr txBox="1"/>
            <p:nvPr/>
          </p:nvSpPr>
          <p:spPr>
            <a:xfrm>
              <a:off x="2834597" y="3661555"/>
              <a:ext cx="370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78" name="群組 277">
            <a:extLst>
              <a:ext uri="{FF2B5EF4-FFF2-40B4-BE49-F238E27FC236}">
                <a16:creationId xmlns:a16="http://schemas.microsoft.com/office/drawing/2014/main" id="{752FB796-E273-EAEF-3C80-4A8E7163A498}"/>
              </a:ext>
            </a:extLst>
          </p:cNvPr>
          <p:cNvGrpSpPr/>
          <p:nvPr/>
        </p:nvGrpSpPr>
        <p:grpSpPr>
          <a:xfrm>
            <a:off x="1281112" y="4345536"/>
            <a:ext cx="2685360" cy="456671"/>
            <a:chOff x="1281112" y="4345536"/>
            <a:chExt cx="2685360" cy="456671"/>
          </a:xfrm>
        </p:grpSpPr>
        <p:grpSp>
          <p:nvGrpSpPr>
            <p:cNvPr id="44" name="群組 112">
              <a:extLst>
                <a:ext uri="{FF2B5EF4-FFF2-40B4-BE49-F238E27FC236}">
                  <a16:creationId xmlns:a16="http://schemas.microsoft.com/office/drawing/2014/main" id="{457D3D88-E226-F739-F50B-4B4612FBDD9F}"/>
                </a:ext>
              </a:extLst>
            </p:cNvPr>
            <p:cNvGrpSpPr/>
            <p:nvPr/>
          </p:nvGrpSpPr>
          <p:grpSpPr>
            <a:xfrm>
              <a:off x="2387500" y="4345536"/>
              <a:ext cx="1573832" cy="370880"/>
              <a:chOff x="7076716" y="3562176"/>
              <a:chExt cx="1832814" cy="370880"/>
            </a:xfrm>
          </p:grpSpPr>
          <p:cxnSp>
            <p:nvCxnSpPr>
              <p:cNvPr id="45" name="直線接點 113">
                <a:extLst>
                  <a:ext uri="{FF2B5EF4-FFF2-40B4-BE49-F238E27FC236}">
                    <a16:creationId xmlns:a16="http://schemas.microsoft.com/office/drawing/2014/main" id="{A174CCCA-414B-2F17-9CA3-2C1FD22FFD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4527" y="3562176"/>
                <a:ext cx="1635003" cy="12793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114">
                <a:extLst>
                  <a:ext uri="{FF2B5EF4-FFF2-40B4-BE49-F238E27FC236}">
                    <a16:creationId xmlns:a16="http://schemas.microsoft.com/office/drawing/2014/main" id="{F0D530DF-A079-4AD7-2A29-A200ACF6DE5C}"/>
                  </a:ext>
                </a:extLst>
              </p:cNvPr>
              <p:cNvCxnSpPr/>
              <p:nvPr/>
            </p:nvCxnSpPr>
            <p:spPr>
              <a:xfrm flipH="1">
                <a:off x="7202310" y="3573016"/>
                <a:ext cx="72216" cy="36004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115">
                <a:extLst>
                  <a:ext uri="{FF2B5EF4-FFF2-40B4-BE49-F238E27FC236}">
                    <a16:creationId xmlns:a16="http://schemas.microsoft.com/office/drawing/2014/main" id="{F447E9F3-E27A-3D4F-FA2C-B8B344C036DA}"/>
                  </a:ext>
                </a:extLst>
              </p:cNvPr>
              <p:cNvCxnSpPr>
                <a:cxnSpLocks/>
                <a:stCxn id="59" idx="3"/>
              </p:cNvCxnSpPr>
              <p:nvPr/>
            </p:nvCxnSpPr>
            <p:spPr>
              <a:xfrm>
                <a:off x="7076716" y="3762231"/>
                <a:ext cx="125595" cy="170825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文字方塊 109">
              <a:extLst>
                <a:ext uri="{FF2B5EF4-FFF2-40B4-BE49-F238E27FC236}">
                  <a16:creationId xmlns:a16="http://schemas.microsoft.com/office/drawing/2014/main" id="{15E72D2E-B426-F67C-8183-639EE8FB288B}"/>
                </a:ext>
              </a:extLst>
            </p:cNvPr>
            <p:cNvSpPr txBox="1"/>
            <p:nvPr/>
          </p:nvSpPr>
          <p:spPr>
            <a:xfrm>
              <a:off x="1281112" y="4394594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VM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101">
                  <a:extLst>
                    <a:ext uri="{FF2B5EF4-FFF2-40B4-BE49-F238E27FC236}">
                      <a16:creationId xmlns:a16="http://schemas.microsoft.com/office/drawing/2014/main" id="{F7FEF966-865A-1EBB-654C-CBBAFEBEB3D1}"/>
                    </a:ext>
                  </a:extLst>
                </p:cNvPr>
                <p:cNvSpPr txBox="1"/>
                <p:nvPr/>
              </p:nvSpPr>
              <p:spPr>
                <a:xfrm>
                  <a:off x="2007916" y="4345536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9" name="文字方塊 101">
                  <a:extLst>
                    <a:ext uri="{FF2B5EF4-FFF2-40B4-BE49-F238E27FC236}">
                      <a16:creationId xmlns:a16="http://schemas.microsoft.com/office/drawing/2014/main" id="{F7FEF966-865A-1EBB-654C-CBBAFEBEB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7916" y="4345536"/>
                  <a:ext cx="379583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15">
              <a:extLst>
                <a:ext uri="{FF2B5EF4-FFF2-40B4-BE49-F238E27FC236}">
                  <a16:creationId xmlns:a16="http://schemas.microsoft.com/office/drawing/2014/main" id="{9873CA75-6BDD-E787-4C09-4399754A22B3}"/>
                </a:ext>
              </a:extLst>
            </p:cNvPr>
            <p:cNvSpPr txBox="1"/>
            <p:nvPr/>
          </p:nvSpPr>
          <p:spPr>
            <a:xfrm>
              <a:off x="2557351" y="4394594"/>
              <a:ext cx="5699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25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103">
                  <a:extLst>
                    <a:ext uri="{FF2B5EF4-FFF2-40B4-BE49-F238E27FC236}">
                      <a16:creationId xmlns:a16="http://schemas.microsoft.com/office/drawing/2014/main" id="{56DD05DC-1C32-C80B-D780-71AF517494A6}"/>
                    </a:ext>
                  </a:extLst>
                </p:cNvPr>
                <p:cNvSpPr txBox="1"/>
                <p:nvPr/>
              </p:nvSpPr>
              <p:spPr>
                <a:xfrm>
                  <a:off x="3007539" y="4386873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103">
                  <a:extLst>
                    <a:ext uri="{FF2B5EF4-FFF2-40B4-BE49-F238E27FC236}">
                      <a16:creationId xmlns:a16="http://schemas.microsoft.com/office/drawing/2014/main" id="{56DD05DC-1C32-C80B-D780-71AF51749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7539" y="4386873"/>
                  <a:ext cx="379583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Box 15">
              <a:extLst>
                <a:ext uri="{FF2B5EF4-FFF2-40B4-BE49-F238E27FC236}">
                  <a16:creationId xmlns:a16="http://schemas.microsoft.com/office/drawing/2014/main" id="{E5DBC74A-5FF0-9D26-711E-3B14047DF90B}"/>
                </a:ext>
              </a:extLst>
            </p:cNvPr>
            <p:cNvSpPr txBox="1"/>
            <p:nvPr/>
          </p:nvSpPr>
          <p:spPr>
            <a:xfrm>
              <a:off x="3205417" y="4402097"/>
              <a:ext cx="761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144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289" name="群組 288">
            <a:extLst>
              <a:ext uri="{FF2B5EF4-FFF2-40B4-BE49-F238E27FC236}">
                <a16:creationId xmlns:a16="http://schemas.microsoft.com/office/drawing/2014/main" id="{AB07A041-E102-6AA3-C074-F4DE0F370A61}"/>
              </a:ext>
            </a:extLst>
          </p:cNvPr>
          <p:cNvGrpSpPr/>
          <p:nvPr/>
        </p:nvGrpSpPr>
        <p:grpSpPr>
          <a:xfrm>
            <a:off x="1270968" y="4839712"/>
            <a:ext cx="2016438" cy="455456"/>
            <a:chOff x="1270968" y="4839712"/>
            <a:chExt cx="2016438" cy="455456"/>
          </a:xfrm>
        </p:grpSpPr>
        <p:grpSp>
          <p:nvGrpSpPr>
            <p:cNvPr id="63" name="群組 112">
              <a:extLst>
                <a:ext uri="{FF2B5EF4-FFF2-40B4-BE49-F238E27FC236}">
                  <a16:creationId xmlns:a16="http://schemas.microsoft.com/office/drawing/2014/main" id="{AE8BD2B7-488A-7DE3-62A4-11239F9DEE02}"/>
                </a:ext>
              </a:extLst>
            </p:cNvPr>
            <p:cNvGrpSpPr/>
            <p:nvPr/>
          </p:nvGrpSpPr>
          <p:grpSpPr>
            <a:xfrm>
              <a:off x="2377355" y="4839712"/>
              <a:ext cx="910051" cy="370880"/>
              <a:chOff x="7020198" y="3562176"/>
              <a:chExt cx="1889332" cy="370880"/>
            </a:xfrm>
          </p:grpSpPr>
          <p:cxnSp>
            <p:nvCxnSpPr>
              <p:cNvPr id="64" name="直線接點 113">
                <a:extLst>
                  <a:ext uri="{FF2B5EF4-FFF2-40B4-BE49-F238E27FC236}">
                    <a16:creationId xmlns:a16="http://schemas.microsoft.com/office/drawing/2014/main" id="{FB06E0AB-2AD8-FFDE-A079-C8D4E3463B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4527" y="3562176"/>
                <a:ext cx="1635003" cy="12793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線接點 114">
                <a:extLst>
                  <a:ext uri="{FF2B5EF4-FFF2-40B4-BE49-F238E27FC236}">
                    <a16:creationId xmlns:a16="http://schemas.microsoft.com/office/drawing/2014/main" id="{59EF4A3E-7F1E-AACB-4FF5-345EC7EC7651}"/>
                  </a:ext>
                </a:extLst>
              </p:cNvPr>
              <p:cNvCxnSpPr/>
              <p:nvPr/>
            </p:nvCxnSpPr>
            <p:spPr>
              <a:xfrm flipH="1">
                <a:off x="7202310" y="3573016"/>
                <a:ext cx="72216" cy="36004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115">
                <a:extLst>
                  <a:ext uri="{FF2B5EF4-FFF2-40B4-BE49-F238E27FC236}">
                    <a16:creationId xmlns:a16="http://schemas.microsoft.com/office/drawing/2014/main" id="{502936A5-1CE4-9F97-E024-FEC717F57200}"/>
                  </a:ext>
                </a:extLst>
              </p:cNvPr>
              <p:cNvCxnSpPr>
                <a:cxnSpLocks/>
                <a:stCxn id="68" idx="3"/>
              </p:cNvCxnSpPr>
              <p:nvPr/>
            </p:nvCxnSpPr>
            <p:spPr>
              <a:xfrm>
                <a:off x="7020198" y="3762231"/>
                <a:ext cx="182111" cy="170825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7" name="文字方塊 109">
              <a:extLst>
                <a:ext uri="{FF2B5EF4-FFF2-40B4-BE49-F238E27FC236}">
                  <a16:creationId xmlns:a16="http://schemas.microsoft.com/office/drawing/2014/main" id="{F3B8C897-7589-738D-BB6A-67B36EB9DBB3}"/>
                </a:ext>
              </a:extLst>
            </p:cNvPr>
            <p:cNvSpPr txBox="1"/>
            <p:nvPr/>
          </p:nvSpPr>
          <p:spPr>
            <a:xfrm>
              <a:off x="1270968" y="4888770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VM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101">
                  <a:extLst>
                    <a:ext uri="{FF2B5EF4-FFF2-40B4-BE49-F238E27FC236}">
                      <a16:creationId xmlns:a16="http://schemas.microsoft.com/office/drawing/2014/main" id="{6E3AB685-AAC1-FAAA-0806-11F53F35D4C4}"/>
                    </a:ext>
                  </a:extLst>
                </p:cNvPr>
                <p:cNvSpPr txBox="1"/>
                <p:nvPr/>
              </p:nvSpPr>
              <p:spPr>
                <a:xfrm>
                  <a:off x="1997772" y="4839712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8" name="文字方塊 101">
                  <a:extLst>
                    <a:ext uri="{FF2B5EF4-FFF2-40B4-BE49-F238E27FC236}">
                      <a16:creationId xmlns:a16="http://schemas.microsoft.com/office/drawing/2014/main" id="{6E3AB685-AAC1-FAAA-0806-11F53F35D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7772" y="4839712"/>
                  <a:ext cx="379583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TextBox 15">
              <a:extLst>
                <a:ext uri="{FF2B5EF4-FFF2-40B4-BE49-F238E27FC236}">
                  <a16:creationId xmlns:a16="http://schemas.microsoft.com/office/drawing/2014/main" id="{B721CB9D-81E6-0A63-A0C4-1A9F0B46998C}"/>
                </a:ext>
              </a:extLst>
            </p:cNvPr>
            <p:cNvSpPr txBox="1"/>
            <p:nvPr/>
          </p:nvSpPr>
          <p:spPr>
            <a:xfrm>
              <a:off x="2526351" y="4895058"/>
              <a:ext cx="761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169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280" name="群組 279">
            <a:extLst>
              <a:ext uri="{FF2B5EF4-FFF2-40B4-BE49-F238E27FC236}">
                <a16:creationId xmlns:a16="http://schemas.microsoft.com/office/drawing/2014/main" id="{FBD24E21-DF99-5B18-DF43-6D851F56AB47}"/>
              </a:ext>
            </a:extLst>
          </p:cNvPr>
          <p:cNvGrpSpPr/>
          <p:nvPr/>
        </p:nvGrpSpPr>
        <p:grpSpPr>
          <a:xfrm>
            <a:off x="1270967" y="5393746"/>
            <a:ext cx="1772254" cy="432892"/>
            <a:chOff x="1270967" y="5393746"/>
            <a:chExt cx="1772254" cy="4328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101">
                  <a:extLst>
                    <a:ext uri="{FF2B5EF4-FFF2-40B4-BE49-F238E27FC236}">
                      <a16:creationId xmlns:a16="http://schemas.microsoft.com/office/drawing/2014/main" id="{EDC30117-C855-E303-4002-B8A405A7A6FB}"/>
                    </a:ext>
                  </a:extLst>
                </p:cNvPr>
                <p:cNvSpPr txBox="1"/>
                <p:nvPr/>
              </p:nvSpPr>
              <p:spPr>
                <a:xfrm>
                  <a:off x="1949265" y="5393746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6" name="文字方塊 101">
                  <a:extLst>
                    <a:ext uri="{FF2B5EF4-FFF2-40B4-BE49-F238E27FC236}">
                      <a16:creationId xmlns:a16="http://schemas.microsoft.com/office/drawing/2014/main" id="{EDC30117-C855-E303-4002-B8A405A7A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9265" y="5393746"/>
                  <a:ext cx="379583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15">
              <a:extLst>
                <a:ext uri="{FF2B5EF4-FFF2-40B4-BE49-F238E27FC236}">
                  <a16:creationId xmlns:a16="http://schemas.microsoft.com/office/drawing/2014/main" id="{D8AAC6E4-D1D7-3939-AECF-FC7A9288D4B9}"/>
                </a:ext>
              </a:extLst>
            </p:cNvPr>
            <p:cNvSpPr txBox="1"/>
            <p:nvPr/>
          </p:nvSpPr>
          <p:spPr>
            <a:xfrm>
              <a:off x="2282166" y="5426528"/>
              <a:ext cx="761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13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78" name="文字方塊 109">
              <a:extLst>
                <a:ext uri="{FF2B5EF4-FFF2-40B4-BE49-F238E27FC236}">
                  <a16:creationId xmlns:a16="http://schemas.microsoft.com/office/drawing/2014/main" id="{3F6E5D0C-E5BE-C21A-7AF5-0612429C4801}"/>
                </a:ext>
              </a:extLst>
            </p:cNvPr>
            <p:cNvSpPr txBox="1"/>
            <p:nvPr/>
          </p:nvSpPr>
          <p:spPr>
            <a:xfrm>
              <a:off x="1270967" y="5410137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VM</a:t>
              </a:r>
            </a:p>
          </p:txBody>
        </p:sp>
      </p:grpSp>
      <p:sp>
        <p:nvSpPr>
          <p:cNvPr id="79" name="文字方塊 249">
            <a:extLst>
              <a:ext uri="{FF2B5EF4-FFF2-40B4-BE49-F238E27FC236}">
                <a16:creationId xmlns:a16="http://schemas.microsoft.com/office/drawing/2014/main" id="{04A31E42-B797-7B7C-6B83-5E71DF45FD34}"/>
              </a:ext>
            </a:extLst>
          </p:cNvPr>
          <p:cNvSpPr txBox="1"/>
          <p:nvPr/>
        </p:nvSpPr>
        <p:spPr>
          <a:xfrm>
            <a:off x="2884661" y="5426528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</a:p>
        </p:txBody>
      </p:sp>
      <p:grpSp>
        <p:nvGrpSpPr>
          <p:cNvPr id="281" name="群組 280">
            <a:extLst>
              <a:ext uri="{FF2B5EF4-FFF2-40B4-BE49-F238E27FC236}">
                <a16:creationId xmlns:a16="http://schemas.microsoft.com/office/drawing/2014/main" id="{4AF4D80E-9148-1433-6C0D-394323DF3691}"/>
              </a:ext>
            </a:extLst>
          </p:cNvPr>
          <p:cNvGrpSpPr/>
          <p:nvPr/>
        </p:nvGrpSpPr>
        <p:grpSpPr>
          <a:xfrm>
            <a:off x="272748" y="5771192"/>
            <a:ext cx="4273518" cy="461665"/>
            <a:chOff x="272748" y="5771192"/>
            <a:chExt cx="4273518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54">
                  <a:extLst>
                    <a:ext uri="{FF2B5EF4-FFF2-40B4-BE49-F238E27FC236}">
                      <a16:creationId xmlns:a16="http://schemas.microsoft.com/office/drawing/2014/main" id="{1DA43DEC-B1E2-1B47-BA6F-EF35CD8A4496}"/>
                    </a:ext>
                  </a:extLst>
                </p:cNvPr>
                <p:cNvSpPr txBox="1"/>
                <p:nvPr/>
              </p:nvSpPr>
              <p:spPr>
                <a:xfrm>
                  <a:off x="272748" y="5771192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4" name="文字方塊 54">
                  <a:extLst>
                    <a:ext uri="{FF2B5EF4-FFF2-40B4-BE49-F238E27FC236}">
                      <a16:creationId xmlns:a16="http://schemas.microsoft.com/office/drawing/2014/main" id="{1DA43DEC-B1E2-1B47-BA6F-EF35CD8A44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748" y="5771192"/>
                  <a:ext cx="295688" cy="46166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TextBox 15">
              <a:extLst>
                <a:ext uri="{FF2B5EF4-FFF2-40B4-BE49-F238E27FC236}">
                  <a16:creationId xmlns:a16="http://schemas.microsoft.com/office/drawing/2014/main" id="{677C3168-06A0-A8A9-E267-0B3618816C78}"/>
                </a:ext>
              </a:extLst>
            </p:cNvPr>
            <p:cNvSpPr txBox="1"/>
            <p:nvPr/>
          </p:nvSpPr>
          <p:spPr>
            <a:xfrm>
              <a:off x="568436" y="5832232"/>
              <a:ext cx="3977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ABCDV is a right pyramid. 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282" name="群組 281">
            <a:extLst>
              <a:ext uri="{FF2B5EF4-FFF2-40B4-BE49-F238E27FC236}">
                <a16:creationId xmlns:a16="http://schemas.microsoft.com/office/drawing/2014/main" id="{309F7937-A259-E680-AB0B-0A565C0ED286}"/>
              </a:ext>
            </a:extLst>
          </p:cNvPr>
          <p:cNvGrpSpPr/>
          <p:nvPr/>
        </p:nvGrpSpPr>
        <p:grpSpPr>
          <a:xfrm>
            <a:off x="278472" y="6228297"/>
            <a:ext cx="4747138" cy="480523"/>
            <a:chOff x="278472" y="6228297"/>
            <a:chExt cx="4747138" cy="4805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1">
                  <a:extLst>
                    <a:ext uri="{FF2B5EF4-FFF2-40B4-BE49-F238E27FC236}">
                      <a16:creationId xmlns:a16="http://schemas.microsoft.com/office/drawing/2014/main" id="{77F314B6-0739-080F-FB39-D0639A1DFD75}"/>
                    </a:ext>
                  </a:extLst>
                </p:cNvPr>
                <p:cNvSpPr txBox="1"/>
                <p:nvPr/>
              </p:nvSpPr>
              <p:spPr>
                <a:xfrm>
                  <a:off x="641393" y="6285215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𝑽𝑨𝑫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6" name="文字方塊 1">
                  <a:extLst>
                    <a:ext uri="{FF2B5EF4-FFF2-40B4-BE49-F238E27FC236}">
                      <a16:creationId xmlns:a16="http://schemas.microsoft.com/office/drawing/2014/main" id="{77F314B6-0739-080F-FB39-D0639A1DF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393" y="6285215"/>
                  <a:ext cx="958689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260">
                  <a:extLst>
                    <a:ext uri="{FF2B5EF4-FFF2-40B4-BE49-F238E27FC236}">
                      <a16:creationId xmlns:a16="http://schemas.microsoft.com/office/drawing/2014/main" id="{32AB18FF-4DD8-9E34-D0E9-022C5357326D}"/>
                    </a:ext>
                  </a:extLst>
                </p:cNvPr>
                <p:cNvSpPr txBox="1"/>
                <p:nvPr/>
              </p:nvSpPr>
              <p:spPr>
                <a:xfrm>
                  <a:off x="278472" y="6228297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7" name="文字方塊 260">
                  <a:extLst>
                    <a:ext uri="{FF2B5EF4-FFF2-40B4-BE49-F238E27FC236}">
                      <a16:creationId xmlns:a16="http://schemas.microsoft.com/office/drawing/2014/main" id="{32AB18FF-4DD8-9E34-D0E9-022C535732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472" y="6228297"/>
                  <a:ext cx="238419" cy="461665"/>
                </a:xfrm>
                <a:prstGeom prst="rect">
                  <a:avLst/>
                </a:prstGeom>
                <a:blipFill>
                  <a:blip r:embed="rId2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1">
                  <a:extLst>
                    <a:ext uri="{FF2B5EF4-FFF2-40B4-BE49-F238E27FC236}">
                      <a16:creationId xmlns:a16="http://schemas.microsoft.com/office/drawing/2014/main" id="{A9482551-84E8-7150-1955-577AE7E783C2}"/>
                    </a:ext>
                  </a:extLst>
                </p:cNvPr>
                <p:cNvSpPr txBox="1"/>
                <p:nvPr/>
              </p:nvSpPr>
              <p:spPr>
                <a:xfrm>
                  <a:off x="1786854" y="6293382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𝑽𝑨𝑩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8" name="文字方塊 1">
                  <a:extLst>
                    <a:ext uri="{FF2B5EF4-FFF2-40B4-BE49-F238E27FC236}">
                      <a16:creationId xmlns:a16="http://schemas.microsoft.com/office/drawing/2014/main" id="{A9482551-84E8-7150-1955-577AE7E78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6854" y="6293382"/>
                  <a:ext cx="958689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1">
                  <a:extLst>
                    <a:ext uri="{FF2B5EF4-FFF2-40B4-BE49-F238E27FC236}">
                      <a16:creationId xmlns:a16="http://schemas.microsoft.com/office/drawing/2014/main" id="{F6AB915D-2CFF-5DEA-8C0F-75B920185CA6}"/>
                    </a:ext>
                  </a:extLst>
                </p:cNvPr>
                <p:cNvSpPr txBox="1"/>
                <p:nvPr/>
              </p:nvSpPr>
              <p:spPr>
                <a:xfrm>
                  <a:off x="2920951" y="6302051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𝑽𝑩𝑪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9" name="文字方塊 1">
                  <a:extLst>
                    <a:ext uri="{FF2B5EF4-FFF2-40B4-BE49-F238E27FC236}">
                      <a16:creationId xmlns:a16="http://schemas.microsoft.com/office/drawing/2014/main" id="{F6AB915D-2CFF-5DEA-8C0F-75B920185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951" y="6302051"/>
                  <a:ext cx="958689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1">
                  <a:extLst>
                    <a:ext uri="{FF2B5EF4-FFF2-40B4-BE49-F238E27FC236}">
                      <a16:creationId xmlns:a16="http://schemas.microsoft.com/office/drawing/2014/main" id="{A3F1F8CB-B936-B366-B34B-C33F6E7F3389}"/>
                    </a:ext>
                  </a:extLst>
                </p:cNvPr>
                <p:cNvSpPr txBox="1"/>
                <p:nvPr/>
              </p:nvSpPr>
              <p:spPr>
                <a:xfrm>
                  <a:off x="4066921" y="6308710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𝑽𝑪𝑫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0" name="文字方塊 1">
                  <a:extLst>
                    <a:ext uri="{FF2B5EF4-FFF2-40B4-BE49-F238E27FC236}">
                      <a16:creationId xmlns:a16="http://schemas.microsoft.com/office/drawing/2014/main" id="{A3F1F8CB-B936-B366-B34B-C33F6E7F3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6921" y="6308710"/>
                  <a:ext cx="958689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101">
                  <a:extLst>
                    <a:ext uri="{FF2B5EF4-FFF2-40B4-BE49-F238E27FC236}">
                      <a16:creationId xmlns:a16="http://schemas.microsoft.com/office/drawing/2014/main" id="{FA916527-A863-CC7F-2C6A-1D12430B2103}"/>
                    </a:ext>
                  </a:extLst>
                </p:cNvPr>
                <p:cNvSpPr txBox="1"/>
                <p:nvPr/>
              </p:nvSpPr>
              <p:spPr>
                <a:xfrm>
                  <a:off x="3780631" y="6293382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1" name="文字方塊 101">
                  <a:extLst>
                    <a:ext uri="{FF2B5EF4-FFF2-40B4-BE49-F238E27FC236}">
                      <a16:creationId xmlns:a16="http://schemas.microsoft.com/office/drawing/2014/main" id="{FA916527-A863-CC7F-2C6A-1D12430B2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631" y="6293382"/>
                  <a:ext cx="379583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101">
                  <a:extLst>
                    <a:ext uri="{FF2B5EF4-FFF2-40B4-BE49-F238E27FC236}">
                      <a16:creationId xmlns:a16="http://schemas.microsoft.com/office/drawing/2014/main" id="{DF9DC14D-F2B2-E7A8-DAEB-61B29792B0DF}"/>
                    </a:ext>
                  </a:extLst>
                </p:cNvPr>
                <p:cNvSpPr txBox="1"/>
                <p:nvPr/>
              </p:nvSpPr>
              <p:spPr>
                <a:xfrm>
                  <a:off x="2613394" y="6293382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2" name="文字方塊 101">
                  <a:extLst>
                    <a:ext uri="{FF2B5EF4-FFF2-40B4-BE49-F238E27FC236}">
                      <a16:creationId xmlns:a16="http://schemas.microsoft.com/office/drawing/2014/main" id="{DF9DC14D-F2B2-E7A8-DAEB-61B29792B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394" y="6293382"/>
                  <a:ext cx="379583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101">
                  <a:extLst>
                    <a:ext uri="{FF2B5EF4-FFF2-40B4-BE49-F238E27FC236}">
                      <a16:creationId xmlns:a16="http://schemas.microsoft.com/office/drawing/2014/main" id="{43BD6EED-1DF8-FC37-446F-1FBFA75A13A1}"/>
                    </a:ext>
                  </a:extLst>
                </p:cNvPr>
                <p:cNvSpPr txBox="1"/>
                <p:nvPr/>
              </p:nvSpPr>
              <p:spPr>
                <a:xfrm>
                  <a:off x="1497198" y="6285215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101">
                  <a:extLst>
                    <a:ext uri="{FF2B5EF4-FFF2-40B4-BE49-F238E27FC236}">
                      <a16:creationId xmlns:a16="http://schemas.microsoft.com/office/drawing/2014/main" id="{43BD6EED-1DF8-FC37-446F-1FBFA75A1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198" y="6285215"/>
                  <a:ext cx="379583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" name="TextBox 15">
            <a:extLst>
              <a:ext uri="{FF2B5EF4-FFF2-40B4-BE49-F238E27FC236}">
                <a16:creationId xmlns:a16="http://schemas.microsoft.com/office/drawing/2014/main" id="{81961983-ED77-DD93-4F32-93DDE2065BDE}"/>
              </a:ext>
            </a:extLst>
          </p:cNvPr>
          <p:cNvSpPr txBox="1"/>
          <p:nvPr/>
        </p:nvSpPr>
        <p:spPr>
          <a:xfrm>
            <a:off x="6343178" y="3011666"/>
            <a:ext cx="544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Total surface area of pyramid ABCDV</a:t>
            </a:r>
            <a:endParaRPr lang="zh-TW" altLang="en-US" sz="2000" b="1" dirty="0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283" name="群組 282">
            <a:extLst>
              <a:ext uri="{FF2B5EF4-FFF2-40B4-BE49-F238E27FC236}">
                <a16:creationId xmlns:a16="http://schemas.microsoft.com/office/drawing/2014/main" id="{FD7F7CF2-20FE-72CC-0F83-7E14262E0E79}"/>
              </a:ext>
            </a:extLst>
          </p:cNvPr>
          <p:cNvGrpSpPr/>
          <p:nvPr/>
        </p:nvGrpSpPr>
        <p:grpSpPr>
          <a:xfrm>
            <a:off x="6040083" y="3500413"/>
            <a:ext cx="5543039" cy="837027"/>
            <a:chOff x="6040083" y="3500413"/>
            <a:chExt cx="5543039" cy="8370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字方塊 101">
                  <a:extLst>
                    <a:ext uri="{FF2B5EF4-FFF2-40B4-BE49-F238E27FC236}">
                      <a16:creationId xmlns:a16="http://schemas.microsoft.com/office/drawing/2014/main" id="{45B171B9-FC51-1115-BAF9-733485CA3DCE}"/>
                    </a:ext>
                  </a:extLst>
                </p:cNvPr>
                <p:cNvSpPr txBox="1"/>
                <p:nvPr/>
              </p:nvSpPr>
              <p:spPr>
                <a:xfrm>
                  <a:off x="6040083" y="3525557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5" name="文字方塊 101">
                  <a:extLst>
                    <a:ext uri="{FF2B5EF4-FFF2-40B4-BE49-F238E27FC236}">
                      <a16:creationId xmlns:a16="http://schemas.microsoft.com/office/drawing/2014/main" id="{45B171B9-FC51-1115-BAF9-733485CA3D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0083" y="3525557"/>
                  <a:ext cx="379583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TextBox 15">
              <a:extLst>
                <a:ext uri="{FF2B5EF4-FFF2-40B4-BE49-F238E27FC236}">
                  <a16:creationId xmlns:a16="http://schemas.microsoft.com/office/drawing/2014/main" id="{D551EC3F-0DE6-9C5D-8297-53D7D0DC8630}"/>
                </a:ext>
              </a:extLst>
            </p:cNvPr>
            <p:cNvSpPr txBox="1"/>
            <p:nvPr/>
          </p:nvSpPr>
          <p:spPr>
            <a:xfrm>
              <a:off x="6297703" y="3542084"/>
              <a:ext cx="32601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Area of (square ABCD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字方塊 1">
                  <a:extLst>
                    <a:ext uri="{FF2B5EF4-FFF2-40B4-BE49-F238E27FC236}">
                      <a16:creationId xmlns:a16="http://schemas.microsoft.com/office/drawing/2014/main" id="{97C6358B-3A9D-3A55-FA31-6B1A8BB978A2}"/>
                    </a:ext>
                  </a:extLst>
                </p:cNvPr>
                <p:cNvSpPr txBox="1"/>
                <p:nvPr/>
              </p:nvSpPr>
              <p:spPr>
                <a:xfrm>
                  <a:off x="9653384" y="3515943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𝑽𝑨𝑫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7" name="文字方塊 1">
                  <a:extLst>
                    <a:ext uri="{FF2B5EF4-FFF2-40B4-BE49-F238E27FC236}">
                      <a16:creationId xmlns:a16="http://schemas.microsoft.com/office/drawing/2014/main" id="{97C6358B-3A9D-3A55-FA31-6B1A8BB978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3384" y="3515943"/>
                  <a:ext cx="958689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1">
                  <a:extLst>
                    <a:ext uri="{FF2B5EF4-FFF2-40B4-BE49-F238E27FC236}">
                      <a16:creationId xmlns:a16="http://schemas.microsoft.com/office/drawing/2014/main" id="{7272344A-2C6A-B155-287B-20354461F501}"/>
                    </a:ext>
                  </a:extLst>
                </p:cNvPr>
                <p:cNvSpPr txBox="1"/>
                <p:nvPr/>
              </p:nvSpPr>
              <p:spPr>
                <a:xfrm>
                  <a:off x="10624433" y="3513631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𝑽𝑨𝑩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1">
                  <a:extLst>
                    <a:ext uri="{FF2B5EF4-FFF2-40B4-BE49-F238E27FC236}">
                      <a16:creationId xmlns:a16="http://schemas.microsoft.com/office/drawing/2014/main" id="{7272344A-2C6A-B155-287B-20354461F5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4433" y="3513631"/>
                  <a:ext cx="958689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103">
                  <a:extLst>
                    <a:ext uri="{FF2B5EF4-FFF2-40B4-BE49-F238E27FC236}">
                      <a16:creationId xmlns:a16="http://schemas.microsoft.com/office/drawing/2014/main" id="{199071A0-7F33-82BC-E098-94669648D912}"/>
                    </a:ext>
                  </a:extLst>
                </p:cNvPr>
                <p:cNvSpPr txBox="1"/>
                <p:nvPr/>
              </p:nvSpPr>
              <p:spPr>
                <a:xfrm>
                  <a:off x="9451232" y="3506128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9" name="文字方塊 103">
                  <a:extLst>
                    <a:ext uri="{FF2B5EF4-FFF2-40B4-BE49-F238E27FC236}">
                      <a16:creationId xmlns:a16="http://schemas.microsoft.com/office/drawing/2014/main" id="{199071A0-7F33-82BC-E098-94669648D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1232" y="3506128"/>
                  <a:ext cx="379583" cy="40011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103">
                  <a:extLst>
                    <a:ext uri="{FF2B5EF4-FFF2-40B4-BE49-F238E27FC236}">
                      <a16:creationId xmlns:a16="http://schemas.microsoft.com/office/drawing/2014/main" id="{B80124BE-BE2B-A1B1-EE0D-3186EAC2B942}"/>
                    </a:ext>
                  </a:extLst>
                </p:cNvPr>
                <p:cNvSpPr txBox="1"/>
                <p:nvPr/>
              </p:nvSpPr>
              <p:spPr>
                <a:xfrm>
                  <a:off x="10434642" y="3500413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0" name="文字方塊 103">
                  <a:extLst>
                    <a:ext uri="{FF2B5EF4-FFF2-40B4-BE49-F238E27FC236}">
                      <a16:creationId xmlns:a16="http://schemas.microsoft.com/office/drawing/2014/main" id="{B80124BE-BE2B-A1B1-EE0D-3186EAC2B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4642" y="3500413"/>
                  <a:ext cx="379583" cy="40011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3">
                  <a:extLst>
                    <a:ext uri="{FF2B5EF4-FFF2-40B4-BE49-F238E27FC236}">
                      <a16:creationId xmlns:a16="http://schemas.microsoft.com/office/drawing/2014/main" id="{DCCEF940-B0E3-9B6A-684C-2095A80FF9BF}"/>
                    </a:ext>
                  </a:extLst>
                </p:cNvPr>
                <p:cNvSpPr txBox="1"/>
                <p:nvPr/>
              </p:nvSpPr>
              <p:spPr>
                <a:xfrm>
                  <a:off x="7489082" y="3931272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1" name="文字方塊 103">
                  <a:extLst>
                    <a:ext uri="{FF2B5EF4-FFF2-40B4-BE49-F238E27FC236}">
                      <a16:creationId xmlns:a16="http://schemas.microsoft.com/office/drawing/2014/main" id="{DCCEF940-B0E3-9B6A-684C-2095A80FF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9082" y="3931272"/>
                  <a:ext cx="379583" cy="4001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03">
                  <a:extLst>
                    <a:ext uri="{FF2B5EF4-FFF2-40B4-BE49-F238E27FC236}">
                      <a16:creationId xmlns:a16="http://schemas.microsoft.com/office/drawing/2014/main" id="{0749D8DD-7C32-8D2B-6E33-351D51D5B69F}"/>
                    </a:ext>
                  </a:extLst>
                </p:cNvPr>
                <p:cNvSpPr txBox="1"/>
                <p:nvPr/>
              </p:nvSpPr>
              <p:spPr>
                <a:xfrm>
                  <a:off x="8523451" y="3926616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03">
                  <a:extLst>
                    <a:ext uri="{FF2B5EF4-FFF2-40B4-BE49-F238E27FC236}">
                      <a16:creationId xmlns:a16="http://schemas.microsoft.com/office/drawing/2014/main" id="{0749D8DD-7C32-8D2B-6E33-351D51D5B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3451" y="3926616"/>
                  <a:ext cx="379583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字方塊 1">
                  <a:extLst>
                    <a:ext uri="{FF2B5EF4-FFF2-40B4-BE49-F238E27FC236}">
                      <a16:creationId xmlns:a16="http://schemas.microsoft.com/office/drawing/2014/main" id="{EDC15A41-A012-B0EF-F017-C0A0197E5C48}"/>
                    </a:ext>
                  </a:extLst>
                </p:cNvPr>
                <p:cNvSpPr txBox="1"/>
                <p:nvPr/>
              </p:nvSpPr>
              <p:spPr>
                <a:xfrm>
                  <a:off x="7715108" y="3937330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𝑽𝑩𝑪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3" name="文字方塊 1">
                  <a:extLst>
                    <a:ext uri="{FF2B5EF4-FFF2-40B4-BE49-F238E27FC236}">
                      <a16:creationId xmlns:a16="http://schemas.microsoft.com/office/drawing/2014/main" id="{EDC15A41-A012-B0EF-F017-C0A0197E5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108" y="3937330"/>
                  <a:ext cx="958689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">
                  <a:extLst>
                    <a:ext uri="{FF2B5EF4-FFF2-40B4-BE49-F238E27FC236}">
                      <a16:creationId xmlns:a16="http://schemas.microsoft.com/office/drawing/2014/main" id="{7EAFA356-F89C-8226-DF12-DBA907555C2B}"/>
                    </a:ext>
                  </a:extLst>
                </p:cNvPr>
                <p:cNvSpPr txBox="1"/>
                <p:nvPr/>
              </p:nvSpPr>
              <p:spPr>
                <a:xfrm>
                  <a:off x="8751083" y="3937330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𝑽𝑪𝑫</m:t>
                        </m:r>
                      </m:oMath>
                    </m:oMathPara>
                  </a14:m>
                  <a:endParaRPr lang="en-HK" altLang="zh-HK" sz="2000" b="1" i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4" name="文字方塊 1">
                  <a:extLst>
                    <a:ext uri="{FF2B5EF4-FFF2-40B4-BE49-F238E27FC236}">
                      <a16:creationId xmlns:a16="http://schemas.microsoft.com/office/drawing/2014/main" id="{7EAFA356-F89C-8226-DF12-DBA907555C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1083" y="3937330"/>
                  <a:ext cx="958689" cy="4001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50DCA6C7-B4E0-5E32-92EF-8FCD3DAD6186}"/>
                </a:ext>
              </a:extLst>
            </p:cNvPr>
            <p:cNvSpPr txBox="1"/>
            <p:nvPr/>
          </p:nvSpPr>
          <p:spPr>
            <a:xfrm>
              <a:off x="9471997" y="3957394"/>
              <a:ext cx="257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dirty="0"/>
            </a:p>
          </p:txBody>
        </p:sp>
      </p:grpSp>
      <p:grpSp>
        <p:nvGrpSpPr>
          <p:cNvPr id="284" name="群組 283">
            <a:extLst>
              <a:ext uri="{FF2B5EF4-FFF2-40B4-BE49-F238E27FC236}">
                <a16:creationId xmlns:a16="http://schemas.microsoft.com/office/drawing/2014/main" id="{51B7C6F4-289A-25C9-5CAF-3087E84C31F9}"/>
              </a:ext>
            </a:extLst>
          </p:cNvPr>
          <p:cNvGrpSpPr/>
          <p:nvPr/>
        </p:nvGrpSpPr>
        <p:grpSpPr>
          <a:xfrm>
            <a:off x="6040083" y="4345614"/>
            <a:ext cx="5241036" cy="427114"/>
            <a:chOff x="6040083" y="4345614"/>
            <a:chExt cx="5241036" cy="427114"/>
          </a:xfrm>
        </p:grpSpPr>
        <p:sp>
          <p:nvSpPr>
            <p:cNvPr id="107" name="TextBox 15">
              <a:extLst>
                <a:ext uri="{FF2B5EF4-FFF2-40B4-BE49-F238E27FC236}">
                  <a16:creationId xmlns:a16="http://schemas.microsoft.com/office/drawing/2014/main" id="{00E43491-6A98-4FA6-2800-7462B5A83757}"/>
                </a:ext>
              </a:extLst>
            </p:cNvPr>
            <p:cNvSpPr txBox="1"/>
            <p:nvPr/>
          </p:nvSpPr>
          <p:spPr>
            <a:xfrm>
              <a:off x="6340864" y="4372618"/>
              <a:ext cx="32601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Area of (square ABCD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字方塊 101">
                  <a:extLst>
                    <a:ext uri="{FF2B5EF4-FFF2-40B4-BE49-F238E27FC236}">
                      <a16:creationId xmlns:a16="http://schemas.microsoft.com/office/drawing/2014/main" id="{81545E93-3994-2A18-7543-C4DF03B60514}"/>
                    </a:ext>
                  </a:extLst>
                </p:cNvPr>
                <p:cNvSpPr txBox="1"/>
                <p:nvPr/>
              </p:nvSpPr>
              <p:spPr>
                <a:xfrm>
                  <a:off x="6040083" y="4345614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8" name="文字方塊 101">
                  <a:extLst>
                    <a:ext uri="{FF2B5EF4-FFF2-40B4-BE49-F238E27FC236}">
                      <a16:creationId xmlns:a16="http://schemas.microsoft.com/office/drawing/2014/main" id="{81545E93-3994-2A18-7543-C4DF03B60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0083" y="4345614"/>
                  <a:ext cx="379583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字方塊 103">
                  <a:extLst>
                    <a:ext uri="{FF2B5EF4-FFF2-40B4-BE49-F238E27FC236}">
                      <a16:creationId xmlns:a16="http://schemas.microsoft.com/office/drawing/2014/main" id="{46645659-3D57-8615-9A18-0BC46E8355E2}"/>
                    </a:ext>
                  </a:extLst>
                </p:cNvPr>
                <p:cNvSpPr txBox="1"/>
                <p:nvPr/>
              </p:nvSpPr>
              <p:spPr>
                <a:xfrm>
                  <a:off x="9478826" y="4352640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9" name="文字方塊 103">
                  <a:extLst>
                    <a:ext uri="{FF2B5EF4-FFF2-40B4-BE49-F238E27FC236}">
                      <a16:creationId xmlns:a16="http://schemas.microsoft.com/office/drawing/2014/main" id="{46645659-3D57-8615-9A18-0BC46E835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8826" y="4352640"/>
                  <a:ext cx="379583" cy="40011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">
                  <a:extLst>
                    <a:ext uri="{FF2B5EF4-FFF2-40B4-BE49-F238E27FC236}">
                      <a16:creationId xmlns:a16="http://schemas.microsoft.com/office/drawing/2014/main" id="{44445C3A-9DF7-08F5-C297-DAE99F139205}"/>
                    </a:ext>
                  </a:extLst>
                </p:cNvPr>
                <p:cNvSpPr txBox="1"/>
                <p:nvPr/>
              </p:nvSpPr>
              <p:spPr>
                <a:xfrm>
                  <a:off x="10244066" y="4352640"/>
                  <a:ext cx="95868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𝑽𝑨𝑫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0" name="文字方塊 1">
                  <a:extLst>
                    <a:ext uri="{FF2B5EF4-FFF2-40B4-BE49-F238E27FC236}">
                      <a16:creationId xmlns:a16="http://schemas.microsoft.com/office/drawing/2014/main" id="{44445C3A-9DF7-08F5-C297-DAE99F139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4066" y="4352640"/>
                  <a:ext cx="958689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TextBox 15">
              <a:extLst>
                <a:ext uri="{FF2B5EF4-FFF2-40B4-BE49-F238E27FC236}">
                  <a16:creationId xmlns:a16="http://schemas.microsoft.com/office/drawing/2014/main" id="{48538687-E2DD-5DA4-84A8-8A3B51395566}"/>
                </a:ext>
              </a:extLst>
            </p:cNvPr>
            <p:cNvSpPr txBox="1"/>
            <p:nvPr/>
          </p:nvSpPr>
          <p:spPr>
            <a:xfrm>
              <a:off x="9752023" y="4358815"/>
              <a:ext cx="376227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53">
                  <a:extLst>
                    <a:ext uri="{FF2B5EF4-FFF2-40B4-BE49-F238E27FC236}">
                      <a16:creationId xmlns:a16="http://schemas.microsoft.com/office/drawing/2014/main" id="{83E53AE4-F9C3-6127-3842-B3331F0931CF}"/>
                    </a:ext>
                  </a:extLst>
                </p:cNvPr>
                <p:cNvSpPr txBox="1"/>
                <p:nvPr/>
              </p:nvSpPr>
              <p:spPr>
                <a:xfrm>
                  <a:off x="10038219" y="43526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2" name="文字方塊 53">
                  <a:extLst>
                    <a:ext uri="{FF2B5EF4-FFF2-40B4-BE49-F238E27FC236}">
                      <a16:creationId xmlns:a16="http://schemas.microsoft.com/office/drawing/2014/main" id="{83E53AE4-F9C3-6127-3842-B3331F093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219" y="4352640"/>
                  <a:ext cx="295688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A39C9EDD-77B4-BB4F-D824-5D744894AC5E}"/>
                </a:ext>
              </a:extLst>
            </p:cNvPr>
            <p:cNvSpPr txBox="1"/>
            <p:nvPr/>
          </p:nvSpPr>
          <p:spPr>
            <a:xfrm>
              <a:off x="11023151" y="4375552"/>
              <a:ext cx="257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dirty="0"/>
            </a:p>
          </p:txBody>
        </p:sp>
      </p:grpSp>
      <p:grpSp>
        <p:nvGrpSpPr>
          <p:cNvPr id="285" name="群組 284">
            <a:extLst>
              <a:ext uri="{FF2B5EF4-FFF2-40B4-BE49-F238E27FC236}">
                <a16:creationId xmlns:a16="http://schemas.microsoft.com/office/drawing/2014/main" id="{EE7AA924-CC74-3833-3CE0-A28244EF48B9}"/>
              </a:ext>
            </a:extLst>
          </p:cNvPr>
          <p:cNvGrpSpPr/>
          <p:nvPr/>
        </p:nvGrpSpPr>
        <p:grpSpPr>
          <a:xfrm>
            <a:off x="6040083" y="4721972"/>
            <a:ext cx="4716436" cy="782994"/>
            <a:chOff x="6040083" y="4721972"/>
            <a:chExt cx="4716436" cy="782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01">
                  <a:extLst>
                    <a:ext uri="{FF2B5EF4-FFF2-40B4-BE49-F238E27FC236}">
                      <a16:creationId xmlns:a16="http://schemas.microsoft.com/office/drawing/2014/main" id="{2172D63B-6FE9-A50C-BC8E-D47FBF831C14}"/>
                    </a:ext>
                  </a:extLst>
                </p:cNvPr>
                <p:cNvSpPr txBox="1"/>
                <p:nvPr/>
              </p:nvSpPr>
              <p:spPr>
                <a:xfrm>
                  <a:off x="6040083" y="4880382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4" name="文字方塊 101">
                  <a:extLst>
                    <a:ext uri="{FF2B5EF4-FFF2-40B4-BE49-F238E27FC236}">
                      <a16:creationId xmlns:a16="http://schemas.microsoft.com/office/drawing/2014/main" id="{2172D63B-6FE9-A50C-BC8E-D47FBF831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0083" y="4880382"/>
                  <a:ext cx="379583" cy="40011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TextBox 15">
              <a:extLst>
                <a:ext uri="{FF2B5EF4-FFF2-40B4-BE49-F238E27FC236}">
                  <a16:creationId xmlns:a16="http://schemas.microsoft.com/office/drawing/2014/main" id="{3C81A045-6697-A176-F816-5EEF12FDFA68}"/>
                </a:ext>
              </a:extLst>
            </p:cNvPr>
            <p:cNvSpPr txBox="1"/>
            <p:nvPr/>
          </p:nvSpPr>
          <p:spPr>
            <a:xfrm>
              <a:off x="7119791" y="4927250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CD</a:t>
              </a:r>
              <a:endParaRPr lang="zh-TW" altLang="en-US" sz="2000" b="1" dirty="0">
                <a:solidFill>
                  <a:srgbClr val="FF00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53">
                  <a:extLst>
                    <a:ext uri="{FF2B5EF4-FFF2-40B4-BE49-F238E27FC236}">
                      <a16:creationId xmlns:a16="http://schemas.microsoft.com/office/drawing/2014/main" id="{AB7E6263-9695-4A73-BD67-6D7B586790A5}"/>
                    </a:ext>
                  </a:extLst>
                </p:cNvPr>
                <p:cNvSpPr txBox="1"/>
                <p:nvPr/>
              </p:nvSpPr>
              <p:spPr>
                <a:xfrm>
                  <a:off x="6913818" y="489960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53">
                  <a:extLst>
                    <a:ext uri="{FF2B5EF4-FFF2-40B4-BE49-F238E27FC236}">
                      <a16:creationId xmlns:a16="http://schemas.microsoft.com/office/drawing/2014/main" id="{AB7E6263-9695-4A73-BD67-6D7B586790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3818" y="4899600"/>
                  <a:ext cx="295688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TextBox 15">
              <a:extLst>
                <a:ext uri="{FF2B5EF4-FFF2-40B4-BE49-F238E27FC236}">
                  <a16:creationId xmlns:a16="http://schemas.microsoft.com/office/drawing/2014/main" id="{EEA686D0-4495-4187-C85C-2B11E5164217}"/>
                </a:ext>
              </a:extLst>
            </p:cNvPr>
            <p:cNvSpPr txBox="1"/>
            <p:nvPr/>
          </p:nvSpPr>
          <p:spPr>
            <a:xfrm>
              <a:off x="6297703" y="4927250"/>
              <a:ext cx="7385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Lucida Calligraphy" panose="03010101010101010101" pitchFamily="66" charset="0"/>
                </a:rPr>
                <a:t>AD</a:t>
              </a:r>
              <a:endParaRPr lang="zh-TW" altLang="en-US" sz="2000" b="1" dirty="0">
                <a:solidFill>
                  <a:schemeClr val="accent5">
                    <a:lumMod val="75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字方塊 103">
                  <a:extLst>
                    <a:ext uri="{FF2B5EF4-FFF2-40B4-BE49-F238E27FC236}">
                      <a16:creationId xmlns:a16="http://schemas.microsoft.com/office/drawing/2014/main" id="{3242BE21-5AF8-57DE-0E98-5EE1298C339B}"/>
                    </a:ext>
                  </a:extLst>
                </p:cNvPr>
                <p:cNvSpPr txBox="1"/>
                <p:nvPr/>
              </p:nvSpPr>
              <p:spPr>
                <a:xfrm>
                  <a:off x="7715108" y="4897935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8" name="文字方塊 103">
                  <a:extLst>
                    <a:ext uri="{FF2B5EF4-FFF2-40B4-BE49-F238E27FC236}">
                      <a16:creationId xmlns:a16="http://schemas.microsoft.com/office/drawing/2014/main" id="{3242BE21-5AF8-57DE-0E98-5EE1298C3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108" y="4897935"/>
                  <a:ext cx="379583" cy="400110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9" name="TextBox 15">
              <a:extLst>
                <a:ext uri="{FF2B5EF4-FFF2-40B4-BE49-F238E27FC236}">
                  <a16:creationId xmlns:a16="http://schemas.microsoft.com/office/drawing/2014/main" id="{7A912BE3-D73D-8942-9352-61DA33FA6F6E}"/>
                </a:ext>
              </a:extLst>
            </p:cNvPr>
            <p:cNvSpPr txBox="1"/>
            <p:nvPr/>
          </p:nvSpPr>
          <p:spPr>
            <a:xfrm>
              <a:off x="7988305" y="4904110"/>
              <a:ext cx="376227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53">
                  <a:extLst>
                    <a:ext uri="{FF2B5EF4-FFF2-40B4-BE49-F238E27FC236}">
                      <a16:creationId xmlns:a16="http://schemas.microsoft.com/office/drawing/2014/main" id="{3484AB94-6703-D263-F79C-59F0C5A9C16C}"/>
                    </a:ext>
                  </a:extLst>
                </p:cNvPr>
                <p:cNvSpPr txBox="1"/>
                <p:nvPr/>
              </p:nvSpPr>
              <p:spPr>
                <a:xfrm>
                  <a:off x="8274501" y="489793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0" name="文字方塊 53">
                  <a:extLst>
                    <a:ext uri="{FF2B5EF4-FFF2-40B4-BE49-F238E27FC236}">
                      <a16:creationId xmlns:a16="http://schemas.microsoft.com/office/drawing/2014/main" id="{3484AB94-6703-D263-F79C-59F0C5A9C1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501" y="4897935"/>
                  <a:ext cx="295688" cy="40011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1" name="群組 74">
              <a:extLst>
                <a:ext uri="{FF2B5EF4-FFF2-40B4-BE49-F238E27FC236}">
                  <a16:creationId xmlns:a16="http://schemas.microsoft.com/office/drawing/2014/main" id="{24E59BD6-B1E2-BDD3-17DF-32A028F9EC78}"/>
                </a:ext>
              </a:extLst>
            </p:cNvPr>
            <p:cNvGrpSpPr/>
            <p:nvPr/>
          </p:nvGrpSpPr>
          <p:grpSpPr>
            <a:xfrm>
              <a:off x="8648482" y="4721972"/>
              <a:ext cx="374518" cy="782994"/>
              <a:chOff x="2896107" y="4666143"/>
              <a:chExt cx="374518" cy="782994"/>
            </a:xfrm>
          </p:grpSpPr>
          <p:sp>
            <p:nvSpPr>
              <p:cNvPr id="122" name="文字方塊 75">
                <a:extLst>
                  <a:ext uri="{FF2B5EF4-FFF2-40B4-BE49-F238E27FC236}">
                    <a16:creationId xmlns:a16="http://schemas.microsoft.com/office/drawing/2014/main" id="{1054C5F3-C97D-A83E-8AD6-1528669BF2E7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23" name="群組 76">
                <a:extLst>
                  <a:ext uri="{FF2B5EF4-FFF2-40B4-BE49-F238E27FC236}">
                    <a16:creationId xmlns:a16="http://schemas.microsoft.com/office/drawing/2014/main" id="{611E17A5-E4CC-B5E4-BA7E-29AE9C69F7F4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124" name="直線接點 77">
                  <a:extLst>
                    <a:ext uri="{FF2B5EF4-FFF2-40B4-BE49-F238E27FC236}">
                      <a16:creationId xmlns:a16="http://schemas.microsoft.com/office/drawing/2014/main" id="{35542DA3-D50D-97FD-A25B-E061939708F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25" name="文字方塊 78">
                  <a:extLst>
                    <a:ext uri="{FF2B5EF4-FFF2-40B4-BE49-F238E27FC236}">
                      <a16:creationId xmlns:a16="http://schemas.microsoft.com/office/drawing/2014/main" id="{1CD2445B-B541-7873-7CCD-7548C11BFD28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p:sp>
          <p:nvSpPr>
            <p:cNvPr id="126" name="TextBox 15">
              <a:extLst>
                <a:ext uri="{FF2B5EF4-FFF2-40B4-BE49-F238E27FC236}">
                  <a16:creationId xmlns:a16="http://schemas.microsoft.com/office/drawing/2014/main" id="{F15E8FDF-01DC-0595-969E-23BF6B3F72D9}"/>
                </a:ext>
              </a:extLst>
            </p:cNvPr>
            <p:cNvSpPr txBox="1"/>
            <p:nvPr/>
          </p:nvSpPr>
          <p:spPr>
            <a:xfrm>
              <a:off x="9188529" y="4922854"/>
              <a:ext cx="7385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Lucida Calligraphy" panose="03010101010101010101" pitchFamily="66" charset="0"/>
                </a:rPr>
                <a:t>AD</a:t>
              </a:r>
              <a:endParaRPr lang="zh-TW" altLang="en-US" sz="2000" b="1" dirty="0">
                <a:solidFill>
                  <a:schemeClr val="accent5">
                    <a:lumMod val="75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字方塊 53">
                  <a:extLst>
                    <a:ext uri="{FF2B5EF4-FFF2-40B4-BE49-F238E27FC236}">
                      <a16:creationId xmlns:a16="http://schemas.microsoft.com/office/drawing/2014/main" id="{3D1501D4-12BD-43C6-E4F9-E095DC5CECEB}"/>
                    </a:ext>
                  </a:extLst>
                </p:cNvPr>
                <p:cNvSpPr txBox="1"/>
                <p:nvPr/>
              </p:nvSpPr>
              <p:spPr>
                <a:xfrm>
                  <a:off x="8990439" y="48803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7" name="文字方塊 53">
                  <a:extLst>
                    <a:ext uri="{FF2B5EF4-FFF2-40B4-BE49-F238E27FC236}">
                      <a16:creationId xmlns:a16="http://schemas.microsoft.com/office/drawing/2014/main" id="{3D1501D4-12BD-43C6-E4F9-E095DC5CE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439" y="4880382"/>
                  <a:ext cx="295688" cy="4001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53">
                  <a:extLst>
                    <a:ext uri="{FF2B5EF4-FFF2-40B4-BE49-F238E27FC236}">
                      <a16:creationId xmlns:a16="http://schemas.microsoft.com/office/drawing/2014/main" id="{0291A98E-1401-8943-0F69-9E6BF77B0553}"/>
                    </a:ext>
                  </a:extLst>
                </p:cNvPr>
                <p:cNvSpPr txBox="1"/>
                <p:nvPr/>
              </p:nvSpPr>
              <p:spPr>
                <a:xfrm>
                  <a:off x="9773925" y="48803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8" name="文字方塊 53">
                  <a:extLst>
                    <a:ext uri="{FF2B5EF4-FFF2-40B4-BE49-F238E27FC236}">
                      <a16:creationId xmlns:a16="http://schemas.microsoft.com/office/drawing/2014/main" id="{0291A98E-1401-8943-0F69-9E6BF77B0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925" y="4880382"/>
                  <a:ext cx="295688" cy="400110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TextBox 15">
              <a:extLst>
                <a:ext uri="{FF2B5EF4-FFF2-40B4-BE49-F238E27FC236}">
                  <a16:creationId xmlns:a16="http://schemas.microsoft.com/office/drawing/2014/main" id="{396ACFD0-F407-C1AD-6DB9-D3E9C8615899}"/>
                </a:ext>
              </a:extLst>
            </p:cNvPr>
            <p:cNvSpPr txBox="1"/>
            <p:nvPr/>
          </p:nvSpPr>
          <p:spPr>
            <a:xfrm>
              <a:off x="10017937" y="4927250"/>
              <a:ext cx="7385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VM</a:t>
              </a:r>
              <a:endParaRPr lang="zh-TW" altLang="en-US" sz="2000" b="1" dirty="0">
                <a:solidFill>
                  <a:srgbClr val="92D05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286" name="群組 285">
            <a:extLst>
              <a:ext uri="{FF2B5EF4-FFF2-40B4-BE49-F238E27FC236}">
                <a16:creationId xmlns:a16="http://schemas.microsoft.com/office/drawing/2014/main" id="{95A83C7C-A34A-069F-DD46-6DB27FE48375}"/>
              </a:ext>
            </a:extLst>
          </p:cNvPr>
          <p:cNvGrpSpPr/>
          <p:nvPr/>
        </p:nvGrpSpPr>
        <p:grpSpPr>
          <a:xfrm>
            <a:off x="6040083" y="5380135"/>
            <a:ext cx="4679064" cy="782994"/>
            <a:chOff x="6040083" y="5380135"/>
            <a:chExt cx="4679064" cy="782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字方塊 101">
                  <a:extLst>
                    <a:ext uri="{FF2B5EF4-FFF2-40B4-BE49-F238E27FC236}">
                      <a16:creationId xmlns:a16="http://schemas.microsoft.com/office/drawing/2014/main" id="{2E4AA5F8-E21A-33D4-1E2A-4A3C26AB95FD}"/>
                    </a:ext>
                  </a:extLst>
                </p:cNvPr>
                <p:cNvSpPr txBox="1"/>
                <p:nvPr/>
              </p:nvSpPr>
              <p:spPr>
                <a:xfrm>
                  <a:off x="6040083" y="5538545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2" name="文字方塊 101">
                  <a:extLst>
                    <a:ext uri="{FF2B5EF4-FFF2-40B4-BE49-F238E27FC236}">
                      <a16:creationId xmlns:a16="http://schemas.microsoft.com/office/drawing/2014/main" id="{2E4AA5F8-E21A-33D4-1E2A-4A3C26AB9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0083" y="5538545"/>
                  <a:ext cx="379583" cy="40011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53">
                  <a:extLst>
                    <a:ext uri="{FF2B5EF4-FFF2-40B4-BE49-F238E27FC236}">
                      <a16:creationId xmlns:a16="http://schemas.microsoft.com/office/drawing/2014/main" id="{0858D321-9E32-397A-9B1A-D5AD2C267D6B}"/>
                    </a:ext>
                  </a:extLst>
                </p:cNvPr>
                <p:cNvSpPr txBox="1"/>
                <p:nvPr/>
              </p:nvSpPr>
              <p:spPr>
                <a:xfrm>
                  <a:off x="6913818" y="555776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4" name="文字方塊 53">
                  <a:extLst>
                    <a:ext uri="{FF2B5EF4-FFF2-40B4-BE49-F238E27FC236}">
                      <a16:creationId xmlns:a16="http://schemas.microsoft.com/office/drawing/2014/main" id="{0858D321-9E32-397A-9B1A-D5AD2C267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3818" y="5557763"/>
                  <a:ext cx="295688" cy="40011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字方塊 103">
                  <a:extLst>
                    <a:ext uri="{FF2B5EF4-FFF2-40B4-BE49-F238E27FC236}">
                      <a16:creationId xmlns:a16="http://schemas.microsoft.com/office/drawing/2014/main" id="{52DA5099-E443-DF95-0BB2-FDDA308A898A}"/>
                    </a:ext>
                  </a:extLst>
                </p:cNvPr>
                <p:cNvSpPr txBox="1"/>
                <p:nvPr/>
              </p:nvSpPr>
              <p:spPr>
                <a:xfrm>
                  <a:off x="7715108" y="5556098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6" name="文字方塊 103">
                  <a:extLst>
                    <a:ext uri="{FF2B5EF4-FFF2-40B4-BE49-F238E27FC236}">
                      <a16:creationId xmlns:a16="http://schemas.microsoft.com/office/drawing/2014/main" id="{52DA5099-E443-DF95-0BB2-FDDA308A8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108" y="5556098"/>
                  <a:ext cx="379583" cy="400110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TextBox 15">
              <a:extLst>
                <a:ext uri="{FF2B5EF4-FFF2-40B4-BE49-F238E27FC236}">
                  <a16:creationId xmlns:a16="http://schemas.microsoft.com/office/drawing/2014/main" id="{16E8FB3F-3516-CFA7-5556-267F6FAB8A3F}"/>
                </a:ext>
              </a:extLst>
            </p:cNvPr>
            <p:cNvSpPr txBox="1"/>
            <p:nvPr/>
          </p:nvSpPr>
          <p:spPr>
            <a:xfrm>
              <a:off x="7988305" y="5562273"/>
              <a:ext cx="376227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53">
                  <a:extLst>
                    <a:ext uri="{FF2B5EF4-FFF2-40B4-BE49-F238E27FC236}">
                      <a16:creationId xmlns:a16="http://schemas.microsoft.com/office/drawing/2014/main" id="{9D5B56B0-8FE3-60AA-0FFF-87E215F5F500}"/>
                    </a:ext>
                  </a:extLst>
                </p:cNvPr>
                <p:cNvSpPr txBox="1"/>
                <p:nvPr/>
              </p:nvSpPr>
              <p:spPr>
                <a:xfrm>
                  <a:off x="8274501" y="555609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8" name="文字方塊 53">
                  <a:extLst>
                    <a:ext uri="{FF2B5EF4-FFF2-40B4-BE49-F238E27FC236}">
                      <a16:creationId xmlns:a16="http://schemas.microsoft.com/office/drawing/2014/main" id="{9D5B56B0-8FE3-60AA-0FFF-87E215F5F5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501" y="5556098"/>
                  <a:ext cx="295688" cy="400110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9" name="群組 74">
              <a:extLst>
                <a:ext uri="{FF2B5EF4-FFF2-40B4-BE49-F238E27FC236}">
                  <a16:creationId xmlns:a16="http://schemas.microsoft.com/office/drawing/2014/main" id="{B8E0533F-691C-E845-695C-488808370FD1}"/>
                </a:ext>
              </a:extLst>
            </p:cNvPr>
            <p:cNvGrpSpPr/>
            <p:nvPr/>
          </p:nvGrpSpPr>
          <p:grpSpPr>
            <a:xfrm>
              <a:off x="8648482" y="5380135"/>
              <a:ext cx="374518" cy="782994"/>
              <a:chOff x="2896107" y="4666143"/>
              <a:chExt cx="374518" cy="782994"/>
            </a:xfrm>
          </p:grpSpPr>
          <p:sp>
            <p:nvSpPr>
              <p:cNvPr id="150" name="文字方塊 75">
                <a:extLst>
                  <a:ext uri="{FF2B5EF4-FFF2-40B4-BE49-F238E27FC236}">
                    <a16:creationId xmlns:a16="http://schemas.microsoft.com/office/drawing/2014/main" id="{5529710A-6521-2D22-8C31-E2F919C8001A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51" name="群組 76">
                <a:extLst>
                  <a:ext uri="{FF2B5EF4-FFF2-40B4-BE49-F238E27FC236}">
                    <a16:creationId xmlns:a16="http://schemas.microsoft.com/office/drawing/2014/main" id="{35A116ED-4FA0-9F82-4117-8B8EE8025E6F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152" name="直線接點 77">
                  <a:extLst>
                    <a:ext uri="{FF2B5EF4-FFF2-40B4-BE49-F238E27FC236}">
                      <a16:creationId xmlns:a16="http://schemas.microsoft.com/office/drawing/2014/main" id="{E2517073-E1F9-CD5C-FDDC-757130AB85C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53" name="文字方塊 78">
                  <a:extLst>
                    <a:ext uri="{FF2B5EF4-FFF2-40B4-BE49-F238E27FC236}">
                      <a16:creationId xmlns:a16="http://schemas.microsoft.com/office/drawing/2014/main" id="{BF7AA460-3D21-156F-6EEA-76A6223C0552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字方塊 53">
                  <a:extLst>
                    <a:ext uri="{FF2B5EF4-FFF2-40B4-BE49-F238E27FC236}">
                      <a16:creationId xmlns:a16="http://schemas.microsoft.com/office/drawing/2014/main" id="{ADE3CF0C-1B34-4387-34F8-21A9D1A91BFA}"/>
                    </a:ext>
                  </a:extLst>
                </p:cNvPr>
                <p:cNvSpPr txBox="1"/>
                <p:nvPr/>
              </p:nvSpPr>
              <p:spPr>
                <a:xfrm>
                  <a:off x="8990439" y="553854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5" name="文字方塊 53">
                  <a:extLst>
                    <a:ext uri="{FF2B5EF4-FFF2-40B4-BE49-F238E27FC236}">
                      <a16:creationId xmlns:a16="http://schemas.microsoft.com/office/drawing/2014/main" id="{ADE3CF0C-1B34-4387-34F8-21A9D1A91B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439" y="5538545"/>
                  <a:ext cx="295688" cy="400110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字方塊 53">
                  <a:extLst>
                    <a:ext uri="{FF2B5EF4-FFF2-40B4-BE49-F238E27FC236}">
                      <a16:creationId xmlns:a16="http://schemas.microsoft.com/office/drawing/2014/main" id="{99E27D7F-8CC6-E81F-15F3-8A31924F0024}"/>
                    </a:ext>
                  </a:extLst>
                </p:cNvPr>
                <p:cNvSpPr txBox="1"/>
                <p:nvPr/>
              </p:nvSpPr>
              <p:spPr>
                <a:xfrm>
                  <a:off x="9773925" y="553854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6" name="文字方塊 53">
                  <a:extLst>
                    <a:ext uri="{FF2B5EF4-FFF2-40B4-BE49-F238E27FC236}">
                      <a16:creationId xmlns:a16="http://schemas.microsoft.com/office/drawing/2014/main" id="{99E27D7F-8CC6-E81F-15F3-8A31924F0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3925" y="5538545"/>
                  <a:ext cx="295688" cy="400110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8" name="TextBox 15">
              <a:extLst>
                <a:ext uri="{FF2B5EF4-FFF2-40B4-BE49-F238E27FC236}">
                  <a16:creationId xmlns:a16="http://schemas.microsoft.com/office/drawing/2014/main" id="{76CD5C63-0352-AF9B-34CE-6B362000B245}"/>
                </a:ext>
              </a:extLst>
            </p:cNvPr>
            <p:cNvSpPr txBox="1"/>
            <p:nvPr/>
          </p:nvSpPr>
          <p:spPr>
            <a:xfrm>
              <a:off x="6282023" y="5560778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159" name="TextBox 15">
              <a:extLst>
                <a:ext uri="{FF2B5EF4-FFF2-40B4-BE49-F238E27FC236}">
                  <a16:creationId xmlns:a16="http://schemas.microsoft.com/office/drawing/2014/main" id="{0A685C59-9170-2C7C-32E1-31226CBF9539}"/>
                </a:ext>
              </a:extLst>
            </p:cNvPr>
            <p:cNvSpPr txBox="1"/>
            <p:nvPr/>
          </p:nvSpPr>
          <p:spPr>
            <a:xfrm>
              <a:off x="7130083" y="5560778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160" name="TextBox 15">
              <a:extLst>
                <a:ext uri="{FF2B5EF4-FFF2-40B4-BE49-F238E27FC236}">
                  <a16:creationId xmlns:a16="http://schemas.microsoft.com/office/drawing/2014/main" id="{6C2D3606-3585-4217-160D-4FA728500BDA}"/>
                </a:ext>
              </a:extLst>
            </p:cNvPr>
            <p:cNvSpPr txBox="1"/>
            <p:nvPr/>
          </p:nvSpPr>
          <p:spPr>
            <a:xfrm>
              <a:off x="9188529" y="5560778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10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sp>
          <p:nvSpPr>
            <p:cNvPr id="161" name="TextBox 15">
              <a:extLst>
                <a:ext uri="{FF2B5EF4-FFF2-40B4-BE49-F238E27FC236}">
                  <a16:creationId xmlns:a16="http://schemas.microsoft.com/office/drawing/2014/main" id="{A99A920F-D868-1943-CCB1-9B40ADD1EF6A}"/>
                </a:ext>
              </a:extLst>
            </p:cNvPr>
            <p:cNvSpPr txBox="1"/>
            <p:nvPr/>
          </p:nvSpPr>
          <p:spPr>
            <a:xfrm>
              <a:off x="9980565" y="5560778"/>
              <a:ext cx="738582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13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287" name="群組 286">
            <a:extLst>
              <a:ext uri="{FF2B5EF4-FFF2-40B4-BE49-F238E27FC236}">
                <a16:creationId xmlns:a16="http://schemas.microsoft.com/office/drawing/2014/main" id="{F4DF9D84-8A94-A08E-9905-783D5DB1C1A5}"/>
              </a:ext>
            </a:extLst>
          </p:cNvPr>
          <p:cNvGrpSpPr/>
          <p:nvPr/>
        </p:nvGrpSpPr>
        <p:grpSpPr>
          <a:xfrm>
            <a:off x="6040083" y="5995650"/>
            <a:ext cx="1060586" cy="426284"/>
            <a:chOff x="6040083" y="5995650"/>
            <a:chExt cx="1060586" cy="426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字方塊 101">
                  <a:extLst>
                    <a:ext uri="{FF2B5EF4-FFF2-40B4-BE49-F238E27FC236}">
                      <a16:creationId xmlns:a16="http://schemas.microsoft.com/office/drawing/2014/main" id="{D2C8036F-FF3F-C2E0-A8B0-34CFA85AA2D1}"/>
                    </a:ext>
                  </a:extLst>
                </p:cNvPr>
                <p:cNvSpPr txBox="1"/>
                <p:nvPr/>
              </p:nvSpPr>
              <p:spPr>
                <a:xfrm>
                  <a:off x="6040083" y="5995650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2" name="文字方塊 101">
                  <a:extLst>
                    <a:ext uri="{FF2B5EF4-FFF2-40B4-BE49-F238E27FC236}">
                      <a16:creationId xmlns:a16="http://schemas.microsoft.com/office/drawing/2014/main" id="{D2C8036F-FF3F-C2E0-A8B0-34CFA85AA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0083" y="5995650"/>
                  <a:ext cx="379583" cy="400110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" name="TextBox 15">
              <a:extLst>
                <a:ext uri="{FF2B5EF4-FFF2-40B4-BE49-F238E27FC236}">
                  <a16:creationId xmlns:a16="http://schemas.microsoft.com/office/drawing/2014/main" id="{A951D8B2-D9A9-9951-4629-9BE121B2FBB6}"/>
                </a:ext>
              </a:extLst>
            </p:cNvPr>
            <p:cNvSpPr txBox="1"/>
            <p:nvPr/>
          </p:nvSpPr>
          <p:spPr>
            <a:xfrm>
              <a:off x="6282022" y="6017883"/>
              <a:ext cx="818647" cy="404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360</a:t>
              </a:r>
              <a:endParaRPr lang="zh-TW" altLang="en-US" sz="2000" b="1" dirty="0">
                <a:solidFill>
                  <a:srgbClr val="FF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64" name="群組 245">
            <a:extLst>
              <a:ext uri="{FF2B5EF4-FFF2-40B4-BE49-F238E27FC236}">
                <a16:creationId xmlns:a16="http://schemas.microsoft.com/office/drawing/2014/main" id="{B7791509-95E5-6E2E-FDFF-6F462E26EAD8}"/>
              </a:ext>
            </a:extLst>
          </p:cNvPr>
          <p:cNvGrpSpPr/>
          <p:nvPr/>
        </p:nvGrpSpPr>
        <p:grpSpPr>
          <a:xfrm>
            <a:off x="6934582" y="5973687"/>
            <a:ext cx="798167" cy="477054"/>
            <a:chOff x="2472626" y="4508122"/>
            <a:chExt cx="798167" cy="477054"/>
          </a:xfrm>
        </p:grpSpPr>
        <p:sp>
          <p:nvSpPr>
            <p:cNvPr id="165" name="文字方塊 249">
              <a:extLst>
                <a:ext uri="{FF2B5EF4-FFF2-40B4-BE49-F238E27FC236}">
                  <a16:creationId xmlns:a16="http://schemas.microsoft.com/office/drawing/2014/main" id="{07C5067B-5E37-4FC6-E185-C08F92536E40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166" name="文字方塊 247">
              <a:extLst>
                <a:ext uri="{FF2B5EF4-FFF2-40B4-BE49-F238E27FC236}">
                  <a16:creationId xmlns:a16="http://schemas.microsoft.com/office/drawing/2014/main" id="{C8108DF8-43B1-2533-10B8-616B7F06A2F3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88" name="群組 287">
            <a:extLst>
              <a:ext uri="{FF2B5EF4-FFF2-40B4-BE49-F238E27FC236}">
                <a16:creationId xmlns:a16="http://schemas.microsoft.com/office/drawing/2014/main" id="{AE1062FA-458E-1CC0-3F47-1733FE0FD0F4}"/>
              </a:ext>
            </a:extLst>
          </p:cNvPr>
          <p:cNvGrpSpPr/>
          <p:nvPr/>
        </p:nvGrpSpPr>
        <p:grpSpPr>
          <a:xfrm>
            <a:off x="5397037" y="6343878"/>
            <a:ext cx="6578086" cy="480856"/>
            <a:chOff x="5397037" y="6343878"/>
            <a:chExt cx="6578086" cy="4808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字方塊 260">
                  <a:extLst>
                    <a:ext uri="{FF2B5EF4-FFF2-40B4-BE49-F238E27FC236}">
                      <a16:creationId xmlns:a16="http://schemas.microsoft.com/office/drawing/2014/main" id="{11E4C3AC-34D3-C599-F7CB-24E7D7478ED4}"/>
                    </a:ext>
                  </a:extLst>
                </p:cNvPr>
                <p:cNvSpPr txBox="1"/>
                <p:nvPr/>
              </p:nvSpPr>
              <p:spPr>
                <a:xfrm>
                  <a:off x="5397037" y="6358677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7" name="文字方塊 260">
                  <a:extLst>
                    <a:ext uri="{FF2B5EF4-FFF2-40B4-BE49-F238E27FC236}">
                      <a16:creationId xmlns:a16="http://schemas.microsoft.com/office/drawing/2014/main" id="{11E4C3AC-34D3-C599-F7CB-24E7D7478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037" y="6358677"/>
                  <a:ext cx="238419" cy="461665"/>
                </a:xfrm>
                <a:prstGeom prst="rect">
                  <a:avLst/>
                </a:prstGeom>
                <a:blipFill>
                  <a:blip r:embed="rId57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8" name="TextBox 15">
              <a:extLst>
                <a:ext uri="{FF2B5EF4-FFF2-40B4-BE49-F238E27FC236}">
                  <a16:creationId xmlns:a16="http://schemas.microsoft.com/office/drawing/2014/main" id="{642A3B78-78F4-6BF9-E2C4-8DDA1CA02A4A}"/>
                </a:ext>
              </a:extLst>
            </p:cNvPr>
            <p:cNvSpPr txBox="1"/>
            <p:nvPr/>
          </p:nvSpPr>
          <p:spPr>
            <a:xfrm>
              <a:off x="5653454" y="6424624"/>
              <a:ext cx="6321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total surface area of pyramid is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360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      . 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p:grpSp>
          <p:nvGrpSpPr>
            <p:cNvPr id="172" name="群組 245">
              <a:extLst>
                <a:ext uri="{FF2B5EF4-FFF2-40B4-BE49-F238E27FC236}">
                  <a16:creationId xmlns:a16="http://schemas.microsoft.com/office/drawing/2014/main" id="{8B8C3505-612D-B09E-7B61-C1E204E7E3E0}"/>
                </a:ext>
              </a:extLst>
            </p:cNvPr>
            <p:cNvGrpSpPr/>
            <p:nvPr/>
          </p:nvGrpSpPr>
          <p:grpSpPr>
            <a:xfrm>
              <a:off x="11138335" y="6343878"/>
              <a:ext cx="798167" cy="477054"/>
              <a:chOff x="2472626" y="4508122"/>
              <a:chExt cx="798167" cy="477054"/>
            </a:xfrm>
          </p:grpSpPr>
          <p:sp>
            <p:nvSpPr>
              <p:cNvPr id="173" name="文字方塊 249">
                <a:extLst>
                  <a:ext uri="{FF2B5EF4-FFF2-40B4-BE49-F238E27FC236}">
                    <a16:creationId xmlns:a16="http://schemas.microsoft.com/office/drawing/2014/main" id="{70D3B618-6B99-845D-F238-F2C377CDF0E5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673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cm</a:t>
                </a:r>
              </a:p>
            </p:txBody>
          </p:sp>
          <p:sp>
            <p:nvSpPr>
              <p:cNvPr id="174" name="文字方塊 247">
                <a:extLst>
                  <a:ext uri="{FF2B5EF4-FFF2-40B4-BE49-F238E27FC236}">
                    <a16:creationId xmlns:a16="http://schemas.microsoft.com/office/drawing/2014/main" id="{A1C66C34-4E99-EAE0-9CB4-12A82CD43951}"/>
                  </a:ext>
                </a:extLst>
              </p:cNvPr>
              <p:cNvSpPr txBox="1"/>
              <p:nvPr/>
            </p:nvSpPr>
            <p:spPr>
              <a:xfrm>
                <a:off x="2981931" y="450812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290" name="群組 289">
            <a:extLst>
              <a:ext uri="{FF2B5EF4-FFF2-40B4-BE49-F238E27FC236}">
                <a16:creationId xmlns:a16="http://schemas.microsoft.com/office/drawing/2014/main" id="{C8EAEE7A-BF79-ADB7-4403-423B6FB86789}"/>
              </a:ext>
            </a:extLst>
          </p:cNvPr>
          <p:cNvGrpSpPr/>
          <p:nvPr/>
        </p:nvGrpSpPr>
        <p:grpSpPr>
          <a:xfrm>
            <a:off x="1405873" y="440780"/>
            <a:ext cx="9250404" cy="405618"/>
            <a:chOff x="1405873" y="440780"/>
            <a:chExt cx="9250404" cy="40561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" name="筆跡 4">
                  <a:extLst>
                    <a:ext uri="{FF2B5EF4-FFF2-40B4-BE49-F238E27FC236}">
                      <a16:creationId xmlns:a16="http://schemas.microsoft.com/office/drawing/2014/main" id="{53021506-D463-3302-3E9F-B31A7D98B234}"/>
                    </a:ext>
                  </a:extLst>
                </p14:cNvPr>
                <p14:cNvContentPartPr/>
                <p14:nvPr/>
              </p14:nvContentPartPr>
              <p14:xfrm>
                <a:off x="9610561" y="463640"/>
                <a:ext cx="1045716" cy="45719"/>
              </p14:xfrm>
            </p:contentPart>
          </mc:Choice>
          <mc:Fallback xmlns="">
            <p:pic>
              <p:nvPicPr>
                <p:cNvPr id="2" name="筆跡 4">
                  <a:extLst>
                    <a:ext uri="{FF2B5EF4-FFF2-40B4-BE49-F238E27FC236}">
                      <a16:creationId xmlns:a16="http://schemas.microsoft.com/office/drawing/2014/main" id="{53021506-D463-3302-3E9F-B31A7D98B23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56565" y="-13252060"/>
                  <a:ext cx="1153347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F2DA2FF1-3098-BD34-EE72-198EF7846307}"/>
                    </a:ext>
                  </a:extLst>
                </p14:cNvPr>
                <p14:cNvContentPartPr/>
                <p14:nvPr/>
              </p14:nvContentPartPr>
              <p14:xfrm>
                <a:off x="1405873" y="800679"/>
                <a:ext cx="1649454" cy="45719"/>
              </p14:xfrm>
            </p:contentPart>
          </mc:Choice>
          <mc:Fallback xmlns=""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F2DA2FF1-3098-BD34-EE72-198EF78463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51863" y="-12915021"/>
                  <a:ext cx="1757113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" name="筆跡 7">
                  <a:extLst>
                    <a:ext uri="{FF2B5EF4-FFF2-40B4-BE49-F238E27FC236}">
                      <a16:creationId xmlns:a16="http://schemas.microsoft.com/office/drawing/2014/main" id="{947725B5-6CFE-7483-9FF8-C9EBDA65D649}"/>
                    </a:ext>
                  </a:extLst>
                </p14:cNvPr>
                <p14:cNvContentPartPr/>
                <p14:nvPr/>
              </p14:nvContentPartPr>
              <p14:xfrm>
                <a:off x="1752277" y="440780"/>
                <a:ext cx="621646" cy="45719"/>
              </p14:xfrm>
            </p:contentPart>
          </mc:Choice>
          <mc:Fallback xmlns="">
            <p:pic>
              <p:nvPicPr>
                <p:cNvPr id="6" name="筆跡 7">
                  <a:extLst>
                    <a:ext uri="{FF2B5EF4-FFF2-40B4-BE49-F238E27FC236}">
                      <a16:creationId xmlns:a16="http://schemas.microsoft.com/office/drawing/2014/main" id="{947725B5-6CFE-7483-9FF8-C9EBDA65D64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698283" y="-13274920"/>
                  <a:ext cx="729273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" name="筆跡 7">
                  <a:extLst>
                    <a:ext uri="{FF2B5EF4-FFF2-40B4-BE49-F238E27FC236}">
                      <a16:creationId xmlns:a16="http://schemas.microsoft.com/office/drawing/2014/main" id="{C003DB9E-6745-FAD3-5BA2-71FE869F2FF0}"/>
                    </a:ext>
                  </a:extLst>
                </p14:cNvPr>
                <p14:cNvContentPartPr/>
                <p14:nvPr/>
              </p14:nvContentPartPr>
              <p14:xfrm>
                <a:off x="8112046" y="463639"/>
                <a:ext cx="508812" cy="45719"/>
              </p14:xfrm>
            </p:contentPart>
          </mc:Choice>
          <mc:Fallback xmlns="">
            <p:pic>
              <p:nvPicPr>
                <p:cNvPr id="7" name="筆跡 7">
                  <a:extLst>
                    <a:ext uri="{FF2B5EF4-FFF2-40B4-BE49-F238E27FC236}">
                      <a16:creationId xmlns:a16="http://schemas.microsoft.com/office/drawing/2014/main" id="{C003DB9E-6745-FAD3-5BA2-71FE869F2FF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58070" y="-13252061"/>
                  <a:ext cx="616404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71499F5C-BF38-AFBF-375B-08016F870F35}"/>
                    </a:ext>
                  </a:extLst>
                </p14:cNvPr>
                <p14:cNvContentPartPr/>
                <p14:nvPr/>
              </p14:nvContentPartPr>
              <p14:xfrm>
                <a:off x="5309937" y="463638"/>
                <a:ext cx="958977" cy="45719"/>
              </p14:xfrm>
            </p:contentPart>
          </mc:Choice>
          <mc:Fallback xmlns=""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71499F5C-BF38-AFBF-375B-08016F870F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55920" y="-13252062"/>
                  <a:ext cx="106665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550FEAEB-865A-0915-0395-AB8C7B0280E2}"/>
                    </a:ext>
                  </a:extLst>
                </p14:cNvPr>
                <p14:cNvContentPartPr/>
                <p14:nvPr/>
              </p14:nvContentPartPr>
              <p14:xfrm>
                <a:off x="6658141" y="463637"/>
                <a:ext cx="999959" cy="45719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550FEAEB-865A-0915-0395-AB8C7B0280E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04128" y="-13252063"/>
                  <a:ext cx="1107625" cy="274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群組 294">
            <a:extLst>
              <a:ext uri="{FF2B5EF4-FFF2-40B4-BE49-F238E27FC236}">
                <a16:creationId xmlns:a16="http://schemas.microsoft.com/office/drawing/2014/main" id="{F18253C5-7F69-D9CC-60A4-47C2CDFC05C1}"/>
              </a:ext>
            </a:extLst>
          </p:cNvPr>
          <p:cNvGrpSpPr/>
          <p:nvPr/>
        </p:nvGrpSpPr>
        <p:grpSpPr>
          <a:xfrm>
            <a:off x="5597780" y="1754111"/>
            <a:ext cx="1499905" cy="1163120"/>
            <a:chOff x="5597780" y="1754111"/>
            <a:chExt cx="1499905" cy="1163120"/>
          </a:xfrm>
        </p:grpSpPr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9918CFB6-ADFF-8359-B665-6C77E1DB5384}"/>
                </a:ext>
              </a:extLst>
            </p:cNvPr>
            <p:cNvSpPr/>
            <p:nvPr/>
          </p:nvSpPr>
          <p:spPr>
            <a:xfrm>
              <a:off x="5969977" y="1947817"/>
              <a:ext cx="774123" cy="7741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8676374E-5600-8BFC-71F4-A65DF90B4CE2}"/>
                </a:ext>
              </a:extLst>
            </p:cNvPr>
            <p:cNvSpPr txBox="1"/>
            <p:nvPr/>
          </p:nvSpPr>
          <p:spPr>
            <a:xfrm>
              <a:off x="5597780" y="1793928"/>
              <a:ext cx="3832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zh-HK" altLang="en-US" sz="1400" dirty="0"/>
            </a:p>
          </p:txBody>
        </p:sp>
        <p:sp>
          <p:nvSpPr>
            <p:cNvPr id="180" name="文字方塊 179">
              <a:extLst>
                <a:ext uri="{FF2B5EF4-FFF2-40B4-BE49-F238E27FC236}">
                  <a16:creationId xmlns:a16="http://schemas.microsoft.com/office/drawing/2014/main" id="{88435856-758B-F9C6-A8E3-0B1D7F4E4B76}"/>
                </a:ext>
              </a:extLst>
            </p:cNvPr>
            <p:cNvSpPr txBox="1"/>
            <p:nvPr/>
          </p:nvSpPr>
          <p:spPr>
            <a:xfrm>
              <a:off x="5597780" y="2608862"/>
              <a:ext cx="3832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</a:t>
              </a:r>
              <a:endParaRPr lang="zh-HK" altLang="en-US" sz="1400" dirty="0"/>
            </a:p>
          </p:txBody>
        </p:sp>
        <p:sp>
          <p:nvSpPr>
            <p:cNvPr id="181" name="文字方塊 180">
              <a:extLst>
                <a:ext uri="{FF2B5EF4-FFF2-40B4-BE49-F238E27FC236}">
                  <a16:creationId xmlns:a16="http://schemas.microsoft.com/office/drawing/2014/main" id="{D852D48F-B176-9C10-4C00-CC28FD8CB0CF}"/>
                </a:ext>
              </a:extLst>
            </p:cNvPr>
            <p:cNvSpPr txBox="1"/>
            <p:nvPr/>
          </p:nvSpPr>
          <p:spPr>
            <a:xfrm>
              <a:off x="6714396" y="1754111"/>
              <a:ext cx="3832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zh-HK" altLang="en-US" sz="1400" dirty="0"/>
            </a:p>
          </p:txBody>
        </p:sp>
        <p:sp>
          <p:nvSpPr>
            <p:cNvPr id="182" name="文字方塊 181">
              <a:extLst>
                <a:ext uri="{FF2B5EF4-FFF2-40B4-BE49-F238E27FC236}">
                  <a16:creationId xmlns:a16="http://schemas.microsoft.com/office/drawing/2014/main" id="{41BCE9A7-D4E7-70B9-D79E-CD11BB6F9770}"/>
                </a:ext>
              </a:extLst>
            </p:cNvPr>
            <p:cNvSpPr txBox="1"/>
            <p:nvPr/>
          </p:nvSpPr>
          <p:spPr>
            <a:xfrm>
              <a:off x="6701184" y="2609454"/>
              <a:ext cx="3832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endParaRPr lang="zh-HK" altLang="en-US" sz="1400" dirty="0"/>
            </a:p>
          </p:txBody>
        </p:sp>
        <p:cxnSp>
          <p:nvCxnSpPr>
            <p:cNvPr id="184" name="直線接點 183">
              <a:extLst>
                <a:ext uri="{FF2B5EF4-FFF2-40B4-BE49-F238E27FC236}">
                  <a16:creationId xmlns:a16="http://schemas.microsoft.com/office/drawing/2014/main" id="{14D9586E-D4AA-5EAE-543F-C72C25F3F2C4}"/>
                </a:ext>
              </a:extLst>
            </p:cNvPr>
            <p:cNvCxnSpPr>
              <a:cxnSpLocks/>
            </p:cNvCxnSpPr>
            <p:nvPr/>
          </p:nvCxnSpPr>
          <p:spPr>
            <a:xfrm>
              <a:off x="5960609" y="2721520"/>
              <a:ext cx="792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7" name="直線接點 186">
              <a:extLst>
                <a:ext uri="{FF2B5EF4-FFF2-40B4-BE49-F238E27FC236}">
                  <a16:creationId xmlns:a16="http://schemas.microsoft.com/office/drawing/2014/main" id="{C9D28481-FF14-E654-BEFF-42ADDC6C2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5429" y="1943421"/>
              <a:ext cx="0" cy="792000"/>
            </a:xfrm>
            <a:prstGeom prst="line">
              <a:avLst/>
            </a:prstGeom>
            <a:ln w="28575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92" name="群組 291">
            <a:extLst>
              <a:ext uri="{FF2B5EF4-FFF2-40B4-BE49-F238E27FC236}">
                <a16:creationId xmlns:a16="http://schemas.microsoft.com/office/drawing/2014/main" id="{B1103C92-77B4-D6DB-C870-BDEFC7AF8775}"/>
              </a:ext>
            </a:extLst>
          </p:cNvPr>
          <p:cNvGrpSpPr/>
          <p:nvPr/>
        </p:nvGrpSpPr>
        <p:grpSpPr>
          <a:xfrm>
            <a:off x="7503673" y="1935004"/>
            <a:ext cx="1965081" cy="756138"/>
            <a:chOff x="7503673" y="1935004"/>
            <a:chExt cx="1965081" cy="756138"/>
          </a:xfrm>
        </p:grpSpPr>
        <p:sp>
          <p:nvSpPr>
            <p:cNvPr id="177" name="手繪多邊形: 圖案 176">
              <a:extLst>
                <a:ext uri="{FF2B5EF4-FFF2-40B4-BE49-F238E27FC236}">
                  <a16:creationId xmlns:a16="http://schemas.microsoft.com/office/drawing/2014/main" id="{95F5C3DE-8F9F-524F-B1FE-1A46444C61E4}"/>
                </a:ext>
              </a:extLst>
            </p:cNvPr>
            <p:cNvSpPr/>
            <p:nvPr/>
          </p:nvSpPr>
          <p:spPr>
            <a:xfrm>
              <a:off x="7503673" y="1935004"/>
              <a:ext cx="1965081" cy="756138"/>
            </a:xfrm>
            <a:custGeom>
              <a:avLst/>
              <a:gdLst>
                <a:gd name="connsiteX0" fmla="*/ 0 w 1965081"/>
                <a:gd name="connsiteY0" fmla="*/ 4396 h 756138"/>
                <a:gd name="connsiteX1" fmla="*/ 633046 w 1965081"/>
                <a:gd name="connsiteY1" fmla="*/ 756138 h 756138"/>
                <a:gd name="connsiteX2" fmla="*/ 1965081 w 1965081"/>
                <a:gd name="connsiteY2" fmla="*/ 738554 h 756138"/>
                <a:gd name="connsiteX3" fmla="*/ 1318846 w 1965081"/>
                <a:gd name="connsiteY3" fmla="*/ 0 h 756138"/>
                <a:gd name="connsiteX4" fmla="*/ 0 w 1965081"/>
                <a:gd name="connsiteY4" fmla="*/ 4396 h 75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5081" h="756138">
                  <a:moveTo>
                    <a:pt x="0" y="4396"/>
                  </a:moveTo>
                  <a:lnTo>
                    <a:pt x="633046" y="756138"/>
                  </a:lnTo>
                  <a:lnTo>
                    <a:pt x="1965081" y="738554"/>
                  </a:lnTo>
                  <a:lnTo>
                    <a:pt x="1318846" y="0"/>
                  </a:lnTo>
                  <a:lnTo>
                    <a:pt x="0" y="4396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64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192" name="直線接點 191">
              <a:extLst>
                <a:ext uri="{FF2B5EF4-FFF2-40B4-BE49-F238E27FC236}">
                  <a16:creationId xmlns:a16="http://schemas.microsoft.com/office/drawing/2014/main" id="{315A9C50-C3A5-1F5B-4D81-F1AEA19AC0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0751" y="2683084"/>
              <a:ext cx="1358003" cy="51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4" name="直線接點 193">
              <a:extLst>
                <a:ext uri="{FF2B5EF4-FFF2-40B4-BE49-F238E27FC236}">
                  <a16:creationId xmlns:a16="http://schemas.microsoft.com/office/drawing/2014/main" id="{557E0D53-D9A9-F532-FA5C-6C62DF3A256A}"/>
                </a:ext>
              </a:extLst>
            </p:cNvPr>
            <p:cNvCxnSpPr>
              <a:cxnSpLocks/>
            </p:cNvCxnSpPr>
            <p:nvPr/>
          </p:nvCxnSpPr>
          <p:spPr>
            <a:xfrm>
              <a:off x="7829550" y="2305555"/>
              <a:ext cx="628650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93" name="群組 292">
            <a:extLst>
              <a:ext uri="{FF2B5EF4-FFF2-40B4-BE49-F238E27FC236}">
                <a16:creationId xmlns:a16="http://schemas.microsoft.com/office/drawing/2014/main" id="{9BEFD18D-3310-3B22-85E6-A9A14973C85F}"/>
              </a:ext>
            </a:extLst>
          </p:cNvPr>
          <p:cNvGrpSpPr/>
          <p:nvPr/>
        </p:nvGrpSpPr>
        <p:grpSpPr>
          <a:xfrm>
            <a:off x="7785257" y="968178"/>
            <a:ext cx="3025302" cy="1903003"/>
            <a:chOff x="7791313" y="964226"/>
            <a:chExt cx="3025302" cy="1903003"/>
          </a:xfrm>
        </p:grpSpPr>
        <p:cxnSp>
          <p:nvCxnSpPr>
            <p:cNvPr id="197" name="直線接點 196">
              <a:extLst>
                <a:ext uri="{FF2B5EF4-FFF2-40B4-BE49-F238E27FC236}">
                  <a16:creationId xmlns:a16="http://schemas.microsoft.com/office/drawing/2014/main" id="{4F5BA145-FB1D-0362-CD8B-3138164401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805" y="964226"/>
              <a:ext cx="0" cy="1369573"/>
            </a:xfrm>
            <a:prstGeom prst="line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9" name="直線接點 198">
              <a:extLst>
                <a:ext uri="{FF2B5EF4-FFF2-40B4-BE49-F238E27FC236}">
                  <a16:creationId xmlns:a16="http://schemas.microsoft.com/office/drawing/2014/main" id="{32F33D09-45C0-3D71-938F-116CAE717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313" y="984738"/>
              <a:ext cx="644906" cy="1319855"/>
            </a:xfrm>
            <a:prstGeom prst="line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1" name="接點: 肘形 31">
              <a:extLst>
                <a:ext uri="{FF2B5EF4-FFF2-40B4-BE49-F238E27FC236}">
                  <a16:creationId xmlns:a16="http://schemas.microsoft.com/office/drawing/2014/main" id="{1631BDF1-8667-0C88-0830-C064A4E3496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299938" y="2145322"/>
              <a:ext cx="158262" cy="140677"/>
            </a:xfrm>
            <a:prstGeom prst="bentConnector3">
              <a:avLst>
                <a:gd name="adj1" fmla="val 91667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Right Triangle 10">
              <a:extLst>
                <a:ext uri="{FF2B5EF4-FFF2-40B4-BE49-F238E27FC236}">
                  <a16:creationId xmlns:a16="http://schemas.microsoft.com/office/drawing/2014/main" id="{714DC4E9-07A0-48F0-7D03-1801D89DE1AE}"/>
                </a:ext>
              </a:extLst>
            </p:cNvPr>
            <p:cNvSpPr/>
            <p:nvPr/>
          </p:nvSpPr>
          <p:spPr>
            <a:xfrm flipH="1">
              <a:off x="10038219" y="1322527"/>
              <a:ext cx="631487" cy="1303388"/>
            </a:xfrm>
            <a:prstGeom prst="rtTriangle">
              <a:avLst/>
            </a:prstGeom>
            <a:solidFill>
              <a:srgbClr val="FFFF0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接點: 肘形 31">
              <a:extLst>
                <a:ext uri="{FF2B5EF4-FFF2-40B4-BE49-F238E27FC236}">
                  <a16:creationId xmlns:a16="http://schemas.microsoft.com/office/drawing/2014/main" id="{116C2B10-D2EC-743A-EBB6-4DD7CFEAC7D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0505103" y="2450916"/>
              <a:ext cx="164592" cy="164592"/>
            </a:xfrm>
            <a:prstGeom prst="bentConnector3">
              <a:avLst>
                <a:gd name="adj1" fmla="val 92735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文字方塊 22">
              <a:extLst>
                <a:ext uri="{FF2B5EF4-FFF2-40B4-BE49-F238E27FC236}">
                  <a16:creationId xmlns:a16="http://schemas.microsoft.com/office/drawing/2014/main" id="{791C9FDB-4979-CA8A-D6A0-666FF7240B7B}"/>
                </a:ext>
              </a:extLst>
            </p:cNvPr>
            <p:cNvSpPr txBox="1"/>
            <p:nvPr/>
          </p:nvSpPr>
          <p:spPr>
            <a:xfrm>
              <a:off x="9681159" y="2559452"/>
              <a:ext cx="185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M</a:t>
              </a:r>
              <a:endPara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10" name="文字方塊 22">
              <a:extLst>
                <a:ext uri="{FF2B5EF4-FFF2-40B4-BE49-F238E27FC236}">
                  <a16:creationId xmlns:a16="http://schemas.microsoft.com/office/drawing/2014/main" id="{548FB0DB-D89D-C3BF-A51D-309C8D56E7A4}"/>
                </a:ext>
              </a:extLst>
            </p:cNvPr>
            <p:cNvSpPr txBox="1"/>
            <p:nvPr/>
          </p:nvSpPr>
          <p:spPr>
            <a:xfrm>
              <a:off x="10631255" y="2540403"/>
              <a:ext cx="185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O</a:t>
              </a:r>
              <a:endPara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11" name="文字方塊 22">
              <a:extLst>
                <a:ext uri="{FF2B5EF4-FFF2-40B4-BE49-F238E27FC236}">
                  <a16:creationId xmlns:a16="http://schemas.microsoft.com/office/drawing/2014/main" id="{1E6B3941-2D73-B7A2-0918-92AD816F2171}"/>
                </a:ext>
              </a:extLst>
            </p:cNvPr>
            <p:cNvSpPr txBox="1"/>
            <p:nvPr/>
          </p:nvSpPr>
          <p:spPr>
            <a:xfrm>
              <a:off x="10575316" y="1081659"/>
              <a:ext cx="185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  <a:endPara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  <p:cxnSp>
          <p:nvCxnSpPr>
            <p:cNvPr id="213" name="Straight Connector 19">
              <a:extLst>
                <a:ext uri="{FF2B5EF4-FFF2-40B4-BE49-F238E27FC236}">
                  <a16:creationId xmlns:a16="http://schemas.microsoft.com/office/drawing/2014/main" id="{42E38309-E9B0-C0A5-2AE0-B0329923C364}"/>
                </a:ext>
              </a:extLst>
            </p:cNvPr>
            <p:cNvCxnSpPr>
              <a:cxnSpLocks/>
              <a:endCxn id="207" idx="0"/>
            </p:cNvCxnSpPr>
            <p:nvPr/>
          </p:nvCxnSpPr>
          <p:spPr>
            <a:xfrm flipV="1">
              <a:off x="10037530" y="1322527"/>
              <a:ext cx="632176" cy="1303388"/>
            </a:xfrm>
            <a:prstGeom prst="line">
              <a:avLst/>
            </a:prstGeom>
            <a:ln w="28575">
              <a:solidFill>
                <a:srgbClr val="00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52">
              <a:extLst>
                <a:ext uri="{FF2B5EF4-FFF2-40B4-BE49-F238E27FC236}">
                  <a16:creationId xmlns:a16="http://schemas.microsoft.com/office/drawing/2014/main" id="{05DBC776-0752-4C1B-96DA-88ACE34FAABD}"/>
                </a:ext>
              </a:extLst>
            </p:cNvPr>
            <p:cNvCxnSpPr>
              <a:stCxn id="207" idx="4"/>
              <a:endCxn id="207" idx="2"/>
            </p:cNvCxnSpPr>
            <p:nvPr/>
          </p:nvCxnSpPr>
          <p:spPr>
            <a:xfrm>
              <a:off x="10038219" y="2625915"/>
              <a:ext cx="631487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54">
              <a:extLst>
                <a:ext uri="{FF2B5EF4-FFF2-40B4-BE49-F238E27FC236}">
                  <a16:creationId xmlns:a16="http://schemas.microsoft.com/office/drawing/2014/main" id="{3D4F6E4A-57AB-D1FF-8BD3-9ED28CBBDA8A}"/>
                </a:ext>
              </a:extLst>
            </p:cNvPr>
            <p:cNvCxnSpPr>
              <a:cxnSpLocks/>
              <a:stCxn id="207" idx="0"/>
              <a:endCxn id="207" idx="2"/>
            </p:cNvCxnSpPr>
            <p:nvPr/>
          </p:nvCxnSpPr>
          <p:spPr>
            <a:xfrm>
              <a:off x="10669706" y="1322527"/>
              <a:ext cx="0" cy="1303388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Right Triangle 10">
              <a:extLst>
                <a:ext uri="{FF2B5EF4-FFF2-40B4-BE49-F238E27FC236}">
                  <a16:creationId xmlns:a16="http://schemas.microsoft.com/office/drawing/2014/main" id="{0A370CC8-4077-034E-74EC-F8F5E2D1AB93}"/>
                </a:ext>
              </a:extLst>
            </p:cNvPr>
            <p:cNvSpPr/>
            <p:nvPr/>
          </p:nvSpPr>
          <p:spPr>
            <a:xfrm flipH="1">
              <a:off x="7796302" y="986731"/>
              <a:ext cx="631487" cy="1303388"/>
            </a:xfrm>
            <a:prstGeom prst="rtTriangle">
              <a:avLst/>
            </a:prstGeom>
            <a:solidFill>
              <a:srgbClr val="FFFF00">
                <a:alpha val="41000"/>
              </a:srgbClr>
            </a:solidFill>
            <a:ln>
              <a:solidFill>
                <a:schemeClr val="tx1">
                  <a:alpha val="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7" name="群組 296">
            <a:extLst>
              <a:ext uri="{FF2B5EF4-FFF2-40B4-BE49-F238E27FC236}">
                <a16:creationId xmlns:a16="http://schemas.microsoft.com/office/drawing/2014/main" id="{790A614A-D5DA-96AC-590D-A2447203F3F3}"/>
              </a:ext>
            </a:extLst>
          </p:cNvPr>
          <p:cNvGrpSpPr/>
          <p:nvPr/>
        </p:nvGrpSpPr>
        <p:grpSpPr>
          <a:xfrm>
            <a:off x="7481376" y="964814"/>
            <a:ext cx="4758351" cy="1940515"/>
            <a:chOff x="7481376" y="964814"/>
            <a:chExt cx="4758351" cy="1940515"/>
          </a:xfrm>
        </p:grpSpPr>
        <p:cxnSp>
          <p:nvCxnSpPr>
            <p:cNvPr id="190" name="直線接點 189">
              <a:extLst>
                <a:ext uri="{FF2B5EF4-FFF2-40B4-BE49-F238E27FC236}">
                  <a16:creationId xmlns:a16="http://schemas.microsoft.com/office/drawing/2014/main" id="{6F7BEF72-896B-82AC-F02B-8F78FB1BD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96663" y="1935004"/>
              <a:ext cx="615383" cy="749542"/>
            </a:xfrm>
            <a:prstGeom prst="line">
              <a:avLst/>
            </a:prstGeom>
            <a:ln w="28575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256" name="等腰三角形 255">
              <a:extLst>
                <a:ext uri="{FF2B5EF4-FFF2-40B4-BE49-F238E27FC236}">
                  <a16:creationId xmlns:a16="http://schemas.microsoft.com/office/drawing/2014/main" id="{427E1BAD-10A2-BB9F-01E0-C1F504FA8323}"/>
                </a:ext>
              </a:extLst>
            </p:cNvPr>
            <p:cNvSpPr/>
            <p:nvPr/>
          </p:nvSpPr>
          <p:spPr>
            <a:xfrm>
              <a:off x="11163514" y="1529249"/>
              <a:ext cx="805240" cy="1045275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57" name="文字方塊 256">
              <a:extLst>
                <a:ext uri="{FF2B5EF4-FFF2-40B4-BE49-F238E27FC236}">
                  <a16:creationId xmlns:a16="http://schemas.microsoft.com/office/drawing/2014/main" id="{1BC5FBED-1354-09EF-A545-D848E748CF94}"/>
                </a:ext>
              </a:extLst>
            </p:cNvPr>
            <p:cNvSpPr txBox="1"/>
            <p:nvPr/>
          </p:nvSpPr>
          <p:spPr>
            <a:xfrm>
              <a:off x="10897830" y="2573581"/>
              <a:ext cx="3832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zh-HK" altLang="en-US" sz="1400" dirty="0"/>
            </a:p>
          </p:txBody>
        </p:sp>
        <p:sp>
          <p:nvSpPr>
            <p:cNvPr id="258" name="文字方塊 257">
              <a:extLst>
                <a:ext uri="{FF2B5EF4-FFF2-40B4-BE49-F238E27FC236}">
                  <a16:creationId xmlns:a16="http://schemas.microsoft.com/office/drawing/2014/main" id="{F72F007F-286E-CE1A-7CEC-9BD12135970F}"/>
                </a:ext>
              </a:extLst>
            </p:cNvPr>
            <p:cNvSpPr txBox="1"/>
            <p:nvPr/>
          </p:nvSpPr>
          <p:spPr>
            <a:xfrm>
              <a:off x="11856438" y="2563404"/>
              <a:ext cx="3832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</a:t>
              </a:r>
              <a:endParaRPr lang="zh-HK" altLang="en-US" sz="1400" dirty="0"/>
            </a:p>
          </p:txBody>
        </p:sp>
        <p:sp>
          <p:nvSpPr>
            <p:cNvPr id="259" name="文字方塊 22">
              <a:extLst>
                <a:ext uri="{FF2B5EF4-FFF2-40B4-BE49-F238E27FC236}">
                  <a16:creationId xmlns:a16="http://schemas.microsoft.com/office/drawing/2014/main" id="{06A8CB71-B918-A29D-0837-6F4BE7EC2668}"/>
                </a:ext>
              </a:extLst>
            </p:cNvPr>
            <p:cNvSpPr txBox="1"/>
            <p:nvPr/>
          </p:nvSpPr>
          <p:spPr>
            <a:xfrm>
              <a:off x="11393865" y="1200066"/>
              <a:ext cx="185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  <a:endPara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  <p:cxnSp>
          <p:nvCxnSpPr>
            <p:cNvPr id="260" name="Straight Connector 19">
              <a:extLst>
                <a:ext uri="{FF2B5EF4-FFF2-40B4-BE49-F238E27FC236}">
                  <a16:creationId xmlns:a16="http://schemas.microsoft.com/office/drawing/2014/main" id="{06A17299-38CC-EB03-9B47-4507F85EA5E3}"/>
                </a:ext>
              </a:extLst>
            </p:cNvPr>
            <p:cNvCxnSpPr>
              <a:cxnSpLocks/>
              <a:endCxn id="256" idx="0"/>
            </p:cNvCxnSpPr>
            <p:nvPr/>
          </p:nvCxnSpPr>
          <p:spPr>
            <a:xfrm flipV="1">
              <a:off x="11557448" y="1529249"/>
              <a:ext cx="8686" cy="1043518"/>
            </a:xfrm>
            <a:prstGeom prst="line">
              <a:avLst/>
            </a:prstGeom>
            <a:ln w="28575">
              <a:solidFill>
                <a:srgbClr val="00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接點: 肘形 31">
              <a:extLst>
                <a:ext uri="{FF2B5EF4-FFF2-40B4-BE49-F238E27FC236}">
                  <a16:creationId xmlns:a16="http://schemas.microsoft.com/office/drawing/2014/main" id="{902CC62D-3BB1-27B3-D30F-BAE12423A6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01542" y="2445100"/>
              <a:ext cx="164592" cy="138344"/>
            </a:xfrm>
            <a:prstGeom prst="bentConnector3">
              <a:avLst>
                <a:gd name="adj1" fmla="val 12607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5" name="直線接點 264">
              <a:extLst>
                <a:ext uri="{FF2B5EF4-FFF2-40B4-BE49-F238E27FC236}">
                  <a16:creationId xmlns:a16="http://schemas.microsoft.com/office/drawing/2014/main" id="{964FEDB7-A4AA-E18A-FA34-AA170BC44D3C}"/>
                </a:ext>
              </a:extLst>
            </p:cNvPr>
            <p:cNvCxnSpPr>
              <a:cxnSpLocks/>
              <a:stCxn id="256" idx="4"/>
              <a:endCxn id="256" idx="2"/>
            </p:cNvCxnSpPr>
            <p:nvPr/>
          </p:nvCxnSpPr>
          <p:spPr>
            <a:xfrm flipH="1">
              <a:off x="11163514" y="2574524"/>
              <a:ext cx="805240" cy="0"/>
            </a:xfrm>
            <a:prstGeom prst="line">
              <a:avLst/>
            </a:prstGeom>
            <a:ln w="28575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269" name="手繪多邊形: 圖案 268">
              <a:extLst>
                <a:ext uri="{FF2B5EF4-FFF2-40B4-BE49-F238E27FC236}">
                  <a16:creationId xmlns:a16="http://schemas.microsoft.com/office/drawing/2014/main" id="{E06F76CB-A027-833D-0F4D-12FF6EA629FE}"/>
                </a:ext>
              </a:extLst>
            </p:cNvPr>
            <p:cNvSpPr/>
            <p:nvPr/>
          </p:nvSpPr>
          <p:spPr>
            <a:xfrm>
              <a:off x="7481376" y="964814"/>
              <a:ext cx="967153" cy="1705707"/>
            </a:xfrm>
            <a:custGeom>
              <a:avLst/>
              <a:gdLst>
                <a:gd name="connsiteX0" fmla="*/ 0 w 967153"/>
                <a:gd name="connsiteY0" fmla="*/ 958361 h 1705707"/>
                <a:gd name="connsiteX1" fmla="*/ 967153 w 967153"/>
                <a:gd name="connsiteY1" fmla="*/ 0 h 1705707"/>
                <a:gd name="connsiteX2" fmla="*/ 655026 w 967153"/>
                <a:gd name="connsiteY2" fmla="*/ 1705707 h 1705707"/>
                <a:gd name="connsiteX3" fmla="*/ 0 w 967153"/>
                <a:gd name="connsiteY3" fmla="*/ 958361 h 170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7153" h="1705707">
                  <a:moveTo>
                    <a:pt x="0" y="958361"/>
                  </a:moveTo>
                  <a:lnTo>
                    <a:pt x="967153" y="0"/>
                  </a:lnTo>
                  <a:lnTo>
                    <a:pt x="655026" y="1705707"/>
                  </a:lnTo>
                  <a:lnTo>
                    <a:pt x="0" y="958361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64000"/>
              </a:schemeClr>
            </a:solidFill>
            <a:ln>
              <a:solidFill>
                <a:schemeClr val="accent1">
                  <a:shade val="15000"/>
                  <a:alpha val="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296" name="文字方塊 22">
              <a:extLst>
                <a:ext uri="{FF2B5EF4-FFF2-40B4-BE49-F238E27FC236}">
                  <a16:creationId xmlns:a16="http://schemas.microsoft.com/office/drawing/2014/main" id="{6D0A874C-1566-32B5-92C7-9545E987ECE3}"/>
                </a:ext>
              </a:extLst>
            </p:cNvPr>
            <p:cNvSpPr txBox="1"/>
            <p:nvPr/>
          </p:nvSpPr>
          <p:spPr>
            <a:xfrm>
              <a:off x="11336392" y="2597552"/>
              <a:ext cx="185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M</a:t>
              </a:r>
              <a:endPara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128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43" grpId="0"/>
      <p:bldP spid="79" grpId="0"/>
      <p:bldP spid="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群組 154">
            <a:extLst>
              <a:ext uri="{FF2B5EF4-FFF2-40B4-BE49-F238E27FC236}">
                <a16:creationId xmlns:a16="http://schemas.microsoft.com/office/drawing/2014/main" id="{BE67DA11-2843-0B67-80AD-39C332BA1434}"/>
              </a:ext>
            </a:extLst>
          </p:cNvPr>
          <p:cNvGrpSpPr/>
          <p:nvPr/>
        </p:nvGrpSpPr>
        <p:grpSpPr>
          <a:xfrm>
            <a:off x="202629" y="85529"/>
            <a:ext cx="11947884" cy="2405028"/>
            <a:chOff x="202629" y="85529"/>
            <a:chExt cx="11947884" cy="240502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D11C6DCD-70BF-9FAE-4352-DF3CC699447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b="59785"/>
            <a:stretch>
              <a:fillRect/>
            </a:stretch>
          </p:blipFill>
          <p:spPr>
            <a:xfrm>
              <a:off x="202629" y="85529"/>
              <a:ext cx="10459910" cy="1865694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F7F99366-CD63-63D2-A6D5-E482C758798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l="82088" t="41456" r="2284" b="8211"/>
            <a:stretch>
              <a:fillRect/>
            </a:stretch>
          </p:blipFill>
          <p:spPr>
            <a:xfrm>
              <a:off x="10515834" y="155480"/>
              <a:ext cx="1634679" cy="2335077"/>
            </a:xfrm>
            <a:prstGeom prst="rect">
              <a:avLst/>
            </a:prstGeom>
          </p:spPr>
        </p:pic>
      </p:grp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2FB21422-C38D-E6E7-1F19-F48C2F510259}"/>
              </a:ext>
            </a:extLst>
          </p:cNvPr>
          <p:cNvGrpSpPr/>
          <p:nvPr/>
        </p:nvGrpSpPr>
        <p:grpSpPr>
          <a:xfrm>
            <a:off x="592747" y="1949936"/>
            <a:ext cx="3979831" cy="819178"/>
            <a:chOff x="592747" y="1949936"/>
            <a:chExt cx="3979831" cy="819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15">
                  <a:extLst>
                    <a:ext uri="{FF2B5EF4-FFF2-40B4-BE49-F238E27FC236}">
                      <a16:creationId xmlns:a16="http://schemas.microsoft.com/office/drawing/2014/main" id="{3394AEEF-B021-E053-E83A-1C4E71C3DE0F}"/>
                    </a:ext>
                  </a:extLst>
                </p:cNvPr>
                <p:cNvSpPr txBox="1"/>
                <p:nvPr/>
              </p:nvSpPr>
              <p:spPr>
                <a:xfrm>
                  <a:off x="1063402" y="2168949"/>
                  <a:ext cx="187220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Area ratio </a:t>
                  </a:r>
                  <a14:m>
                    <m:oMath xmlns:m="http://schemas.openxmlformats.org/officeDocument/2006/math"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15">
                  <a:extLst>
                    <a:ext uri="{FF2B5EF4-FFF2-40B4-BE49-F238E27FC236}">
                      <a16:creationId xmlns:a16="http://schemas.microsoft.com/office/drawing/2014/main" id="{3394AEEF-B021-E053-E83A-1C4E71C3D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3402" y="2168949"/>
                  <a:ext cx="187220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5AF4F71-5650-0D63-6C86-F984DF033914}"/>
                </a:ext>
              </a:extLst>
            </p:cNvPr>
            <p:cNvGrpSpPr/>
            <p:nvPr/>
          </p:nvGrpSpPr>
          <p:grpSpPr>
            <a:xfrm>
              <a:off x="2804497" y="1949936"/>
              <a:ext cx="1014873" cy="819178"/>
              <a:chOff x="5604847" y="1773501"/>
              <a:chExt cx="1014873" cy="819178"/>
            </a:xfrm>
          </p:grpSpPr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E009C950-B767-CC8F-A5C8-D039D88A88E8}"/>
                  </a:ext>
                </a:extLst>
              </p:cNvPr>
              <p:cNvGrpSpPr/>
              <p:nvPr/>
            </p:nvGrpSpPr>
            <p:grpSpPr>
              <a:xfrm>
                <a:off x="5871227" y="1792459"/>
                <a:ext cx="440797" cy="800220"/>
                <a:chOff x="5732419" y="1792459"/>
                <a:chExt cx="440797" cy="80022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AF951302-B930-635B-41C8-A20719786EA3}"/>
                    </a:ext>
                  </a:extLst>
                </p:cNvPr>
                <p:cNvGrpSpPr/>
                <p:nvPr/>
              </p:nvGrpSpPr>
              <p:grpSpPr>
                <a:xfrm>
                  <a:off x="5735960" y="1792459"/>
                  <a:ext cx="419957" cy="400110"/>
                  <a:chOff x="3533569" y="4005064"/>
                  <a:chExt cx="419957" cy="400110"/>
                </a:xfrm>
              </p:grpSpPr>
              <p:sp>
                <p:nvSpPr>
                  <p:cNvPr id="20" name="文字方塊 19">
                    <a:extLst>
                      <a:ext uri="{FF2B5EF4-FFF2-40B4-BE49-F238E27FC236}">
                        <a16:creationId xmlns:a16="http://schemas.microsoft.com/office/drawing/2014/main" id="{E64613D7-6CC7-1601-9FCF-8040C16C3568}"/>
                      </a:ext>
                    </a:extLst>
                  </p:cNvPr>
                  <p:cNvSpPr txBox="1"/>
                  <p:nvPr/>
                </p:nvSpPr>
                <p:spPr>
                  <a:xfrm>
                    <a:off x="3533569" y="4005064"/>
                    <a:ext cx="35618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Lucida Calligraphy" panose="03010101010101010101" pitchFamily="66" charset="0"/>
                      </a:rPr>
                      <a:t>L</a:t>
                    </a:r>
                  </a:p>
                </p:txBody>
              </p:sp>
              <p:sp>
                <p:nvSpPr>
                  <p:cNvPr id="21" name="文字方塊 20">
                    <a:extLst>
                      <a:ext uri="{FF2B5EF4-FFF2-40B4-BE49-F238E27FC236}">
                        <a16:creationId xmlns:a16="http://schemas.microsoft.com/office/drawing/2014/main" id="{FA63B837-D96C-E86F-58B1-9F46F40B068B}"/>
                      </a:ext>
                    </a:extLst>
                  </p:cNvPr>
                  <p:cNvSpPr txBox="1"/>
                  <p:nvPr/>
                </p:nvSpPr>
                <p:spPr>
                  <a:xfrm>
                    <a:off x="3701534" y="4128175"/>
                    <a:ext cx="25199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12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Lucida Calligraphy" panose="03010101010101010101" pitchFamily="66" charset="0"/>
                      </a:rPr>
                      <a:t>1</a:t>
                    </a:r>
                  </a:p>
                </p:txBody>
              </p:sp>
            </p:grpSp>
            <p:cxnSp>
              <p:nvCxnSpPr>
                <p:cNvPr id="16" name="直線接點 15">
                  <a:extLst>
                    <a:ext uri="{FF2B5EF4-FFF2-40B4-BE49-F238E27FC236}">
                      <a16:creationId xmlns:a16="http://schemas.microsoft.com/office/drawing/2014/main" id="{458A8C5D-7ED0-5DD3-6E39-B72499CDE86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32419" y="2192569"/>
                  <a:ext cx="423498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17" name="群組 16">
                  <a:extLst>
                    <a:ext uri="{FF2B5EF4-FFF2-40B4-BE49-F238E27FC236}">
                      <a16:creationId xmlns:a16="http://schemas.microsoft.com/office/drawing/2014/main" id="{CD921013-E9DF-4A15-10CC-D988631182E8}"/>
                    </a:ext>
                  </a:extLst>
                </p:cNvPr>
                <p:cNvGrpSpPr/>
                <p:nvPr/>
              </p:nvGrpSpPr>
              <p:grpSpPr>
                <a:xfrm>
                  <a:off x="5732419" y="2192569"/>
                  <a:ext cx="440797" cy="400110"/>
                  <a:chOff x="3533569" y="4005064"/>
                  <a:chExt cx="440797" cy="400110"/>
                </a:xfrm>
              </p:grpSpPr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059B9118-9A2F-C6B3-51ED-6E156C8952AA}"/>
                      </a:ext>
                    </a:extLst>
                  </p:cNvPr>
                  <p:cNvSpPr txBox="1"/>
                  <p:nvPr/>
                </p:nvSpPr>
                <p:spPr>
                  <a:xfrm>
                    <a:off x="3533569" y="4005064"/>
                    <a:ext cx="35618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a:t>L</a:t>
                    </a:r>
                  </a:p>
                </p:txBody>
              </p:sp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C671DF87-E840-9E88-7B10-D5821D156A42}"/>
                      </a:ext>
                    </a:extLst>
                  </p:cNvPr>
                  <p:cNvSpPr txBox="1"/>
                  <p:nvPr/>
                </p:nvSpPr>
                <p:spPr>
                  <a:xfrm>
                    <a:off x="3701534" y="4128175"/>
                    <a:ext cx="27283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12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4F420DAF-B643-3191-6A4B-3EB9E7FCD072}"/>
                  </a:ext>
                </a:extLst>
              </p:cNvPr>
              <p:cNvGrpSpPr/>
              <p:nvPr/>
            </p:nvGrpSpPr>
            <p:grpSpPr>
              <a:xfrm>
                <a:off x="5604847" y="1773501"/>
                <a:ext cx="1014873" cy="770842"/>
                <a:chOff x="5604847" y="1773501"/>
                <a:chExt cx="1014873" cy="770842"/>
              </a:xfrm>
            </p:grpSpPr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AA83706C-6007-4438-3A6B-977BA9802D5D}"/>
                    </a:ext>
                  </a:extLst>
                </p:cNvPr>
                <p:cNvSpPr txBox="1"/>
                <p:nvPr/>
              </p:nvSpPr>
              <p:spPr>
                <a:xfrm>
                  <a:off x="5604847" y="1959568"/>
                  <a:ext cx="982034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HK" altLang="zh-HK" sz="3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  </a:t>
                  </a:r>
                  <a:r>
                    <a:rPr lang="en-HK" altLang="zh-HK" sz="32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 </a:t>
                  </a:r>
                  <a:r>
                    <a:rPr lang="en-HK" altLang="zh-HK" sz="3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50425DDE-D991-BA73-8347-3FDECB4FBB54}"/>
                    </a:ext>
                  </a:extLst>
                </p:cNvPr>
                <p:cNvSpPr txBox="1"/>
                <p:nvPr/>
              </p:nvSpPr>
              <p:spPr>
                <a:xfrm>
                  <a:off x="6294725" y="1773501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F554F39-305B-DE5A-0956-8D53E112517F}"/>
                    </a:ext>
                  </a:extLst>
                </p:cNvPr>
                <p:cNvSpPr txBox="1"/>
                <p:nvPr/>
              </p:nvSpPr>
              <p:spPr>
                <a:xfrm>
                  <a:off x="3671102" y="21689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F554F39-305B-DE5A-0956-8D53E11251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1102" y="2168949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A00A72A7-E14C-6EC7-D9AC-F4781FDFCEED}"/>
                </a:ext>
              </a:extLst>
            </p:cNvPr>
            <p:cNvGrpSpPr/>
            <p:nvPr/>
          </p:nvGrpSpPr>
          <p:grpSpPr>
            <a:xfrm>
              <a:off x="4040202" y="2008964"/>
              <a:ext cx="532376" cy="760150"/>
              <a:chOff x="5660411" y="1770310"/>
              <a:chExt cx="532376" cy="760150"/>
            </a:xfrm>
          </p:grpSpPr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49102184-3978-C80F-7F59-325C6B4FF233}"/>
                  </a:ext>
                </a:extLst>
              </p:cNvPr>
              <p:cNvGrpSpPr/>
              <p:nvPr/>
            </p:nvGrpSpPr>
            <p:grpSpPr>
              <a:xfrm>
                <a:off x="5660411" y="1770310"/>
                <a:ext cx="532376" cy="400110"/>
                <a:chOff x="3458020" y="3982915"/>
                <a:chExt cx="532376" cy="400110"/>
              </a:xfrm>
            </p:grpSpPr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0A2446BE-C226-07C7-B9F6-E5A6E93476F7}"/>
                    </a:ext>
                  </a:extLst>
                </p:cNvPr>
                <p:cNvSpPr txBox="1"/>
                <p:nvPr/>
              </p:nvSpPr>
              <p:spPr>
                <a:xfrm>
                  <a:off x="3458020" y="3982915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C000"/>
                      </a:solidFill>
                      <a:latin typeface="Lucida Calligraphy" panose="03010101010101010101" pitchFamily="66" charset="0"/>
                    </a:rPr>
                    <a:t>A</a:t>
                  </a:r>
                </a:p>
              </p:txBody>
            </p:sp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5A9C815D-D9BB-D0C2-E5BF-8B1AE7086855}"/>
                    </a:ext>
                  </a:extLst>
                </p:cNvPr>
                <p:cNvSpPr txBox="1"/>
                <p:nvPr/>
              </p:nvSpPr>
              <p:spPr>
                <a:xfrm>
                  <a:off x="3701534" y="4106026"/>
                  <a:ext cx="2888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C000"/>
                      </a:solidFill>
                      <a:latin typeface="Lucida Handwriting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99F80AB3-B03B-BBA6-D11C-28339122C0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88635" y="2130350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6" name="群組 25">
                <a:extLst>
                  <a:ext uri="{FF2B5EF4-FFF2-40B4-BE49-F238E27FC236}">
                    <a16:creationId xmlns:a16="http://schemas.microsoft.com/office/drawing/2014/main" id="{58FAF24C-EC9E-4E44-FABE-38A0CCA1B8AB}"/>
                  </a:ext>
                </a:extLst>
              </p:cNvPr>
              <p:cNvGrpSpPr/>
              <p:nvPr/>
            </p:nvGrpSpPr>
            <p:grpSpPr>
              <a:xfrm>
                <a:off x="5660411" y="2130350"/>
                <a:ext cx="528835" cy="400110"/>
                <a:chOff x="3461561" y="3942845"/>
                <a:chExt cx="528835" cy="400110"/>
              </a:xfrm>
            </p:grpSpPr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2928E6F8-F0CB-E26B-09E1-26513058083B}"/>
                    </a:ext>
                  </a:extLst>
                </p:cNvPr>
                <p:cNvSpPr txBox="1"/>
                <p:nvPr/>
              </p:nvSpPr>
              <p:spPr>
                <a:xfrm>
                  <a:off x="3461561" y="3942845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00B0F0"/>
                      </a:solidFill>
                      <a:latin typeface="Lucida Calligraphy" panose="03010101010101010101" pitchFamily="66" charset="0"/>
                    </a:rPr>
                    <a:t>A</a:t>
                  </a:r>
                </a:p>
              </p:txBody>
            </p:sp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71BEF710-857A-CF8D-392E-67CDB850866F}"/>
                    </a:ext>
                  </a:extLst>
                </p:cNvPr>
                <p:cNvSpPr txBox="1"/>
                <p:nvPr/>
              </p:nvSpPr>
              <p:spPr>
                <a:xfrm>
                  <a:off x="3701534" y="4065956"/>
                  <a:ext cx="2888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00B0F0"/>
                      </a:solidFill>
                      <a:latin typeface="Lucida Handwriting" panose="03010101010101010101" pitchFamily="66" charset="0"/>
                    </a:rPr>
                    <a:t>2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54">
                  <a:extLst>
                    <a:ext uri="{FF2B5EF4-FFF2-40B4-BE49-F238E27FC236}">
                      <a16:creationId xmlns:a16="http://schemas.microsoft.com/office/drawing/2014/main" id="{C8CBAA6F-DDF4-5155-6619-FB5837A92258}"/>
                    </a:ext>
                  </a:extLst>
                </p:cNvPr>
                <p:cNvSpPr txBox="1"/>
                <p:nvPr/>
              </p:nvSpPr>
              <p:spPr>
                <a:xfrm>
                  <a:off x="592747" y="2107394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54">
                  <a:extLst>
                    <a:ext uri="{FF2B5EF4-FFF2-40B4-BE49-F238E27FC236}">
                      <a16:creationId xmlns:a16="http://schemas.microsoft.com/office/drawing/2014/main" id="{C8CBAA6F-DDF4-5155-6619-FB5837A92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747" y="2107394"/>
                  <a:ext cx="295688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17791D7D-0EEF-A1B7-CB34-722D54EE0872}"/>
              </a:ext>
            </a:extLst>
          </p:cNvPr>
          <p:cNvGrpSpPr/>
          <p:nvPr/>
        </p:nvGrpSpPr>
        <p:grpSpPr>
          <a:xfrm>
            <a:off x="547027" y="2749911"/>
            <a:ext cx="11015127" cy="908913"/>
            <a:chOff x="547027" y="2749911"/>
            <a:chExt cx="11015127" cy="908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260">
                  <a:extLst>
                    <a:ext uri="{FF2B5EF4-FFF2-40B4-BE49-F238E27FC236}">
                      <a16:creationId xmlns:a16="http://schemas.microsoft.com/office/drawing/2014/main" id="{BF0A8D12-EAAA-93CE-BCCD-6016773FDD43}"/>
                    </a:ext>
                  </a:extLst>
                </p:cNvPr>
                <p:cNvSpPr txBox="1"/>
                <p:nvPr/>
              </p:nvSpPr>
              <p:spPr>
                <a:xfrm>
                  <a:off x="547027" y="285960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2" name="文字方塊 260">
                  <a:extLst>
                    <a:ext uri="{FF2B5EF4-FFF2-40B4-BE49-F238E27FC236}">
                      <a16:creationId xmlns:a16="http://schemas.microsoft.com/office/drawing/2014/main" id="{BF0A8D12-EAAA-93CE-BCCD-6016773FD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27" y="2859606"/>
                  <a:ext cx="238419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06ABD9F6-D664-4B68-A7C0-8EDA038F5C59}"/>
                </a:ext>
              </a:extLst>
            </p:cNvPr>
            <p:cNvGrpSpPr/>
            <p:nvPr/>
          </p:nvGrpSpPr>
          <p:grpSpPr>
            <a:xfrm>
              <a:off x="776034" y="2749911"/>
              <a:ext cx="4012743" cy="853396"/>
              <a:chOff x="3636130" y="1781422"/>
              <a:chExt cx="4012743" cy="853396"/>
            </a:xfrm>
          </p:grpSpPr>
          <p:grpSp>
            <p:nvGrpSpPr>
              <p:cNvPr id="55" name="群組 54">
                <a:extLst>
                  <a:ext uri="{FF2B5EF4-FFF2-40B4-BE49-F238E27FC236}">
                    <a16:creationId xmlns:a16="http://schemas.microsoft.com/office/drawing/2014/main" id="{17CFDDE1-CA53-C510-B151-165B78589562}"/>
                  </a:ext>
                </a:extLst>
              </p:cNvPr>
              <p:cNvGrpSpPr/>
              <p:nvPr/>
            </p:nvGrpSpPr>
            <p:grpSpPr>
              <a:xfrm>
                <a:off x="3824336" y="2192569"/>
                <a:ext cx="3461204" cy="442249"/>
                <a:chOff x="3685528" y="2192569"/>
                <a:chExt cx="3461204" cy="442249"/>
              </a:xfrm>
            </p:grpSpPr>
            <p:cxnSp>
              <p:nvCxnSpPr>
                <p:cNvPr id="60" name="直線接點 59">
                  <a:extLst>
                    <a:ext uri="{FF2B5EF4-FFF2-40B4-BE49-F238E27FC236}">
                      <a16:creationId xmlns:a16="http://schemas.microsoft.com/office/drawing/2014/main" id="{B47D8E69-B296-3ECA-4CF6-FE9172ACA09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774310" y="2192569"/>
                  <a:ext cx="3317849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DE5520B9-715F-5BBD-DF3B-B42CAD29AF82}"/>
                    </a:ext>
                  </a:extLst>
                </p:cNvPr>
                <p:cNvSpPr txBox="1"/>
                <p:nvPr/>
              </p:nvSpPr>
              <p:spPr>
                <a:xfrm>
                  <a:off x="3685528" y="2234708"/>
                  <a:ext cx="346120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atin typeface="Lucida Calligraphy" panose="03010101010101010101" pitchFamily="66" charset="0"/>
                    </a:rPr>
                    <a:t>Radius of water surface</a:t>
                  </a:r>
                </a:p>
              </p:txBody>
            </p:sp>
          </p:grpSp>
          <p:grpSp>
            <p:nvGrpSpPr>
              <p:cNvPr id="56" name="群組 55">
                <a:extLst>
                  <a:ext uri="{FF2B5EF4-FFF2-40B4-BE49-F238E27FC236}">
                    <a16:creationId xmlns:a16="http://schemas.microsoft.com/office/drawing/2014/main" id="{54265F86-D02B-1902-A7D9-B9CEC1BF10F4}"/>
                  </a:ext>
                </a:extLst>
              </p:cNvPr>
              <p:cNvGrpSpPr/>
              <p:nvPr/>
            </p:nvGrpSpPr>
            <p:grpSpPr>
              <a:xfrm>
                <a:off x="3636130" y="1781422"/>
                <a:ext cx="4012743" cy="742275"/>
                <a:chOff x="3636130" y="1781422"/>
                <a:chExt cx="4012743" cy="742275"/>
              </a:xfrm>
            </p:grpSpPr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D9CA1107-6D2E-A767-C4ED-5431F32D4BCB}"/>
                    </a:ext>
                  </a:extLst>
                </p:cNvPr>
                <p:cNvSpPr txBox="1"/>
                <p:nvPr/>
              </p:nvSpPr>
              <p:spPr>
                <a:xfrm>
                  <a:off x="3636130" y="1938922"/>
                  <a:ext cx="3970053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HK" altLang="zh-HK" sz="3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                         )</a:t>
                  </a:r>
                </a:p>
              </p:txBody>
            </p:sp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B77A379-9C81-8E97-9B99-1EC59154AD44}"/>
                    </a:ext>
                  </a:extLst>
                </p:cNvPr>
                <p:cNvSpPr txBox="1"/>
                <p:nvPr/>
              </p:nvSpPr>
              <p:spPr>
                <a:xfrm>
                  <a:off x="7323878" y="1781422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A31B8FCE-F5CE-229F-8CCE-D235EA100C3C}"/>
                    </a:ext>
                  </a:extLst>
                </p:cNvPr>
                <p:cNvSpPr txBox="1"/>
                <p:nvPr/>
              </p:nvSpPr>
              <p:spPr>
                <a:xfrm>
                  <a:off x="4717975" y="29744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A31B8FCE-F5CE-229F-8CCE-D235EA100C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7975" y="2974478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4E0DD968-257D-8D73-1E72-6F78DCF2C31A}"/>
                </a:ext>
              </a:extLst>
            </p:cNvPr>
            <p:cNvGrpSpPr/>
            <p:nvPr/>
          </p:nvGrpSpPr>
          <p:grpSpPr>
            <a:xfrm>
              <a:off x="4975094" y="2859606"/>
              <a:ext cx="6587060" cy="799218"/>
              <a:chOff x="5286327" y="1751277"/>
              <a:chExt cx="6587060" cy="799218"/>
            </a:xfrm>
          </p:grpSpPr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3CD25E78-F942-7C1D-7DB2-85C8C070FD27}"/>
                  </a:ext>
                </a:extLst>
              </p:cNvPr>
              <p:cNvSpPr txBox="1"/>
              <p:nvPr/>
            </p:nvSpPr>
            <p:spPr>
              <a:xfrm>
                <a:off x="6508868" y="1751277"/>
                <a:ext cx="4384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Curved surface area of vessel</a:t>
                </a:r>
              </a:p>
            </p:txBody>
          </p: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F458E19E-790A-98CA-6439-220794C60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04617" y="2130350"/>
                <a:ext cx="6374423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15621CFF-8BC9-C647-B1BF-FFA852A8E3C9}"/>
                  </a:ext>
                </a:extLst>
              </p:cNvPr>
              <p:cNvSpPr txBox="1"/>
              <p:nvPr/>
            </p:nvSpPr>
            <p:spPr>
              <a:xfrm>
                <a:off x="5286327" y="2150385"/>
                <a:ext cx="65870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Area of surface of vessel in contact with water</a:t>
                </a:r>
              </a:p>
            </p:txBody>
          </p:sp>
        </p:grp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631E977E-5BC6-B04D-9193-5F213336F2A2}"/>
                </a:ext>
              </a:extLst>
            </p:cNvPr>
            <p:cNvSpPr txBox="1"/>
            <p:nvPr/>
          </p:nvSpPr>
          <p:spPr>
            <a:xfrm>
              <a:off x="1243171" y="2782018"/>
              <a:ext cx="29770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Base radius of vessel</a:t>
              </a:r>
            </a:p>
          </p:txBody>
        </p:sp>
      </p:grp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40FF69CA-1487-7E75-3F0F-354784AC21D6}"/>
              </a:ext>
            </a:extLst>
          </p:cNvPr>
          <p:cNvGrpSpPr/>
          <p:nvPr/>
        </p:nvGrpSpPr>
        <p:grpSpPr>
          <a:xfrm>
            <a:off x="812801" y="3670374"/>
            <a:ext cx="5031461" cy="853396"/>
            <a:chOff x="812801" y="3670374"/>
            <a:chExt cx="5031461" cy="853396"/>
          </a:xfrm>
        </p:grpSpPr>
        <p:grpSp>
          <p:nvGrpSpPr>
            <p:cNvPr id="91" name="群組 90">
              <a:extLst>
                <a:ext uri="{FF2B5EF4-FFF2-40B4-BE49-F238E27FC236}">
                  <a16:creationId xmlns:a16="http://schemas.microsoft.com/office/drawing/2014/main" id="{F0893A7D-CD51-83C0-6CE3-01580F614408}"/>
                </a:ext>
              </a:extLst>
            </p:cNvPr>
            <p:cNvGrpSpPr/>
            <p:nvPr/>
          </p:nvGrpSpPr>
          <p:grpSpPr>
            <a:xfrm>
              <a:off x="812801" y="3670374"/>
              <a:ext cx="4012743" cy="853396"/>
              <a:chOff x="3636130" y="1781422"/>
              <a:chExt cx="4012743" cy="853396"/>
            </a:xfrm>
          </p:grpSpPr>
          <p:grpSp>
            <p:nvGrpSpPr>
              <p:cNvPr id="92" name="群組 91">
                <a:extLst>
                  <a:ext uri="{FF2B5EF4-FFF2-40B4-BE49-F238E27FC236}">
                    <a16:creationId xmlns:a16="http://schemas.microsoft.com/office/drawing/2014/main" id="{6D302D8B-BF84-E3EA-12EE-1FFD5AABF1F1}"/>
                  </a:ext>
                </a:extLst>
              </p:cNvPr>
              <p:cNvGrpSpPr/>
              <p:nvPr/>
            </p:nvGrpSpPr>
            <p:grpSpPr>
              <a:xfrm>
                <a:off x="3824336" y="2192569"/>
                <a:ext cx="3461204" cy="442249"/>
                <a:chOff x="3685528" y="2192569"/>
                <a:chExt cx="3461204" cy="442249"/>
              </a:xfrm>
            </p:grpSpPr>
            <p:cxnSp>
              <p:nvCxnSpPr>
                <p:cNvPr id="96" name="直線接點 95">
                  <a:extLst>
                    <a:ext uri="{FF2B5EF4-FFF2-40B4-BE49-F238E27FC236}">
                      <a16:creationId xmlns:a16="http://schemas.microsoft.com/office/drawing/2014/main" id="{0AD33111-2C69-0D57-6DBB-DA0B8E705DF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774310" y="2192569"/>
                  <a:ext cx="3317849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3069B0CF-68C2-6728-FA77-5C8970F06007}"/>
                    </a:ext>
                  </a:extLst>
                </p:cNvPr>
                <p:cNvSpPr txBox="1"/>
                <p:nvPr/>
              </p:nvSpPr>
              <p:spPr>
                <a:xfrm>
                  <a:off x="3685528" y="2234708"/>
                  <a:ext cx="346120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atin typeface="Lucida Calligraphy" panose="03010101010101010101" pitchFamily="66" charset="0"/>
                    </a:rPr>
                    <a:t>Radius of water surface</a:t>
                  </a:r>
                </a:p>
              </p:txBody>
            </p:sp>
          </p:grpSp>
          <p:grpSp>
            <p:nvGrpSpPr>
              <p:cNvPr id="93" name="群組 92">
                <a:extLst>
                  <a:ext uri="{FF2B5EF4-FFF2-40B4-BE49-F238E27FC236}">
                    <a16:creationId xmlns:a16="http://schemas.microsoft.com/office/drawing/2014/main" id="{0CE43C06-B353-3417-C8A7-5F3E35B46303}"/>
                  </a:ext>
                </a:extLst>
              </p:cNvPr>
              <p:cNvGrpSpPr/>
              <p:nvPr/>
            </p:nvGrpSpPr>
            <p:grpSpPr>
              <a:xfrm>
                <a:off x="3636130" y="1781422"/>
                <a:ext cx="4012743" cy="742275"/>
                <a:chOff x="3636130" y="1781422"/>
                <a:chExt cx="4012743" cy="742275"/>
              </a:xfrm>
            </p:grpSpPr>
            <p:sp>
              <p:nvSpPr>
                <p:cNvPr id="94" name="文字方塊 93">
                  <a:extLst>
                    <a:ext uri="{FF2B5EF4-FFF2-40B4-BE49-F238E27FC236}">
                      <a16:creationId xmlns:a16="http://schemas.microsoft.com/office/drawing/2014/main" id="{AD7E8CA5-0031-40CA-6FB0-1D338F70E7C7}"/>
                    </a:ext>
                  </a:extLst>
                </p:cNvPr>
                <p:cNvSpPr txBox="1"/>
                <p:nvPr/>
              </p:nvSpPr>
              <p:spPr>
                <a:xfrm>
                  <a:off x="3636130" y="1938922"/>
                  <a:ext cx="3970053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HK" altLang="zh-HK" sz="3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                         )</a:t>
                  </a:r>
                </a:p>
              </p:txBody>
            </p:sp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F65DA8D9-68C4-F344-2326-3619E1978E26}"/>
                    </a:ext>
                  </a:extLst>
                </p:cNvPr>
                <p:cNvSpPr txBox="1"/>
                <p:nvPr/>
              </p:nvSpPr>
              <p:spPr>
                <a:xfrm>
                  <a:off x="7323878" y="1781422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</a:p>
              </p:txBody>
            </p:sp>
          </p:grpSp>
        </p:grp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E2844A23-ED06-65CF-1B64-EA3367F151B3}"/>
                </a:ext>
              </a:extLst>
            </p:cNvPr>
            <p:cNvSpPr txBox="1"/>
            <p:nvPr/>
          </p:nvSpPr>
          <p:spPr>
            <a:xfrm>
              <a:off x="1279938" y="3702481"/>
              <a:ext cx="29770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Base radius of vessel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6AC15535-5080-8159-8B21-B9DF702D0402}"/>
                    </a:ext>
                  </a:extLst>
                </p:cNvPr>
                <p:cNvSpPr txBox="1"/>
                <p:nvPr/>
              </p:nvSpPr>
              <p:spPr>
                <a:xfrm>
                  <a:off x="4717975" y="388722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6AC15535-5080-8159-8B21-B9DF702D0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7975" y="3887229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群組 74">
              <a:extLst>
                <a:ext uri="{FF2B5EF4-FFF2-40B4-BE49-F238E27FC236}">
                  <a16:creationId xmlns:a16="http://schemas.microsoft.com/office/drawing/2014/main" id="{FB7CC38A-80AA-B82E-91E1-76CC74E07422}"/>
                </a:ext>
              </a:extLst>
            </p:cNvPr>
            <p:cNvGrpSpPr/>
            <p:nvPr/>
          </p:nvGrpSpPr>
          <p:grpSpPr>
            <a:xfrm>
              <a:off x="5286484" y="3722263"/>
              <a:ext cx="557778" cy="782994"/>
              <a:chOff x="2896107" y="4666143"/>
              <a:chExt cx="557778" cy="782994"/>
            </a:xfrm>
          </p:grpSpPr>
          <p:sp>
            <p:nvSpPr>
              <p:cNvPr id="101" name="文字方塊 75">
                <a:extLst>
                  <a:ext uri="{FF2B5EF4-FFF2-40B4-BE49-F238E27FC236}">
                    <a16:creationId xmlns:a16="http://schemas.microsoft.com/office/drawing/2014/main" id="{2B11D283-8E47-2F78-D8D2-D4E510F63568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36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02" name="群組 76">
                <a:extLst>
                  <a:ext uri="{FF2B5EF4-FFF2-40B4-BE49-F238E27FC236}">
                    <a16:creationId xmlns:a16="http://schemas.microsoft.com/office/drawing/2014/main" id="{CE071D71-C39C-5C56-8E46-F1B8A57CBA12}"/>
                  </a:ext>
                </a:extLst>
              </p:cNvPr>
              <p:cNvGrpSpPr/>
              <p:nvPr/>
            </p:nvGrpSpPr>
            <p:grpSpPr>
              <a:xfrm>
                <a:off x="2896107" y="5036045"/>
                <a:ext cx="557778" cy="413092"/>
                <a:chOff x="2896107" y="5036045"/>
                <a:chExt cx="557778" cy="413092"/>
              </a:xfrm>
            </p:grpSpPr>
            <p:cxnSp>
              <p:nvCxnSpPr>
                <p:cNvPr id="103" name="直線接點 77">
                  <a:extLst>
                    <a:ext uri="{FF2B5EF4-FFF2-40B4-BE49-F238E27FC236}">
                      <a16:creationId xmlns:a16="http://schemas.microsoft.com/office/drawing/2014/main" id="{4C4CB757-5309-3A90-A2C6-B0C48785F53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896107" y="5036045"/>
                  <a:ext cx="557778" cy="3925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04" name="文字方塊 78">
                  <a:extLst>
                    <a:ext uri="{FF2B5EF4-FFF2-40B4-BE49-F238E27FC236}">
                      <a16:creationId xmlns:a16="http://schemas.microsoft.com/office/drawing/2014/main" id="{25CFEBDB-7750-A562-50FE-CA90628F3DF4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5309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rPr>
                    <a:t>25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</p:grp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06458E98-B87D-5FFC-DE6E-4AC8935C8F33}"/>
              </a:ext>
            </a:extLst>
          </p:cNvPr>
          <p:cNvGrpSpPr/>
          <p:nvPr/>
        </p:nvGrpSpPr>
        <p:grpSpPr>
          <a:xfrm>
            <a:off x="1001007" y="4505793"/>
            <a:ext cx="4843255" cy="873023"/>
            <a:chOff x="1001007" y="4505793"/>
            <a:chExt cx="4843255" cy="873023"/>
          </a:xfrm>
        </p:grpSpPr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C6685A45-B21B-C828-71AB-D03F12F275A5}"/>
                </a:ext>
              </a:extLst>
            </p:cNvPr>
            <p:cNvGrpSpPr/>
            <p:nvPr/>
          </p:nvGrpSpPr>
          <p:grpSpPr>
            <a:xfrm>
              <a:off x="1001007" y="4884833"/>
              <a:ext cx="3461204" cy="442249"/>
              <a:chOff x="3685528" y="2192569"/>
              <a:chExt cx="3461204" cy="442249"/>
            </a:xfrm>
          </p:grpSpPr>
          <p:cxnSp>
            <p:nvCxnSpPr>
              <p:cNvPr id="111" name="直線接點 110">
                <a:extLst>
                  <a:ext uri="{FF2B5EF4-FFF2-40B4-BE49-F238E27FC236}">
                    <a16:creationId xmlns:a16="http://schemas.microsoft.com/office/drawing/2014/main" id="{00E860D7-FDA0-3CD1-2A90-18699BF9DE0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774310" y="2192569"/>
                <a:ext cx="3317849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919539CE-5DD7-4382-404E-A2AA21C94425}"/>
                  </a:ext>
                </a:extLst>
              </p:cNvPr>
              <p:cNvSpPr txBox="1"/>
              <p:nvPr/>
            </p:nvSpPr>
            <p:spPr>
              <a:xfrm>
                <a:off x="3685528" y="2234708"/>
                <a:ext cx="34612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Radius of water surface</a:t>
                </a:r>
              </a:p>
            </p:txBody>
          </p:sp>
        </p:grp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767392D4-64C4-C420-12BA-689008409EDB}"/>
                </a:ext>
              </a:extLst>
            </p:cNvPr>
            <p:cNvSpPr txBox="1"/>
            <p:nvPr/>
          </p:nvSpPr>
          <p:spPr>
            <a:xfrm>
              <a:off x="1279938" y="4505793"/>
              <a:ext cx="29770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Base radius of vessel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9EF1E8E0-E955-AC1B-7DBC-C1C413E29841}"/>
                    </a:ext>
                  </a:extLst>
                </p:cNvPr>
                <p:cNvSpPr txBox="1"/>
                <p:nvPr/>
              </p:nvSpPr>
              <p:spPr>
                <a:xfrm>
                  <a:off x="4717975" y="469054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9EF1E8E0-E955-AC1B-7DBC-C1C413E29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7975" y="4690541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5" name="群組 112">
              <a:extLst>
                <a:ext uri="{FF2B5EF4-FFF2-40B4-BE49-F238E27FC236}">
                  <a16:creationId xmlns:a16="http://schemas.microsoft.com/office/drawing/2014/main" id="{87532C3A-176F-3BF6-651C-A130CF8EE952}"/>
                </a:ext>
              </a:extLst>
            </p:cNvPr>
            <p:cNvGrpSpPr/>
            <p:nvPr/>
          </p:nvGrpSpPr>
          <p:grpSpPr>
            <a:xfrm>
              <a:off x="5093384" y="4547249"/>
              <a:ext cx="750878" cy="779833"/>
              <a:chOff x="7048384" y="3573016"/>
              <a:chExt cx="1586806" cy="360040"/>
            </a:xfrm>
          </p:grpSpPr>
          <p:cxnSp>
            <p:nvCxnSpPr>
              <p:cNvPr id="116" name="直線接點 113">
                <a:extLst>
                  <a:ext uri="{FF2B5EF4-FFF2-40B4-BE49-F238E27FC236}">
                    <a16:creationId xmlns:a16="http://schemas.microsoft.com/office/drawing/2014/main" id="{F4845BD1-4D94-5A4F-BFAF-E9C3A56341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4527" y="3574969"/>
                <a:ext cx="1360663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直線接點 114">
                <a:extLst>
                  <a:ext uri="{FF2B5EF4-FFF2-40B4-BE49-F238E27FC236}">
                    <a16:creationId xmlns:a16="http://schemas.microsoft.com/office/drawing/2014/main" id="{B57373AD-1EF1-2A40-3741-8258BD664C5D}"/>
                  </a:ext>
                </a:extLst>
              </p:cNvPr>
              <p:cNvCxnSpPr/>
              <p:nvPr/>
            </p:nvCxnSpPr>
            <p:spPr>
              <a:xfrm flipH="1">
                <a:off x="7202310" y="3573016"/>
                <a:ext cx="72216" cy="36004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直線接點 115">
                <a:extLst>
                  <a:ext uri="{FF2B5EF4-FFF2-40B4-BE49-F238E27FC236}">
                    <a16:creationId xmlns:a16="http://schemas.microsoft.com/office/drawing/2014/main" id="{CA22E145-BD36-FB3F-A9E0-243804215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8384" y="3807602"/>
                <a:ext cx="153926" cy="12545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群組 74">
              <a:extLst>
                <a:ext uri="{FF2B5EF4-FFF2-40B4-BE49-F238E27FC236}">
                  <a16:creationId xmlns:a16="http://schemas.microsoft.com/office/drawing/2014/main" id="{5328CAA2-C9FA-E71E-779B-7727BBF8470B}"/>
                </a:ext>
              </a:extLst>
            </p:cNvPr>
            <p:cNvGrpSpPr/>
            <p:nvPr/>
          </p:nvGrpSpPr>
          <p:grpSpPr>
            <a:xfrm>
              <a:off x="5269427" y="4595822"/>
              <a:ext cx="557778" cy="782994"/>
              <a:chOff x="2896107" y="4666143"/>
              <a:chExt cx="557778" cy="782994"/>
            </a:xfrm>
          </p:grpSpPr>
          <p:sp>
            <p:nvSpPr>
              <p:cNvPr id="120" name="文字方塊 75">
                <a:extLst>
                  <a:ext uri="{FF2B5EF4-FFF2-40B4-BE49-F238E27FC236}">
                    <a16:creationId xmlns:a16="http://schemas.microsoft.com/office/drawing/2014/main" id="{CB6FF24F-7AD9-2513-14D0-12E51EDFBCD1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36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21" name="群組 76">
                <a:extLst>
                  <a:ext uri="{FF2B5EF4-FFF2-40B4-BE49-F238E27FC236}">
                    <a16:creationId xmlns:a16="http://schemas.microsoft.com/office/drawing/2014/main" id="{0AC7350D-871E-5BA9-946C-4C14FCEF1DCA}"/>
                  </a:ext>
                </a:extLst>
              </p:cNvPr>
              <p:cNvGrpSpPr/>
              <p:nvPr/>
            </p:nvGrpSpPr>
            <p:grpSpPr>
              <a:xfrm>
                <a:off x="2896107" y="5036045"/>
                <a:ext cx="557778" cy="413092"/>
                <a:chOff x="2896107" y="5036045"/>
                <a:chExt cx="557778" cy="413092"/>
              </a:xfrm>
            </p:grpSpPr>
            <p:cxnSp>
              <p:nvCxnSpPr>
                <p:cNvPr id="122" name="直線接點 77">
                  <a:extLst>
                    <a:ext uri="{FF2B5EF4-FFF2-40B4-BE49-F238E27FC236}">
                      <a16:creationId xmlns:a16="http://schemas.microsoft.com/office/drawing/2014/main" id="{4D207C43-1BF8-8B1E-DA7A-9414F8E8E2C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896107" y="5036045"/>
                  <a:ext cx="557778" cy="3925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23" name="文字方塊 78">
                  <a:extLst>
                    <a:ext uri="{FF2B5EF4-FFF2-40B4-BE49-F238E27FC236}">
                      <a16:creationId xmlns:a16="http://schemas.microsoft.com/office/drawing/2014/main" id="{43BC762A-E68E-10FA-3014-527DFCB803A1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5309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rPr>
                    <a:t>25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</p:grpSp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368691D5-7166-60C9-85C9-87726B209E93}"/>
              </a:ext>
            </a:extLst>
          </p:cNvPr>
          <p:cNvGrpSpPr/>
          <p:nvPr/>
        </p:nvGrpSpPr>
        <p:grpSpPr>
          <a:xfrm>
            <a:off x="1014391" y="5385584"/>
            <a:ext cx="4697511" cy="821289"/>
            <a:chOff x="1014391" y="5385584"/>
            <a:chExt cx="4697511" cy="821289"/>
          </a:xfrm>
        </p:grpSpPr>
        <p:grpSp>
          <p:nvGrpSpPr>
            <p:cNvPr id="124" name="群組 123">
              <a:extLst>
                <a:ext uri="{FF2B5EF4-FFF2-40B4-BE49-F238E27FC236}">
                  <a16:creationId xmlns:a16="http://schemas.microsoft.com/office/drawing/2014/main" id="{1577C118-FD3D-7815-8717-F65677147635}"/>
                </a:ext>
              </a:extLst>
            </p:cNvPr>
            <p:cNvGrpSpPr/>
            <p:nvPr/>
          </p:nvGrpSpPr>
          <p:grpSpPr>
            <a:xfrm>
              <a:off x="1014391" y="5764624"/>
              <a:ext cx="3461204" cy="442249"/>
              <a:chOff x="3685528" y="2192569"/>
              <a:chExt cx="3461204" cy="442249"/>
            </a:xfrm>
          </p:grpSpPr>
          <p:cxnSp>
            <p:nvCxnSpPr>
              <p:cNvPr id="125" name="直線接點 124">
                <a:extLst>
                  <a:ext uri="{FF2B5EF4-FFF2-40B4-BE49-F238E27FC236}">
                    <a16:creationId xmlns:a16="http://schemas.microsoft.com/office/drawing/2014/main" id="{63A7E11E-E541-6BA3-B6EA-88FC8771B94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774310" y="2192569"/>
                <a:ext cx="3317849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ABE06A8C-4770-DE76-7A51-085F12E56AD6}"/>
                  </a:ext>
                </a:extLst>
              </p:cNvPr>
              <p:cNvSpPr txBox="1"/>
              <p:nvPr/>
            </p:nvSpPr>
            <p:spPr>
              <a:xfrm>
                <a:off x="3685528" y="2234708"/>
                <a:ext cx="34612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Radius of water surface</a:t>
                </a:r>
              </a:p>
            </p:txBody>
          </p:sp>
        </p:grpSp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5F0B26C1-EFC6-0EE0-C277-98E699028D1E}"/>
                </a:ext>
              </a:extLst>
            </p:cNvPr>
            <p:cNvSpPr txBox="1"/>
            <p:nvPr/>
          </p:nvSpPr>
          <p:spPr>
            <a:xfrm>
              <a:off x="1293322" y="5385584"/>
              <a:ext cx="29770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Base radius of vessel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B6382D0B-CE5E-CD3C-46BA-74ED61AC1E5F}"/>
                    </a:ext>
                  </a:extLst>
                </p:cNvPr>
                <p:cNvSpPr txBox="1"/>
                <p:nvPr/>
              </p:nvSpPr>
              <p:spPr>
                <a:xfrm>
                  <a:off x="4731359" y="557033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B6382D0B-CE5E-CD3C-46BA-74ED61AC1E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1359" y="5570332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9" name="群組 74">
              <a:extLst>
                <a:ext uri="{FF2B5EF4-FFF2-40B4-BE49-F238E27FC236}">
                  <a16:creationId xmlns:a16="http://schemas.microsoft.com/office/drawing/2014/main" id="{A08C3861-7B86-14F8-E154-3B356AF624F8}"/>
                </a:ext>
              </a:extLst>
            </p:cNvPr>
            <p:cNvGrpSpPr/>
            <p:nvPr/>
          </p:nvGrpSpPr>
          <p:grpSpPr>
            <a:xfrm>
              <a:off x="5337384" y="5415266"/>
              <a:ext cx="374518" cy="782994"/>
              <a:chOff x="2896107" y="4666143"/>
              <a:chExt cx="374518" cy="782994"/>
            </a:xfrm>
          </p:grpSpPr>
          <p:sp>
            <p:nvSpPr>
              <p:cNvPr id="130" name="文字方塊 75">
                <a:extLst>
                  <a:ext uri="{FF2B5EF4-FFF2-40B4-BE49-F238E27FC236}">
                    <a16:creationId xmlns:a16="http://schemas.microsoft.com/office/drawing/2014/main" id="{9EC969FB-1B40-2A58-D16A-B4984D4E9733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31" name="群組 76">
                <a:extLst>
                  <a:ext uri="{FF2B5EF4-FFF2-40B4-BE49-F238E27FC236}">
                    <a16:creationId xmlns:a16="http://schemas.microsoft.com/office/drawing/2014/main" id="{C0EAB88E-FE3E-4D74-D4BB-15A6DE247CCC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132" name="直線接點 77">
                  <a:extLst>
                    <a:ext uri="{FF2B5EF4-FFF2-40B4-BE49-F238E27FC236}">
                      <a16:creationId xmlns:a16="http://schemas.microsoft.com/office/drawing/2014/main" id="{B39EFCFD-C3BA-C96F-8A80-1C9078DFC38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33" name="文字方塊 78">
                  <a:extLst>
                    <a:ext uri="{FF2B5EF4-FFF2-40B4-BE49-F238E27FC236}">
                      <a16:creationId xmlns:a16="http://schemas.microsoft.com/office/drawing/2014/main" id="{F28C5705-8105-728D-A881-082F34D81E06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5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</p:grpSp>
      <p:grpSp>
        <p:nvGrpSpPr>
          <p:cNvPr id="162" name="群組 161">
            <a:extLst>
              <a:ext uri="{FF2B5EF4-FFF2-40B4-BE49-F238E27FC236}">
                <a16:creationId xmlns:a16="http://schemas.microsoft.com/office/drawing/2014/main" id="{AD8F9257-1949-F93B-EDBA-CA48073A5EC2}"/>
              </a:ext>
            </a:extLst>
          </p:cNvPr>
          <p:cNvGrpSpPr/>
          <p:nvPr/>
        </p:nvGrpSpPr>
        <p:grpSpPr>
          <a:xfrm>
            <a:off x="464357" y="6258210"/>
            <a:ext cx="9756603" cy="466057"/>
            <a:chOff x="464357" y="6258210"/>
            <a:chExt cx="9756603" cy="4660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260">
                  <a:extLst>
                    <a:ext uri="{FF2B5EF4-FFF2-40B4-BE49-F238E27FC236}">
                      <a16:creationId xmlns:a16="http://schemas.microsoft.com/office/drawing/2014/main" id="{AD213EDA-3BB6-5334-890A-A07A664AABFB}"/>
                    </a:ext>
                  </a:extLst>
                </p:cNvPr>
                <p:cNvSpPr txBox="1"/>
                <p:nvPr/>
              </p:nvSpPr>
              <p:spPr>
                <a:xfrm>
                  <a:off x="464357" y="6258210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4" name="文字方塊 260">
                  <a:extLst>
                    <a:ext uri="{FF2B5EF4-FFF2-40B4-BE49-F238E27FC236}">
                      <a16:creationId xmlns:a16="http://schemas.microsoft.com/office/drawing/2014/main" id="{AD213EDA-3BB6-5334-890A-A07A664AAB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357" y="6258210"/>
                  <a:ext cx="238419" cy="461665"/>
                </a:xfrm>
                <a:prstGeom prst="rect">
                  <a:avLst/>
                </a:prstGeom>
                <a:blipFill>
                  <a:blip r:embed="rId11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TextBox 15">
              <a:extLst>
                <a:ext uri="{FF2B5EF4-FFF2-40B4-BE49-F238E27FC236}">
                  <a16:creationId xmlns:a16="http://schemas.microsoft.com/office/drawing/2014/main" id="{B9F4303D-8D68-41B8-151F-9A1CA0D637F1}"/>
                </a:ext>
              </a:extLst>
            </p:cNvPr>
            <p:cNvSpPr txBox="1"/>
            <p:nvPr/>
          </p:nvSpPr>
          <p:spPr>
            <a:xfrm>
              <a:off x="720774" y="6324157"/>
              <a:ext cx="95001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ratio of base radius of vessel to radius of water surface is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 : 5 .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56" name="群組 155">
            <a:extLst>
              <a:ext uri="{FF2B5EF4-FFF2-40B4-BE49-F238E27FC236}">
                <a16:creationId xmlns:a16="http://schemas.microsoft.com/office/drawing/2014/main" id="{82EC2876-2F45-C906-3F45-E8C6EB8AAAF8}"/>
              </a:ext>
            </a:extLst>
          </p:cNvPr>
          <p:cNvGrpSpPr/>
          <p:nvPr/>
        </p:nvGrpSpPr>
        <p:grpSpPr>
          <a:xfrm>
            <a:off x="1009960" y="355144"/>
            <a:ext cx="10378054" cy="5726071"/>
            <a:chOff x="1009960" y="355144"/>
            <a:chExt cx="10378054" cy="572607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" name="筆跡 7">
                  <a:extLst>
                    <a:ext uri="{FF2B5EF4-FFF2-40B4-BE49-F238E27FC236}">
                      <a16:creationId xmlns:a16="http://schemas.microsoft.com/office/drawing/2014/main" id="{5292F246-9203-1F9D-50E0-7D358CF5347B}"/>
                    </a:ext>
                  </a:extLst>
                </p14:cNvPr>
                <p14:cNvContentPartPr/>
                <p14:nvPr/>
              </p14:nvContentPartPr>
              <p14:xfrm>
                <a:off x="8046737" y="699509"/>
                <a:ext cx="142863" cy="45719"/>
              </p14:xfrm>
            </p:contentPart>
          </mc:Choice>
          <mc:Fallback xmlns="">
            <p:pic>
              <p:nvPicPr>
                <p:cNvPr id="2" name="筆跡 7">
                  <a:extLst>
                    <a:ext uri="{FF2B5EF4-FFF2-40B4-BE49-F238E27FC236}">
                      <a16:creationId xmlns:a16="http://schemas.microsoft.com/office/drawing/2014/main" id="{5292F246-9203-1F9D-50E0-7D358CF534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92894" y="-13016191"/>
                  <a:ext cx="25019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" name="筆跡 7">
                  <a:extLst>
                    <a:ext uri="{FF2B5EF4-FFF2-40B4-BE49-F238E27FC236}">
                      <a16:creationId xmlns:a16="http://schemas.microsoft.com/office/drawing/2014/main" id="{8515FA48-92E3-8BF1-58C0-DA27A28483F6}"/>
                    </a:ext>
                  </a:extLst>
                </p14:cNvPr>
                <p14:cNvContentPartPr/>
                <p14:nvPr/>
              </p14:nvContentPartPr>
              <p14:xfrm>
                <a:off x="8489040" y="717273"/>
                <a:ext cx="142863" cy="45719"/>
              </p14:xfrm>
            </p:contentPart>
          </mc:Choice>
          <mc:Fallback xmlns="">
            <p:pic>
              <p:nvPicPr>
                <p:cNvPr id="3" name="筆跡 7">
                  <a:extLst>
                    <a:ext uri="{FF2B5EF4-FFF2-40B4-BE49-F238E27FC236}">
                      <a16:creationId xmlns:a16="http://schemas.microsoft.com/office/drawing/2014/main" id="{8515FA48-92E3-8BF1-58C0-DA27A28483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35197" y="-12998427"/>
                  <a:ext cx="25019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" name="筆跡 7">
                  <a:extLst>
                    <a:ext uri="{FF2B5EF4-FFF2-40B4-BE49-F238E27FC236}">
                      <a16:creationId xmlns:a16="http://schemas.microsoft.com/office/drawing/2014/main" id="{A371DE94-3F29-7DF7-10CC-7EA4107405B0}"/>
                    </a:ext>
                  </a:extLst>
                </p14:cNvPr>
                <p14:cNvContentPartPr/>
                <p14:nvPr/>
              </p14:nvContentPartPr>
              <p14:xfrm>
                <a:off x="8977256" y="355144"/>
                <a:ext cx="1283367" cy="45719"/>
              </p14:xfrm>
            </p:contentPart>
          </mc:Choice>
          <mc:Fallback xmlns="">
            <p:pic>
              <p:nvPicPr>
                <p:cNvPr id="4" name="筆跡 7">
                  <a:extLst>
                    <a:ext uri="{FF2B5EF4-FFF2-40B4-BE49-F238E27FC236}">
                      <a16:creationId xmlns:a16="http://schemas.microsoft.com/office/drawing/2014/main" id="{A371DE94-3F29-7DF7-10CC-7EA4107405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23257" y="-13360556"/>
                  <a:ext cx="1391004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筆跡 7">
                  <a:extLst>
                    <a:ext uri="{FF2B5EF4-FFF2-40B4-BE49-F238E27FC236}">
                      <a16:creationId xmlns:a16="http://schemas.microsoft.com/office/drawing/2014/main" id="{851C8606-1461-758E-F47D-0EB77D56D404}"/>
                    </a:ext>
                  </a:extLst>
                </p14:cNvPr>
                <p14:cNvContentPartPr/>
                <p14:nvPr/>
              </p14:nvContentPartPr>
              <p14:xfrm>
                <a:off x="1009960" y="740132"/>
                <a:ext cx="1403528" cy="45719"/>
              </p14:xfrm>
            </p:contentPart>
          </mc:Choice>
          <mc:Fallback xmlns="">
            <p:pic>
              <p:nvPicPr>
                <p:cNvPr id="6" name="筆跡 7">
                  <a:extLst>
                    <a:ext uri="{FF2B5EF4-FFF2-40B4-BE49-F238E27FC236}">
                      <a16:creationId xmlns:a16="http://schemas.microsoft.com/office/drawing/2014/main" id="{851C8606-1461-758E-F47D-0EB77D56D4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5964" y="-12975568"/>
                  <a:ext cx="1511159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筆跡 7">
                  <a:extLst>
                    <a:ext uri="{FF2B5EF4-FFF2-40B4-BE49-F238E27FC236}">
                      <a16:creationId xmlns:a16="http://schemas.microsoft.com/office/drawing/2014/main" id="{2A459BD6-691D-0E69-763D-EB504FB46791}"/>
                    </a:ext>
                  </a:extLst>
                </p14:cNvPr>
                <p14:cNvContentPartPr/>
                <p14:nvPr/>
              </p14:nvContentPartPr>
              <p14:xfrm>
                <a:off x="2864893" y="717272"/>
                <a:ext cx="4731661" cy="45719"/>
              </p14:xfrm>
            </p:contentPart>
          </mc:Choice>
          <mc:Fallback xmlns="">
            <p:pic>
              <p:nvPicPr>
                <p:cNvPr id="7" name="筆跡 7">
                  <a:extLst>
                    <a:ext uri="{FF2B5EF4-FFF2-40B4-BE49-F238E27FC236}">
                      <a16:creationId xmlns:a16="http://schemas.microsoft.com/office/drawing/2014/main" id="{2A459BD6-691D-0E69-763D-EB504FB467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10920" y="-12998428"/>
                  <a:ext cx="4839248" cy="274314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37" name="Freeform: Shape 8">
              <a:extLst>
                <a:ext uri="{FF2B5EF4-FFF2-40B4-BE49-F238E27FC236}">
                  <a16:creationId xmlns:a16="http://schemas.microsoft.com/office/drawing/2014/main" id="{E56B40FD-EFA1-87F5-79A5-0E707BD33B21}"/>
                </a:ext>
              </a:extLst>
            </p:cNvPr>
            <p:cNvSpPr/>
            <p:nvPr/>
          </p:nvSpPr>
          <p:spPr>
            <a:xfrm rot="10800000">
              <a:off x="9692433" y="4308974"/>
              <a:ext cx="1695581" cy="1735753"/>
            </a:xfrm>
            <a:custGeom>
              <a:avLst/>
              <a:gdLst>
                <a:gd name="connsiteX0" fmla="*/ 0 w 1296955"/>
                <a:gd name="connsiteY0" fmla="*/ 1436915 h 1436915"/>
                <a:gd name="connsiteX1" fmla="*/ 615820 w 1296955"/>
                <a:gd name="connsiteY1" fmla="*/ 0 h 1436915"/>
                <a:gd name="connsiteX2" fmla="*/ 1296955 w 1296955"/>
                <a:gd name="connsiteY2" fmla="*/ 1399592 h 1436915"/>
                <a:gd name="connsiteX0" fmla="*/ 0 w 1316679"/>
                <a:gd name="connsiteY0" fmla="*/ 1436915 h 1450535"/>
                <a:gd name="connsiteX1" fmla="*/ 615820 w 1316679"/>
                <a:gd name="connsiteY1" fmla="*/ 0 h 1450535"/>
                <a:gd name="connsiteX2" fmla="*/ 1316679 w 1316679"/>
                <a:gd name="connsiteY2" fmla="*/ 1450535 h 145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679" h="1450535">
                  <a:moveTo>
                    <a:pt x="0" y="1436915"/>
                  </a:moveTo>
                  <a:lnTo>
                    <a:pt x="615820" y="0"/>
                  </a:lnTo>
                  <a:cubicBezTo>
                    <a:pt x="842865" y="466531"/>
                    <a:pt x="1089634" y="984004"/>
                    <a:pt x="1316679" y="1450535"/>
                  </a:cubicBezTo>
                </a:path>
              </a:pathLst>
            </a:cu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Freeform: Shape 8">
              <a:extLst>
                <a:ext uri="{FF2B5EF4-FFF2-40B4-BE49-F238E27FC236}">
                  <a16:creationId xmlns:a16="http://schemas.microsoft.com/office/drawing/2014/main" id="{60C35CC1-B21F-DD9C-58E7-B9E94AAF22D5}"/>
                </a:ext>
              </a:extLst>
            </p:cNvPr>
            <p:cNvSpPr/>
            <p:nvPr/>
          </p:nvSpPr>
          <p:spPr>
            <a:xfrm rot="10800000">
              <a:off x="8940718" y="5096677"/>
              <a:ext cx="1015078" cy="984538"/>
            </a:xfrm>
            <a:custGeom>
              <a:avLst/>
              <a:gdLst>
                <a:gd name="connsiteX0" fmla="*/ 0 w 1296955"/>
                <a:gd name="connsiteY0" fmla="*/ 1436915 h 1436915"/>
                <a:gd name="connsiteX1" fmla="*/ 615820 w 1296955"/>
                <a:gd name="connsiteY1" fmla="*/ 0 h 1436915"/>
                <a:gd name="connsiteX2" fmla="*/ 1296955 w 1296955"/>
                <a:gd name="connsiteY2" fmla="*/ 1399592 h 1436915"/>
                <a:gd name="connsiteX0" fmla="*/ 0 w 1316679"/>
                <a:gd name="connsiteY0" fmla="*/ 1436915 h 1450535"/>
                <a:gd name="connsiteX1" fmla="*/ 615820 w 1316679"/>
                <a:gd name="connsiteY1" fmla="*/ 0 h 1450535"/>
                <a:gd name="connsiteX2" fmla="*/ 1316679 w 1316679"/>
                <a:gd name="connsiteY2" fmla="*/ 1450535 h 145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679" h="1450535">
                  <a:moveTo>
                    <a:pt x="0" y="1436915"/>
                  </a:moveTo>
                  <a:lnTo>
                    <a:pt x="615820" y="0"/>
                  </a:lnTo>
                  <a:cubicBezTo>
                    <a:pt x="842865" y="466531"/>
                    <a:pt x="1089634" y="984004"/>
                    <a:pt x="1316679" y="1450535"/>
                  </a:cubicBez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Arc 16">
              <a:extLst>
                <a:ext uri="{FF2B5EF4-FFF2-40B4-BE49-F238E27FC236}">
                  <a16:creationId xmlns:a16="http://schemas.microsoft.com/office/drawing/2014/main" id="{CCA4106A-2503-FA85-F130-D629FC72F9C4}"/>
                </a:ext>
              </a:extLst>
            </p:cNvPr>
            <p:cNvSpPr/>
            <p:nvPr/>
          </p:nvSpPr>
          <p:spPr>
            <a:xfrm>
              <a:off x="8951710" y="4867967"/>
              <a:ext cx="1006988" cy="452569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Arc 17">
              <a:extLst>
                <a:ext uri="{FF2B5EF4-FFF2-40B4-BE49-F238E27FC236}">
                  <a16:creationId xmlns:a16="http://schemas.microsoft.com/office/drawing/2014/main" id="{B72BF701-42C6-A4A5-0D21-45ECC4553968}"/>
                </a:ext>
              </a:extLst>
            </p:cNvPr>
            <p:cNvSpPr/>
            <p:nvPr/>
          </p:nvSpPr>
          <p:spPr>
            <a:xfrm flipV="1">
              <a:off x="8958464" y="4847469"/>
              <a:ext cx="1006988" cy="452569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  <a:prstDash val="dash"/>
                </a:ln>
              </a:endParaRPr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DA32957D-06C5-47B9-D6D4-A55B392B217C}"/>
                </a:ext>
              </a:extLst>
            </p:cNvPr>
            <p:cNvCxnSpPr>
              <a:cxnSpLocks/>
            </p:cNvCxnSpPr>
            <p:nvPr/>
          </p:nvCxnSpPr>
          <p:spPr>
            <a:xfrm>
              <a:off x="9461958" y="5134650"/>
              <a:ext cx="0" cy="91789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4BA0B4B1-17BB-6F6B-4DDB-3DCF5915E1BE}"/>
                </a:ext>
              </a:extLst>
            </p:cNvPr>
            <p:cNvCxnSpPr>
              <a:cxnSpLocks/>
              <a:stCxn id="141" idx="1"/>
              <a:endCxn id="142" idx="0"/>
            </p:cNvCxnSpPr>
            <p:nvPr/>
          </p:nvCxnSpPr>
          <p:spPr>
            <a:xfrm flipH="1" flipV="1">
              <a:off x="8958567" y="5078323"/>
              <a:ext cx="496637" cy="15929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接點: 肘形 31">
              <a:extLst>
                <a:ext uri="{FF2B5EF4-FFF2-40B4-BE49-F238E27FC236}">
                  <a16:creationId xmlns:a16="http://schemas.microsoft.com/office/drawing/2014/main" id="{9A9A978D-3055-98D4-5067-AC7DAB8F218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346019" y="5121838"/>
              <a:ext cx="119739" cy="98633"/>
            </a:xfrm>
            <a:prstGeom prst="bentConnector3">
              <a:avLst>
                <a:gd name="adj1" fmla="val 5944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5132A0D8-7F71-610B-8A00-30664C43F879}"/>
                </a:ext>
              </a:extLst>
            </p:cNvPr>
            <p:cNvSpPr txBox="1"/>
            <p:nvPr/>
          </p:nvSpPr>
          <p:spPr>
            <a:xfrm>
              <a:off x="8723997" y="4747577"/>
              <a:ext cx="8012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radius</a:t>
              </a:r>
              <a:endParaRPr lang="zh-HK" alt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38" name="Arc 16">
              <a:extLst>
                <a:ext uri="{FF2B5EF4-FFF2-40B4-BE49-F238E27FC236}">
                  <a16:creationId xmlns:a16="http://schemas.microsoft.com/office/drawing/2014/main" id="{2945E06B-C2E6-8DEF-1526-F339788A8CEE}"/>
                </a:ext>
              </a:extLst>
            </p:cNvPr>
            <p:cNvSpPr/>
            <p:nvPr/>
          </p:nvSpPr>
          <p:spPr>
            <a:xfrm>
              <a:off x="9699189" y="3909347"/>
              <a:ext cx="1682067" cy="797885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Arc 17">
              <a:extLst>
                <a:ext uri="{FF2B5EF4-FFF2-40B4-BE49-F238E27FC236}">
                  <a16:creationId xmlns:a16="http://schemas.microsoft.com/office/drawing/2014/main" id="{340FDE1D-7078-0034-727A-2CEC09C3441F}"/>
                </a:ext>
              </a:extLst>
            </p:cNvPr>
            <p:cNvSpPr/>
            <p:nvPr/>
          </p:nvSpPr>
          <p:spPr>
            <a:xfrm flipV="1">
              <a:off x="9705943" y="3888850"/>
              <a:ext cx="1682067" cy="797885"/>
            </a:xfrm>
            <a:prstGeom prst="arc">
              <a:avLst>
                <a:gd name="adj1" fmla="val 10831203"/>
                <a:gd name="adj2" fmla="val 0"/>
              </a:avLst>
            </a:prstGeom>
            <a:solidFill>
              <a:srgbClr val="FFC00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  <a:prstDash val="dash"/>
                </a:ln>
              </a:endParaRPr>
            </a:p>
          </p:txBody>
        </p:sp>
        <p:cxnSp>
          <p:nvCxnSpPr>
            <p:cNvPr id="143" name="直線接點 142">
              <a:extLst>
                <a:ext uri="{FF2B5EF4-FFF2-40B4-BE49-F238E27FC236}">
                  <a16:creationId xmlns:a16="http://schemas.microsoft.com/office/drawing/2014/main" id="{B9A56F5E-FEFF-75D1-6327-1BE622B90E49}"/>
                </a:ext>
              </a:extLst>
            </p:cNvPr>
            <p:cNvCxnSpPr>
              <a:cxnSpLocks/>
            </p:cNvCxnSpPr>
            <p:nvPr/>
          </p:nvCxnSpPr>
          <p:spPr>
            <a:xfrm>
              <a:off x="10573542" y="4287792"/>
              <a:ext cx="11956" cy="1693717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接點 144">
              <a:extLst>
                <a:ext uri="{FF2B5EF4-FFF2-40B4-BE49-F238E27FC236}">
                  <a16:creationId xmlns:a16="http://schemas.microsoft.com/office/drawing/2014/main" id="{BF0C3BE8-A6B2-D38D-3402-118CA1E25A7E}"/>
                </a:ext>
              </a:extLst>
            </p:cNvPr>
            <p:cNvCxnSpPr>
              <a:cxnSpLocks/>
              <a:stCxn id="138" idx="1"/>
            </p:cNvCxnSpPr>
            <p:nvPr/>
          </p:nvCxnSpPr>
          <p:spPr>
            <a:xfrm flipH="1" flipV="1">
              <a:off x="9697960" y="4295166"/>
              <a:ext cx="842263" cy="13124"/>
            </a:xfrm>
            <a:prstGeom prst="line">
              <a:avLst/>
            </a:prstGeom>
            <a:ln w="28575">
              <a:solidFill>
                <a:schemeClr val="accent3">
                  <a:lumMod val="60000"/>
                  <a:lumOff val="40000"/>
                  <a:alpha val="97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接點: 肘形 31">
              <a:extLst>
                <a:ext uri="{FF2B5EF4-FFF2-40B4-BE49-F238E27FC236}">
                  <a16:creationId xmlns:a16="http://schemas.microsoft.com/office/drawing/2014/main" id="{3C6C6FF0-0DF5-93FC-3A0D-F2621A2150B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415172" y="4304332"/>
              <a:ext cx="158373" cy="127499"/>
            </a:xfrm>
            <a:prstGeom prst="bentConnector3">
              <a:avLst>
                <a:gd name="adj1" fmla="val 8331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ADFED866-264E-BCA9-5612-D865C402FB17}"/>
                </a:ext>
              </a:extLst>
            </p:cNvPr>
            <p:cNvSpPr txBox="1"/>
            <p:nvPr/>
          </p:nvSpPr>
          <p:spPr>
            <a:xfrm>
              <a:off x="9777856" y="4000855"/>
              <a:ext cx="87516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radius</a:t>
              </a:r>
              <a:endParaRPr lang="zh-HK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4847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0365-FA26-A3FA-7672-288D6F50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群組 183">
            <a:extLst>
              <a:ext uri="{FF2B5EF4-FFF2-40B4-BE49-F238E27FC236}">
                <a16:creationId xmlns:a16="http://schemas.microsoft.com/office/drawing/2014/main" id="{DBB2193A-E046-F606-65FD-CCA5A5C6449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2629" y="85529"/>
            <a:ext cx="11973340" cy="2377321"/>
            <a:chOff x="202629" y="85529"/>
            <a:chExt cx="11973340" cy="2377321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C69ED26-19B0-EA66-284D-D6D11EAA33C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b="59785"/>
            <a:stretch>
              <a:fillRect/>
            </a:stretch>
          </p:blipFill>
          <p:spPr>
            <a:xfrm>
              <a:off x="202629" y="85529"/>
              <a:ext cx="10459910" cy="1865694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B5D9BCB8-C5AD-B648-97E8-73D0A3D5EE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l="82088" t="41456" r="2284" b="8211"/>
            <a:stretch>
              <a:fillRect/>
            </a:stretch>
          </p:blipFill>
          <p:spPr>
            <a:xfrm>
              <a:off x="10541290" y="127773"/>
              <a:ext cx="1634679" cy="233507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筆跡 7">
                  <a:extLst>
                    <a:ext uri="{FF2B5EF4-FFF2-40B4-BE49-F238E27FC236}">
                      <a16:creationId xmlns:a16="http://schemas.microsoft.com/office/drawing/2014/main" id="{C66F1084-C56E-F78C-642D-613D37D2E5C7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8046737" y="699509"/>
                <a:ext cx="142863" cy="45719"/>
              </p14:xfrm>
            </p:contentPart>
          </mc:Choice>
          <mc:Fallback xmlns="">
            <p:pic>
              <p:nvPicPr>
                <p:cNvPr id="2" name="筆跡 7">
                  <a:extLst>
                    <a:ext uri="{FF2B5EF4-FFF2-40B4-BE49-F238E27FC236}">
                      <a16:creationId xmlns:a16="http://schemas.microsoft.com/office/drawing/2014/main" id="{C66F1084-C56E-F78C-642D-613D37D2E5C7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92894" y="-13016191"/>
                  <a:ext cx="25019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筆跡 7">
                  <a:extLst>
                    <a:ext uri="{FF2B5EF4-FFF2-40B4-BE49-F238E27FC236}">
                      <a16:creationId xmlns:a16="http://schemas.microsoft.com/office/drawing/2014/main" id="{52DCB118-9C52-923D-53DA-13F484103FB9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8489040" y="717273"/>
                <a:ext cx="142863" cy="45719"/>
              </p14:xfrm>
            </p:contentPart>
          </mc:Choice>
          <mc:Fallback xmlns="">
            <p:pic>
              <p:nvPicPr>
                <p:cNvPr id="3" name="筆跡 7">
                  <a:extLst>
                    <a:ext uri="{FF2B5EF4-FFF2-40B4-BE49-F238E27FC236}">
                      <a16:creationId xmlns:a16="http://schemas.microsoft.com/office/drawing/2014/main" id="{52DCB118-9C52-923D-53DA-13F484103FB9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35197" y="-12998427"/>
                  <a:ext cx="250190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筆跡 7">
                  <a:extLst>
                    <a:ext uri="{FF2B5EF4-FFF2-40B4-BE49-F238E27FC236}">
                      <a16:creationId xmlns:a16="http://schemas.microsoft.com/office/drawing/2014/main" id="{8057D0DC-3FAE-F0F5-F80E-9AD9B2032736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8977256" y="355144"/>
                <a:ext cx="1283367" cy="45719"/>
              </p14:xfrm>
            </p:contentPart>
          </mc:Choice>
          <mc:Fallback xmlns="">
            <p:pic>
              <p:nvPicPr>
                <p:cNvPr id="4" name="筆跡 7">
                  <a:extLst>
                    <a:ext uri="{FF2B5EF4-FFF2-40B4-BE49-F238E27FC236}">
                      <a16:creationId xmlns:a16="http://schemas.microsoft.com/office/drawing/2014/main" id="{8057D0DC-3FAE-F0F5-F80E-9AD9B2032736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23257" y="-13360556"/>
                  <a:ext cx="1391004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筆跡 7">
                  <a:extLst>
                    <a:ext uri="{FF2B5EF4-FFF2-40B4-BE49-F238E27FC236}">
                      <a16:creationId xmlns:a16="http://schemas.microsoft.com/office/drawing/2014/main" id="{B1C07170-8952-287C-4AEE-BB4C6C5C126A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1009960" y="740132"/>
                <a:ext cx="1403528" cy="45719"/>
              </p14:xfrm>
            </p:contentPart>
          </mc:Choice>
          <mc:Fallback xmlns="">
            <p:pic>
              <p:nvPicPr>
                <p:cNvPr id="6" name="筆跡 7">
                  <a:extLst>
                    <a:ext uri="{FF2B5EF4-FFF2-40B4-BE49-F238E27FC236}">
                      <a16:creationId xmlns:a16="http://schemas.microsoft.com/office/drawing/2014/main" id="{B1C07170-8952-287C-4AEE-BB4C6C5C126A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5964" y="-12975568"/>
                  <a:ext cx="1511159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筆跡 7">
                  <a:extLst>
                    <a:ext uri="{FF2B5EF4-FFF2-40B4-BE49-F238E27FC236}">
                      <a16:creationId xmlns:a16="http://schemas.microsoft.com/office/drawing/2014/main" id="{EEE3372B-9936-9C7E-6388-9A1980CFBB3F}"/>
                    </a:ext>
                  </a:extLst>
                </p14:cNvPr>
                <p14:cNvContentPartPr>
                  <a14:cpLocks xmlns:a14="http://schemas.microsoft.com/office/drawing/2010/main" noGrp="1" noRot="1" noMove="1" noResize="1" noEditPoints="1" noAdjustHandles="1" noChangeArrowheads="1" noChangeShapeType="1"/>
                </p14:cNvContentPartPr>
                <p14:nvPr/>
              </p14:nvContentPartPr>
              <p14:xfrm>
                <a:off x="2864893" y="717272"/>
                <a:ext cx="4731661" cy="45719"/>
              </p14:xfrm>
            </p:contentPart>
          </mc:Choice>
          <mc:Fallback xmlns="">
            <p:pic>
              <p:nvPicPr>
                <p:cNvPr id="7" name="筆跡 7">
                  <a:extLst>
                    <a:ext uri="{FF2B5EF4-FFF2-40B4-BE49-F238E27FC236}">
                      <a16:creationId xmlns:a16="http://schemas.microsoft.com/office/drawing/2014/main" id="{EEE3372B-9936-9C7E-6388-9A1980CFBB3F}"/>
                    </a:ext>
                  </a:extLst>
                </p:cNvPr>
                <p:cNvPicPr>
                  <a:picLocks noGrp="1" noRo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10920" y="-12998428"/>
                  <a:ext cx="4839248" cy="274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BBFBF55A-22DC-DDEF-5BC3-AB8C9202048C}"/>
              </a:ext>
            </a:extLst>
          </p:cNvPr>
          <p:cNvGrpSpPr/>
          <p:nvPr/>
        </p:nvGrpSpPr>
        <p:grpSpPr>
          <a:xfrm>
            <a:off x="547027" y="2749911"/>
            <a:ext cx="7205053" cy="909915"/>
            <a:chOff x="547027" y="2749911"/>
            <a:chExt cx="7205053" cy="9099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260">
                  <a:extLst>
                    <a:ext uri="{FF2B5EF4-FFF2-40B4-BE49-F238E27FC236}">
                      <a16:creationId xmlns:a16="http://schemas.microsoft.com/office/drawing/2014/main" id="{5AECEDFC-9DA8-0E10-ABF9-50C184193840}"/>
                    </a:ext>
                  </a:extLst>
                </p:cNvPr>
                <p:cNvSpPr txBox="1"/>
                <p:nvPr/>
              </p:nvSpPr>
              <p:spPr>
                <a:xfrm>
                  <a:off x="547027" y="285960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2" name="文字方塊 260">
                  <a:extLst>
                    <a:ext uri="{FF2B5EF4-FFF2-40B4-BE49-F238E27FC236}">
                      <a16:creationId xmlns:a16="http://schemas.microsoft.com/office/drawing/2014/main" id="{5AECEDFC-9DA8-0E10-ABF9-50C1841938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27" y="2859606"/>
                  <a:ext cx="238419" cy="461665"/>
                </a:xfrm>
                <a:prstGeom prst="rect">
                  <a:avLst/>
                </a:prstGeom>
                <a:blipFill>
                  <a:blip r:embed="rId1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4D7DA0A6-5C59-E87F-E428-F72572C6C0FC}"/>
                </a:ext>
              </a:extLst>
            </p:cNvPr>
            <p:cNvGrpSpPr/>
            <p:nvPr/>
          </p:nvGrpSpPr>
          <p:grpSpPr>
            <a:xfrm>
              <a:off x="776034" y="2749911"/>
              <a:ext cx="4012743" cy="853396"/>
              <a:chOff x="3636130" y="1781422"/>
              <a:chExt cx="4012743" cy="853396"/>
            </a:xfrm>
          </p:grpSpPr>
          <p:grpSp>
            <p:nvGrpSpPr>
              <p:cNvPr id="55" name="群組 54">
                <a:extLst>
                  <a:ext uri="{FF2B5EF4-FFF2-40B4-BE49-F238E27FC236}">
                    <a16:creationId xmlns:a16="http://schemas.microsoft.com/office/drawing/2014/main" id="{689D326F-8263-F15C-D2DC-3B2F4AB5BB77}"/>
                  </a:ext>
                </a:extLst>
              </p:cNvPr>
              <p:cNvGrpSpPr/>
              <p:nvPr/>
            </p:nvGrpSpPr>
            <p:grpSpPr>
              <a:xfrm>
                <a:off x="3824336" y="2192569"/>
                <a:ext cx="3461204" cy="442249"/>
                <a:chOff x="3685528" y="2192569"/>
                <a:chExt cx="3461204" cy="442249"/>
              </a:xfrm>
            </p:grpSpPr>
            <p:cxnSp>
              <p:nvCxnSpPr>
                <p:cNvPr id="60" name="直線接點 59">
                  <a:extLst>
                    <a:ext uri="{FF2B5EF4-FFF2-40B4-BE49-F238E27FC236}">
                      <a16:creationId xmlns:a16="http://schemas.microsoft.com/office/drawing/2014/main" id="{CA2B3E0C-EF02-4272-0BB1-0302DC98665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774310" y="2192569"/>
                  <a:ext cx="3317849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E9417D9B-FF22-90C5-0B74-98BDB440408E}"/>
                    </a:ext>
                  </a:extLst>
                </p:cNvPr>
                <p:cNvSpPr txBox="1"/>
                <p:nvPr/>
              </p:nvSpPr>
              <p:spPr>
                <a:xfrm>
                  <a:off x="3685528" y="2234708"/>
                  <a:ext cx="346120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atin typeface="Lucida Calligraphy" panose="03010101010101010101" pitchFamily="66" charset="0"/>
                    </a:rPr>
                    <a:t>Radius of water surface</a:t>
                  </a:r>
                </a:p>
              </p:txBody>
            </p:sp>
          </p:grpSp>
          <p:grpSp>
            <p:nvGrpSpPr>
              <p:cNvPr id="56" name="群組 55">
                <a:extLst>
                  <a:ext uri="{FF2B5EF4-FFF2-40B4-BE49-F238E27FC236}">
                    <a16:creationId xmlns:a16="http://schemas.microsoft.com/office/drawing/2014/main" id="{998C7435-6521-C0A0-4C22-91001CF690CB}"/>
                  </a:ext>
                </a:extLst>
              </p:cNvPr>
              <p:cNvGrpSpPr/>
              <p:nvPr/>
            </p:nvGrpSpPr>
            <p:grpSpPr>
              <a:xfrm>
                <a:off x="3636130" y="1781422"/>
                <a:ext cx="4012743" cy="742275"/>
                <a:chOff x="3636130" y="1781422"/>
                <a:chExt cx="4012743" cy="742275"/>
              </a:xfrm>
            </p:grpSpPr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CB9A0A35-78EA-BEA2-A2A7-2307300ABE8B}"/>
                    </a:ext>
                  </a:extLst>
                </p:cNvPr>
                <p:cNvSpPr txBox="1"/>
                <p:nvPr/>
              </p:nvSpPr>
              <p:spPr>
                <a:xfrm>
                  <a:off x="3636130" y="1938922"/>
                  <a:ext cx="3970053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HK" altLang="zh-HK" sz="3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                         )</a:t>
                  </a:r>
                </a:p>
              </p:txBody>
            </p:sp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6CBDFC86-5892-8CCE-AA72-5CE1D1446623}"/>
                    </a:ext>
                  </a:extLst>
                </p:cNvPr>
                <p:cNvSpPr txBox="1"/>
                <p:nvPr/>
              </p:nvSpPr>
              <p:spPr>
                <a:xfrm>
                  <a:off x="7323878" y="1781422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47A4C03B-A0F6-563C-D3D8-C2ECAB852413}"/>
                    </a:ext>
                  </a:extLst>
                </p:cNvPr>
                <p:cNvSpPr txBox="1"/>
                <p:nvPr/>
              </p:nvSpPr>
              <p:spPr>
                <a:xfrm>
                  <a:off x="4717975" y="29744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47A4C03B-A0F6-563C-D3D8-C2ECAB8524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7975" y="2974478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77A65FB2-74D3-820E-A5A1-093CB42144F0}"/>
                </a:ext>
              </a:extLst>
            </p:cNvPr>
            <p:cNvGrpSpPr/>
            <p:nvPr/>
          </p:nvGrpSpPr>
          <p:grpSpPr>
            <a:xfrm>
              <a:off x="5093384" y="2859606"/>
              <a:ext cx="2658696" cy="800220"/>
              <a:chOff x="5404617" y="1751277"/>
              <a:chExt cx="2634431" cy="800220"/>
            </a:xfrm>
          </p:grpSpPr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479DC0C5-0F26-3883-B066-58DE9E95665E}"/>
                  </a:ext>
                </a:extLst>
              </p:cNvPr>
              <p:cNvSpPr txBox="1"/>
              <p:nvPr/>
            </p:nvSpPr>
            <p:spPr>
              <a:xfrm>
                <a:off x="5499282" y="1751277"/>
                <a:ext cx="24689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Volume of vessel</a:t>
                </a:r>
              </a:p>
            </p:txBody>
          </p: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42418CD2-4D93-6699-CB1E-FE6DEFD86CB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04617" y="2130350"/>
                <a:ext cx="263443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6BDFB46B-246B-D041-574A-965EB63FAA1F}"/>
                  </a:ext>
                </a:extLst>
              </p:cNvPr>
              <p:cNvSpPr txBox="1"/>
              <p:nvPr/>
            </p:nvSpPr>
            <p:spPr>
              <a:xfrm>
                <a:off x="5499281" y="2151387"/>
                <a:ext cx="24689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7030A0"/>
                    </a:solidFill>
                    <a:latin typeface="Lucida Calligraphy" panose="03010101010101010101" pitchFamily="66" charset="0"/>
                  </a:rPr>
                  <a:t>Volume of water</a:t>
                </a:r>
              </a:p>
            </p:txBody>
          </p:sp>
        </p:grp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37ADB038-906B-C4CA-79A6-623D8C1754DD}"/>
                </a:ext>
              </a:extLst>
            </p:cNvPr>
            <p:cNvSpPr txBox="1"/>
            <p:nvPr/>
          </p:nvSpPr>
          <p:spPr>
            <a:xfrm>
              <a:off x="1243171" y="2782018"/>
              <a:ext cx="29770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Base radius of vessel</a:t>
              </a:r>
            </a:p>
          </p:txBody>
        </p:sp>
      </p:grp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67F0727E-C49C-8128-1510-92A6A30AEF50}"/>
              </a:ext>
            </a:extLst>
          </p:cNvPr>
          <p:cNvGrpSpPr/>
          <p:nvPr/>
        </p:nvGrpSpPr>
        <p:grpSpPr>
          <a:xfrm>
            <a:off x="592747" y="1968894"/>
            <a:ext cx="3953645" cy="813124"/>
            <a:chOff x="592747" y="1968894"/>
            <a:chExt cx="3953645" cy="8131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15">
                  <a:extLst>
                    <a:ext uri="{FF2B5EF4-FFF2-40B4-BE49-F238E27FC236}">
                      <a16:creationId xmlns:a16="http://schemas.microsoft.com/office/drawing/2014/main" id="{6753D1B6-0229-E3DE-B8CB-0AE18E772234}"/>
                    </a:ext>
                  </a:extLst>
                </p:cNvPr>
                <p:cNvSpPr txBox="1"/>
                <p:nvPr/>
              </p:nvSpPr>
              <p:spPr>
                <a:xfrm>
                  <a:off x="776034" y="2168949"/>
                  <a:ext cx="215957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Volume</a:t>
                  </a:r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 ratio </a:t>
                  </a:r>
                  <a14:m>
                    <m:oMath xmlns:m="http://schemas.openxmlformats.org/officeDocument/2006/math"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" name="TextBox 15">
                  <a:extLst>
                    <a:ext uri="{FF2B5EF4-FFF2-40B4-BE49-F238E27FC236}">
                      <a16:creationId xmlns:a16="http://schemas.microsoft.com/office/drawing/2014/main" id="{6753D1B6-0229-E3DE-B8CB-0AE18E772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34" y="2168949"/>
                  <a:ext cx="2159576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71ECB423-8A82-853B-AD18-37BDFD63779A}"/>
                </a:ext>
              </a:extLst>
            </p:cNvPr>
            <p:cNvGrpSpPr/>
            <p:nvPr/>
          </p:nvGrpSpPr>
          <p:grpSpPr>
            <a:xfrm>
              <a:off x="2804497" y="1968894"/>
              <a:ext cx="982034" cy="800220"/>
              <a:chOff x="5604847" y="1792459"/>
              <a:chExt cx="982034" cy="800220"/>
            </a:xfrm>
          </p:grpSpPr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2FE76EE3-892E-73FB-855B-8B6B6E82B03D}"/>
                  </a:ext>
                </a:extLst>
              </p:cNvPr>
              <p:cNvGrpSpPr/>
              <p:nvPr/>
            </p:nvGrpSpPr>
            <p:grpSpPr>
              <a:xfrm>
                <a:off x="5871227" y="1792459"/>
                <a:ext cx="440797" cy="800220"/>
                <a:chOff x="5732419" y="1792459"/>
                <a:chExt cx="440797" cy="80022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87BCEDEC-5534-1A46-6D3D-45D475D32989}"/>
                    </a:ext>
                  </a:extLst>
                </p:cNvPr>
                <p:cNvGrpSpPr/>
                <p:nvPr/>
              </p:nvGrpSpPr>
              <p:grpSpPr>
                <a:xfrm>
                  <a:off x="5735960" y="1792459"/>
                  <a:ext cx="419957" cy="400110"/>
                  <a:chOff x="3533569" y="4005064"/>
                  <a:chExt cx="419957" cy="400110"/>
                </a:xfrm>
              </p:grpSpPr>
              <p:sp>
                <p:nvSpPr>
                  <p:cNvPr id="20" name="文字方塊 19">
                    <a:extLst>
                      <a:ext uri="{FF2B5EF4-FFF2-40B4-BE49-F238E27FC236}">
                        <a16:creationId xmlns:a16="http://schemas.microsoft.com/office/drawing/2014/main" id="{C710F078-5483-2AA3-9B05-C9F0C0D81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533569" y="4005064"/>
                    <a:ext cx="35618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Lucida Calligraphy" panose="03010101010101010101" pitchFamily="66" charset="0"/>
                      </a:rPr>
                      <a:t>L</a:t>
                    </a:r>
                  </a:p>
                </p:txBody>
              </p:sp>
              <p:sp>
                <p:nvSpPr>
                  <p:cNvPr id="21" name="文字方塊 20">
                    <a:extLst>
                      <a:ext uri="{FF2B5EF4-FFF2-40B4-BE49-F238E27FC236}">
                        <a16:creationId xmlns:a16="http://schemas.microsoft.com/office/drawing/2014/main" id="{03D755C8-1DF5-34F8-F91A-F5016D25B5E2}"/>
                      </a:ext>
                    </a:extLst>
                  </p:cNvPr>
                  <p:cNvSpPr txBox="1"/>
                  <p:nvPr/>
                </p:nvSpPr>
                <p:spPr>
                  <a:xfrm>
                    <a:off x="3701534" y="4128175"/>
                    <a:ext cx="25199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12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Lucida Calligraphy" panose="03010101010101010101" pitchFamily="66" charset="0"/>
                      </a:rPr>
                      <a:t>1</a:t>
                    </a:r>
                  </a:p>
                </p:txBody>
              </p:sp>
            </p:grpSp>
            <p:cxnSp>
              <p:nvCxnSpPr>
                <p:cNvPr id="16" name="直線接點 15">
                  <a:extLst>
                    <a:ext uri="{FF2B5EF4-FFF2-40B4-BE49-F238E27FC236}">
                      <a16:creationId xmlns:a16="http://schemas.microsoft.com/office/drawing/2014/main" id="{63D4750C-C10A-0679-10E5-449EBEB8AB3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732419" y="2192569"/>
                  <a:ext cx="423498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17" name="群組 16">
                  <a:extLst>
                    <a:ext uri="{FF2B5EF4-FFF2-40B4-BE49-F238E27FC236}">
                      <a16:creationId xmlns:a16="http://schemas.microsoft.com/office/drawing/2014/main" id="{254A21E6-8B72-7C49-FE7C-5321CDD55721}"/>
                    </a:ext>
                  </a:extLst>
                </p:cNvPr>
                <p:cNvGrpSpPr/>
                <p:nvPr/>
              </p:nvGrpSpPr>
              <p:grpSpPr>
                <a:xfrm>
                  <a:off x="5732419" y="2192569"/>
                  <a:ext cx="440797" cy="400110"/>
                  <a:chOff x="3533569" y="4005064"/>
                  <a:chExt cx="440797" cy="400110"/>
                </a:xfrm>
              </p:grpSpPr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35056B44-0306-217D-1BC7-4B46B7F30484}"/>
                      </a:ext>
                    </a:extLst>
                  </p:cNvPr>
                  <p:cNvSpPr txBox="1"/>
                  <p:nvPr/>
                </p:nvSpPr>
                <p:spPr>
                  <a:xfrm>
                    <a:off x="3533569" y="4005064"/>
                    <a:ext cx="35618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a:t>L</a:t>
                    </a:r>
                  </a:p>
                </p:txBody>
              </p:sp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A802AE24-EC86-D702-C32F-95C87DB7D570}"/>
                      </a:ext>
                    </a:extLst>
                  </p:cNvPr>
                  <p:cNvSpPr txBox="1"/>
                  <p:nvPr/>
                </p:nvSpPr>
                <p:spPr>
                  <a:xfrm>
                    <a:off x="3701534" y="4128175"/>
                    <a:ext cx="27283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altLang="zh-HK" sz="12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9E76D16-5C68-06E9-450C-0B2272B706B3}"/>
                  </a:ext>
                </a:extLst>
              </p:cNvPr>
              <p:cNvSpPr txBox="1"/>
              <p:nvPr/>
            </p:nvSpPr>
            <p:spPr>
              <a:xfrm>
                <a:off x="5604847" y="1959568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</a:t>
                </a:r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 </a:t>
                </a:r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B48C936-B423-DF61-4A8B-15247F1473DD}"/>
                    </a:ext>
                  </a:extLst>
                </p:cNvPr>
                <p:cNvSpPr txBox="1"/>
                <p:nvPr/>
              </p:nvSpPr>
              <p:spPr>
                <a:xfrm>
                  <a:off x="3671102" y="21689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B48C936-B423-DF61-4A8B-15247F147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1102" y="2168949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54">
                  <a:extLst>
                    <a:ext uri="{FF2B5EF4-FFF2-40B4-BE49-F238E27FC236}">
                      <a16:creationId xmlns:a16="http://schemas.microsoft.com/office/drawing/2014/main" id="{6262A39A-D333-DA63-5FDF-05C904816B7A}"/>
                    </a:ext>
                  </a:extLst>
                </p:cNvPr>
                <p:cNvSpPr txBox="1"/>
                <p:nvPr/>
              </p:nvSpPr>
              <p:spPr>
                <a:xfrm>
                  <a:off x="592747" y="2107394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54">
                  <a:extLst>
                    <a:ext uri="{FF2B5EF4-FFF2-40B4-BE49-F238E27FC236}">
                      <a16:creationId xmlns:a16="http://schemas.microsoft.com/office/drawing/2014/main" id="{6262A39A-D333-DA63-5FDF-05C904816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747" y="2107394"/>
                  <a:ext cx="295688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95FB24F2-37F5-EA1C-AD3F-B1332659D4D9}"/>
                </a:ext>
              </a:extLst>
            </p:cNvPr>
            <p:cNvGrpSpPr/>
            <p:nvPr/>
          </p:nvGrpSpPr>
          <p:grpSpPr>
            <a:xfrm>
              <a:off x="4014016" y="2021868"/>
              <a:ext cx="532376" cy="760150"/>
              <a:chOff x="5660411" y="1770310"/>
              <a:chExt cx="532376" cy="76015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83E4CDA5-6CAA-7599-19B7-755BBEB70D20}"/>
                  </a:ext>
                </a:extLst>
              </p:cNvPr>
              <p:cNvGrpSpPr/>
              <p:nvPr/>
            </p:nvGrpSpPr>
            <p:grpSpPr>
              <a:xfrm>
                <a:off x="5660411" y="1770310"/>
                <a:ext cx="532376" cy="400110"/>
                <a:chOff x="3458020" y="3982915"/>
                <a:chExt cx="532376" cy="400110"/>
              </a:xfrm>
            </p:grpSpPr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E597933F-4AA7-BC46-3705-80EB2B17E9A9}"/>
                    </a:ext>
                  </a:extLst>
                </p:cNvPr>
                <p:cNvSpPr txBox="1"/>
                <p:nvPr/>
              </p:nvSpPr>
              <p:spPr>
                <a:xfrm>
                  <a:off x="3458020" y="3982915"/>
                  <a:ext cx="41389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7C80"/>
                      </a:solidFill>
                      <a:latin typeface="Lucida Calligraphy" panose="03010101010101010101" pitchFamily="66" charset="0"/>
                    </a:rPr>
                    <a:t>V</a:t>
                  </a:r>
                </a:p>
              </p:txBody>
            </p:sp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7E94A898-D1FD-C599-0550-E49EE351FF2F}"/>
                    </a:ext>
                  </a:extLst>
                </p:cNvPr>
                <p:cNvSpPr txBox="1"/>
                <p:nvPr/>
              </p:nvSpPr>
              <p:spPr>
                <a:xfrm>
                  <a:off x="3701534" y="4106026"/>
                  <a:ext cx="2888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7C80"/>
                      </a:solidFill>
                      <a:latin typeface="Lucida Handwriting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DA4EC4EE-6F0C-B901-17AF-319A6450D0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88635" y="2130350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8BB107F-7E0C-939E-7D64-C02E89112F5A}"/>
                  </a:ext>
                </a:extLst>
              </p:cNvPr>
              <p:cNvGrpSpPr/>
              <p:nvPr/>
            </p:nvGrpSpPr>
            <p:grpSpPr>
              <a:xfrm>
                <a:off x="5660411" y="2130350"/>
                <a:ext cx="528835" cy="400110"/>
                <a:chOff x="3461561" y="3942845"/>
                <a:chExt cx="528835" cy="400110"/>
              </a:xfrm>
            </p:grpSpPr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0C3F8806-68F5-7F93-6AE7-B2F63DF7853A}"/>
                    </a:ext>
                  </a:extLst>
                </p:cNvPr>
                <p:cNvSpPr txBox="1"/>
                <p:nvPr/>
              </p:nvSpPr>
              <p:spPr>
                <a:xfrm>
                  <a:off x="3461561" y="3942845"/>
                  <a:ext cx="41389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7030A0"/>
                      </a:solidFill>
                      <a:latin typeface="Lucida Calligraphy" panose="03010101010101010101" pitchFamily="66" charset="0"/>
                    </a:rPr>
                    <a:t>V</a:t>
                  </a:r>
                </a:p>
              </p:txBody>
            </p:sp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C24AA508-36C8-BCC4-08F0-EE89AA9C7A66}"/>
                    </a:ext>
                  </a:extLst>
                </p:cNvPr>
                <p:cNvSpPr txBox="1"/>
                <p:nvPr/>
              </p:nvSpPr>
              <p:spPr>
                <a:xfrm>
                  <a:off x="3701534" y="4065956"/>
                  <a:ext cx="2888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7030A0"/>
                      </a:solidFill>
                      <a:latin typeface="Lucida Handwriting" panose="03010101010101010101" pitchFamily="66" charset="0"/>
                    </a:rPr>
                    <a:t>2</a:t>
                  </a:r>
                </a:p>
              </p:txBody>
            </p:sp>
          </p:grpSp>
        </p:grp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D4207952-800B-D74F-5D67-394FC5D57896}"/>
                </a:ext>
              </a:extLst>
            </p:cNvPr>
            <p:cNvSpPr txBox="1"/>
            <p:nvPr/>
          </p:nvSpPr>
          <p:spPr>
            <a:xfrm>
              <a:off x="3508604" y="2003101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grpSp>
        <p:nvGrpSpPr>
          <p:cNvPr id="187" name="群組 186">
            <a:extLst>
              <a:ext uri="{FF2B5EF4-FFF2-40B4-BE49-F238E27FC236}">
                <a16:creationId xmlns:a16="http://schemas.microsoft.com/office/drawing/2014/main" id="{FE4E2DD1-F8CD-4A3D-8F98-350E831831F1}"/>
              </a:ext>
            </a:extLst>
          </p:cNvPr>
          <p:cNvGrpSpPr/>
          <p:nvPr/>
        </p:nvGrpSpPr>
        <p:grpSpPr>
          <a:xfrm>
            <a:off x="3671101" y="3651384"/>
            <a:ext cx="4088345" cy="800219"/>
            <a:chOff x="3671101" y="3651384"/>
            <a:chExt cx="4088345" cy="8002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EF9CDC16-9FCD-19C9-C389-F46EFCAAD6A1}"/>
                    </a:ext>
                  </a:extLst>
                </p:cNvPr>
                <p:cNvSpPr txBox="1"/>
                <p:nvPr/>
              </p:nvSpPr>
              <p:spPr>
                <a:xfrm>
                  <a:off x="4713931" y="383053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EF9CDC16-9FCD-19C9-C389-F46EFCAAD6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3931" y="3830538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5" name="群組 74">
              <a:extLst>
                <a:ext uri="{FF2B5EF4-FFF2-40B4-BE49-F238E27FC236}">
                  <a16:creationId xmlns:a16="http://schemas.microsoft.com/office/drawing/2014/main" id="{83870565-9C39-74E0-B88E-5BC98E6F6728}"/>
                </a:ext>
              </a:extLst>
            </p:cNvPr>
            <p:cNvGrpSpPr/>
            <p:nvPr/>
          </p:nvGrpSpPr>
          <p:grpSpPr>
            <a:xfrm>
              <a:off x="3942393" y="3659826"/>
              <a:ext cx="374518" cy="782994"/>
              <a:chOff x="2896107" y="4666143"/>
              <a:chExt cx="374518" cy="782994"/>
            </a:xfrm>
          </p:grpSpPr>
          <p:sp>
            <p:nvSpPr>
              <p:cNvPr id="68" name="文字方塊 75">
                <a:extLst>
                  <a:ext uri="{FF2B5EF4-FFF2-40B4-BE49-F238E27FC236}">
                    <a16:creationId xmlns:a16="http://schemas.microsoft.com/office/drawing/2014/main" id="{5038EE0E-1430-47F5-E8BE-113EEF185EBE}"/>
                  </a:ext>
                </a:extLst>
              </p:cNvPr>
              <p:cNvSpPr txBox="1"/>
              <p:nvPr/>
            </p:nvSpPr>
            <p:spPr>
              <a:xfrm>
                <a:off x="2912835" y="46661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70" name="群組 76">
                <a:extLst>
                  <a:ext uri="{FF2B5EF4-FFF2-40B4-BE49-F238E27FC236}">
                    <a16:creationId xmlns:a16="http://schemas.microsoft.com/office/drawing/2014/main" id="{BF016BC7-F8C8-5575-6217-60B8761570D8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72" name="直線接點 77">
                  <a:extLst>
                    <a:ext uri="{FF2B5EF4-FFF2-40B4-BE49-F238E27FC236}">
                      <a16:creationId xmlns:a16="http://schemas.microsoft.com/office/drawing/2014/main" id="{EE3936EF-A550-EF26-BF25-285F080989A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74" name="文字方塊 78">
                  <a:extLst>
                    <a:ext uri="{FF2B5EF4-FFF2-40B4-BE49-F238E27FC236}">
                      <a16:creationId xmlns:a16="http://schemas.microsoft.com/office/drawing/2014/main" id="{765CB7B9-7BBB-7D78-C6D6-0D6C695F4B58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atin typeface="Lucida Handwriting" panose="03010101010101010101" pitchFamily="66" charset="0"/>
                    </a:rPr>
                    <a:t>5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085FDDF6-A6EC-8178-5F72-97B2A2A7BDBD}"/>
                </a:ext>
              </a:extLst>
            </p:cNvPr>
            <p:cNvSpPr txBox="1"/>
            <p:nvPr/>
          </p:nvSpPr>
          <p:spPr>
            <a:xfrm>
              <a:off x="3671101" y="3780530"/>
              <a:ext cx="9516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3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 </a:t>
              </a:r>
              <a:r>
                <a:rPr lang="en-HK" altLang="zh-HK" sz="3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  </a:t>
              </a:r>
              <a:r>
                <a:rPr lang="en-HK" altLang="zh-HK" sz="3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B2BB7E51-6CD7-71E8-964B-542B3E79B58B}"/>
                </a:ext>
              </a:extLst>
            </p:cNvPr>
            <p:cNvSpPr txBox="1"/>
            <p:nvPr/>
          </p:nvSpPr>
          <p:spPr>
            <a:xfrm>
              <a:off x="4434749" y="3651384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7AC0C6B1-F852-A08D-642E-DC67B9E6BE32}"/>
                </a:ext>
              </a:extLst>
            </p:cNvPr>
            <p:cNvGrpSpPr/>
            <p:nvPr/>
          </p:nvGrpSpPr>
          <p:grpSpPr>
            <a:xfrm>
              <a:off x="5100750" y="3651384"/>
              <a:ext cx="2658696" cy="800219"/>
              <a:chOff x="5404617" y="1751277"/>
              <a:chExt cx="2634431" cy="800219"/>
            </a:xfrm>
          </p:grpSpPr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25463E46-46A8-3B76-DD04-F017F71763C1}"/>
                  </a:ext>
                </a:extLst>
              </p:cNvPr>
              <p:cNvSpPr txBox="1"/>
              <p:nvPr/>
            </p:nvSpPr>
            <p:spPr>
              <a:xfrm>
                <a:off x="5499282" y="1751277"/>
                <a:ext cx="24689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Volume of vessel</a:t>
                </a:r>
              </a:p>
            </p:txBody>
          </p: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D5D73223-C85E-E9F6-DBFD-BCB3DEDE19F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04617" y="2130350"/>
                <a:ext cx="263443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18CDDBD0-6FE2-6BDE-E376-F1A1845E50B3}"/>
                  </a:ext>
                </a:extLst>
              </p:cNvPr>
              <p:cNvSpPr txBox="1"/>
              <p:nvPr/>
            </p:nvSpPr>
            <p:spPr>
              <a:xfrm>
                <a:off x="6319764" y="2151386"/>
                <a:ext cx="6976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7030A0"/>
                    </a:solidFill>
                    <a:latin typeface="Lucida Handwriting" panose="03010101010101010101" pitchFamily="66" charset="0"/>
                  </a:rPr>
                  <a:t>600</a:t>
                </a:r>
              </a:p>
            </p:txBody>
          </p:sp>
        </p:grpSp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E411FB97-31E9-73DE-37CE-A3D2ABBCFCAA}"/>
              </a:ext>
            </a:extLst>
          </p:cNvPr>
          <p:cNvGrpSpPr/>
          <p:nvPr/>
        </p:nvGrpSpPr>
        <p:grpSpPr>
          <a:xfrm>
            <a:off x="3823465" y="4421824"/>
            <a:ext cx="3935981" cy="808962"/>
            <a:chOff x="3823465" y="4421824"/>
            <a:chExt cx="3935981" cy="8089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2D78C95B-BCBC-FD52-3C2D-5306BBF35005}"/>
                    </a:ext>
                  </a:extLst>
                </p:cNvPr>
                <p:cNvSpPr txBox="1"/>
                <p:nvPr/>
              </p:nvSpPr>
              <p:spPr>
                <a:xfrm>
                  <a:off x="4713931" y="460972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2D78C95B-BCBC-FD52-3C2D-5306BBF350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3931" y="4609721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B9BCA087-0475-D0DC-C1C8-AD94159F3BE7}"/>
                </a:ext>
              </a:extLst>
            </p:cNvPr>
            <p:cNvGrpSpPr/>
            <p:nvPr/>
          </p:nvGrpSpPr>
          <p:grpSpPr>
            <a:xfrm>
              <a:off x="5100750" y="4430567"/>
              <a:ext cx="2658696" cy="800219"/>
              <a:chOff x="5404617" y="1751277"/>
              <a:chExt cx="2634431" cy="800219"/>
            </a:xfrm>
          </p:grpSpPr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1F60A76-AC06-5195-0871-2D60DCAF95E4}"/>
                  </a:ext>
                </a:extLst>
              </p:cNvPr>
              <p:cNvSpPr txBox="1"/>
              <p:nvPr/>
            </p:nvSpPr>
            <p:spPr>
              <a:xfrm>
                <a:off x="5499282" y="1751277"/>
                <a:ext cx="24689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Volume of vessel</a:t>
                </a:r>
              </a:p>
            </p:txBody>
          </p:sp>
          <p:cxnSp>
            <p:nvCxnSpPr>
              <p:cNvPr id="90" name="直線接點 89">
                <a:extLst>
                  <a:ext uri="{FF2B5EF4-FFF2-40B4-BE49-F238E27FC236}">
                    <a16:creationId xmlns:a16="http://schemas.microsoft.com/office/drawing/2014/main" id="{EE25063C-8EC5-5D07-7D25-E64FA1A70C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04617" y="2130350"/>
                <a:ext cx="263443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CCCF2752-433A-136E-31E3-DE2F23C84B85}"/>
                  </a:ext>
                </a:extLst>
              </p:cNvPr>
              <p:cNvSpPr txBox="1"/>
              <p:nvPr/>
            </p:nvSpPr>
            <p:spPr>
              <a:xfrm>
                <a:off x="6319764" y="2151386"/>
                <a:ext cx="6976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7030A0"/>
                    </a:solidFill>
                    <a:latin typeface="Lucida Handwriting" panose="03010101010101010101" pitchFamily="66" charset="0"/>
                  </a:rPr>
                  <a:t>600</a:t>
                </a:r>
              </a:p>
            </p:txBody>
          </p:sp>
        </p:grpSp>
        <p:grpSp>
          <p:nvGrpSpPr>
            <p:cNvPr id="106" name="群組 74">
              <a:extLst>
                <a:ext uri="{FF2B5EF4-FFF2-40B4-BE49-F238E27FC236}">
                  <a16:creationId xmlns:a16="http://schemas.microsoft.com/office/drawing/2014/main" id="{ED5CDA58-6FD6-895E-AE0E-DD44AC17A5FB}"/>
                </a:ext>
              </a:extLst>
            </p:cNvPr>
            <p:cNvGrpSpPr/>
            <p:nvPr/>
          </p:nvGrpSpPr>
          <p:grpSpPr>
            <a:xfrm>
              <a:off x="3823465" y="4421824"/>
              <a:ext cx="890465" cy="782994"/>
              <a:chOff x="2733818" y="4666143"/>
              <a:chExt cx="883056" cy="782994"/>
            </a:xfrm>
          </p:grpSpPr>
          <p:sp>
            <p:nvSpPr>
              <p:cNvPr id="108" name="文字方塊 75">
                <a:extLst>
                  <a:ext uri="{FF2B5EF4-FFF2-40B4-BE49-F238E27FC236}">
                    <a16:creationId xmlns:a16="http://schemas.microsoft.com/office/drawing/2014/main" id="{36315E84-50BB-9465-A0F7-C500400F4E47}"/>
                  </a:ext>
                </a:extLst>
              </p:cNvPr>
              <p:cNvSpPr txBox="1"/>
              <p:nvPr/>
            </p:nvSpPr>
            <p:spPr>
              <a:xfrm>
                <a:off x="2743951" y="4666143"/>
                <a:ext cx="8729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216</a:t>
                </a:r>
              </a:p>
            </p:txBody>
          </p:sp>
          <p:grpSp>
            <p:nvGrpSpPr>
              <p:cNvPr id="109" name="群組 76">
                <a:extLst>
                  <a:ext uri="{FF2B5EF4-FFF2-40B4-BE49-F238E27FC236}">
                    <a16:creationId xmlns:a16="http://schemas.microsoft.com/office/drawing/2014/main" id="{15ED7DB6-1F28-E1B5-A737-006BCF189A50}"/>
                  </a:ext>
                </a:extLst>
              </p:cNvPr>
              <p:cNvGrpSpPr/>
              <p:nvPr/>
            </p:nvGrpSpPr>
            <p:grpSpPr>
              <a:xfrm>
                <a:off x="2733818" y="5034454"/>
                <a:ext cx="872922" cy="414683"/>
                <a:chOff x="2733818" y="5034454"/>
                <a:chExt cx="872922" cy="414683"/>
              </a:xfrm>
            </p:grpSpPr>
            <p:cxnSp>
              <p:nvCxnSpPr>
                <p:cNvPr id="110" name="直線接點 77">
                  <a:extLst>
                    <a:ext uri="{FF2B5EF4-FFF2-40B4-BE49-F238E27FC236}">
                      <a16:creationId xmlns:a16="http://schemas.microsoft.com/office/drawing/2014/main" id="{5A8EB14D-DD01-0F11-F430-58003750E8B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786392" y="5034454"/>
                  <a:ext cx="633482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36" name="文字方塊 78">
                  <a:extLst>
                    <a:ext uri="{FF2B5EF4-FFF2-40B4-BE49-F238E27FC236}">
                      <a16:creationId xmlns:a16="http://schemas.microsoft.com/office/drawing/2014/main" id="{E8860870-F884-A135-A881-DB5C5CBC6D67}"/>
                    </a:ext>
                  </a:extLst>
                </p:cNvPr>
                <p:cNvSpPr txBox="1"/>
                <p:nvPr/>
              </p:nvSpPr>
              <p:spPr>
                <a:xfrm>
                  <a:off x="2733818" y="5049027"/>
                  <a:ext cx="8729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atin typeface="Lucida Handwriting" panose="03010101010101010101" pitchFamily="66" charset="0"/>
                    </a:rPr>
                    <a:t>125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</p:grpSp>
      <p:grpSp>
        <p:nvGrpSpPr>
          <p:cNvPr id="189" name="群組 188">
            <a:extLst>
              <a:ext uri="{FF2B5EF4-FFF2-40B4-BE49-F238E27FC236}">
                <a16:creationId xmlns:a16="http://schemas.microsoft.com/office/drawing/2014/main" id="{6D6EC842-8614-C324-4F12-A609AAFE5F54}"/>
              </a:ext>
            </a:extLst>
          </p:cNvPr>
          <p:cNvGrpSpPr/>
          <p:nvPr/>
        </p:nvGrpSpPr>
        <p:grpSpPr>
          <a:xfrm>
            <a:off x="2321802" y="5333886"/>
            <a:ext cx="3967238" cy="415581"/>
            <a:chOff x="2321802" y="5333886"/>
            <a:chExt cx="3967238" cy="415581"/>
          </a:xfrm>
        </p:grpSpPr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9E4F4842-1CDE-17A8-26BE-31679F23D7B9}"/>
                </a:ext>
              </a:extLst>
            </p:cNvPr>
            <p:cNvSpPr txBox="1"/>
            <p:nvPr/>
          </p:nvSpPr>
          <p:spPr>
            <a:xfrm>
              <a:off x="2321802" y="5347252"/>
              <a:ext cx="24916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Volume of vessel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字方塊 140">
                  <a:extLst>
                    <a:ext uri="{FF2B5EF4-FFF2-40B4-BE49-F238E27FC236}">
                      <a16:creationId xmlns:a16="http://schemas.microsoft.com/office/drawing/2014/main" id="{533A75A4-3E63-8B7A-B1D9-4F7ACE6F22EA}"/>
                    </a:ext>
                  </a:extLst>
                </p:cNvPr>
                <p:cNvSpPr txBox="1"/>
                <p:nvPr/>
              </p:nvSpPr>
              <p:spPr>
                <a:xfrm>
                  <a:off x="4713931" y="533388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1" name="文字方塊 140">
                  <a:extLst>
                    <a:ext uri="{FF2B5EF4-FFF2-40B4-BE49-F238E27FC236}">
                      <a16:creationId xmlns:a16="http://schemas.microsoft.com/office/drawing/2014/main" id="{533A75A4-3E63-8B7A-B1D9-4F7ACE6F2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3931" y="5333886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640AABB0-2F69-8641-77A6-51A992435AEF}"/>
                </a:ext>
              </a:extLst>
            </p:cNvPr>
            <p:cNvSpPr txBox="1"/>
            <p:nvPr/>
          </p:nvSpPr>
          <p:spPr>
            <a:xfrm>
              <a:off x="5100750" y="5349357"/>
              <a:ext cx="11882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1036.8</a:t>
              </a:r>
            </a:p>
          </p:txBody>
        </p:sp>
      </p:grpSp>
      <p:grpSp>
        <p:nvGrpSpPr>
          <p:cNvPr id="143" name="群組 245">
            <a:extLst>
              <a:ext uri="{FF2B5EF4-FFF2-40B4-BE49-F238E27FC236}">
                <a16:creationId xmlns:a16="http://schemas.microsoft.com/office/drawing/2014/main" id="{930CE928-5351-05C7-B523-93D24010A362}"/>
              </a:ext>
            </a:extLst>
          </p:cNvPr>
          <p:cNvGrpSpPr/>
          <p:nvPr/>
        </p:nvGrpSpPr>
        <p:grpSpPr>
          <a:xfrm>
            <a:off x="6204459" y="5303028"/>
            <a:ext cx="695743" cy="461825"/>
            <a:chOff x="2472626" y="4523351"/>
            <a:chExt cx="695743" cy="461825"/>
          </a:xfrm>
        </p:grpSpPr>
        <p:sp>
          <p:nvSpPr>
            <p:cNvPr id="144" name="文字方塊 249">
              <a:extLst>
                <a:ext uri="{FF2B5EF4-FFF2-40B4-BE49-F238E27FC236}">
                  <a16:creationId xmlns:a16="http://schemas.microsoft.com/office/drawing/2014/main" id="{8019061B-A456-50E0-FBD4-A09B20F029A9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45" name="文字方塊 247">
              <a:extLst>
                <a:ext uri="{FF2B5EF4-FFF2-40B4-BE49-F238E27FC236}">
                  <a16:creationId xmlns:a16="http://schemas.microsoft.com/office/drawing/2014/main" id="{981515C1-753F-83FD-31CC-27835EA6043E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46" name="TextBox 15">
            <a:extLst>
              <a:ext uri="{FF2B5EF4-FFF2-40B4-BE49-F238E27FC236}">
                <a16:creationId xmlns:a16="http://schemas.microsoft.com/office/drawing/2014/main" id="{DDBC8E4D-D44F-19DD-FB70-D320448BF17E}"/>
              </a:ext>
            </a:extLst>
          </p:cNvPr>
          <p:cNvSpPr txBox="1"/>
          <p:nvPr/>
        </p:nvSpPr>
        <p:spPr>
          <a:xfrm>
            <a:off x="8569203" y="3050724"/>
            <a:ext cx="3519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Volume of water after addition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90" name="群組 189">
            <a:extLst>
              <a:ext uri="{FF2B5EF4-FFF2-40B4-BE49-F238E27FC236}">
                <a16:creationId xmlns:a16="http://schemas.microsoft.com/office/drawing/2014/main" id="{7A1B7562-DE76-2EE6-9F9C-59A31A1A9A77}"/>
              </a:ext>
            </a:extLst>
          </p:cNvPr>
          <p:cNvGrpSpPr/>
          <p:nvPr/>
        </p:nvGrpSpPr>
        <p:grpSpPr>
          <a:xfrm>
            <a:off x="8365266" y="4022237"/>
            <a:ext cx="2101100" cy="434678"/>
            <a:chOff x="8365266" y="4022237"/>
            <a:chExt cx="2101100" cy="4346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25234C78-E848-4829-002C-CFBA15CA9317}"/>
                    </a:ext>
                  </a:extLst>
                </p:cNvPr>
                <p:cNvSpPr txBox="1"/>
                <p:nvPr/>
              </p:nvSpPr>
              <p:spPr>
                <a:xfrm>
                  <a:off x="8365266" y="402223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25234C78-E848-4829-002C-CFBA15CA9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5266" y="4022237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BC364851-BCAF-19EC-AE0F-15DD2B408742}"/>
                </a:ext>
              </a:extLst>
            </p:cNvPr>
            <p:cNvSpPr txBox="1"/>
            <p:nvPr/>
          </p:nvSpPr>
          <p:spPr>
            <a:xfrm>
              <a:off x="8741300" y="4056805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7030A0"/>
                  </a:solidFill>
                  <a:latin typeface="Lucida Handwriting" panose="03010101010101010101" pitchFamily="66" charset="0"/>
                </a:rPr>
                <a:t>600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03">
                  <a:extLst>
                    <a:ext uri="{FF2B5EF4-FFF2-40B4-BE49-F238E27FC236}">
                      <a16:creationId xmlns:a16="http://schemas.microsoft.com/office/drawing/2014/main" id="{67043DBB-F766-7B47-D965-F9487018C24B}"/>
                    </a:ext>
                  </a:extLst>
                </p:cNvPr>
                <p:cNvSpPr txBox="1"/>
                <p:nvPr/>
              </p:nvSpPr>
              <p:spPr>
                <a:xfrm>
                  <a:off x="9431978" y="4040716"/>
                  <a:ext cx="3795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9" name="文字方塊 103">
                  <a:extLst>
                    <a:ext uri="{FF2B5EF4-FFF2-40B4-BE49-F238E27FC236}">
                      <a16:creationId xmlns:a16="http://schemas.microsoft.com/office/drawing/2014/main" id="{67043DBB-F766-7B47-D965-F9487018C2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1978" y="4040716"/>
                  <a:ext cx="379583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BA93D462-B0DC-0BE8-0FC9-0CFC6D8D5681}"/>
                </a:ext>
              </a:extLst>
            </p:cNvPr>
            <p:cNvSpPr txBox="1"/>
            <p:nvPr/>
          </p:nvSpPr>
          <p:spPr>
            <a:xfrm>
              <a:off x="9762327" y="4056805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300</a:t>
              </a:r>
            </a:p>
          </p:txBody>
        </p:sp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8391FDD0-6F07-3823-A068-870E0184ECC8}"/>
              </a:ext>
            </a:extLst>
          </p:cNvPr>
          <p:cNvGrpSpPr/>
          <p:nvPr/>
        </p:nvGrpSpPr>
        <p:grpSpPr>
          <a:xfrm>
            <a:off x="8366364" y="5173420"/>
            <a:ext cx="2113315" cy="461825"/>
            <a:chOff x="8366364" y="5173420"/>
            <a:chExt cx="2113315" cy="461825"/>
          </a:xfrm>
        </p:grpSpPr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D4E4A8FF-95B7-741C-AB2C-04EA7D1C00C0}"/>
                </a:ext>
              </a:extLst>
            </p:cNvPr>
            <p:cNvSpPr txBox="1"/>
            <p:nvPr/>
          </p:nvSpPr>
          <p:spPr>
            <a:xfrm>
              <a:off x="8366364" y="5202457"/>
              <a:ext cx="3116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b="0" i="0" dirty="0">
                  <a:solidFill>
                    <a:srgbClr val="001D35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&lt;</a:t>
              </a:r>
              <a:endParaRPr lang="zh-HK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51C3C0FD-C655-D3EC-BE22-8B97312632DD}"/>
                </a:ext>
              </a:extLst>
            </p:cNvPr>
            <p:cNvSpPr txBox="1"/>
            <p:nvPr/>
          </p:nvSpPr>
          <p:spPr>
            <a:xfrm>
              <a:off x="8697192" y="5204278"/>
              <a:ext cx="11882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1036.8</a:t>
              </a:r>
            </a:p>
          </p:txBody>
        </p:sp>
        <p:grpSp>
          <p:nvGrpSpPr>
            <p:cNvPr id="158" name="群組 245">
              <a:extLst>
                <a:ext uri="{FF2B5EF4-FFF2-40B4-BE49-F238E27FC236}">
                  <a16:creationId xmlns:a16="http://schemas.microsoft.com/office/drawing/2014/main" id="{7BDB4B77-A8BE-AA22-2960-1F9D658D6563}"/>
                </a:ext>
              </a:extLst>
            </p:cNvPr>
            <p:cNvGrpSpPr/>
            <p:nvPr/>
          </p:nvGrpSpPr>
          <p:grpSpPr>
            <a:xfrm>
              <a:off x="9783936" y="5173420"/>
              <a:ext cx="695743" cy="461825"/>
              <a:chOff x="2472626" y="4523351"/>
              <a:chExt cx="695743" cy="461825"/>
            </a:xfrm>
          </p:grpSpPr>
          <p:sp>
            <p:nvSpPr>
              <p:cNvPr id="159" name="文字方塊 249">
                <a:extLst>
                  <a:ext uri="{FF2B5EF4-FFF2-40B4-BE49-F238E27FC236}">
                    <a16:creationId xmlns:a16="http://schemas.microsoft.com/office/drawing/2014/main" id="{BA3914BC-6851-4DF3-F137-4CD40F179959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  <p:sp>
            <p:nvSpPr>
              <p:cNvPr id="160" name="文字方塊 247">
                <a:extLst>
                  <a:ext uri="{FF2B5EF4-FFF2-40B4-BE49-F238E27FC236}">
                    <a16:creationId xmlns:a16="http://schemas.microsoft.com/office/drawing/2014/main" id="{AFFA96B4-1CA2-C7EA-8F35-B11D9C45FBC7}"/>
                  </a:ext>
                </a:extLst>
              </p:cNvPr>
              <p:cNvSpPr txBox="1"/>
              <p:nvPr/>
            </p:nvSpPr>
            <p:spPr>
              <a:xfrm>
                <a:off x="2879507" y="4523351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94" name="群組 193">
            <a:extLst>
              <a:ext uri="{FF2B5EF4-FFF2-40B4-BE49-F238E27FC236}">
                <a16:creationId xmlns:a16="http://schemas.microsoft.com/office/drawing/2014/main" id="{D1CBD83A-4F85-E7F3-4965-E47BF0ABD51E}"/>
              </a:ext>
            </a:extLst>
          </p:cNvPr>
          <p:cNvGrpSpPr/>
          <p:nvPr/>
        </p:nvGrpSpPr>
        <p:grpSpPr>
          <a:xfrm>
            <a:off x="8357973" y="4612347"/>
            <a:ext cx="1780012" cy="485138"/>
            <a:chOff x="8357973" y="4612347"/>
            <a:chExt cx="1780012" cy="4851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A0B89FE6-0259-7DBE-1D47-65CCAA7765DD}"/>
                    </a:ext>
                  </a:extLst>
                </p:cNvPr>
                <p:cNvSpPr txBox="1"/>
                <p:nvPr/>
              </p:nvSpPr>
              <p:spPr>
                <a:xfrm>
                  <a:off x="8357973" y="461234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A0B89FE6-0259-7DBE-1D47-65CCAA776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7973" y="4612347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82CBEF1B-EFA5-ADDD-50D8-D352829D5740}"/>
                </a:ext>
              </a:extLst>
            </p:cNvPr>
            <p:cNvSpPr txBox="1"/>
            <p:nvPr/>
          </p:nvSpPr>
          <p:spPr>
            <a:xfrm>
              <a:off x="8741300" y="466651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900</a:t>
              </a:r>
            </a:p>
          </p:txBody>
        </p:sp>
        <p:grpSp>
          <p:nvGrpSpPr>
            <p:cNvPr id="161" name="群組 245">
              <a:extLst>
                <a:ext uri="{FF2B5EF4-FFF2-40B4-BE49-F238E27FC236}">
                  <a16:creationId xmlns:a16="http://schemas.microsoft.com/office/drawing/2014/main" id="{875F0B18-EDFA-D52A-7F9D-07F4D504BB4C}"/>
                </a:ext>
              </a:extLst>
            </p:cNvPr>
            <p:cNvGrpSpPr/>
            <p:nvPr/>
          </p:nvGrpSpPr>
          <p:grpSpPr>
            <a:xfrm>
              <a:off x="9436064" y="4617126"/>
              <a:ext cx="701921" cy="480359"/>
              <a:chOff x="2472626" y="4504817"/>
              <a:chExt cx="701921" cy="480359"/>
            </a:xfrm>
          </p:grpSpPr>
          <p:sp>
            <p:nvSpPr>
              <p:cNvPr id="162" name="文字方塊 249">
                <a:extLst>
                  <a:ext uri="{FF2B5EF4-FFF2-40B4-BE49-F238E27FC236}">
                    <a16:creationId xmlns:a16="http://schemas.microsoft.com/office/drawing/2014/main" id="{1D83EF3E-3273-C200-6D73-6B104C407934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  <p:sp>
            <p:nvSpPr>
              <p:cNvPr id="163" name="文字方塊 247">
                <a:extLst>
                  <a:ext uri="{FF2B5EF4-FFF2-40B4-BE49-F238E27FC236}">
                    <a16:creationId xmlns:a16="http://schemas.microsoft.com/office/drawing/2014/main" id="{ED7765AD-9043-B523-6093-DEF256CF1515}"/>
                  </a:ext>
                </a:extLst>
              </p:cNvPr>
              <p:cNvSpPr txBox="1"/>
              <p:nvPr/>
            </p:nvSpPr>
            <p:spPr>
              <a:xfrm>
                <a:off x="2885685" y="4504817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96" name="群組 195">
            <a:extLst>
              <a:ext uri="{FF2B5EF4-FFF2-40B4-BE49-F238E27FC236}">
                <a16:creationId xmlns:a16="http://schemas.microsoft.com/office/drawing/2014/main" id="{1C0F000C-2F7E-0C31-F41E-50B07F8913EC}"/>
              </a:ext>
            </a:extLst>
          </p:cNvPr>
          <p:cNvGrpSpPr/>
          <p:nvPr/>
        </p:nvGrpSpPr>
        <p:grpSpPr>
          <a:xfrm>
            <a:off x="561178" y="6080544"/>
            <a:ext cx="8134784" cy="461665"/>
            <a:chOff x="561178" y="6080544"/>
            <a:chExt cx="8134784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260">
                  <a:extLst>
                    <a:ext uri="{FF2B5EF4-FFF2-40B4-BE49-F238E27FC236}">
                      <a16:creationId xmlns:a16="http://schemas.microsoft.com/office/drawing/2014/main" id="{9AA622C5-A3F8-2C1A-A059-8275E48100CD}"/>
                    </a:ext>
                  </a:extLst>
                </p:cNvPr>
                <p:cNvSpPr txBox="1"/>
                <p:nvPr/>
              </p:nvSpPr>
              <p:spPr>
                <a:xfrm>
                  <a:off x="561178" y="6080544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4" name="文字方塊 260">
                  <a:extLst>
                    <a:ext uri="{FF2B5EF4-FFF2-40B4-BE49-F238E27FC236}">
                      <a16:creationId xmlns:a16="http://schemas.microsoft.com/office/drawing/2014/main" id="{9AA622C5-A3F8-2C1A-A059-8275E4810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78" y="6080544"/>
                  <a:ext cx="238419" cy="461665"/>
                </a:xfrm>
                <a:prstGeom prst="rect">
                  <a:avLst/>
                </a:prstGeom>
                <a:blipFill>
                  <a:blip r:embed="rId24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5" name="TextBox 15">
              <a:extLst>
                <a:ext uri="{FF2B5EF4-FFF2-40B4-BE49-F238E27FC236}">
                  <a16:creationId xmlns:a16="http://schemas.microsoft.com/office/drawing/2014/main" id="{5ED538B9-921B-B9DB-5555-3DE7F30EF13E}"/>
                </a:ext>
              </a:extLst>
            </p:cNvPr>
            <p:cNvSpPr txBox="1"/>
            <p:nvPr/>
          </p:nvSpPr>
          <p:spPr>
            <a:xfrm>
              <a:off x="823526" y="6133861"/>
              <a:ext cx="78724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water will not overflow. Alex’s claim is not correct.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93" name="群組 192">
            <a:extLst>
              <a:ext uri="{FF2B5EF4-FFF2-40B4-BE49-F238E27FC236}">
                <a16:creationId xmlns:a16="http://schemas.microsoft.com/office/drawing/2014/main" id="{610908B6-19CE-1A3A-FEA8-86C9DFD0D9E3}"/>
              </a:ext>
            </a:extLst>
          </p:cNvPr>
          <p:cNvGrpSpPr/>
          <p:nvPr/>
        </p:nvGrpSpPr>
        <p:grpSpPr>
          <a:xfrm>
            <a:off x="4632406" y="1401007"/>
            <a:ext cx="4329412" cy="45720"/>
            <a:chOff x="4632406" y="1401007"/>
            <a:chExt cx="4329412" cy="4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1" name="筆跡 4">
                  <a:extLst>
                    <a:ext uri="{FF2B5EF4-FFF2-40B4-BE49-F238E27FC236}">
                      <a16:creationId xmlns:a16="http://schemas.microsoft.com/office/drawing/2014/main" id="{B07F8467-788E-869C-75C2-20C6E6A61EA1}"/>
                    </a:ext>
                  </a:extLst>
                </p14:cNvPr>
                <p14:cNvContentPartPr/>
                <p14:nvPr/>
              </p14:nvContentPartPr>
              <p14:xfrm>
                <a:off x="4632406" y="1401008"/>
                <a:ext cx="764898" cy="45719"/>
              </p14:xfrm>
            </p:contentPart>
          </mc:Choice>
          <mc:Fallback xmlns="">
            <p:pic>
              <p:nvPicPr>
                <p:cNvPr id="191" name="筆跡 4">
                  <a:extLst>
                    <a:ext uri="{FF2B5EF4-FFF2-40B4-BE49-F238E27FC236}">
                      <a16:creationId xmlns:a16="http://schemas.microsoft.com/office/drawing/2014/main" id="{B07F8467-788E-869C-75C2-20C6E6A61EA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78388" y="-12314692"/>
                  <a:ext cx="872574" cy="274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2" name="筆跡 4">
                  <a:extLst>
                    <a:ext uri="{FF2B5EF4-FFF2-40B4-BE49-F238E27FC236}">
                      <a16:creationId xmlns:a16="http://schemas.microsoft.com/office/drawing/2014/main" id="{A4283C4D-7EF4-4857-86CC-2F78D325AFA7}"/>
                    </a:ext>
                  </a:extLst>
                </p14:cNvPr>
                <p14:cNvContentPartPr/>
                <p14:nvPr/>
              </p14:nvContentPartPr>
              <p14:xfrm>
                <a:off x="8196920" y="1401007"/>
                <a:ext cx="764898" cy="45719"/>
              </p14:xfrm>
            </p:contentPart>
          </mc:Choice>
          <mc:Fallback xmlns="">
            <p:pic>
              <p:nvPicPr>
                <p:cNvPr id="192" name="筆跡 4">
                  <a:extLst>
                    <a:ext uri="{FF2B5EF4-FFF2-40B4-BE49-F238E27FC236}">
                      <a16:creationId xmlns:a16="http://schemas.microsoft.com/office/drawing/2014/main" id="{A4283C4D-7EF4-4857-86CC-2F78D325AF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42902" y="-12314693"/>
                  <a:ext cx="872574" cy="2743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607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77B15F-12C3-44E3-A1F5-4A9A96B5BD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2C914F-A745-4391-A3C4-5C9342E97DA0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53703969-f457-4a88-8c40-86a712be61e1"/>
    <ds:schemaRef ds:uri="1d17fa38-d5b6-4a8b-82e7-5ce3b2398ac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654A46A-3F8E-43C3-874C-323BDF20236B}"/>
</file>

<file path=docMetadata/LabelInfo.xml><?xml version="1.0" encoding="utf-8"?>
<clbl:labelList xmlns:clbl="http://schemas.microsoft.com/office/2020/mipLabelMetadata">
  <clbl:label id="{484143f7-cfb3-4418-8737-2355b236cf4f}" enabled="0" method="" siteId="{484143f7-cfb3-4418-8737-2355b236cf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1233</Words>
  <Application>Microsoft Office PowerPoint</Application>
  <PresentationFormat>寬螢幕</PresentationFormat>
  <Paragraphs>789</Paragraphs>
  <Slides>16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Lucida Calligraphy</vt:lpstr>
      <vt:lpstr>Lucida Handwriting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Simson</dc:creator>
  <cp:lastModifiedBy>mathspt</cp:lastModifiedBy>
  <cp:revision>56</cp:revision>
  <dcterms:created xsi:type="dcterms:W3CDTF">2025-08-21T02:45:12Z</dcterms:created>
  <dcterms:modified xsi:type="dcterms:W3CDTF">2025-08-27T08:54:39Z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